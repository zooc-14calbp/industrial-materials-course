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bff6d669ec3489b" /><Relationship Type="http://schemas.openxmlformats.org/officeDocument/2006/relationships/extended-properties" Target="/docProps/app.xml" Id="Rf1519711c2d349d0" /><Relationship Type="http://schemas.openxmlformats.org/officeDocument/2006/relationships/officeDocument" Target="/ppt/presentation.xml" Id="R1a4a916ef7c44e9b" /></Relationships>
</file>

<file path=ppt/presentation.xml><?xml version="1.0" encoding="utf-8"?>
<p:presentation xmlns:p="http://schemas.openxmlformats.org/presentationml/2006/main">
  <p:sldMasterIdLst>
    <p:sldMasterId xmlns:r="http://schemas.openxmlformats.org/officeDocument/2006/relationships" id="2147483648" r:id="R57353695153d4136"/>
  </p:sldMasterIdLst>
  <p:notesMasterIdLst>
    <p:notesMasterId xmlns:r="http://schemas.openxmlformats.org/officeDocument/2006/relationships" r:id="R2b50649f9ba84574"/>
  </p:notesMasterIdLst>
  <p:sldIdLst>
    <p:sldId xmlns:r="http://schemas.openxmlformats.org/officeDocument/2006/relationships" id="256" r:id="Rf463e02e62a04177"/>
    <p:sldId xmlns:r="http://schemas.openxmlformats.org/officeDocument/2006/relationships" id="257" r:id="R51160a8b7dd046ea"/>
    <p:sldId xmlns:r="http://schemas.openxmlformats.org/officeDocument/2006/relationships" id="258" r:id="Ra034b8ccfa304ed6"/>
    <p:sldId xmlns:r="http://schemas.openxmlformats.org/officeDocument/2006/relationships" id="259" r:id="R071fe66f634e459f"/>
    <p:sldId xmlns:r="http://schemas.openxmlformats.org/officeDocument/2006/relationships" id="260" r:id="R74732eb5616f48f1"/>
    <p:sldId xmlns:r="http://schemas.openxmlformats.org/officeDocument/2006/relationships" id="261" r:id="Rb059ee63302943e9"/>
    <p:sldId xmlns:r="http://schemas.openxmlformats.org/officeDocument/2006/relationships" id="262" r:id="R3a954e5ee07443d5"/>
    <p:sldId xmlns:r="http://schemas.openxmlformats.org/officeDocument/2006/relationships" id="263" r:id="R1cd4928682964ba1"/>
    <p:sldId xmlns:r="http://schemas.openxmlformats.org/officeDocument/2006/relationships" id="264" r:id="R8a0fcb41f8b344c7"/>
    <p:sldId xmlns:r="http://schemas.openxmlformats.org/officeDocument/2006/relationships" id="265" r:id="R290a09400c524856"/>
    <p:sldId xmlns:r="http://schemas.openxmlformats.org/officeDocument/2006/relationships" id="266" r:id="Re05417351f5e4147"/>
    <p:sldId xmlns:r="http://schemas.openxmlformats.org/officeDocument/2006/relationships" id="267" r:id="Rcd8f2ff873d349ae"/>
    <p:sldId xmlns:r="http://schemas.openxmlformats.org/officeDocument/2006/relationships" id="268" r:id="R2f22aab5190042d2"/>
    <p:sldId xmlns:r="http://schemas.openxmlformats.org/officeDocument/2006/relationships" id="269" r:id="Ra25893378bf445ad"/>
    <p:sldId xmlns:r="http://schemas.openxmlformats.org/officeDocument/2006/relationships" id="270" r:id="R19c4012bbf094d20"/>
    <p:sldId xmlns:r="http://schemas.openxmlformats.org/officeDocument/2006/relationships" id="271" r:id="R59ff171d7efd48bc"/>
    <p:sldId xmlns:r="http://schemas.openxmlformats.org/officeDocument/2006/relationships" id="272" r:id="R96952839f1794e18"/>
    <p:sldId xmlns:r="http://schemas.openxmlformats.org/officeDocument/2006/relationships" id="273" r:id="R97d926759dd34551"/>
    <p:sldId xmlns:r="http://schemas.openxmlformats.org/officeDocument/2006/relationships" id="274" r:id="R76cef27101ce4899"/>
    <p:sldId xmlns:r="http://schemas.openxmlformats.org/officeDocument/2006/relationships" id="275" r:id="R2740df82319d4092"/>
    <p:sldId xmlns:r="http://schemas.openxmlformats.org/officeDocument/2006/relationships" id="276" r:id="R6f0c2a985af0471c"/>
    <p:sldId xmlns:r="http://schemas.openxmlformats.org/officeDocument/2006/relationships" id="277" r:id="R19c24d8f85a7450e"/>
    <p:sldId xmlns:r="http://schemas.openxmlformats.org/officeDocument/2006/relationships" id="278" r:id="Ref802b38e7c74207"/>
    <p:sldId xmlns:r="http://schemas.openxmlformats.org/officeDocument/2006/relationships" id="279" r:id="Ra5407068abdb48d8"/>
    <p:sldId xmlns:r="http://schemas.openxmlformats.org/officeDocument/2006/relationships" id="280" r:id="R8bbf0eee3bc048ed"/>
    <p:sldId xmlns:r="http://schemas.openxmlformats.org/officeDocument/2006/relationships" id="281" r:id="Rbae9cc8a70184cd2"/>
    <p:sldId xmlns:r="http://schemas.openxmlformats.org/officeDocument/2006/relationships" id="282" r:id="Ra8ad1c3a202045d8"/>
    <p:sldId xmlns:r="http://schemas.openxmlformats.org/officeDocument/2006/relationships" id="283" r:id="R78fa78a209ea4e9e"/>
    <p:sldId xmlns:r="http://schemas.openxmlformats.org/officeDocument/2006/relationships" id="284" r:id="Rb181edf1f8a04a97"/>
    <p:sldId xmlns:r="http://schemas.openxmlformats.org/officeDocument/2006/relationships" id="285" r:id="R2f1c87fae6794adb"/>
    <p:sldId xmlns:r="http://schemas.openxmlformats.org/officeDocument/2006/relationships" id="286" r:id="R4347d9fe7054494c"/>
    <p:sldId xmlns:r="http://schemas.openxmlformats.org/officeDocument/2006/relationships" id="287" r:id="R5fa390b3698a488f"/>
    <p:sldId xmlns:r="http://schemas.openxmlformats.org/officeDocument/2006/relationships" id="288" r:id="R9248256409a742e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50edcac3dc34b89" /><Relationship Type="http://schemas.openxmlformats.org/officeDocument/2006/relationships/slideMaster" Target="/ppt/slideMasters/slideMaster1.xml" Id="R57353695153d4136" /><Relationship Type="http://schemas.openxmlformats.org/officeDocument/2006/relationships/notesMaster" Target="/ppt/notesMasters/notesMaster1.xml" Id="R2b50649f9ba84574" /><Relationship Type="http://schemas.openxmlformats.org/officeDocument/2006/relationships/presProps" Target="/ppt/presProps.xml" Id="Ra8276dfd1dbb4362" /><Relationship Type="http://schemas.openxmlformats.org/officeDocument/2006/relationships/tableStyles" Target="/ppt/tableStyles.xml" Id="R3ec0bb3902bb42f9" /><Relationship Type="http://schemas.openxmlformats.org/officeDocument/2006/relationships/slide" Target="/ppt/slides/slide1.xml" Id="Rf463e02e62a04177" /><Relationship Type="http://schemas.openxmlformats.org/officeDocument/2006/relationships/slide" Target="/ppt/slides/slide2.xml" Id="R51160a8b7dd046ea" /><Relationship Type="http://schemas.openxmlformats.org/officeDocument/2006/relationships/slide" Target="/ppt/slides/slide3.xml" Id="Ra034b8ccfa304ed6" /><Relationship Type="http://schemas.openxmlformats.org/officeDocument/2006/relationships/slide" Target="/ppt/slides/slide4.xml" Id="R071fe66f634e459f" /><Relationship Type="http://schemas.openxmlformats.org/officeDocument/2006/relationships/slide" Target="/ppt/slides/slide5.xml" Id="R74732eb5616f48f1" /><Relationship Type="http://schemas.openxmlformats.org/officeDocument/2006/relationships/slide" Target="/ppt/slides/slide6.xml" Id="Rb059ee63302943e9" /><Relationship Type="http://schemas.openxmlformats.org/officeDocument/2006/relationships/slide" Target="/ppt/slides/slide7.xml" Id="R3a954e5ee07443d5" /><Relationship Type="http://schemas.openxmlformats.org/officeDocument/2006/relationships/slide" Target="/ppt/slides/slide8.xml" Id="R1cd4928682964ba1" /><Relationship Type="http://schemas.openxmlformats.org/officeDocument/2006/relationships/slide" Target="/ppt/slides/slide9.xml" Id="R8a0fcb41f8b344c7" /><Relationship Type="http://schemas.openxmlformats.org/officeDocument/2006/relationships/slide" Target="/ppt/slides/slide10.xml" Id="R290a09400c524856" /><Relationship Type="http://schemas.openxmlformats.org/officeDocument/2006/relationships/slide" Target="/ppt/slides/slide11.xml" Id="Re05417351f5e4147" /><Relationship Type="http://schemas.openxmlformats.org/officeDocument/2006/relationships/slide" Target="/ppt/slides/slide12.xml" Id="Rcd8f2ff873d349ae" /><Relationship Type="http://schemas.openxmlformats.org/officeDocument/2006/relationships/slide" Target="/ppt/slides/slide13.xml" Id="R2f22aab5190042d2" /><Relationship Type="http://schemas.openxmlformats.org/officeDocument/2006/relationships/slide" Target="/ppt/slides/slide14.xml" Id="Ra25893378bf445ad" /><Relationship Type="http://schemas.openxmlformats.org/officeDocument/2006/relationships/slide" Target="/ppt/slides/slide15.xml" Id="R19c4012bbf094d20" /><Relationship Type="http://schemas.openxmlformats.org/officeDocument/2006/relationships/slide" Target="/ppt/slides/slide16.xml" Id="R59ff171d7efd48bc" /><Relationship Type="http://schemas.openxmlformats.org/officeDocument/2006/relationships/slide" Target="/ppt/slides/slide17.xml" Id="R96952839f1794e18" /><Relationship Type="http://schemas.openxmlformats.org/officeDocument/2006/relationships/slide" Target="/ppt/slides/slide18.xml" Id="R97d926759dd34551" /><Relationship Type="http://schemas.openxmlformats.org/officeDocument/2006/relationships/slide" Target="/ppt/slides/slide19.xml" Id="R76cef27101ce4899" /><Relationship Type="http://schemas.openxmlformats.org/officeDocument/2006/relationships/slide" Target="/ppt/slides/slide20.xml" Id="R2740df82319d4092" /><Relationship Type="http://schemas.openxmlformats.org/officeDocument/2006/relationships/slide" Target="/ppt/slides/slide21.xml" Id="R6f0c2a985af0471c" /><Relationship Type="http://schemas.openxmlformats.org/officeDocument/2006/relationships/slide" Target="/ppt/slides/slide22.xml" Id="R19c24d8f85a7450e" /><Relationship Type="http://schemas.openxmlformats.org/officeDocument/2006/relationships/slide" Target="/ppt/slides/slide23.xml" Id="Ref802b38e7c74207" /><Relationship Type="http://schemas.openxmlformats.org/officeDocument/2006/relationships/slide" Target="/ppt/slides/slide24.xml" Id="Ra5407068abdb48d8" /><Relationship Type="http://schemas.openxmlformats.org/officeDocument/2006/relationships/slide" Target="/ppt/slides/slide25.xml" Id="R8bbf0eee3bc048ed" /><Relationship Type="http://schemas.openxmlformats.org/officeDocument/2006/relationships/slide" Target="/ppt/slides/slide26.xml" Id="Rbae9cc8a70184cd2" /><Relationship Type="http://schemas.openxmlformats.org/officeDocument/2006/relationships/slide" Target="/ppt/slides/slide27.xml" Id="Ra8ad1c3a202045d8" /><Relationship Type="http://schemas.openxmlformats.org/officeDocument/2006/relationships/slide" Target="/ppt/slides/slide28.xml" Id="R78fa78a209ea4e9e" /><Relationship Type="http://schemas.openxmlformats.org/officeDocument/2006/relationships/slide" Target="/ppt/slides/slide29.xml" Id="Rb181edf1f8a04a97" /><Relationship Type="http://schemas.openxmlformats.org/officeDocument/2006/relationships/slide" Target="/ppt/slides/slide30.xml" Id="R2f1c87fae6794adb" /><Relationship Type="http://schemas.openxmlformats.org/officeDocument/2006/relationships/slide" Target="/ppt/slides/slide31.xml" Id="R4347d9fe7054494c" /><Relationship Type="http://schemas.openxmlformats.org/officeDocument/2006/relationships/slide" Target="/ppt/slides/slide32.xml" Id="R5fa390b3698a488f" /><Relationship Type="http://schemas.openxmlformats.org/officeDocument/2006/relationships/slide" Target="/ppt/slides/slide33.xml" Id="R9248256409a742e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d486286279949f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18848390199443a" /><Relationship Type="http://schemas.openxmlformats.org/officeDocument/2006/relationships/notesMaster" Target="/ppt/notesMasters/notesMaster1.xml" Id="Ra88cb26dc23e4f85" /></Relationships>
</file>

<file path=ppt/notesSlides/_rels/notesSlide2.xml.rels>&#65279;<?xml version="1.0" encoding="utf-8"?><Relationships xmlns="http://schemas.openxmlformats.org/package/2006/relationships"><Relationship Type="http://schemas.openxmlformats.org/officeDocument/2006/relationships/slide" Target="/ppt/slides/slide2.xml" Id="R916a7063898a4f24" /><Relationship Type="http://schemas.openxmlformats.org/officeDocument/2006/relationships/notesMaster" Target="/ppt/notesMasters/notesMaster1.xml" Id="Rd1ad1f2e7f934a07" /></Relationships>
</file>

<file path=ppt/notesSlides/_rels/notesSlide3.xml.rels>&#65279;<?xml version="1.0" encoding="utf-8"?><Relationships xmlns="http://schemas.openxmlformats.org/package/2006/relationships"><Relationship Type="http://schemas.openxmlformats.org/officeDocument/2006/relationships/slide" Target="/ppt/slides/slide3.xml" Id="R355b6ad1967a476d" /><Relationship Type="http://schemas.openxmlformats.org/officeDocument/2006/relationships/notesMaster" Target="/ppt/notesMasters/notesMaster1.xml" Id="R8a58b2e6db404afa" /></Relationships>
</file>

<file path=ppt/notesSlides/_rels/notesSlide4.xml.rels>&#65279;<?xml version="1.0" encoding="utf-8"?><Relationships xmlns="http://schemas.openxmlformats.org/package/2006/relationships"><Relationship Type="http://schemas.openxmlformats.org/officeDocument/2006/relationships/slide" Target="/ppt/slides/slide4.xml" Id="R3170e99ef2a54082" /><Relationship Type="http://schemas.openxmlformats.org/officeDocument/2006/relationships/notesMaster" Target="/ppt/notesMasters/notesMaster1.xml" Id="R40828c81e9c74310" /></Relationships>
</file>

<file path=ppt/notesSlides/_rels/notesSlide5.xml.rels>&#65279;<?xml version="1.0" encoding="utf-8"?><Relationships xmlns="http://schemas.openxmlformats.org/package/2006/relationships"><Relationship Type="http://schemas.openxmlformats.org/officeDocument/2006/relationships/slide" Target="/ppt/slides/slide5.xml" Id="R1f9b6a5c261c4787" /><Relationship Type="http://schemas.openxmlformats.org/officeDocument/2006/relationships/notesMaster" Target="/ppt/notesMasters/notesMaster1.xml" Id="R1dcbaa959f9246f3" /></Relationships>
</file>

<file path=ppt/notesSlides/_rels/notesSlide6.xml.rels>&#65279;<?xml version="1.0" encoding="utf-8"?><Relationships xmlns="http://schemas.openxmlformats.org/package/2006/relationships"><Relationship Type="http://schemas.openxmlformats.org/officeDocument/2006/relationships/slide" Target="/ppt/slides/slide6.xml" Id="R253b8d0367dc4a92" /><Relationship Type="http://schemas.openxmlformats.org/officeDocument/2006/relationships/notesMaster" Target="/ppt/notesMasters/notesMaster1.xml" Id="R34eaadfca6a74650" /></Relationships>
</file>

<file path=ppt/notesSlides/_rels/notesSlide7.xml.rels>&#65279;<?xml version="1.0" encoding="utf-8"?><Relationships xmlns="http://schemas.openxmlformats.org/package/2006/relationships"><Relationship Type="http://schemas.openxmlformats.org/officeDocument/2006/relationships/slide" Target="/ppt/slides/slide7.xml" Id="Rd8a518c4556b49e2" /><Relationship Type="http://schemas.openxmlformats.org/officeDocument/2006/relationships/notesMaster" Target="/ppt/notesMasters/notesMaster1.xml" Id="R1ed1d2f359f94536" /></Relationships>
</file>

<file path=ppt/notesSlides/_rels/notesSlide8.xml.rels>&#65279;<?xml version="1.0" encoding="utf-8"?><Relationships xmlns="http://schemas.openxmlformats.org/package/2006/relationships"><Relationship Type="http://schemas.openxmlformats.org/officeDocument/2006/relationships/slide" Target="/ppt/slides/slide8.xml" Id="R50528974a64549b0" /><Relationship Type="http://schemas.openxmlformats.org/officeDocument/2006/relationships/notesMaster" Target="/ppt/notesMasters/notesMaster1.xml" Id="R0e6b829046024f25" /></Relationships>
</file>

<file path=ppt/notesSlides/_rels/notesSlide9.xml.rels>&#65279;<?xml version="1.0" encoding="utf-8"?><Relationships xmlns="http://schemas.openxmlformats.org/package/2006/relationships"><Relationship Type="http://schemas.openxmlformats.org/officeDocument/2006/relationships/slide" Target="/ppt/slides/slide9.xml" Id="R51b1e06890ea4fed" /><Relationship Type="http://schemas.openxmlformats.org/officeDocument/2006/relationships/notesMaster" Target="/ppt/notesMasters/notesMaster1.xml" Id="R86ada9eb9258438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d9650a483fa4125" /><Relationship Type="http://schemas.openxmlformats.org/officeDocument/2006/relationships/notesMaster" Target="/ppt/notesMasters/notesMaster1.xml" Id="R4a8287a0efc9411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b67aca186e64728" /><Relationship Type="http://schemas.openxmlformats.org/officeDocument/2006/relationships/notesMaster" Target="/ppt/notesMasters/notesMaster1.xml" Id="R5395dafce14f466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c32f6c2045d4fc0" /><Relationship Type="http://schemas.openxmlformats.org/officeDocument/2006/relationships/notesMaster" Target="/ppt/notesMasters/notesMaster1.xml" Id="R7b64c5d605d64c3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77234e2c9564910" /><Relationship Type="http://schemas.openxmlformats.org/officeDocument/2006/relationships/notesMaster" Target="/ppt/notesMasters/notesMaster1.xml" Id="R0d90b6c122d8454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528c6c921514b64" /><Relationship Type="http://schemas.openxmlformats.org/officeDocument/2006/relationships/notesMaster" Target="/ppt/notesMasters/notesMaster1.xml" Id="R1cb69b837e1d465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677529791694e7a" /><Relationship Type="http://schemas.openxmlformats.org/officeDocument/2006/relationships/notesMaster" Target="/ppt/notesMasters/notesMaster1.xml" Id="Rb52ae4c1122c4d1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4e108b32e7a44ac" /><Relationship Type="http://schemas.openxmlformats.org/officeDocument/2006/relationships/notesMaster" Target="/ppt/notesMasters/notesMaster1.xml" Id="R83ad0f1097194a4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20b2cad57e84411" /><Relationship Type="http://schemas.openxmlformats.org/officeDocument/2006/relationships/notesMaster" Target="/ppt/notesMasters/notesMaster1.xml" Id="Rd515621eb0c74e2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8816900b9554051" /><Relationship Type="http://schemas.openxmlformats.org/officeDocument/2006/relationships/notesMaster" Target="/ppt/notesMasters/notesMaster1.xml" Id="Re9da5d18ce3b428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87e821c10d94f44" /><Relationship Type="http://schemas.openxmlformats.org/officeDocument/2006/relationships/notesMaster" Target="/ppt/notesMasters/notesMaster1.xml" Id="Reeaf2aac5dd9433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40db1f1c8a64635" /><Relationship Type="http://schemas.openxmlformats.org/officeDocument/2006/relationships/notesMaster" Target="/ppt/notesMasters/notesMaster1.xml" Id="R70f15c61e64e417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b1d73f364504c15" /><Relationship Type="http://schemas.openxmlformats.org/officeDocument/2006/relationships/notesMaster" Target="/ppt/notesMasters/notesMaster1.xml" Id="Rb88afc2a4caa43e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57ccfd3510c4152" /><Relationship Type="http://schemas.openxmlformats.org/officeDocument/2006/relationships/notesMaster" Target="/ppt/notesMasters/notesMaster1.xml" Id="R445a835513b94cd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8e3510daae74b07" /><Relationship Type="http://schemas.openxmlformats.org/officeDocument/2006/relationships/notesMaster" Target="/ppt/notesMasters/notesMaster1.xml" Id="Rd9e35a49a8b5488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62f0a54dba14d34" /><Relationship Type="http://schemas.openxmlformats.org/officeDocument/2006/relationships/notesMaster" Target="/ppt/notesMasters/notesMaster1.xml" Id="R2dfabc97af25464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5435368dde3416b" /><Relationship Type="http://schemas.openxmlformats.org/officeDocument/2006/relationships/notesMaster" Target="/ppt/notesMasters/notesMaster1.xml" Id="Re0dc59c2aac64fc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bfb79bba07b45a8" /><Relationship Type="http://schemas.openxmlformats.org/officeDocument/2006/relationships/notesMaster" Target="/ppt/notesMasters/notesMaster1.xml" Id="R94c78d16e4a04e48"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bf1c4e84b54d4f69" /><Relationship Type="http://schemas.openxmlformats.org/officeDocument/2006/relationships/notesMaster" Target="/ppt/notesMasters/notesMaster1.xml" Id="Rd3c3dc71f259413b"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ffaba39365514edc" /><Relationship Type="http://schemas.openxmlformats.org/officeDocument/2006/relationships/notesMaster" Target="/ppt/notesMasters/notesMaster1.xml" Id="R2d4b98841cbd4119"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dc4fd77eecd24726" /><Relationship Type="http://schemas.openxmlformats.org/officeDocument/2006/relationships/notesMaster" Target="/ppt/notesMasters/notesMaster1.xml" Id="R8653622261774143"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1db8159b66454f63" /><Relationship Type="http://schemas.openxmlformats.org/officeDocument/2006/relationships/notesMaster" Target="/ppt/notesMasters/notesMaster1.xml" Id="Rcff285d8d32a45d2"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51f46b5d8368487a" /><Relationship Type="http://schemas.openxmlformats.org/officeDocument/2006/relationships/notesMaster" Target="/ppt/notesMasters/notesMaster1.xml" Id="Ree4bf4822f1249b6"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4b9d48cc3a8840f0" /><Relationship Type="http://schemas.openxmlformats.org/officeDocument/2006/relationships/notesMaster" Target="/ppt/notesMasters/notesMaster1.xml" Id="Ra3c09ca497e34ecc"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7dececf2f76c4705" /><Relationship Type="http://schemas.openxmlformats.org/officeDocument/2006/relationships/notesMaster" Target="/ppt/notesMasters/notesMaster1.xml" Id="Rc8aca52a433444f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年代を一列に覚えるだけでは、材料が選ばれた理由は分かりません。複数の材料が同時に用いられ、地域によって資源も技術も違いました。本編で学んだ材料の性質を、歴史的な用途と結び付けます。</a:t>
            </a:r>
          </a:p>
          <a:p xmlns:a="http://schemas.openxmlformats.org/drawingml/2006/main">
            <a:r>
              <a:t/>
            </a:r>
          </a:p>
          <a:p xmlns:a="http://schemas.openxmlformats.org/drawingml/2006/main">
            <a:r>
              <a:t/>
            </a:r>
          </a:p>
          <a:p xmlns:a="http://schemas.openxmlformats.org/drawingml/2006/main">
            <a:r>
              <a:t/>
            </a:r>
          </a:p>
          <a:p xmlns:a="http://schemas.openxmlformats.org/drawingml/2006/main">
            <a:r>
              <a:t>図は授業用の自作模式図。時代区分は各地域で異なり、図は年代尺度を示さない。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歴史の資料は完成品だけを残しません。製造場所、輸送、修理の痕跡が分かる場合もあります。資料の証拠が示す範囲を越えた断言を避けます。</a:t>
            </a:r>
          </a:p>
          <a:p xmlns:a="http://schemas.openxmlformats.org/drawingml/2006/main">
            <a:r>
              <a:t/>
            </a:r>
          </a:p>
          <a:p xmlns:a="http://schemas.openxmlformats.org/drawingml/2006/main">
            <a:r>
              <a:t/>
            </a:r>
          </a:p>
          <a:p xmlns:a="http://schemas.openxmlformats.org/drawingml/2006/main">
            <a:r>
              <a:t/>
            </a:r>
          </a:p>
          <a:p xmlns:a="http://schemas.openxmlformats.org/drawingml/2006/main">
            <a:r>
              <a:t>図は授業用の自作模式図。時代区分は各地域で異なり、図は年代尺度を示さない。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例えば屋根瓦なら、粘土を焼く技術だけでなく、重い屋根を支える構造、運ぶ距離、葺き替えを含めて調べます。現代の製品比較にも同じ四つの問いが使えます。</a:t>
            </a:r>
          </a:p>
          <a:p xmlns:a="http://schemas.openxmlformats.org/drawingml/2006/main">
            <a:r>
              <a:t/>
            </a:r>
          </a:p>
          <a:p xmlns:a="http://schemas.openxmlformats.org/drawingml/2006/main">
            <a:r>
              <a:t>[6] 奈良文化財研究所：平城宮の瓦作り</a:t>
            </a:r>
          </a:p>
          <a:p xmlns:a="http://schemas.openxmlformats.org/drawingml/2006/main">
            <a:r>
              <a:t>https://www.nabunken.go.jp/nabunkenblog/2014/05/tanken18.html</a:t>
            </a:r>
          </a:p>
          <a:p xmlns:a="http://schemas.openxmlformats.org/drawingml/2006/main">
            <a:r>
              <a:t/>
            </a:r>
          </a:p>
          <a:p xmlns:a="http://schemas.openxmlformats.org/drawingml/2006/main">
            <a:r>
              <a:t>[7] 奈良文化財研究所：瓦と地盤改良</a:t>
            </a:r>
          </a:p>
          <a:p xmlns:a="http://schemas.openxmlformats.org/drawingml/2006/main">
            <a:r>
              <a:t>https://www.nabunken.go.jp/nabunkenblog/2016/04/tanken133.html</a:t>
            </a:r>
          </a:p>
          <a:p xmlns:a="http://schemas.openxmlformats.org/drawingml/2006/main">
            <a:r>
              <a:t/>
            </a:r>
          </a:p>
          <a:p xmlns:a="http://schemas.openxmlformats.org/drawingml/2006/main">
            <a:r>
              <a:t>[15] 奈良文化財研究所：瓦の補修と再利用</a:t>
            </a:r>
          </a:p>
          <a:p xmlns:a="http://schemas.openxmlformats.org/drawingml/2006/main">
            <a:r>
              <a:t>https://www.nabunken.go.jp/nabunkenblog/2016/05/20160502.html</a:t>
            </a:r>
          </a:p>
          <a:p xmlns:a="http://schemas.openxmlformats.org/drawingml/2006/main">
            <a:r>
              <a:t/>
            </a:r>
          </a:p>
          <a:p xmlns:a="http://schemas.openxmlformats.org/drawingml/2006/main">
            <a:r>
              <a:t>図は授業用の自作模式図。時代区分は各地域で異なり、図は年代尺度を示さない。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発見された物だけで、当時のすべての使用例を代表させません。木材は残りにくい環境があり、残存資料の偏りに注意します。年代測定や樹種同定など複数の方法を合わせる研究があります。</a:t>
            </a:r>
          </a:p>
          <a:p xmlns:a="http://schemas.openxmlformats.org/drawingml/2006/main">
            <a:r>
              <a:t/>
            </a:r>
          </a:p>
          <a:p xmlns:a="http://schemas.openxmlformats.org/drawingml/2006/main">
            <a:r>
              <a:t>[1] 国立歴史民俗博物館：縄文時代の人と植物</a:t>
            </a:r>
          </a:p>
          <a:p xmlns:a="http://schemas.openxmlformats.org/drawingml/2006/main">
            <a:r>
              <a:t>https://archive.rekihaku.ac.jp/research/list/joint/2010/joumonplant.html</a:t>
            </a:r>
          </a:p>
          <a:p xmlns:a="http://schemas.openxmlformats.org/drawingml/2006/main">
            <a:r>
              <a:t/>
            </a:r>
          </a:p>
          <a:p xmlns:a="http://schemas.openxmlformats.org/drawingml/2006/main">
            <a:r>
              <a:t>[14] 奈良文化財研究所：木簡庫の記録方法</a:t>
            </a:r>
          </a:p>
          <a:p xmlns:a="http://schemas.openxmlformats.org/drawingml/2006/main">
            <a:r>
              <a:t>https://mokkanko.nabunken.go.jp/ja/?c=how_to_use</a:t>
            </a:r>
          </a:p>
          <a:p xmlns:a="http://schemas.openxmlformats.org/drawingml/2006/main">
            <a:r>
              <a:t/>
            </a:r>
          </a:p>
          <a:p xmlns:a="http://schemas.openxmlformats.org/drawingml/2006/main">
            <a:r>
              <a:t>図は授業用の自作模式図。時代区分は各地域で異なり、図は年代尺度を示さない。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この矢印は世界共通の単一の発展段階を意味しません。地域により出現や普及の時期が異なり、古い材料も役割を変えて使われ続けます。用途から具体例を見ます。</a:t>
            </a:r>
          </a:p>
          <a:p xmlns:a="http://schemas.openxmlformats.org/drawingml/2006/main">
            <a:r>
              <a:t/>
            </a:r>
          </a:p>
          <a:p xmlns:a="http://schemas.openxmlformats.org/drawingml/2006/main">
            <a:r>
              <a:t/>
            </a:r>
          </a:p>
          <a:p xmlns:a="http://schemas.openxmlformats.org/drawingml/2006/main">
            <a:r>
              <a:t/>
            </a:r>
          </a:p>
          <a:p xmlns:a="http://schemas.openxmlformats.org/drawingml/2006/main">
            <a:r>
              <a:t>図は授業用の自作模式図。時代区分は各地域で異なり、図は年代尺度を示さない。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一本の年表に置くと、木材が古代だけの材料のように見えてしまいます。実際には各材料が長く使われ、使い方が変わりました。四本の帯が重なる図として考えます。</a:t>
            </a:r>
          </a:p>
          <a:p xmlns:a="http://schemas.openxmlformats.org/drawingml/2006/main">
            <a:r>
              <a:t/>
            </a:r>
          </a:p>
          <a:p xmlns:a="http://schemas.openxmlformats.org/drawingml/2006/main">
            <a:r>
              <a:t>[1] 国立歴史民俗博物館：縄文時代の人と植物</a:t>
            </a:r>
          </a:p>
          <a:p xmlns:a="http://schemas.openxmlformats.org/drawingml/2006/main">
            <a:r>
              <a:t>https://archive.rekihaku.ac.jp/research/list/joint/2010/joumonplant.html</a:t>
            </a:r>
          </a:p>
          <a:p xmlns:a="http://schemas.openxmlformats.org/drawingml/2006/main">
            <a:r>
              <a:t/>
            </a:r>
          </a:p>
          <a:p xmlns:a="http://schemas.openxmlformats.org/drawingml/2006/main">
            <a:r>
              <a:t>[4] 十日町市博物館：縄文土器</a:t>
            </a:r>
          </a:p>
          <a:p xmlns:a="http://schemas.openxmlformats.org/drawingml/2006/main">
            <a:r>
              <a:t>https://www.tokamachi-museum.jp/p-exhibition/p-ex01/</a:t>
            </a:r>
          </a:p>
          <a:p xmlns:a="http://schemas.openxmlformats.org/drawingml/2006/main">
            <a:r>
              <a:t/>
            </a:r>
          </a:p>
          <a:p xmlns:a="http://schemas.openxmlformats.org/drawingml/2006/main">
            <a:r>
              <a:t>[11] 世界鉄鋼協会：製鋼技術の歴史</a:t>
            </a:r>
          </a:p>
          <a:p xmlns:a="http://schemas.openxmlformats.org/drawingml/2006/main">
            <a:r>
              <a:t>https://worldsteel.org/about-steel/steel-story/</a:t>
            </a:r>
          </a:p>
          <a:p xmlns:a="http://schemas.openxmlformats.org/drawingml/2006/main">
            <a:r>
              <a:t/>
            </a:r>
          </a:p>
          <a:p xmlns:a="http://schemas.openxmlformats.org/drawingml/2006/main">
            <a:r>
              <a:t>[12] Science History Institute：プラスチックの歴史</a:t>
            </a:r>
          </a:p>
          <a:p xmlns:a="http://schemas.openxmlformats.org/drawingml/2006/main">
            <a:r>
              <a:t>https://www.sciencehistory.org/education/classroom-activities/role-playing-games/case-of-plastics/history-and-future-of-plastics/</a:t>
            </a:r>
          </a:p>
          <a:p xmlns:a="http://schemas.openxmlformats.org/drawingml/2006/main">
            <a:r>
              <a:t/>
            </a:r>
          </a:p>
          <a:p xmlns:a="http://schemas.openxmlformats.org/drawingml/2006/main">
            <a:r>
              <a:t>図は授業用の自作模式図。時代区分は各地域で異なり、図は年代尺度を示さない。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国立歴史民俗博物館の共同研究は、縄文時代の植物利用を食料だけでなく建築、土木、塗料、繊維も含めて調べています。残る物の偏りを意識します。</a:t>
            </a:r>
          </a:p>
          <a:p xmlns:a="http://schemas.openxmlformats.org/drawingml/2006/main">
            <a:r>
              <a:t/>
            </a:r>
          </a:p>
          <a:p xmlns:a="http://schemas.openxmlformats.org/drawingml/2006/main">
            <a:r>
              <a:t>[1] 国立歴史民俗博物館：縄文時代の人と植物</a:t>
            </a:r>
          </a:p>
          <a:p xmlns:a="http://schemas.openxmlformats.org/drawingml/2006/main">
            <a:r>
              <a:t>https://archive.rekihaku.ac.jp/research/list/joint/2010/joumonplant.html</a:t>
            </a:r>
          </a:p>
          <a:p xmlns:a="http://schemas.openxmlformats.org/drawingml/2006/main">
            <a:r>
              <a:t/>
            </a:r>
          </a:p>
          <a:p xmlns:a="http://schemas.openxmlformats.org/drawingml/2006/main">
            <a:r>
              <a:t>図は授業用の自作模式図。時代区分は各地域で異なり、図は年代尺度を示さない。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木材及び木質材料学、生物育成とつなぐ箇所です。必要な太さの材をすぐに増やせるわけではありません。生育、伐採、加工、保管を一つの流れとして考えます。</a:t>
            </a:r>
          </a:p>
          <a:p xmlns:a="http://schemas.openxmlformats.org/drawingml/2006/main">
            <a:r>
              <a:t/>
            </a:r>
          </a:p>
          <a:p xmlns:a="http://schemas.openxmlformats.org/drawingml/2006/main">
            <a:r>
              <a:t>[1] 国立歴史民俗博物館：縄文時代の人と植物</a:t>
            </a:r>
          </a:p>
          <a:p xmlns:a="http://schemas.openxmlformats.org/drawingml/2006/main">
            <a:r>
              <a:t>https://archive.rekihaku.ac.jp/research/list/joint/2010/joumonplant.html</a:t>
            </a:r>
          </a:p>
          <a:p xmlns:a="http://schemas.openxmlformats.org/drawingml/2006/main">
            <a:r>
              <a:t/>
            </a:r>
          </a:p>
          <a:p xmlns:a="http://schemas.openxmlformats.org/drawingml/2006/main">
            <a:r>
              <a:t>[2] 国立歴史民俗博物館：木材と都市・木工具</a:t>
            </a:r>
          </a:p>
          <a:p xmlns:a="http://schemas.openxmlformats.org/drawingml/2006/main">
            <a:r>
              <a:t>https://archive.rekihaku.ac.jp/exhibitions/plant/column/2005/c0094.html</a:t>
            </a:r>
          </a:p>
          <a:p xmlns:a="http://schemas.openxmlformats.org/drawingml/2006/main">
            <a:r>
              <a:t/>
            </a:r>
          </a:p>
          <a:p xmlns:a="http://schemas.openxmlformats.org/drawingml/2006/main">
            <a:r>
              <a:t>図は授業用の自作模式図。時代区分は各地域で異なり、図は年代尺度を示さない。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国立歴史民俗博物館の解説は、古代の都市と建築で、鉄の木工具、遠隔地からの材移送、製材加工の組合せを論じています。一つの道具だけが変化を起こしたとしません。</a:t>
            </a:r>
          </a:p>
          <a:p xmlns:a="http://schemas.openxmlformats.org/drawingml/2006/main">
            <a:r>
              <a:t/>
            </a:r>
          </a:p>
          <a:p xmlns:a="http://schemas.openxmlformats.org/drawingml/2006/main">
            <a:r>
              <a:t>[2] 国立歴史民俗博物館：木材と都市・木工具</a:t>
            </a:r>
          </a:p>
          <a:p xmlns:a="http://schemas.openxmlformats.org/drawingml/2006/main">
            <a:r>
              <a:t>https://archive.rekihaku.ac.jp/exhibitions/plant/column/2005/c0094.html</a:t>
            </a:r>
          </a:p>
          <a:p xmlns:a="http://schemas.openxmlformats.org/drawingml/2006/main">
            <a:r>
              <a:t/>
            </a:r>
          </a:p>
          <a:p xmlns:a="http://schemas.openxmlformats.org/drawingml/2006/main">
            <a:r>
              <a:t>[3] 国立歴史民俗博物館：木材利用と山地・流通</a:t>
            </a:r>
          </a:p>
          <a:p xmlns:a="http://schemas.openxmlformats.org/drawingml/2006/main">
            <a:r>
              <a:t>https://archive.rekihaku.ac.jp/exhibitions/plant/column/2002/c0058.html</a:t>
            </a:r>
          </a:p>
          <a:p xmlns:a="http://schemas.openxmlformats.org/drawingml/2006/main">
            <a:r>
              <a:t/>
            </a:r>
          </a:p>
          <a:p xmlns:a="http://schemas.openxmlformats.org/drawingml/2006/main">
            <a:r>
              <a:t>図は授業用の自作模式図。時代区分は各地域で異なり、図は年代尺度を示さない。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木材が手近にある場合と、離れた場所から大径材を運ぶ場合では必要な仕組みが違います。材料を選ぶには供給と輸送の条件も必要でした。</a:t>
            </a:r>
          </a:p>
          <a:p xmlns:a="http://schemas.openxmlformats.org/drawingml/2006/main">
            <a:r>
              <a:t/>
            </a:r>
          </a:p>
          <a:p xmlns:a="http://schemas.openxmlformats.org/drawingml/2006/main">
            <a:r>
              <a:t>[2] 国立歴史民俗博物館：木材と都市・木工具</a:t>
            </a:r>
          </a:p>
          <a:p xmlns:a="http://schemas.openxmlformats.org/drawingml/2006/main">
            <a:r>
              <a:t>https://archive.rekihaku.ac.jp/exhibitions/plant/column/2005/c0094.html</a:t>
            </a:r>
          </a:p>
          <a:p xmlns:a="http://schemas.openxmlformats.org/drawingml/2006/main">
            <a:r>
              <a:t/>
            </a:r>
          </a:p>
          <a:p xmlns:a="http://schemas.openxmlformats.org/drawingml/2006/main">
            <a:r>
              <a:t>[3] 国立歴史民俗博物館：木材利用と山地・流通</a:t>
            </a:r>
          </a:p>
          <a:p xmlns:a="http://schemas.openxmlformats.org/drawingml/2006/main">
            <a:r>
              <a:t>https://archive.rekihaku.ac.jp/exhibitions/plant/column/2002/c0058.html</a:t>
            </a:r>
          </a:p>
          <a:p xmlns:a="http://schemas.openxmlformats.org/drawingml/2006/main">
            <a:r>
              <a:t/>
            </a:r>
          </a:p>
          <a:p xmlns:a="http://schemas.openxmlformats.org/drawingml/2006/main">
            <a:r>
              <a:t>図は授業用の自作模式図。時代区分は各地域で異なり、図は年代尺度を示さない。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建物を一つの材料名で呼んでも、荷重・雨・火への対応は部位で違います。古い建物の修理では後の時代の瓦が加わる事例もあり、単純な完成年だけで物の歴史を決められません。</a:t>
            </a:r>
          </a:p>
          <a:p xmlns:a="http://schemas.openxmlformats.org/drawingml/2006/main">
            <a:r>
              <a:t/>
            </a:r>
          </a:p>
          <a:p xmlns:a="http://schemas.openxmlformats.org/drawingml/2006/main">
            <a:r>
              <a:t>[7] 奈良文化財研究所：瓦と地盤改良</a:t>
            </a:r>
          </a:p>
          <a:p xmlns:a="http://schemas.openxmlformats.org/drawingml/2006/main">
            <a:r>
              <a:t>https://www.nabunken.go.jp/nabunkenblog/2016/04/tanken133.html</a:t>
            </a:r>
          </a:p>
          <a:p xmlns:a="http://schemas.openxmlformats.org/drawingml/2006/main">
            <a:r>
              <a:t/>
            </a:r>
          </a:p>
          <a:p xmlns:a="http://schemas.openxmlformats.org/drawingml/2006/main">
            <a:r>
              <a:t>[15] 奈良文化財研究所：瓦の補修と再利用</a:t>
            </a:r>
          </a:p>
          <a:p xmlns:a="http://schemas.openxmlformats.org/drawingml/2006/main">
            <a:r>
              <a:t>https://www.nabunken.go.jp/nabunkenblog/2016/05/20160502.html</a:t>
            </a:r>
          </a:p>
          <a:p xmlns:a="http://schemas.openxmlformats.org/drawingml/2006/main">
            <a:r>
              <a:t/>
            </a:r>
          </a:p>
          <a:p xmlns:a="http://schemas.openxmlformats.org/drawingml/2006/main">
            <a:r>
              <a:t>図は授業用の自作模式図。時代区分は各地域で異なり、図は年代尺度を示さない。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十日町市博物館の展示は火焔型土器などの多様な縄文土器を示します。形が目立つ資料でも、使用や製造の証拠を別に検討します。発展Aのセラミックスの構造と製法へ接続します。</a:t>
            </a:r>
          </a:p>
          <a:p xmlns:a="http://schemas.openxmlformats.org/drawingml/2006/main">
            <a:r>
              <a:t/>
            </a:r>
          </a:p>
          <a:p xmlns:a="http://schemas.openxmlformats.org/drawingml/2006/main">
            <a:r>
              <a:t>[4] 十日町市博物館：縄文土器</a:t>
            </a:r>
          </a:p>
          <a:p xmlns:a="http://schemas.openxmlformats.org/drawingml/2006/main">
            <a:r>
              <a:t>https://www.tokamachi-museum.jp/p-exhibition/p-ex01/</a:t>
            </a:r>
          </a:p>
          <a:p xmlns:a="http://schemas.openxmlformats.org/drawingml/2006/main">
            <a:r>
              <a:t/>
            </a:r>
          </a:p>
          <a:p xmlns:a="http://schemas.openxmlformats.org/drawingml/2006/main">
            <a:r>
              <a:t>図は授業用の自作模式図。時代区分は各地域で異なり、図は年代尺度を示さない。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過去スライドの第一・第二・第三世代の図は用途の広がりの入口に使えます。ただし、土器や瓦は消えた段階ではなく現在も使われます。先端材を単なる上位版として扱いません。</a:t>
            </a:r>
          </a:p>
          <a:p xmlns:a="http://schemas.openxmlformats.org/drawingml/2006/main">
            <a:r>
              <a:t/>
            </a:r>
          </a:p>
          <a:p xmlns:a="http://schemas.openxmlformats.org/drawingml/2006/main">
            <a:r>
              <a:t>[4] 十日町市博物館：縄文土器</a:t>
            </a:r>
          </a:p>
          <a:p xmlns:a="http://schemas.openxmlformats.org/drawingml/2006/main">
            <a:r>
              <a:t>https://www.tokamachi-museum.jp/p-exhibition/p-ex01/</a:t>
            </a:r>
          </a:p>
          <a:p xmlns:a="http://schemas.openxmlformats.org/drawingml/2006/main">
            <a:r>
              <a:t/>
            </a:r>
          </a:p>
          <a:p xmlns:a="http://schemas.openxmlformats.org/drawingml/2006/main">
            <a:r>
              <a:t>[5] 奈良文化財研究所：飛鳥寺の瓦と寺院建築</a:t>
            </a:r>
          </a:p>
          <a:p xmlns:a="http://schemas.openxmlformats.org/drawingml/2006/main">
            <a:r>
              <a:t>https://www.nabunken.go.jp/nabunkenblog/2014/08/20140818.html</a:t>
            </a:r>
          </a:p>
          <a:p xmlns:a="http://schemas.openxmlformats.org/drawingml/2006/main">
            <a:r>
              <a:t/>
            </a:r>
          </a:p>
          <a:p xmlns:a="http://schemas.openxmlformats.org/drawingml/2006/main">
            <a:r>
              <a:t>図は授業用の自作模式図。時代区分は各地域で異なり、図は年代尺度を示さない。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奈良文化財研究所の資料は、飛鳥寺の造営と百済からの瓦作りの技術伝来を説明しています。屋根の材料を変えることは建物全体の設計と製造体制に関わりました。</a:t>
            </a:r>
          </a:p>
          <a:p xmlns:a="http://schemas.openxmlformats.org/drawingml/2006/main">
            <a:r>
              <a:t/>
            </a:r>
          </a:p>
          <a:p xmlns:a="http://schemas.openxmlformats.org/drawingml/2006/main">
            <a:r>
              <a:t>[5] 奈良文化財研究所：飛鳥寺の瓦と寺院建築</a:t>
            </a:r>
          </a:p>
          <a:p xmlns:a="http://schemas.openxmlformats.org/drawingml/2006/main">
            <a:r>
              <a:t>https://www.nabunken.go.jp/nabunkenblog/2014/08/20140818.html</a:t>
            </a:r>
          </a:p>
          <a:p xmlns:a="http://schemas.openxmlformats.org/drawingml/2006/main">
            <a:r>
              <a:t/>
            </a:r>
          </a:p>
          <a:p xmlns:a="http://schemas.openxmlformats.org/drawingml/2006/main">
            <a:r>
              <a:t>[7] 奈良文化財研究所：瓦と地盤改良</a:t>
            </a:r>
          </a:p>
          <a:p xmlns:a="http://schemas.openxmlformats.org/drawingml/2006/main">
            <a:r>
              <a:t>https://www.nabunken.go.jp/nabunkenblog/2016/04/tanken133.html</a:t>
            </a:r>
          </a:p>
          <a:p xmlns:a="http://schemas.openxmlformats.org/drawingml/2006/main">
            <a:r>
              <a:t/>
            </a:r>
          </a:p>
          <a:p xmlns:a="http://schemas.openxmlformats.org/drawingml/2006/main">
            <a:r>
              <a:t>図は授業用の自作模式図。時代区分は各地域で異なり、図は年代尺度を示さない。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奈良文化財研究所は古代の瓦葺き建物と地盤改良の関係を紹介しています。材料の耐久性だけで屋根案を決めず、荷重経路と地盤まで確認する例です。</a:t>
            </a:r>
          </a:p>
          <a:p xmlns:a="http://schemas.openxmlformats.org/drawingml/2006/main">
            <a:r>
              <a:t/>
            </a:r>
          </a:p>
          <a:p xmlns:a="http://schemas.openxmlformats.org/drawingml/2006/main">
            <a:r>
              <a:t>[7] 奈良文化財研究所：瓦と地盤改良</a:t>
            </a:r>
          </a:p>
          <a:p xmlns:a="http://schemas.openxmlformats.org/drawingml/2006/main">
            <a:r>
              <a:t>https://www.nabunken.go.jp/nabunkenblog/2016/04/tanken133.html</a:t>
            </a:r>
          </a:p>
          <a:p xmlns:a="http://schemas.openxmlformats.org/drawingml/2006/main">
            <a:r>
              <a:t/>
            </a:r>
          </a:p>
          <a:p xmlns:a="http://schemas.openxmlformats.org/drawingml/2006/main">
            <a:r>
              <a:t>図は授業用の自作模式図。時代区分は各地域で異なり、図は年代尺度を示さない。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平城宮の瓦作りは、大量の需要に対応した生産体制を考える事例です。資料中の品質に関する評価は特定の時代の事例であり、瓦一般の性質に広げません。</a:t>
            </a:r>
          </a:p>
          <a:p xmlns:a="http://schemas.openxmlformats.org/drawingml/2006/main">
            <a:r>
              <a:t/>
            </a:r>
          </a:p>
          <a:p xmlns:a="http://schemas.openxmlformats.org/drawingml/2006/main">
            <a:r>
              <a:t>[6] 奈良文化財研究所：平城宮の瓦作り</a:t>
            </a:r>
          </a:p>
          <a:p xmlns:a="http://schemas.openxmlformats.org/drawingml/2006/main">
            <a:r>
              <a:t>https://www.nabunken.go.jp/nabunkenblog/2014/05/tanken18.html</a:t>
            </a:r>
          </a:p>
          <a:p xmlns:a="http://schemas.openxmlformats.org/drawingml/2006/main">
            <a:r>
              <a:t/>
            </a:r>
          </a:p>
          <a:p xmlns:a="http://schemas.openxmlformats.org/drawingml/2006/main">
            <a:r>
              <a:t>[15] 奈良文化財研究所：瓦の補修と再利用</a:t>
            </a:r>
          </a:p>
          <a:p xmlns:a="http://schemas.openxmlformats.org/drawingml/2006/main">
            <a:r>
              <a:t>https://www.nabunken.go.jp/nabunkenblog/2016/05/20160502.html</a:t>
            </a:r>
          </a:p>
          <a:p xmlns:a="http://schemas.openxmlformats.org/drawingml/2006/main">
            <a:r>
              <a:t/>
            </a:r>
          </a:p>
          <a:p xmlns:a="http://schemas.openxmlformats.org/drawingml/2006/main">
            <a:r>
              <a:t>図は授業用の自作模式図。時代区分は各地域で異なり、図は年代尺度を示さない。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本編の金属の構造・加工とつなぎます。歴史的な製鉄は採掘と炉だけでなく、燃料と送風、熟練した操作を要しました。</a:t>
            </a:r>
          </a:p>
          <a:p xmlns:a="http://schemas.openxmlformats.org/drawingml/2006/main">
            <a:r>
              <a:t/>
            </a:r>
          </a:p>
          <a:p xmlns:a="http://schemas.openxmlformats.org/drawingml/2006/main">
            <a:r>
              <a:t>[8] 島根県立古代出雲歴史博物館：たたら</a:t>
            </a:r>
          </a:p>
          <a:p xmlns:a="http://schemas.openxmlformats.org/drawingml/2006/main">
            <a:r>
              <a:t>https://www.izm.ed.jp/cms/cms.php?id=352&amp;mode=v</a:t>
            </a:r>
          </a:p>
          <a:p xmlns:a="http://schemas.openxmlformats.org/drawingml/2006/main">
            <a:r>
              <a:t/>
            </a:r>
          </a:p>
          <a:p xmlns:a="http://schemas.openxmlformats.org/drawingml/2006/main">
            <a:r>
              <a:t>[9] 文化庁・日本遺産：たたらと砂鉄・木炭</a:t>
            </a:r>
          </a:p>
          <a:p xmlns:a="http://schemas.openxmlformats.org/drawingml/2006/main">
            <a:r>
              <a:t>https://japan-heritage.bunka.go.jp/ja/stories/story034/</a:t>
            </a:r>
          </a:p>
          <a:p xmlns:a="http://schemas.openxmlformats.org/drawingml/2006/main">
            <a:r>
              <a:t/>
            </a:r>
          </a:p>
          <a:p xmlns:a="http://schemas.openxmlformats.org/drawingml/2006/main">
            <a:r>
              <a:t>[10] 兵庫県立歴史博物館：たたらの技術と資源</a:t>
            </a:r>
          </a:p>
          <a:p xmlns:a="http://schemas.openxmlformats.org/drawingml/2006/main">
            <a:r>
              <a:t>https://rekihaku.pref.hyogo.lg.jp/digital_museum/harima-tatara/history/</a:t>
            </a:r>
          </a:p>
          <a:p xmlns:a="http://schemas.openxmlformats.org/drawingml/2006/main">
            <a:r>
              <a:t/>
            </a:r>
          </a:p>
          <a:p xmlns:a="http://schemas.openxmlformats.org/drawingml/2006/main">
            <a:r>
              <a:t>図は授業用の自作模式図。時代区分は各地域で異なり、図は年代尺度を示さない。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島根県立古代出雲歴史博物館と文化庁の資料は、たたら製鉄を原料・燃料・地域の条件から説明しています。技法を美化するだけでなく、資源を得る過程も扱います。</a:t>
            </a:r>
          </a:p>
          <a:p xmlns:a="http://schemas.openxmlformats.org/drawingml/2006/main">
            <a:r>
              <a:t/>
            </a:r>
          </a:p>
          <a:p xmlns:a="http://schemas.openxmlformats.org/drawingml/2006/main">
            <a:r>
              <a:t>[8] 島根県立古代出雲歴史博物館：たたら</a:t>
            </a:r>
          </a:p>
          <a:p xmlns:a="http://schemas.openxmlformats.org/drawingml/2006/main">
            <a:r>
              <a:t>https://www.izm.ed.jp/cms/cms.php?id=352&amp;mode=v</a:t>
            </a:r>
          </a:p>
          <a:p xmlns:a="http://schemas.openxmlformats.org/drawingml/2006/main">
            <a:r>
              <a:t/>
            </a:r>
          </a:p>
          <a:p xmlns:a="http://schemas.openxmlformats.org/drawingml/2006/main">
            <a:r>
              <a:t>[9] 文化庁・日本遺産：たたらと砂鉄・木炭</a:t>
            </a:r>
          </a:p>
          <a:p xmlns:a="http://schemas.openxmlformats.org/drawingml/2006/main">
            <a:r>
              <a:t>https://japan-heritage.bunka.go.jp/ja/stories/story034/</a:t>
            </a:r>
          </a:p>
          <a:p xmlns:a="http://schemas.openxmlformats.org/drawingml/2006/main">
            <a:r>
              <a:t/>
            </a:r>
          </a:p>
          <a:p xmlns:a="http://schemas.openxmlformats.org/drawingml/2006/main">
            <a:r>
              <a:t>[10] 兵庫県立歴史博物館：たたらの技術と資源</a:t>
            </a:r>
          </a:p>
          <a:p xmlns:a="http://schemas.openxmlformats.org/drawingml/2006/main">
            <a:r>
              <a:t>https://rekihaku.pref.hyogo.lg.jp/digital_museum/harima-tatara/history/</a:t>
            </a:r>
          </a:p>
          <a:p xmlns:a="http://schemas.openxmlformats.org/drawingml/2006/main">
            <a:r>
              <a:t/>
            </a:r>
          </a:p>
          <a:p xmlns:a="http://schemas.openxmlformats.org/drawingml/2006/main">
            <a:r>
              <a:t>図は授業用の自作模式図。時代区分は各地域で異なり、図は年代尺度を示さない。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鉄を作る燃料として木炭を得るとき、森林の管理が必要です。木材及び木質材料学での材質選択と、生物育成での資源更新の時間をつなぎます。</a:t>
            </a:r>
          </a:p>
          <a:p xmlns:a="http://schemas.openxmlformats.org/drawingml/2006/main">
            <a:r>
              <a:t/>
            </a:r>
          </a:p>
          <a:p xmlns:a="http://schemas.openxmlformats.org/drawingml/2006/main">
            <a:r>
              <a:t>[9] 文化庁・日本遺産：たたらと砂鉄・木炭</a:t>
            </a:r>
          </a:p>
          <a:p xmlns:a="http://schemas.openxmlformats.org/drawingml/2006/main">
            <a:r>
              <a:t>https://japan-heritage.bunka.go.jp/ja/stories/story034/</a:t>
            </a:r>
          </a:p>
          <a:p xmlns:a="http://schemas.openxmlformats.org/drawingml/2006/main">
            <a:r>
              <a:t/>
            </a:r>
          </a:p>
          <a:p xmlns:a="http://schemas.openxmlformats.org/drawingml/2006/main">
            <a:r>
              <a:t>[10] 兵庫県立歴史博物館：たたらの技術と資源</a:t>
            </a:r>
          </a:p>
          <a:p xmlns:a="http://schemas.openxmlformats.org/drawingml/2006/main">
            <a:r>
              <a:t>https://rekihaku.pref.hyogo.lg.jp/digital_museum/harima-tatara/history/</a:t>
            </a:r>
          </a:p>
          <a:p xmlns:a="http://schemas.openxmlformats.org/drawingml/2006/main">
            <a:r>
              <a:t/>
            </a:r>
          </a:p>
          <a:p xmlns:a="http://schemas.openxmlformats.org/drawingml/2006/main">
            <a:r>
              <a:t>図は授業用の自作模式図。時代区分は各地域で異なり、図は年代尺度を示さない。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世界鉄鋼協会の歴史解説は19世紀の製鋼の工業化を紹介しています。製法が変わる理由は単に新しいからではなく、量と性質の管理、費用、用途の要求です。</a:t>
            </a:r>
          </a:p>
          <a:p xmlns:a="http://schemas.openxmlformats.org/drawingml/2006/main">
            <a:r>
              <a:t/>
            </a:r>
          </a:p>
          <a:p xmlns:a="http://schemas.openxmlformats.org/drawingml/2006/main">
            <a:r>
              <a:t>[11] 世界鉄鋼協会：製鋼技術の歴史</a:t>
            </a:r>
          </a:p>
          <a:p xmlns:a="http://schemas.openxmlformats.org/drawingml/2006/main">
            <a:r>
              <a:t>https://worldsteel.org/about-steel/steel-story/</a:t>
            </a:r>
          </a:p>
          <a:p xmlns:a="http://schemas.openxmlformats.org/drawingml/2006/main">
            <a:r>
              <a:t/>
            </a:r>
          </a:p>
          <a:p xmlns:a="http://schemas.openxmlformats.org/drawingml/2006/main">
            <a:r>
              <a:t>図は授業用の自作模式図。時代区分は各地域で異なり、図は年代尺度を示さない。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循環は現代に突然現れた発想ではありません。ただし、昔の再使用と現在の大量回収では量・品質・輸送の条件が違います。瓦の修理履歴など実例から考えます。</a:t>
            </a:r>
          </a:p>
          <a:p xmlns:a="http://schemas.openxmlformats.org/drawingml/2006/main">
            <a:r>
              <a:t/>
            </a:r>
          </a:p>
          <a:p xmlns:a="http://schemas.openxmlformats.org/drawingml/2006/main">
            <a:r>
              <a:t>[15] 奈良文化財研究所：瓦の補修と再利用</a:t>
            </a:r>
          </a:p>
          <a:p xmlns:a="http://schemas.openxmlformats.org/drawingml/2006/main">
            <a:r>
              <a:t>https://www.nabunken.go.jp/nabunkenblog/2016/05/20160502.html</a:t>
            </a:r>
          </a:p>
          <a:p xmlns:a="http://schemas.openxmlformats.org/drawingml/2006/main">
            <a:r>
              <a:t/>
            </a:r>
          </a:p>
          <a:p xmlns:a="http://schemas.openxmlformats.org/drawingml/2006/main">
            <a:r>
              <a:t>図は授業用の自作模式図。時代区分は各地域で異なり、図は年代尺度を示さない。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プラスチックの歴史を石油からだけ始めると、セルロース由来の初期材料を見落とします。Science History Instituteは天然素材の改質から合成樹脂への展開を説明しています。</a:t>
            </a:r>
          </a:p>
          <a:p xmlns:a="http://schemas.openxmlformats.org/drawingml/2006/main">
            <a:r>
              <a:t/>
            </a:r>
          </a:p>
          <a:p xmlns:a="http://schemas.openxmlformats.org/drawingml/2006/main">
            <a:r>
              <a:t>[12] Science History Institute：プラスチックの歴史</a:t>
            </a:r>
          </a:p>
          <a:p xmlns:a="http://schemas.openxmlformats.org/drawingml/2006/main">
            <a:r>
              <a:t>https://www.sciencehistory.org/education/classroom-activities/role-playing-games/case-of-plastics/history-and-future-of-plastics/</a:t>
            </a:r>
          </a:p>
          <a:p xmlns:a="http://schemas.openxmlformats.org/drawingml/2006/main">
            <a:r>
              <a:t/>
            </a:r>
          </a:p>
          <a:p xmlns:a="http://schemas.openxmlformats.org/drawingml/2006/main">
            <a:r>
              <a:t>図は授業用の自作模式図。時代区分は各地域で異なり、図は年代尺度を示さない。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セルロイドは天然高分子の化学的改質と成形を考える事例です。代替された材料の資源問題だけでなく、新材料の製造や使用時の性質も評価する必要があります。</a:t>
            </a:r>
          </a:p>
          <a:p xmlns:a="http://schemas.openxmlformats.org/drawingml/2006/main">
            <a:r>
              <a:t/>
            </a:r>
          </a:p>
          <a:p xmlns:a="http://schemas.openxmlformats.org/drawingml/2006/main">
            <a:r>
              <a:t>[12] Science History Institute：プラスチックの歴史</a:t>
            </a:r>
          </a:p>
          <a:p xmlns:a="http://schemas.openxmlformats.org/drawingml/2006/main">
            <a:r>
              <a:t>https://www.sciencehistory.org/education/classroom-activities/role-playing-games/case-of-plastics/history-and-future-of-plastics/</a:t>
            </a:r>
          </a:p>
          <a:p xmlns:a="http://schemas.openxmlformats.org/drawingml/2006/main">
            <a:r>
              <a:t/>
            </a:r>
          </a:p>
          <a:p xmlns:a="http://schemas.openxmlformats.org/drawingml/2006/main">
            <a:r>
              <a:t>図は授業用の自作模式図。時代区分は各地域で異なり、図は年代尺度を示さない。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Science History Instituteはベークライトを電気の普及と絶縁材の需要に結び付けています。素材だけでなく、圧力と温度を制御する成形工程も重要でした。</a:t>
            </a:r>
          </a:p>
          <a:p xmlns:a="http://schemas.openxmlformats.org/drawingml/2006/main">
            <a:r>
              <a:t/>
            </a:r>
          </a:p>
          <a:p xmlns:a="http://schemas.openxmlformats.org/drawingml/2006/main">
            <a:r>
              <a:t>[12] Science History Institute：プラスチックの歴史</a:t>
            </a:r>
          </a:p>
          <a:p xmlns:a="http://schemas.openxmlformats.org/drawingml/2006/main">
            <a:r>
              <a:t>https://www.sciencehistory.org/education/classroom-activities/role-playing-games/case-of-plastics/history-and-future-of-plastics/</a:t>
            </a:r>
          </a:p>
          <a:p xmlns:a="http://schemas.openxmlformats.org/drawingml/2006/main">
            <a:r>
              <a:t/>
            </a:r>
          </a:p>
          <a:p xmlns:a="http://schemas.openxmlformats.org/drawingml/2006/main">
            <a:r>
              <a:t>[13] Science History Institute：ベークライト</a:t>
            </a:r>
          </a:p>
          <a:p xmlns:a="http://schemas.openxmlformats.org/drawingml/2006/main">
            <a:r>
              <a:t>https://www.sciencehistory.org/education/scientific-biographies/leo-hendrik-baekeland/</a:t>
            </a:r>
          </a:p>
          <a:p xmlns:a="http://schemas.openxmlformats.org/drawingml/2006/main">
            <a:r>
              <a:t/>
            </a:r>
          </a:p>
          <a:p xmlns:a="http://schemas.openxmlformats.org/drawingml/2006/main">
            <a:r>
              <a:t>図は授業用の自作模式図。時代区分は各地域で異なり、図は年代尺度を示さない。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製品数が増えると、同じ材料の利点と負担が社会全体で違って見えます。材料の一つの長所で全面的な置換を正当化しません。</a:t>
            </a:r>
          </a:p>
          <a:p xmlns:a="http://schemas.openxmlformats.org/drawingml/2006/main">
            <a:r>
              <a:t/>
            </a:r>
          </a:p>
          <a:p xmlns:a="http://schemas.openxmlformats.org/drawingml/2006/main">
            <a:r>
              <a:t>[12] Science History Institute：プラスチックの歴史</a:t>
            </a:r>
          </a:p>
          <a:p xmlns:a="http://schemas.openxmlformats.org/drawingml/2006/main">
            <a:r>
              <a:t>https://www.sciencehistory.org/education/classroom-activities/role-playing-games/case-of-plastics/history-and-future-of-plastics/</a:t>
            </a:r>
          </a:p>
          <a:p xmlns:a="http://schemas.openxmlformats.org/drawingml/2006/main">
            <a:r>
              <a:t/>
            </a:r>
          </a:p>
          <a:p xmlns:a="http://schemas.openxmlformats.org/drawingml/2006/main">
            <a:r>
              <a:t>図は授業用の自作模式図。時代区分は各地域で異なり、図は年代尺度を示さない。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現代の電気機器を考えると、樹脂の筐体、金属の導線、セラミックスの電子部品、木材の設置台などが組み合わさります。どの材料が勝ったかという歴史ではありません。</a:t>
            </a:r>
          </a:p>
          <a:p xmlns:a="http://schemas.openxmlformats.org/drawingml/2006/main">
            <a:r>
              <a:t/>
            </a:r>
          </a:p>
          <a:p xmlns:a="http://schemas.openxmlformats.org/drawingml/2006/main">
            <a:r>
              <a:t/>
            </a:r>
          </a:p>
          <a:p xmlns:a="http://schemas.openxmlformats.org/drawingml/2006/main">
            <a:r>
              <a:t/>
            </a:r>
          </a:p>
          <a:p xmlns:a="http://schemas.openxmlformats.org/drawingml/2006/main">
            <a:r>
              <a:t>図は授業用の自作模式図。時代区分は各地域で異なり、図は年代尺度を示さない。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例えば瓦は雨から守る働きがあっても重量が増します。重い屋根に合わせて柱や基礎も検討します。木の板葺きにも修理と火への対応があります。条件をそろえて比較します。</a:t>
            </a:r>
          </a:p>
          <a:p xmlns:a="http://schemas.openxmlformats.org/drawingml/2006/main">
            <a:r>
              <a:t/>
            </a:r>
          </a:p>
          <a:p xmlns:a="http://schemas.openxmlformats.org/drawingml/2006/main">
            <a:r>
              <a:t>[5] 奈良文化財研究所：飛鳥寺の瓦と寺院建築</a:t>
            </a:r>
          </a:p>
          <a:p xmlns:a="http://schemas.openxmlformats.org/drawingml/2006/main">
            <a:r>
              <a:t>https://www.nabunken.go.jp/nabunkenblog/2014/08/20140818.html</a:t>
            </a:r>
          </a:p>
          <a:p xmlns:a="http://schemas.openxmlformats.org/drawingml/2006/main">
            <a:r>
              <a:t/>
            </a:r>
          </a:p>
          <a:p xmlns:a="http://schemas.openxmlformats.org/drawingml/2006/main">
            <a:r>
              <a:t>[7] 奈良文化財研究所：瓦と地盤改良</a:t>
            </a:r>
          </a:p>
          <a:p xmlns:a="http://schemas.openxmlformats.org/drawingml/2006/main">
            <a:r>
              <a:t>https://www.nabunken.go.jp/nabunkenblog/2016/04/tanken133.html</a:t>
            </a:r>
          </a:p>
          <a:p xmlns:a="http://schemas.openxmlformats.org/drawingml/2006/main">
            <a:r>
              <a:t/>
            </a:r>
          </a:p>
          <a:p xmlns:a="http://schemas.openxmlformats.org/drawingml/2006/main">
            <a:r>
              <a:t>図は授業用の自作模式図。時代区分は各地域で異なり、図は年代尺度を示さない。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配布資料に六分間で図を作ります。産地や年代を追加する場合は出典を添えます。公開資料が説明することと、こちらが推測したことを分けてください。</a:t>
            </a:r>
          </a:p>
          <a:p xmlns:a="http://schemas.openxmlformats.org/drawingml/2006/main">
            <a:r>
              <a:t/>
            </a:r>
          </a:p>
          <a:p xmlns:a="http://schemas.openxmlformats.org/drawingml/2006/main">
            <a:r>
              <a:t>[6] 奈良文化財研究所：平城宮の瓦作り</a:t>
            </a:r>
          </a:p>
          <a:p xmlns:a="http://schemas.openxmlformats.org/drawingml/2006/main">
            <a:r>
              <a:t>https://www.nabunken.go.jp/nabunkenblog/2014/05/tanken18.html</a:t>
            </a:r>
          </a:p>
          <a:p xmlns:a="http://schemas.openxmlformats.org/drawingml/2006/main">
            <a:r>
              <a:t/>
            </a:r>
          </a:p>
          <a:p xmlns:a="http://schemas.openxmlformats.org/drawingml/2006/main">
            <a:r>
              <a:t>[9] 文化庁・日本遺産：たたらと砂鉄・木炭</a:t>
            </a:r>
          </a:p>
          <a:p xmlns:a="http://schemas.openxmlformats.org/drawingml/2006/main">
            <a:r>
              <a:t>https://japan-heritage.bunka.go.jp/ja/stories/story034/</a:t>
            </a:r>
          </a:p>
          <a:p xmlns:a="http://schemas.openxmlformats.org/drawingml/2006/main">
            <a:r>
              <a:t/>
            </a:r>
          </a:p>
          <a:p xmlns:a="http://schemas.openxmlformats.org/drawingml/2006/main">
            <a:r>
              <a:t>[13] Science History Institute：ベークライト</a:t>
            </a:r>
          </a:p>
          <a:p xmlns:a="http://schemas.openxmlformats.org/drawingml/2006/main">
            <a:r>
              <a:t>https://www.sciencehistory.org/education/scientific-biographies/leo-hendrik-baekeland/</a:t>
            </a:r>
          </a:p>
          <a:p xmlns:a="http://schemas.openxmlformats.org/drawingml/2006/main">
            <a:r>
              <a:t/>
            </a:r>
          </a:p>
          <a:p xmlns:a="http://schemas.openxmlformats.org/drawingml/2006/main">
            <a:r>
              <a:t>図は授業用の自作模式図。時代区分は各地域で異なり、図は年代尺度を示さない。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一本の矢印では見えない材料の併存を表します。出現時点だけでなく、その後も使われる様子を書きます。世界全体を一つの年表にするなら、地域差を明記します。</a:t>
            </a:r>
          </a:p>
          <a:p xmlns:a="http://schemas.openxmlformats.org/drawingml/2006/main">
            <a:r>
              <a:t/>
            </a:r>
          </a:p>
          <a:p xmlns:a="http://schemas.openxmlformats.org/drawingml/2006/main">
            <a:r>
              <a:t>[1] 国立歴史民俗博物館：縄文時代の人と植物</a:t>
            </a:r>
          </a:p>
          <a:p xmlns:a="http://schemas.openxmlformats.org/drawingml/2006/main">
            <a:r>
              <a:t>https://archive.rekihaku.ac.jp/research/list/joint/2010/joumonplant.html</a:t>
            </a:r>
          </a:p>
          <a:p xmlns:a="http://schemas.openxmlformats.org/drawingml/2006/main">
            <a:r>
              <a:t/>
            </a:r>
          </a:p>
          <a:p xmlns:a="http://schemas.openxmlformats.org/drawingml/2006/main">
            <a:r>
              <a:t>[4] 十日町市博物館：縄文土器</a:t>
            </a:r>
          </a:p>
          <a:p xmlns:a="http://schemas.openxmlformats.org/drawingml/2006/main">
            <a:r>
              <a:t>https://www.tokamachi-museum.jp/p-exhibition/p-ex01/</a:t>
            </a:r>
          </a:p>
          <a:p xmlns:a="http://schemas.openxmlformats.org/drawingml/2006/main">
            <a:r>
              <a:t/>
            </a:r>
          </a:p>
          <a:p xmlns:a="http://schemas.openxmlformats.org/drawingml/2006/main">
            <a:r>
              <a:t>[8] 島根県立古代出雲歴史博物館：たたら</a:t>
            </a:r>
          </a:p>
          <a:p xmlns:a="http://schemas.openxmlformats.org/drawingml/2006/main">
            <a:r>
              <a:t>https://www.izm.ed.jp/cms/cms.php?id=352&amp;mode=v</a:t>
            </a:r>
          </a:p>
          <a:p xmlns:a="http://schemas.openxmlformats.org/drawingml/2006/main">
            <a:r>
              <a:t/>
            </a:r>
          </a:p>
          <a:p xmlns:a="http://schemas.openxmlformats.org/drawingml/2006/main">
            <a:r>
              <a:t>[12] Science History Institute：プラスチックの歴史</a:t>
            </a:r>
          </a:p>
          <a:p xmlns:a="http://schemas.openxmlformats.org/drawingml/2006/main">
            <a:r>
              <a:t>https://www.sciencehistory.org/education/classroom-activities/role-playing-games/case-of-plastics/history-and-future-of-plastics/</a:t>
            </a:r>
          </a:p>
          <a:p xmlns:a="http://schemas.openxmlformats.org/drawingml/2006/main">
            <a:r>
              <a:t/>
            </a:r>
          </a:p>
          <a:p xmlns:a="http://schemas.openxmlformats.org/drawingml/2006/main">
            <a:r>
              <a:t>図は授業用の自作模式図。時代区分は各地域で異なり、図は年代尺度を示さない。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材料データと同じく歴史資料にも欠測や分類の違いがあります。OCRが読めない字や木材が残りにくい条件を無視すると、誤った歴史を作りかねません。人が一次資料へ戻る手順を設けます。</a:t>
            </a:r>
          </a:p>
          <a:p xmlns:a="http://schemas.openxmlformats.org/drawingml/2006/main">
            <a:r>
              <a:t/>
            </a:r>
          </a:p>
          <a:p xmlns:a="http://schemas.openxmlformats.org/drawingml/2006/main">
            <a:r>
              <a:t>[1] 国立歴史民俗博物館：縄文時代の人と植物</a:t>
            </a:r>
          </a:p>
          <a:p xmlns:a="http://schemas.openxmlformats.org/drawingml/2006/main">
            <a:r>
              <a:t>https://archive.rekihaku.ac.jp/research/list/joint/2010/joumonplant.html</a:t>
            </a:r>
          </a:p>
          <a:p xmlns:a="http://schemas.openxmlformats.org/drawingml/2006/main">
            <a:r>
              <a:t/>
            </a:r>
          </a:p>
          <a:p xmlns:a="http://schemas.openxmlformats.org/drawingml/2006/main">
            <a:r>
              <a:t>[14] 奈良文化財研究所：木簡庫の記録方法</a:t>
            </a:r>
          </a:p>
          <a:p xmlns:a="http://schemas.openxmlformats.org/drawingml/2006/main">
            <a:r>
              <a:t>https://mokkanko.nabunken.go.jp/ja/?c=how_to_use</a:t>
            </a:r>
          </a:p>
          <a:p xmlns:a="http://schemas.openxmlformats.org/drawingml/2006/main">
            <a:r>
              <a:t/>
            </a:r>
          </a:p>
          <a:p xmlns:a="http://schemas.openxmlformats.org/drawingml/2006/main">
            <a:r>
              <a:t>図は授業用の自作模式図。時代区分は各地域で異なり、図は年代尺度を示さない。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中学校で四材料の長い年表を暗記させる必要はありません。物のどの部位に何が使われ、なぜ選ばれたかを問います。教員採用試験の基本材料の知識とも接続します。</a:t>
            </a:r>
          </a:p>
          <a:p xmlns:a="http://schemas.openxmlformats.org/drawingml/2006/main">
            <a:r>
              <a:t/>
            </a:r>
          </a:p>
          <a:p xmlns:a="http://schemas.openxmlformats.org/drawingml/2006/main">
            <a:r>
              <a:t/>
            </a:r>
          </a:p>
          <a:p xmlns:a="http://schemas.openxmlformats.org/drawingml/2006/main">
            <a:r>
              <a:t/>
            </a:r>
          </a:p>
          <a:p xmlns:a="http://schemas.openxmlformats.org/drawingml/2006/main">
            <a:r>
              <a:t>図は授業用の自作模式図。時代区分は各地域で異なり、図は年代尺度を示さない。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木材、金属、樹脂、セラミックスを四つの独立した勝者の列にしません。用途と地域を固定し、技術と資源の結び付き、修理と循環を含めて説明します。</a:t>
            </a:r>
          </a:p>
          <a:p xmlns:a="http://schemas.openxmlformats.org/drawingml/2006/main">
            <a:r>
              <a:t/>
            </a:r>
          </a:p>
          <a:p xmlns:a="http://schemas.openxmlformats.org/drawingml/2006/main">
            <a:r>
              <a:t/>
            </a:r>
          </a:p>
          <a:p xmlns:a="http://schemas.openxmlformats.org/drawingml/2006/main">
            <a:r>
              <a:t/>
            </a:r>
          </a:p>
          <a:p xmlns:a="http://schemas.openxmlformats.org/drawingml/2006/main">
            <a:r>
              <a:t>図は授業用の自作模式図。時代区分は各地域で異なり、図は年代尺度を示さない。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資料のURLは発表者ノートと補助資料に示します。地域差と年代の精度に注意し、特定事例をすべての社会へ一般化しません。以前の講義スライドは発想の出発点で、歴史の記述は公開資料で確認しました。</a:t>
            </a:r>
          </a:p>
          <a:p xmlns:a="http://schemas.openxmlformats.org/drawingml/2006/main">
            <a:r>
              <a:t/>
            </a:r>
          </a:p>
          <a:p xmlns:a="http://schemas.openxmlformats.org/drawingml/2006/main">
            <a:r>
              <a:t>[1] 国立歴史民俗博物館：縄文時代の人と植物</a:t>
            </a:r>
          </a:p>
          <a:p xmlns:a="http://schemas.openxmlformats.org/drawingml/2006/main">
            <a:r>
              <a:t>https://archive.rekihaku.ac.jp/research/list/joint/2010/joumonplant.html</a:t>
            </a:r>
          </a:p>
          <a:p xmlns:a="http://schemas.openxmlformats.org/drawingml/2006/main">
            <a:r>
              <a:t/>
            </a:r>
          </a:p>
          <a:p xmlns:a="http://schemas.openxmlformats.org/drawingml/2006/main">
            <a:r>
              <a:t>[2] 国立歴史民俗博物館：木材と都市・木工具</a:t>
            </a:r>
          </a:p>
          <a:p xmlns:a="http://schemas.openxmlformats.org/drawingml/2006/main">
            <a:r>
              <a:t>https://archive.rekihaku.ac.jp/exhibitions/plant/column/2005/c0094.html</a:t>
            </a:r>
          </a:p>
          <a:p xmlns:a="http://schemas.openxmlformats.org/drawingml/2006/main">
            <a:r>
              <a:t/>
            </a:r>
          </a:p>
          <a:p xmlns:a="http://schemas.openxmlformats.org/drawingml/2006/main">
            <a:r>
              <a:t>[3] 国立歴史民俗博物館：木材利用と山地・流通</a:t>
            </a:r>
          </a:p>
          <a:p xmlns:a="http://schemas.openxmlformats.org/drawingml/2006/main">
            <a:r>
              <a:t>https://archive.rekihaku.ac.jp/exhibitions/plant/column/2002/c0058.html</a:t>
            </a:r>
          </a:p>
          <a:p xmlns:a="http://schemas.openxmlformats.org/drawingml/2006/main">
            <a:r>
              <a:t/>
            </a:r>
          </a:p>
          <a:p xmlns:a="http://schemas.openxmlformats.org/drawingml/2006/main">
            <a:r>
              <a:t>[4] 十日町市博物館：縄文土器</a:t>
            </a:r>
          </a:p>
          <a:p xmlns:a="http://schemas.openxmlformats.org/drawingml/2006/main">
            <a:r>
              <a:t>https://www.tokamachi-museum.jp/p-exhibition/p-ex01/</a:t>
            </a:r>
          </a:p>
          <a:p xmlns:a="http://schemas.openxmlformats.org/drawingml/2006/main">
            <a:r>
              <a:t/>
            </a:r>
          </a:p>
          <a:p xmlns:a="http://schemas.openxmlformats.org/drawingml/2006/main">
            <a:r>
              <a:t>[5] 奈良文化財研究所：飛鳥寺の瓦と寺院建築</a:t>
            </a:r>
          </a:p>
          <a:p xmlns:a="http://schemas.openxmlformats.org/drawingml/2006/main">
            <a:r>
              <a:t>https://www.nabunken.go.jp/nabunkenblog/2014/08/20140818.html</a:t>
            </a:r>
          </a:p>
          <a:p xmlns:a="http://schemas.openxmlformats.org/drawingml/2006/main">
            <a:r>
              <a:t/>
            </a:r>
          </a:p>
          <a:p xmlns:a="http://schemas.openxmlformats.org/drawingml/2006/main">
            <a:r>
              <a:t>[6] 奈良文化財研究所：平城宮の瓦作り</a:t>
            </a:r>
          </a:p>
          <a:p xmlns:a="http://schemas.openxmlformats.org/drawingml/2006/main">
            <a:r>
              <a:t>https://www.nabunken.go.jp/nabunkenblog/2014/05/tanken18.html</a:t>
            </a:r>
          </a:p>
          <a:p xmlns:a="http://schemas.openxmlformats.org/drawingml/2006/main">
            <a:r>
              <a:t/>
            </a:r>
          </a:p>
          <a:p xmlns:a="http://schemas.openxmlformats.org/drawingml/2006/main">
            <a:r>
              <a:t>[7] 奈良文化財研究所：瓦と地盤改良</a:t>
            </a:r>
          </a:p>
          <a:p xmlns:a="http://schemas.openxmlformats.org/drawingml/2006/main">
            <a:r>
              <a:t>https://www.nabunken.go.jp/nabunkenblog/2016/04/tanken133.html</a:t>
            </a:r>
          </a:p>
          <a:p xmlns:a="http://schemas.openxmlformats.org/drawingml/2006/main">
            <a:r>
              <a:t/>
            </a:r>
          </a:p>
          <a:p xmlns:a="http://schemas.openxmlformats.org/drawingml/2006/main">
            <a:r>
              <a:t>[8] 島根県立古代出雲歴史博物館：たたら</a:t>
            </a:r>
          </a:p>
          <a:p xmlns:a="http://schemas.openxmlformats.org/drawingml/2006/main">
            <a:r>
              <a:t>https://www.izm.ed.jp/cms/cms.php?id=352&amp;mode=v</a:t>
            </a:r>
          </a:p>
          <a:p xmlns:a="http://schemas.openxmlformats.org/drawingml/2006/main">
            <a:r>
              <a:t/>
            </a:r>
          </a:p>
          <a:p xmlns:a="http://schemas.openxmlformats.org/drawingml/2006/main">
            <a:r>
              <a:t>[9] 文化庁・日本遺産：たたらと砂鉄・木炭</a:t>
            </a:r>
          </a:p>
          <a:p xmlns:a="http://schemas.openxmlformats.org/drawingml/2006/main">
            <a:r>
              <a:t>https://japan-heritage.bunka.go.jp/ja/stories/story034/</a:t>
            </a:r>
          </a:p>
          <a:p xmlns:a="http://schemas.openxmlformats.org/drawingml/2006/main">
            <a:r>
              <a:t/>
            </a:r>
          </a:p>
          <a:p xmlns:a="http://schemas.openxmlformats.org/drawingml/2006/main">
            <a:r>
              <a:t>[10] 兵庫県立歴史博物館：たたらの技術と資源</a:t>
            </a:r>
          </a:p>
          <a:p xmlns:a="http://schemas.openxmlformats.org/drawingml/2006/main">
            <a:r>
              <a:t>https://rekihaku.pref.hyogo.lg.jp/digital_museum/harima-tatara/history/</a:t>
            </a:r>
          </a:p>
          <a:p xmlns:a="http://schemas.openxmlformats.org/drawingml/2006/main">
            <a:r>
              <a:t/>
            </a:r>
          </a:p>
          <a:p xmlns:a="http://schemas.openxmlformats.org/drawingml/2006/main">
            <a:r>
              <a:t>[11] 世界鉄鋼協会：製鋼技術の歴史</a:t>
            </a:r>
          </a:p>
          <a:p xmlns:a="http://schemas.openxmlformats.org/drawingml/2006/main">
            <a:r>
              <a:t>https://worldsteel.org/about-steel/steel-story/</a:t>
            </a:r>
          </a:p>
          <a:p xmlns:a="http://schemas.openxmlformats.org/drawingml/2006/main">
            <a:r>
              <a:t/>
            </a:r>
          </a:p>
          <a:p xmlns:a="http://schemas.openxmlformats.org/drawingml/2006/main">
            <a:r>
              <a:t>[12] Science History Institute：プラスチックの歴史</a:t>
            </a:r>
          </a:p>
          <a:p xmlns:a="http://schemas.openxmlformats.org/drawingml/2006/main">
            <a:r>
              <a:t>https://www.sciencehistory.org/education/classroom-activities/role-playing-games/case-of-plastics/history-and-future-of-plastics/</a:t>
            </a:r>
          </a:p>
          <a:p xmlns:a="http://schemas.openxmlformats.org/drawingml/2006/main">
            <a:r>
              <a:t/>
            </a:r>
          </a:p>
          <a:p xmlns:a="http://schemas.openxmlformats.org/drawingml/2006/main">
            <a:r>
              <a:t>[13] Science History Institute：ベークライト</a:t>
            </a:r>
          </a:p>
          <a:p xmlns:a="http://schemas.openxmlformats.org/drawingml/2006/main">
            <a:r>
              <a:t>https://www.sciencehistory.org/education/scientific-biographies/leo-hendrik-baekeland/</a:t>
            </a:r>
          </a:p>
          <a:p xmlns:a="http://schemas.openxmlformats.org/drawingml/2006/main">
            <a:r>
              <a:t/>
            </a:r>
          </a:p>
          <a:p xmlns:a="http://schemas.openxmlformats.org/drawingml/2006/main">
            <a:r>
              <a:t>[14] 奈良文化財研究所：木簡庫の記録方法</a:t>
            </a:r>
          </a:p>
          <a:p xmlns:a="http://schemas.openxmlformats.org/drawingml/2006/main">
            <a:r>
              <a:t>https://mokkanko.nabunken.go.jp/ja/?c=how_to_use</a:t>
            </a:r>
          </a:p>
          <a:p xmlns:a="http://schemas.openxmlformats.org/drawingml/2006/main">
            <a:r>
              <a:t/>
            </a:r>
          </a:p>
          <a:p xmlns:a="http://schemas.openxmlformats.org/drawingml/2006/main">
            <a:r>
              <a:t>[15] 奈良文化財研究所：瓦の補修と再利用</a:t>
            </a:r>
          </a:p>
          <a:p xmlns:a="http://schemas.openxmlformats.org/drawingml/2006/main">
            <a:r>
              <a:t>https://www.nabunken.go.jp/nabunkenblog/2016/05/20160502.html</a:t>
            </a:r>
          </a:p>
          <a:p xmlns:a="http://schemas.openxmlformats.org/drawingml/2006/main">
            <a:r>
              <a:t/>
            </a:r>
          </a:p>
          <a:p xmlns:a="http://schemas.openxmlformats.org/drawingml/2006/main">
            <a:r>
              <a:t>図は授業用の自作模式図。時代区分は各地域で異なり、図は年代尺度を示さない。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c13c717d14d4d1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a270dc7ca3e412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93cf7c39da5484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9af74dd04ab49b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cf4ec4018be417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5ed65515de7497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56549F5-9C67-4500-96A6-787A6188B56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108648A-785D-4C6F-A204-D26B4550747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EF8DB09-89F7-47DD-8811-F2DC589CBCC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A6637E6-9259-4201-AE1A-CC55F7EFC18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EAC5327-2A70-4A65-BC84-C9AB4082941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4041A3B-2D84-49C1-8E78-1FCA4850E74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15AFB19-9131-420A-B669-06FA7F36D24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E80D56B-5809-483A-A672-C33D0D55C49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99028C9-4F40-4A8F-B997-A3F8B146111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B74D36F-0738-40CA-842C-1352E871505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ea9f35bbdb54474" /><Relationship Type="http://schemas.openxmlformats.org/officeDocument/2006/relationships/slideLayout" Target="/ppt/slideLayouts/slideLayout1.xml" Id="Rd551c94fa9844042" /><Relationship Type="http://schemas.openxmlformats.org/officeDocument/2006/relationships/slideLayout" Target="/ppt/slideLayouts/slideLayout2.xml" Id="R36261fc108ef46ed" /><Relationship Type="http://schemas.openxmlformats.org/officeDocument/2006/relationships/slideLayout" Target="/ppt/slideLayouts/slideLayout3.xml" Id="Rb58d1b5a68d4475e" /><Relationship Type="http://schemas.openxmlformats.org/officeDocument/2006/relationships/slideLayout" Target="/ppt/slideLayouts/slideLayout4.xml" Id="R1e87f5385231466f" /><Relationship Type="http://schemas.openxmlformats.org/officeDocument/2006/relationships/slideLayout" Target="/ppt/slideLayouts/slideLayout5.xml" Id="R9f448f8e40624519" /><Relationship Type="http://schemas.openxmlformats.org/officeDocument/2006/relationships/slideLayout" Target="/ppt/slideLayouts/slideLayout6.xml" Id="R06f1586bdd644b5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551c94fa9844042"/>
    <p:sldLayoutId xmlns:r="http://schemas.openxmlformats.org/officeDocument/2006/relationships" id="2147483650" r:id="R36261fc108ef46ed"/>
    <p:sldLayoutId xmlns:r="http://schemas.openxmlformats.org/officeDocument/2006/relationships" id="2147483651" r:id="Rb58d1b5a68d4475e"/>
    <p:sldLayoutId xmlns:r="http://schemas.openxmlformats.org/officeDocument/2006/relationships" id="2147483652" r:id="R1e87f5385231466f"/>
    <p:sldLayoutId xmlns:r="http://schemas.openxmlformats.org/officeDocument/2006/relationships" id="2147483653" r:id="R9f448f8e40624519"/>
    <p:sldLayoutId xmlns:r="http://schemas.openxmlformats.org/officeDocument/2006/relationships" id="2147483654" r:id="R06f1586bdd644b5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de3e2ff44384dc3" /><Relationship Type="http://schemas.openxmlformats.org/officeDocument/2006/relationships/notesSlide" Target="/ppt/notesSlides/notesSlide1.xml" Id="R5e4a4f5cdc174ba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c68d274f5944bcf" /><Relationship Type="http://schemas.openxmlformats.org/officeDocument/2006/relationships/notesSlide" Target="/ppt/notesSlides/notesSlide2.xml" Id="R88a2545ba2eb450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29b4f9f291b4d96" /><Relationship Type="http://schemas.openxmlformats.org/officeDocument/2006/relationships/notesSlide" Target="/ppt/notesSlides/notesSlide3.xml" Id="Rf6ab52dbfca746e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9849814b0ff4e69" /><Relationship Type="http://schemas.openxmlformats.org/officeDocument/2006/relationships/notesSlide" Target="/ppt/notesSlides/notesSlide4.xml" Id="Rce4dfdf64a904ca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6cae1da118940c1" /><Relationship Type="http://schemas.openxmlformats.org/officeDocument/2006/relationships/notesSlide" Target="/ppt/notesSlides/notesSlide5.xml" Id="Rb7397952c627473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72c71c9431d4ab8" /><Relationship Type="http://schemas.openxmlformats.org/officeDocument/2006/relationships/notesSlide" Target="/ppt/notesSlides/notesSlide6.xml" Id="R53b75f932ee04bf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b3fa6c0909c49ab" /><Relationship Type="http://schemas.openxmlformats.org/officeDocument/2006/relationships/notesSlide" Target="/ppt/notesSlides/notesSlide7.xml" Id="R0b6860cd4b3e496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6b9857a00e74ec6" /><Relationship Type="http://schemas.openxmlformats.org/officeDocument/2006/relationships/notesSlide" Target="/ppt/notesSlides/notesSlide8.xml" Id="R8052ef8f059c4fd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30a1da9b32041f6" /><Relationship Type="http://schemas.openxmlformats.org/officeDocument/2006/relationships/notesSlide" Target="/ppt/notesSlides/notesSlide9.xml" Id="R68f07069c27d45c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9f23b814a624fb6" /><Relationship Type="http://schemas.openxmlformats.org/officeDocument/2006/relationships/notesSlide" Target="/ppt/notesSlides/notesSlide10.xml" Id="R796b74e80e5b48c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c130b3d18e84efe" /><Relationship Type="http://schemas.openxmlformats.org/officeDocument/2006/relationships/notesSlide" Target="/ppt/notesSlides/notesSlide11.xml" Id="R61b92162b1c74bb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c3c6a0533f14530" /><Relationship Type="http://schemas.openxmlformats.org/officeDocument/2006/relationships/notesSlide" Target="/ppt/notesSlides/notesSlide12.xml" Id="R7f5b5deafb824f8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35b05cb967714598" /><Relationship Type="http://schemas.openxmlformats.org/officeDocument/2006/relationships/notesSlide" Target="/ppt/notesSlides/notesSlide13.xml" Id="R9d07d8ad3ad8448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164dac8f5b124156" /><Relationship Type="http://schemas.openxmlformats.org/officeDocument/2006/relationships/notesSlide" Target="/ppt/notesSlides/notesSlide14.xml" Id="R846473178b78487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9503ae423a8d4fee" /><Relationship Type="http://schemas.openxmlformats.org/officeDocument/2006/relationships/notesSlide" Target="/ppt/notesSlides/notesSlide15.xml" Id="R55d04dfbb2e04fd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62bf870dd68e494f" /><Relationship Type="http://schemas.openxmlformats.org/officeDocument/2006/relationships/notesSlide" Target="/ppt/notesSlides/notesSlide16.xml" Id="R536cf1ded5d0489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2d3e3364615c49ff" /><Relationship Type="http://schemas.openxmlformats.org/officeDocument/2006/relationships/notesSlide" Target="/ppt/notesSlides/notesSlide17.xml" Id="Rb9e74c4bc6fc408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b00abf111ea64d6a" /><Relationship Type="http://schemas.openxmlformats.org/officeDocument/2006/relationships/notesSlide" Target="/ppt/notesSlides/notesSlide18.xml" Id="Rba3494f9c6b3427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b4431f57ab684815" /><Relationship Type="http://schemas.openxmlformats.org/officeDocument/2006/relationships/notesSlide" Target="/ppt/notesSlides/notesSlide19.xml" Id="R28d87d99be9c499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1aa199109f1841ad" /><Relationship Type="http://schemas.openxmlformats.org/officeDocument/2006/relationships/notesSlide" Target="/ppt/notesSlides/notesSlide20.xml" Id="R6768d2609b20456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53d6815c19eb4765" /><Relationship Type="http://schemas.openxmlformats.org/officeDocument/2006/relationships/notesSlide" Target="/ppt/notesSlides/notesSlide21.xml" Id="R612662dd9eb14b6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c90e69d00e0c4f56" /><Relationship Type="http://schemas.openxmlformats.org/officeDocument/2006/relationships/notesSlide" Target="/ppt/notesSlides/notesSlide22.xml" Id="Ra94a23c37f514d5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51bb2cd5a8ad42f9" /><Relationship Type="http://schemas.openxmlformats.org/officeDocument/2006/relationships/notesSlide" Target="/ppt/notesSlides/notesSlide23.xml" Id="R87f0dd9b58734d93"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bd81d8afc4ae42be" /><Relationship Type="http://schemas.openxmlformats.org/officeDocument/2006/relationships/notesSlide" Target="/ppt/notesSlides/notesSlide24.xml" Id="R798e583567db433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92f7e2c9c6a84528" /><Relationship Type="http://schemas.openxmlformats.org/officeDocument/2006/relationships/notesSlide" Target="/ppt/notesSlides/notesSlide25.xml" Id="Rb73518f383f742ee"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703c5d1db1c2438e" /><Relationship Type="http://schemas.openxmlformats.org/officeDocument/2006/relationships/notesSlide" Target="/ppt/notesSlides/notesSlide26.xml" Id="Rc2c39a64501a4b5a"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d780cda3a0cb4a32" /><Relationship Type="http://schemas.openxmlformats.org/officeDocument/2006/relationships/notesSlide" Target="/ppt/notesSlides/notesSlide27.xml" Id="R5bbfa95926524faf"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5e253a29843d4844" /><Relationship Type="http://schemas.openxmlformats.org/officeDocument/2006/relationships/notesSlide" Target="/ppt/notesSlides/notesSlide28.xml" Id="Ra2e38e0b8e294f56"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23e430427d8b4090" /><Relationship Type="http://schemas.openxmlformats.org/officeDocument/2006/relationships/notesSlide" Target="/ppt/notesSlides/notesSlide29.xml" Id="R299241628c5b4323"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894fc872e1934f6a" /><Relationship Type="http://schemas.openxmlformats.org/officeDocument/2006/relationships/notesSlide" Target="/ppt/notesSlides/notesSlide30.xml" Id="Ra284ae29e0e94b85"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485822ea9ff747e6" /><Relationship Type="http://schemas.openxmlformats.org/officeDocument/2006/relationships/notesSlide" Target="/ppt/notesSlides/notesSlide31.xml" Id="R61746f1eb46e4114"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387701af5eec41d2" /><Relationship Type="http://schemas.openxmlformats.org/officeDocument/2006/relationships/notesSlide" Target="/ppt/notesSlides/notesSlide32.xml" Id="Re3cfe5dcea3f45d0"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a54e9eb0c31748c6" /><Relationship Type="http://schemas.openxmlformats.org/officeDocument/2006/relationships/notesSlide" Target="/ppt/notesSlides/notesSlide33.xml" Id="R0729692d4457463e"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CCCA79E-35E2-4BB0-A984-8A3D5E130CFD}"/>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buNone/>
              <a:defRPr sz="2925" b="1">
                <a:solidFill>
                  <a:srgbClr val="193B59"/>
                </a:solidFill>
                <a:latin typeface="Yu Gothic"/>
                <a:ea typeface="Yu Gothic"/>
                <a:cs typeface="Yu Gothic"/>
              </a:defRPr>
            </a:lvl1pPr>
            <a:lvl2pPr>
              <a:buNone/>
              <a:defRPr sz="2925" b="1">
                <a:solidFill>
                  <a:srgbClr val="193B59"/>
                </a:solidFill>
                <a:latin typeface="Yu Gothic"/>
                <a:ea typeface="Yu Gothic"/>
                <a:cs typeface="Yu Gothic"/>
              </a:defRPr>
            </a:lvl2pPr>
            <a:lvl3pPr>
              <a:buNone/>
              <a:defRPr sz="2925" b="1">
                <a:solidFill>
                  <a:srgbClr val="193B59"/>
                </a:solidFill>
                <a:latin typeface="Yu Gothic"/>
                <a:ea typeface="Yu Gothic"/>
                <a:cs typeface="Yu Gothic"/>
              </a:defRPr>
            </a:lvl3pPr>
            <a:lvl4pPr>
              <a:buNone/>
              <a:defRPr sz="2925" b="1">
                <a:solidFill>
                  <a:srgbClr val="193B59"/>
                </a:solidFill>
                <a:latin typeface="Yu Gothic"/>
                <a:ea typeface="Yu Gothic"/>
                <a:cs typeface="Yu Gothic"/>
              </a:defRPr>
            </a:lvl4pPr>
            <a:lvl5pPr>
              <a:buNone/>
              <a:defRPr sz="2925" b="1">
                <a:solidFill>
                  <a:srgbClr val="193B59"/>
                </a:solidFill>
                <a:latin typeface="Yu Gothic"/>
                <a:ea typeface="Yu Gothic"/>
                <a:cs typeface="Yu Gothic"/>
              </a:defRPr>
            </a:lvl5pPr>
            <a:lvl6pPr>
              <a:buNone/>
              <a:defRPr sz="2925" b="1">
                <a:solidFill>
                  <a:srgbClr val="193B59"/>
                </a:solidFill>
                <a:latin typeface="Yu Gothic"/>
                <a:ea typeface="Yu Gothic"/>
                <a:cs typeface="Yu Gothic"/>
              </a:defRPr>
            </a:lvl6pPr>
            <a:lvl7pPr>
              <a:buNone/>
              <a:defRPr sz="2925" b="1">
                <a:solidFill>
                  <a:srgbClr val="193B59"/>
                </a:solidFill>
                <a:latin typeface="Yu Gothic"/>
                <a:ea typeface="Yu Gothic"/>
                <a:cs typeface="Yu Gothic"/>
              </a:defRPr>
            </a:lvl7pPr>
            <a:lvl8pPr>
              <a:buNone/>
              <a:defRPr sz="2925" b="1">
                <a:solidFill>
                  <a:srgbClr val="193B59"/>
                </a:solidFill>
                <a:latin typeface="Yu Gothic"/>
                <a:ea typeface="Yu Gothic"/>
                <a:cs typeface="Yu Gothic"/>
              </a:defRPr>
            </a:lvl8pPr>
            <a:lvl9pPr>
              <a:buNone/>
              <a:defRPr sz="2925" b="1">
                <a:solidFill>
                  <a:srgbClr val="193B59"/>
                </a:solidFill>
                <a:latin typeface="Yu Gothic"/>
                <a:ea typeface="Yu Gothic"/>
                <a:cs typeface="Yu Gothic"/>
              </a:defRPr>
            </a:lvl9pPr>
          </a:lstStyle>
          <a:p xmlns:a="http://schemas.openxmlformats.org/drawingml/2006/main">
            <a:pPr>
              <a:buNone/>
              <a:defRPr sz="2925" b="1">
                <a:solidFill>
                  <a:srgbClr val="193B59"/>
                </a:solidFill>
                <a:latin typeface="Yu Gothic"/>
                <a:ea typeface="Yu Gothic"/>
                <a:cs typeface="Yu Gothic"/>
              </a:defRPr>
            </a:pPr>
            <a:r>
              <a:rPr sz="2925" b="1">
                <a:solidFill>
                  <a:srgbClr val="193B59"/>
                </a:solidFill>
                <a:latin typeface="Yu Gothic"/>
                <a:ea typeface="Yu Gothic"/>
                <a:cs typeface="Yu Gothic"/>
              </a:rPr>
              <a:t>工業材料の歴史：材料はどう選ばれてきたか</a:t>
            </a:r>
          </a:p>
        </p:txBody>
      </p:sp>
      <p:sp>
        <p:nvSpPr>
          <p:cNvPr id="2" name="">
            <a:extLst xmlns:a="http://schemas.openxmlformats.org/drawingml/2006/main">
              <a:ext uri="{FF2B5EF4-FFF2-40B4-BE49-F238E27FC236}">
                <a16:creationId xmlns:a16="http://schemas.microsoft.com/office/drawing/2014/main" id="{B4D3F040-0370-41D0-81FF-8F84A156785B}"/>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EE9FA620-7FB7-4E1C-BED1-536FF39109CF}"/>
              </a:ext>
            </a:extLst>
          </p:cNvPr>
          <p:cNvSpPr>
            <a:spLocks xmlns:a="http://schemas.openxmlformats.org/drawingml/2006/main" noGrp="1"/>
          </p:cNvSpPr>
          <p:nvPr/>
        </p:nvSpPr>
        <p:spPr>
          <a:xfrm xmlns:a="http://schemas.openxmlformats.org/drawingml/2006/main">
            <a:off x="809625" y="173355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buNone/>
              <a:defRPr sz="2250" b="1">
                <a:solidFill>
                  <a:srgbClr val="263D4D"/>
                </a:solidFill>
                <a:latin typeface="Yu Gothic"/>
                <a:ea typeface="Yu Gothic"/>
                <a:cs typeface="Yu Gothic"/>
              </a:defRPr>
            </a:lvl1pPr>
            <a:lvl2pPr>
              <a:buNone/>
              <a:defRPr sz="2250" b="1">
                <a:solidFill>
                  <a:srgbClr val="263D4D"/>
                </a:solidFill>
                <a:latin typeface="Yu Gothic"/>
                <a:ea typeface="Yu Gothic"/>
                <a:cs typeface="Yu Gothic"/>
              </a:defRPr>
            </a:lvl2pPr>
            <a:lvl3pPr>
              <a:buNone/>
              <a:defRPr sz="2250" b="1">
                <a:solidFill>
                  <a:srgbClr val="263D4D"/>
                </a:solidFill>
                <a:latin typeface="Yu Gothic"/>
                <a:ea typeface="Yu Gothic"/>
                <a:cs typeface="Yu Gothic"/>
              </a:defRPr>
            </a:lvl3pPr>
            <a:lvl4pPr>
              <a:buNone/>
              <a:defRPr sz="2250" b="1">
                <a:solidFill>
                  <a:srgbClr val="263D4D"/>
                </a:solidFill>
                <a:latin typeface="Yu Gothic"/>
                <a:ea typeface="Yu Gothic"/>
                <a:cs typeface="Yu Gothic"/>
              </a:defRPr>
            </a:lvl4pPr>
            <a:lvl5pPr>
              <a:buNone/>
              <a:defRPr sz="2250" b="1">
                <a:solidFill>
                  <a:srgbClr val="263D4D"/>
                </a:solidFill>
                <a:latin typeface="Yu Gothic"/>
                <a:ea typeface="Yu Gothic"/>
                <a:cs typeface="Yu Gothic"/>
              </a:defRPr>
            </a:lvl5pPr>
            <a:lvl6pPr>
              <a:buNone/>
              <a:defRPr sz="2250" b="1">
                <a:solidFill>
                  <a:srgbClr val="263D4D"/>
                </a:solidFill>
                <a:latin typeface="Yu Gothic"/>
                <a:ea typeface="Yu Gothic"/>
                <a:cs typeface="Yu Gothic"/>
              </a:defRPr>
            </a:lvl6pPr>
            <a:lvl7pPr>
              <a:buNone/>
              <a:defRPr sz="2250" b="1">
                <a:solidFill>
                  <a:srgbClr val="263D4D"/>
                </a:solidFill>
                <a:latin typeface="Yu Gothic"/>
                <a:ea typeface="Yu Gothic"/>
                <a:cs typeface="Yu Gothic"/>
              </a:defRPr>
            </a:lvl7pPr>
            <a:lvl8pPr>
              <a:buNone/>
              <a:defRPr sz="2250" b="1">
                <a:solidFill>
                  <a:srgbClr val="263D4D"/>
                </a:solidFill>
                <a:latin typeface="Yu Gothic"/>
                <a:ea typeface="Yu Gothic"/>
                <a:cs typeface="Yu Gothic"/>
              </a:defRPr>
            </a:lvl8pPr>
            <a:lvl9pPr>
              <a:buNone/>
              <a:defRPr sz="2250" b="1">
                <a:solidFill>
                  <a:srgbClr val="263D4D"/>
                </a:solidFill>
                <a:latin typeface="Yu Gothic"/>
                <a:ea typeface="Yu Gothic"/>
                <a:cs typeface="Yu Gothic"/>
              </a:defRPr>
            </a:lvl9pPr>
          </a:lstStyle>
          <a:p xmlns:a="http://schemas.openxmlformats.org/drawingml/2006/main">
            <a:pPr>
              <a:buNone/>
              <a:defRPr sz="2250" b="1">
                <a:solidFill>
                  <a:srgbClr val="263D4D"/>
                </a:solidFill>
                <a:latin typeface="Yu Gothic"/>
                <a:ea typeface="Yu Gothic"/>
                <a:cs typeface="Yu Gothic"/>
              </a:defRPr>
            </a:pPr>
            <a:r>
              <a:rPr sz="2250" b="1">
                <a:solidFill>
                  <a:srgbClr val="263D4D"/>
                </a:solidFill>
                <a:latin typeface="Yu Gothic"/>
                <a:ea typeface="Yu Gothic"/>
                <a:cs typeface="Yu Gothic"/>
              </a:rPr>
              <a:t>木材・金属・樹脂・セラミックスを一緒に読む</a:t>
            </a:r>
          </a:p>
        </p:txBody>
      </p:sp>
      <p:sp>
        <p:nvSpPr>
          <p:cNvPr id="4" name="">
            <a:extLst xmlns:a="http://schemas.openxmlformats.org/drawingml/2006/main">
              <a:ext uri="{FF2B5EF4-FFF2-40B4-BE49-F238E27FC236}">
                <a16:creationId xmlns:a16="http://schemas.microsoft.com/office/drawing/2014/main" id="{9E41EB94-77ED-46D7-BAD3-3A1A67ECB9EA}"/>
              </a:ext>
            </a:extLst>
          </p:cNvPr>
          <p:cNvSpPr>
            <a:spLocks xmlns:a="http://schemas.openxmlformats.org/drawingml/2006/main" noGrp="1"/>
          </p:cNvSpPr>
          <p:nvPr/>
        </p:nvSpPr>
        <p:spPr>
          <a:xfrm xmlns:a="http://schemas.openxmlformats.org/drawingml/2006/main">
            <a:off x="809625" y="2790825"/>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原料、技術、用途、社会の条件に注目する</a:t>
            </a:r>
          </a:p>
        </p:txBody>
      </p:sp>
      <p:sp>
        <p:nvSpPr>
          <p:cNvPr id="5" name="">
            <a:extLst xmlns:a="http://schemas.openxmlformats.org/drawingml/2006/main">
              <a:ext uri="{FF2B5EF4-FFF2-40B4-BE49-F238E27FC236}">
                <a16:creationId xmlns:a16="http://schemas.microsoft.com/office/drawing/2014/main" id="{5A56EDD0-9722-481E-BD65-290BFA028FA0}"/>
              </a:ext>
            </a:extLst>
          </p:cNvPr>
          <p:cNvSpPr>
            <a:spLocks xmlns:a="http://schemas.openxmlformats.org/drawingml/2006/main" noGrp="1"/>
          </p:cNvSpPr>
          <p:nvPr/>
        </p:nvSpPr>
        <p:spPr>
          <a:xfrm xmlns:a="http://schemas.openxmlformats.org/drawingml/2006/main">
            <a:off x="809625" y="384810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第1～15回とは別の発展学修</a:t>
            </a:r>
          </a:p>
        </p:txBody>
      </p:sp>
      <p:sp>
        <p:nvSpPr>
          <p:cNvPr id="6" name="">
            <a:extLst xmlns:a="http://schemas.openxmlformats.org/drawingml/2006/main">
              <a:ext uri="{FF2B5EF4-FFF2-40B4-BE49-F238E27FC236}">
                <a16:creationId xmlns:a16="http://schemas.microsoft.com/office/drawing/2014/main" id="{FCA49F34-2414-45E6-828E-092116FC50D5}"/>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資料の対象と証拠を確認する。</a:t>
            </a:r>
          </a:p>
        </p:txBody>
      </p:sp>
      <p:sp>
        <p:nvSpPr>
          <p:cNvPr id="7" name="">
            <a:extLst xmlns:a="http://schemas.openxmlformats.org/drawingml/2006/main">
              <a:ext uri="{FF2B5EF4-FFF2-40B4-BE49-F238E27FC236}">
                <a16:creationId xmlns:a16="http://schemas.microsoft.com/office/drawing/2014/main" id="{F3D2CEAD-9A68-4A68-8994-B01B4D8276CB}"/>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発展C</a:t>
            </a:r>
          </a:p>
        </p:txBody>
      </p:sp>
      <p:sp>
        <p:nvSpPr>
          <p:cNvPr id="8" name="">
            <a:extLst xmlns:a="http://schemas.openxmlformats.org/drawingml/2006/main">
              <a:ext uri="{FF2B5EF4-FFF2-40B4-BE49-F238E27FC236}">
                <a16:creationId xmlns:a16="http://schemas.microsoft.com/office/drawing/2014/main" id="{F48A2FA3-AEAA-4B0B-A390-7D8B50112185}"/>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1 / 33</a:t>
            </a:r>
          </a:p>
        </p:txBody>
      </p:sp>
    </p:spTree>
    <p:extLst>
      <p:ext uri="{BB962C8B-B14F-4D97-AF65-F5344CB8AC3E}">
        <p14:creationId xmlns:p14="http://schemas.microsoft.com/office/powerpoint/2010/main" val="1720944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962E191-4500-47AD-862E-D4A6191D6808}"/>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buNone/>
              <a:defRPr sz="2925" b="1">
                <a:solidFill>
                  <a:srgbClr val="193B59"/>
                </a:solidFill>
                <a:latin typeface="Yu Gothic"/>
                <a:ea typeface="Yu Gothic"/>
                <a:cs typeface="Yu Gothic"/>
              </a:defRPr>
            </a:lvl1pPr>
            <a:lvl2pPr>
              <a:buNone/>
              <a:defRPr sz="2925" b="1">
                <a:solidFill>
                  <a:srgbClr val="193B59"/>
                </a:solidFill>
                <a:latin typeface="Yu Gothic"/>
                <a:ea typeface="Yu Gothic"/>
                <a:cs typeface="Yu Gothic"/>
              </a:defRPr>
            </a:lvl2pPr>
            <a:lvl3pPr>
              <a:buNone/>
              <a:defRPr sz="2925" b="1">
                <a:solidFill>
                  <a:srgbClr val="193B59"/>
                </a:solidFill>
                <a:latin typeface="Yu Gothic"/>
                <a:ea typeface="Yu Gothic"/>
                <a:cs typeface="Yu Gothic"/>
              </a:defRPr>
            </a:lvl3pPr>
            <a:lvl4pPr>
              <a:buNone/>
              <a:defRPr sz="2925" b="1">
                <a:solidFill>
                  <a:srgbClr val="193B59"/>
                </a:solidFill>
                <a:latin typeface="Yu Gothic"/>
                <a:ea typeface="Yu Gothic"/>
                <a:cs typeface="Yu Gothic"/>
              </a:defRPr>
            </a:lvl4pPr>
            <a:lvl5pPr>
              <a:buNone/>
              <a:defRPr sz="2925" b="1">
                <a:solidFill>
                  <a:srgbClr val="193B59"/>
                </a:solidFill>
                <a:latin typeface="Yu Gothic"/>
                <a:ea typeface="Yu Gothic"/>
                <a:cs typeface="Yu Gothic"/>
              </a:defRPr>
            </a:lvl5pPr>
            <a:lvl6pPr>
              <a:buNone/>
              <a:defRPr sz="2925" b="1">
                <a:solidFill>
                  <a:srgbClr val="193B59"/>
                </a:solidFill>
                <a:latin typeface="Yu Gothic"/>
                <a:ea typeface="Yu Gothic"/>
                <a:cs typeface="Yu Gothic"/>
              </a:defRPr>
            </a:lvl6pPr>
            <a:lvl7pPr>
              <a:buNone/>
              <a:defRPr sz="2925" b="1">
                <a:solidFill>
                  <a:srgbClr val="193B59"/>
                </a:solidFill>
                <a:latin typeface="Yu Gothic"/>
                <a:ea typeface="Yu Gothic"/>
                <a:cs typeface="Yu Gothic"/>
              </a:defRPr>
            </a:lvl7pPr>
            <a:lvl8pPr>
              <a:buNone/>
              <a:defRPr sz="2925" b="1">
                <a:solidFill>
                  <a:srgbClr val="193B59"/>
                </a:solidFill>
                <a:latin typeface="Yu Gothic"/>
                <a:ea typeface="Yu Gothic"/>
                <a:cs typeface="Yu Gothic"/>
              </a:defRPr>
            </a:lvl8pPr>
            <a:lvl9pPr>
              <a:buNone/>
              <a:defRPr sz="2925" b="1">
                <a:solidFill>
                  <a:srgbClr val="193B59"/>
                </a:solidFill>
                <a:latin typeface="Yu Gothic"/>
                <a:ea typeface="Yu Gothic"/>
                <a:cs typeface="Yu Gothic"/>
              </a:defRPr>
            </a:lvl9pPr>
          </a:lstStyle>
          <a:p xmlns:a="http://schemas.openxmlformats.org/drawingml/2006/main">
            <a:pPr>
              <a:buNone/>
              <a:defRPr sz="2925" b="1">
                <a:solidFill>
                  <a:srgbClr val="193B59"/>
                </a:solidFill>
                <a:latin typeface="Yu Gothic"/>
                <a:ea typeface="Yu Gothic"/>
                <a:cs typeface="Yu Gothic"/>
              </a:defRPr>
            </a:pPr>
            <a:r>
              <a:rPr sz="2925" b="1">
                <a:solidFill>
                  <a:srgbClr val="193B59"/>
                </a:solidFill>
                <a:latin typeface="Yu Gothic"/>
                <a:ea typeface="Yu Gothic"/>
                <a:cs typeface="Yu Gothic"/>
              </a:rPr>
              <a:t>この資料で考えること</a:t>
            </a:r>
          </a:p>
        </p:txBody>
      </p:sp>
      <p:sp>
        <p:nvSpPr>
          <p:cNvPr id="2" name="">
            <a:extLst xmlns:a="http://schemas.openxmlformats.org/drawingml/2006/main">
              <a:ext uri="{FF2B5EF4-FFF2-40B4-BE49-F238E27FC236}">
                <a16:creationId xmlns:a16="http://schemas.microsoft.com/office/drawing/2014/main" id="{53EA3FAB-9778-488B-B73B-47C335CCFD7C}"/>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74945C1E-8987-47FC-8CBA-BDA85E60B9C2}"/>
              </a:ext>
            </a:extLst>
          </p:cNvPr>
          <p:cNvSpPr>
            <a:spLocks xmlns:a="http://schemas.openxmlformats.org/drawingml/2006/main" noGrp="1"/>
          </p:cNvSpPr>
          <p:nvPr/>
        </p:nvSpPr>
        <p:spPr>
          <a:xfrm xmlns:a="http://schemas.openxmlformats.org/drawingml/2006/main">
            <a:off x="809625" y="173355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buNone/>
              <a:defRPr sz="2250" b="1">
                <a:solidFill>
                  <a:srgbClr val="263D4D"/>
                </a:solidFill>
                <a:latin typeface="Yu Gothic"/>
                <a:ea typeface="Yu Gothic"/>
                <a:cs typeface="Yu Gothic"/>
              </a:defRPr>
            </a:lvl1pPr>
            <a:lvl2pPr>
              <a:buNone/>
              <a:defRPr sz="2250" b="1">
                <a:solidFill>
                  <a:srgbClr val="263D4D"/>
                </a:solidFill>
                <a:latin typeface="Yu Gothic"/>
                <a:ea typeface="Yu Gothic"/>
                <a:cs typeface="Yu Gothic"/>
              </a:defRPr>
            </a:lvl2pPr>
            <a:lvl3pPr>
              <a:buNone/>
              <a:defRPr sz="2250" b="1">
                <a:solidFill>
                  <a:srgbClr val="263D4D"/>
                </a:solidFill>
                <a:latin typeface="Yu Gothic"/>
                <a:ea typeface="Yu Gothic"/>
                <a:cs typeface="Yu Gothic"/>
              </a:defRPr>
            </a:lvl3pPr>
            <a:lvl4pPr>
              <a:buNone/>
              <a:defRPr sz="2250" b="1">
                <a:solidFill>
                  <a:srgbClr val="263D4D"/>
                </a:solidFill>
                <a:latin typeface="Yu Gothic"/>
                <a:ea typeface="Yu Gothic"/>
                <a:cs typeface="Yu Gothic"/>
              </a:defRPr>
            </a:lvl4pPr>
            <a:lvl5pPr>
              <a:buNone/>
              <a:defRPr sz="2250" b="1">
                <a:solidFill>
                  <a:srgbClr val="263D4D"/>
                </a:solidFill>
                <a:latin typeface="Yu Gothic"/>
                <a:ea typeface="Yu Gothic"/>
                <a:cs typeface="Yu Gothic"/>
              </a:defRPr>
            </a:lvl5pPr>
            <a:lvl6pPr>
              <a:buNone/>
              <a:defRPr sz="2250" b="1">
                <a:solidFill>
                  <a:srgbClr val="263D4D"/>
                </a:solidFill>
                <a:latin typeface="Yu Gothic"/>
                <a:ea typeface="Yu Gothic"/>
                <a:cs typeface="Yu Gothic"/>
              </a:defRPr>
            </a:lvl6pPr>
            <a:lvl7pPr>
              <a:buNone/>
              <a:defRPr sz="2250" b="1">
                <a:solidFill>
                  <a:srgbClr val="263D4D"/>
                </a:solidFill>
                <a:latin typeface="Yu Gothic"/>
                <a:ea typeface="Yu Gothic"/>
                <a:cs typeface="Yu Gothic"/>
              </a:defRPr>
            </a:lvl7pPr>
            <a:lvl8pPr>
              <a:buNone/>
              <a:defRPr sz="2250" b="1">
                <a:solidFill>
                  <a:srgbClr val="263D4D"/>
                </a:solidFill>
                <a:latin typeface="Yu Gothic"/>
                <a:ea typeface="Yu Gothic"/>
                <a:cs typeface="Yu Gothic"/>
              </a:defRPr>
            </a:lvl8pPr>
            <a:lvl9pPr>
              <a:buNone/>
              <a:defRPr sz="2250" b="1">
                <a:solidFill>
                  <a:srgbClr val="263D4D"/>
                </a:solidFill>
                <a:latin typeface="Yu Gothic"/>
                <a:ea typeface="Yu Gothic"/>
                <a:cs typeface="Yu Gothic"/>
              </a:defRPr>
            </a:lvl9pPr>
          </a:lstStyle>
          <a:p xmlns:a="http://schemas.openxmlformats.org/drawingml/2006/main">
            <a:pPr>
              <a:buNone/>
              <a:defRPr sz="2250" b="1">
                <a:solidFill>
                  <a:srgbClr val="263D4D"/>
                </a:solidFill>
                <a:latin typeface="Yu Gothic"/>
                <a:ea typeface="Yu Gothic"/>
                <a:cs typeface="Yu Gothic"/>
              </a:defRPr>
            </a:pPr>
            <a:r>
              <a:rPr sz="2250" b="1">
                <a:solidFill>
                  <a:srgbClr val="263D4D"/>
                </a:solidFill>
                <a:latin typeface="Yu Gothic"/>
                <a:ea typeface="Yu Gothic"/>
                <a:cs typeface="Yu Gothic"/>
              </a:rPr>
              <a:t>年代より先に、用途と製造の条件を調べる</a:t>
            </a:r>
          </a:p>
        </p:txBody>
      </p:sp>
      <p:sp>
        <p:nvSpPr>
          <p:cNvPr id="4" name="">
            <a:extLst xmlns:a="http://schemas.openxmlformats.org/drawingml/2006/main">
              <a:ext uri="{FF2B5EF4-FFF2-40B4-BE49-F238E27FC236}">
                <a16:creationId xmlns:a16="http://schemas.microsoft.com/office/drawing/2014/main" id="{8B6B998E-9D9A-445B-AC5B-4CBB639DF8E6}"/>
              </a:ext>
            </a:extLst>
          </p:cNvPr>
          <p:cNvSpPr>
            <a:spLocks xmlns:a="http://schemas.openxmlformats.org/drawingml/2006/main" noGrp="1"/>
          </p:cNvSpPr>
          <p:nvPr/>
        </p:nvSpPr>
        <p:spPr>
          <a:xfrm xmlns:a="http://schemas.openxmlformats.org/drawingml/2006/main">
            <a:off x="809625" y="2790825"/>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出土品・記録から分かることと推測を分ける</a:t>
            </a:r>
          </a:p>
        </p:txBody>
      </p:sp>
      <p:sp>
        <p:nvSpPr>
          <p:cNvPr id="5" name="">
            <a:extLst xmlns:a="http://schemas.openxmlformats.org/drawingml/2006/main">
              <a:ext uri="{FF2B5EF4-FFF2-40B4-BE49-F238E27FC236}">
                <a16:creationId xmlns:a16="http://schemas.microsoft.com/office/drawing/2014/main" id="{DE9E4201-97A9-4CBB-BFB1-F915E7A2E7F3}"/>
              </a:ext>
            </a:extLst>
          </p:cNvPr>
          <p:cNvSpPr>
            <a:spLocks xmlns:a="http://schemas.openxmlformats.org/drawingml/2006/main" noGrp="1"/>
          </p:cNvSpPr>
          <p:nvPr/>
        </p:nvSpPr>
        <p:spPr>
          <a:xfrm xmlns:a="http://schemas.openxmlformats.org/drawingml/2006/main">
            <a:off x="809625" y="384810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現在の設計にも残る問いを見つける</a:t>
            </a:r>
          </a:p>
        </p:txBody>
      </p:sp>
      <p:sp>
        <p:nvSpPr>
          <p:cNvPr id="6" name="">
            <a:extLst xmlns:a="http://schemas.openxmlformats.org/drawingml/2006/main">
              <a:ext uri="{FF2B5EF4-FFF2-40B4-BE49-F238E27FC236}">
                <a16:creationId xmlns:a16="http://schemas.microsoft.com/office/drawing/2014/main" id="{AD3F8F66-0A32-4577-AC33-D368C41646D8}"/>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資料の対象と証拠を確認する。</a:t>
            </a:r>
          </a:p>
        </p:txBody>
      </p:sp>
      <p:sp>
        <p:nvSpPr>
          <p:cNvPr id="7" name="">
            <a:extLst xmlns:a="http://schemas.openxmlformats.org/drawingml/2006/main">
              <a:ext uri="{FF2B5EF4-FFF2-40B4-BE49-F238E27FC236}">
                <a16:creationId xmlns:a16="http://schemas.microsoft.com/office/drawing/2014/main" id="{B66358D4-3D57-4919-8511-99D4E1970AF0}"/>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発展C</a:t>
            </a:r>
          </a:p>
        </p:txBody>
      </p:sp>
      <p:sp>
        <p:nvSpPr>
          <p:cNvPr id="8" name="">
            <a:extLst xmlns:a="http://schemas.openxmlformats.org/drawingml/2006/main">
              <a:ext uri="{FF2B5EF4-FFF2-40B4-BE49-F238E27FC236}">
                <a16:creationId xmlns:a16="http://schemas.microsoft.com/office/drawing/2014/main" id="{DCAA608A-F18D-4E5B-BB01-B9BF06B41695}"/>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2 / 33</a:t>
            </a:r>
          </a:p>
        </p:txBody>
      </p:sp>
    </p:spTree>
    <p:extLst>
      <p:ext uri="{BB962C8B-B14F-4D97-AF65-F5344CB8AC3E}">
        <p14:creationId xmlns:p14="http://schemas.microsoft.com/office/powerpoint/2010/main" val="35602276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CFBF6C22-65B8-4D61-9BED-D283D93900AD}"/>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buNone/>
              <a:defRPr sz="2925" b="1">
                <a:solidFill>
                  <a:srgbClr val="193B59"/>
                </a:solidFill>
                <a:latin typeface="Yu Gothic"/>
                <a:ea typeface="Yu Gothic"/>
                <a:cs typeface="Yu Gothic"/>
              </a:defRPr>
            </a:lvl1pPr>
            <a:lvl2pPr>
              <a:buNone/>
              <a:defRPr sz="2925" b="1">
                <a:solidFill>
                  <a:srgbClr val="193B59"/>
                </a:solidFill>
                <a:latin typeface="Yu Gothic"/>
                <a:ea typeface="Yu Gothic"/>
                <a:cs typeface="Yu Gothic"/>
              </a:defRPr>
            </a:lvl2pPr>
            <a:lvl3pPr>
              <a:buNone/>
              <a:defRPr sz="2925" b="1">
                <a:solidFill>
                  <a:srgbClr val="193B59"/>
                </a:solidFill>
                <a:latin typeface="Yu Gothic"/>
                <a:ea typeface="Yu Gothic"/>
                <a:cs typeface="Yu Gothic"/>
              </a:defRPr>
            </a:lvl3pPr>
            <a:lvl4pPr>
              <a:buNone/>
              <a:defRPr sz="2925" b="1">
                <a:solidFill>
                  <a:srgbClr val="193B59"/>
                </a:solidFill>
                <a:latin typeface="Yu Gothic"/>
                <a:ea typeface="Yu Gothic"/>
                <a:cs typeface="Yu Gothic"/>
              </a:defRPr>
            </a:lvl4pPr>
            <a:lvl5pPr>
              <a:buNone/>
              <a:defRPr sz="2925" b="1">
                <a:solidFill>
                  <a:srgbClr val="193B59"/>
                </a:solidFill>
                <a:latin typeface="Yu Gothic"/>
                <a:ea typeface="Yu Gothic"/>
                <a:cs typeface="Yu Gothic"/>
              </a:defRPr>
            </a:lvl5pPr>
            <a:lvl6pPr>
              <a:buNone/>
              <a:defRPr sz="2925" b="1">
                <a:solidFill>
                  <a:srgbClr val="193B59"/>
                </a:solidFill>
                <a:latin typeface="Yu Gothic"/>
                <a:ea typeface="Yu Gothic"/>
                <a:cs typeface="Yu Gothic"/>
              </a:defRPr>
            </a:lvl6pPr>
            <a:lvl7pPr>
              <a:buNone/>
              <a:defRPr sz="2925" b="1">
                <a:solidFill>
                  <a:srgbClr val="193B59"/>
                </a:solidFill>
                <a:latin typeface="Yu Gothic"/>
                <a:ea typeface="Yu Gothic"/>
                <a:cs typeface="Yu Gothic"/>
              </a:defRPr>
            </a:lvl7pPr>
            <a:lvl8pPr>
              <a:buNone/>
              <a:defRPr sz="2925" b="1">
                <a:solidFill>
                  <a:srgbClr val="193B59"/>
                </a:solidFill>
                <a:latin typeface="Yu Gothic"/>
                <a:ea typeface="Yu Gothic"/>
                <a:cs typeface="Yu Gothic"/>
              </a:defRPr>
            </a:lvl8pPr>
            <a:lvl9pPr>
              <a:buNone/>
              <a:defRPr sz="2925" b="1">
                <a:solidFill>
                  <a:srgbClr val="193B59"/>
                </a:solidFill>
                <a:latin typeface="Yu Gothic"/>
                <a:ea typeface="Yu Gothic"/>
                <a:cs typeface="Yu Gothic"/>
              </a:defRPr>
            </a:lvl9pPr>
          </a:lstStyle>
          <a:p xmlns:a="http://schemas.openxmlformats.org/drawingml/2006/main">
            <a:pPr>
              <a:buNone/>
              <a:defRPr sz="2925" b="1">
                <a:solidFill>
                  <a:srgbClr val="193B59"/>
                </a:solidFill>
                <a:latin typeface="Yu Gothic"/>
                <a:ea typeface="Yu Gothic"/>
                <a:cs typeface="Yu Gothic"/>
              </a:defRPr>
            </a:pPr>
            <a:r>
              <a:rPr sz="2925" b="1">
                <a:solidFill>
                  <a:srgbClr val="193B59"/>
                </a:solidFill>
                <a:latin typeface="Yu Gothic"/>
                <a:ea typeface="Yu Gothic"/>
                <a:cs typeface="Yu Gothic"/>
              </a:rPr>
              <a:t>読むための四つの問い</a:t>
            </a:r>
          </a:p>
        </p:txBody>
      </p:sp>
      <p:sp>
        <p:nvSpPr>
          <p:cNvPr id="2" name="">
            <a:extLst xmlns:a="http://schemas.openxmlformats.org/drawingml/2006/main">
              <a:ext uri="{FF2B5EF4-FFF2-40B4-BE49-F238E27FC236}">
                <a16:creationId xmlns:a16="http://schemas.microsoft.com/office/drawing/2014/main" id="{93C37045-777E-4494-9A7C-81D58617AE77}"/>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CFE93564-2647-44C9-8C2C-F557E13B6D52}"/>
              </a:ext>
            </a:extLst>
          </p:cNvPr>
          <p:cNvSpPr>
            <a:spLocks xmlns:a="http://schemas.openxmlformats.org/drawingml/2006/main" noGrp="1"/>
          </p:cNvSpPr>
          <p:nvPr/>
        </p:nvSpPr>
        <p:spPr>
          <a:xfrm xmlns:a="http://schemas.openxmlformats.org/drawingml/2006/main">
            <a:off x="809625" y="173355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buNone/>
              <a:defRPr sz="2250" b="1">
                <a:solidFill>
                  <a:srgbClr val="263D4D"/>
                </a:solidFill>
                <a:latin typeface="Yu Gothic"/>
                <a:ea typeface="Yu Gothic"/>
                <a:cs typeface="Yu Gothic"/>
              </a:defRPr>
            </a:lvl1pPr>
            <a:lvl2pPr>
              <a:buNone/>
              <a:defRPr sz="2250" b="1">
                <a:solidFill>
                  <a:srgbClr val="263D4D"/>
                </a:solidFill>
                <a:latin typeface="Yu Gothic"/>
                <a:ea typeface="Yu Gothic"/>
                <a:cs typeface="Yu Gothic"/>
              </a:defRPr>
            </a:lvl2pPr>
            <a:lvl3pPr>
              <a:buNone/>
              <a:defRPr sz="2250" b="1">
                <a:solidFill>
                  <a:srgbClr val="263D4D"/>
                </a:solidFill>
                <a:latin typeface="Yu Gothic"/>
                <a:ea typeface="Yu Gothic"/>
                <a:cs typeface="Yu Gothic"/>
              </a:defRPr>
            </a:lvl3pPr>
            <a:lvl4pPr>
              <a:buNone/>
              <a:defRPr sz="2250" b="1">
                <a:solidFill>
                  <a:srgbClr val="263D4D"/>
                </a:solidFill>
                <a:latin typeface="Yu Gothic"/>
                <a:ea typeface="Yu Gothic"/>
                <a:cs typeface="Yu Gothic"/>
              </a:defRPr>
            </a:lvl4pPr>
            <a:lvl5pPr>
              <a:buNone/>
              <a:defRPr sz="2250" b="1">
                <a:solidFill>
                  <a:srgbClr val="263D4D"/>
                </a:solidFill>
                <a:latin typeface="Yu Gothic"/>
                <a:ea typeface="Yu Gothic"/>
                <a:cs typeface="Yu Gothic"/>
              </a:defRPr>
            </a:lvl5pPr>
            <a:lvl6pPr>
              <a:buNone/>
              <a:defRPr sz="2250" b="1">
                <a:solidFill>
                  <a:srgbClr val="263D4D"/>
                </a:solidFill>
                <a:latin typeface="Yu Gothic"/>
                <a:ea typeface="Yu Gothic"/>
                <a:cs typeface="Yu Gothic"/>
              </a:defRPr>
            </a:lvl6pPr>
            <a:lvl7pPr>
              <a:buNone/>
              <a:defRPr sz="2250" b="1">
                <a:solidFill>
                  <a:srgbClr val="263D4D"/>
                </a:solidFill>
                <a:latin typeface="Yu Gothic"/>
                <a:ea typeface="Yu Gothic"/>
                <a:cs typeface="Yu Gothic"/>
              </a:defRPr>
            </a:lvl7pPr>
            <a:lvl8pPr>
              <a:buNone/>
              <a:defRPr sz="2250" b="1">
                <a:solidFill>
                  <a:srgbClr val="263D4D"/>
                </a:solidFill>
                <a:latin typeface="Yu Gothic"/>
                <a:ea typeface="Yu Gothic"/>
                <a:cs typeface="Yu Gothic"/>
              </a:defRPr>
            </a:lvl8pPr>
            <a:lvl9pPr>
              <a:buNone/>
              <a:defRPr sz="2250" b="1">
                <a:solidFill>
                  <a:srgbClr val="263D4D"/>
                </a:solidFill>
                <a:latin typeface="Yu Gothic"/>
                <a:ea typeface="Yu Gothic"/>
                <a:cs typeface="Yu Gothic"/>
              </a:defRPr>
            </a:lvl9pPr>
          </a:lstStyle>
          <a:p xmlns:a="http://schemas.openxmlformats.org/drawingml/2006/main">
            <a:pPr>
              <a:buNone/>
              <a:defRPr sz="2250" b="1">
                <a:solidFill>
                  <a:srgbClr val="263D4D"/>
                </a:solidFill>
                <a:latin typeface="Yu Gothic"/>
                <a:ea typeface="Yu Gothic"/>
                <a:cs typeface="Yu Gothic"/>
              </a:defRPr>
            </a:pPr>
            <a:r>
              <a:rPr sz="2250" b="1">
                <a:solidFill>
                  <a:srgbClr val="263D4D"/>
                </a:solidFill>
                <a:latin typeface="Yu Gothic"/>
                <a:ea typeface="Yu Gothic"/>
                <a:cs typeface="Yu Gothic"/>
              </a:rPr>
              <a:t>何を実現したいか：用途と必要な性質</a:t>
            </a:r>
          </a:p>
        </p:txBody>
      </p:sp>
      <p:sp>
        <p:nvSpPr>
          <p:cNvPr id="4" name="">
            <a:extLst xmlns:a="http://schemas.openxmlformats.org/drawingml/2006/main">
              <a:ext uri="{FF2B5EF4-FFF2-40B4-BE49-F238E27FC236}">
                <a16:creationId xmlns:a16="http://schemas.microsoft.com/office/drawing/2014/main" id="{173D63D6-3480-44E8-96C6-5DCA52DED43B}"/>
              </a:ext>
            </a:extLst>
          </p:cNvPr>
          <p:cNvSpPr>
            <a:spLocks xmlns:a="http://schemas.openxmlformats.org/drawingml/2006/main" noGrp="1"/>
          </p:cNvSpPr>
          <p:nvPr/>
        </p:nvSpPr>
        <p:spPr>
          <a:xfrm xmlns:a="http://schemas.openxmlformats.org/drawingml/2006/main">
            <a:off x="809625" y="2790825"/>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どこから得たか：原料・燃料・水・労働</a:t>
            </a:r>
          </a:p>
        </p:txBody>
      </p:sp>
      <p:sp>
        <p:nvSpPr>
          <p:cNvPr id="5" name="">
            <a:extLst xmlns:a="http://schemas.openxmlformats.org/drawingml/2006/main">
              <a:ext uri="{FF2B5EF4-FFF2-40B4-BE49-F238E27FC236}">
                <a16:creationId xmlns:a16="http://schemas.microsoft.com/office/drawing/2014/main" id="{0BF0D5C3-DCB3-4D14-8EA6-1A14186D60CB}"/>
              </a:ext>
            </a:extLst>
          </p:cNvPr>
          <p:cNvSpPr>
            <a:spLocks xmlns:a="http://schemas.openxmlformats.org/drawingml/2006/main" noGrp="1"/>
          </p:cNvSpPr>
          <p:nvPr/>
        </p:nvSpPr>
        <p:spPr>
          <a:xfrm xmlns:a="http://schemas.openxmlformats.org/drawingml/2006/main">
            <a:off x="809625" y="384810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どう作り直したか：加工・修理・再利用</a:t>
            </a:r>
          </a:p>
        </p:txBody>
      </p:sp>
      <p:sp>
        <p:nvSpPr>
          <p:cNvPr id="6" name="">
            <a:extLst xmlns:a="http://schemas.openxmlformats.org/drawingml/2006/main">
              <a:ext uri="{FF2B5EF4-FFF2-40B4-BE49-F238E27FC236}">
                <a16:creationId xmlns:a16="http://schemas.microsoft.com/office/drawing/2014/main" id="{722A0A36-CCA3-4C06-8DC6-D435E85AED4B}"/>
              </a:ext>
            </a:extLst>
          </p:cNvPr>
          <p:cNvSpPr>
            <a:spLocks xmlns:a="http://schemas.openxmlformats.org/drawingml/2006/main" noGrp="1"/>
          </p:cNvSpPr>
          <p:nvPr/>
        </p:nvSpPr>
        <p:spPr>
          <a:xfrm xmlns:a="http://schemas.openxmlformats.org/drawingml/2006/main">
            <a:off x="723900" y="4829175"/>
            <a:ext cx="1952625" cy="704850"/>
          </a:xfrm>
          <a:prstGeom xmlns:a="http://schemas.openxmlformats.org/drawingml/2006/main" prst="rect">
            <a:avLst/>
          </a:prstGeom>
          <a:solidFill xmlns:a="http://schemas.openxmlformats.org/drawingml/2006/main">
            <a:srgbClr val="EAF4F3"/>
          </a:solidFill>
          <a:ln xmlns:a="http://schemas.openxmlformats.org/drawingml/2006/main" w="16193">
            <a:solidFill>
              <a:srgbClr val="087E8B"/>
            </a:solidFill>
          </a:ln>
        </p:spPr>
      </p:sp>
      <p:sp>
        <p:nvSpPr>
          <p:cNvPr id="7" name="">
            <a:extLst xmlns:a="http://schemas.openxmlformats.org/drawingml/2006/main">
              <a:ext uri="{FF2B5EF4-FFF2-40B4-BE49-F238E27FC236}">
                <a16:creationId xmlns:a16="http://schemas.microsoft.com/office/drawing/2014/main" id="{9B61FCE3-B870-4238-8AEC-5E6040404DFB}"/>
              </a:ext>
            </a:extLst>
          </p:cNvPr>
          <p:cNvSpPr>
            <a:spLocks xmlns:a="http://schemas.openxmlformats.org/drawingml/2006/main" noGrp="1"/>
          </p:cNvSpPr>
          <p:nvPr/>
        </p:nvSpPr>
        <p:spPr>
          <a:xfrm xmlns:a="http://schemas.openxmlformats.org/drawingml/2006/main">
            <a:off x="723900" y="4886325"/>
            <a:ext cx="19526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725" b="1">
                <a:solidFill>
                  <a:srgbClr val="193B59"/>
                </a:solidFill>
                <a:latin typeface="Yu Gothic"/>
                <a:ea typeface="Yu Gothic"/>
                <a:cs typeface="Yu Gothic"/>
              </a:defRPr>
            </a:defPPr>
            <a:lvl1pPr algn="ctr">
              <a:buNone/>
              <a:defRPr sz="1725" b="1">
                <a:solidFill>
                  <a:srgbClr val="193B59"/>
                </a:solidFill>
                <a:latin typeface="Yu Gothic"/>
                <a:ea typeface="Yu Gothic"/>
                <a:cs typeface="Yu Gothic"/>
              </a:defRPr>
            </a:lvl1pPr>
            <a:lvl2pPr algn="ctr">
              <a:buNone/>
              <a:defRPr sz="1725" b="1">
                <a:solidFill>
                  <a:srgbClr val="193B59"/>
                </a:solidFill>
                <a:latin typeface="Yu Gothic"/>
                <a:ea typeface="Yu Gothic"/>
                <a:cs typeface="Yu Gothic"/>
              </a:defRPr>
            </a:lvl2pPr>
            <a:lvl3pPr algn="ctr">
              <a:buNone/>
              <a:defRPr sz="1725" b="1">
                <a:solidFill>
                  <a:srgbClr val="193B59"/>
                </a:solidFill>
                <a:latin typeface="Yu Gothic"/>
                <a:ea typeface="Yu Gothic"/>
                <a:cs typeface="Yu Gothic"/>
              </a:defRPr>
            </a:lvl3pPr>
            <a:lvl4pPr algn="ctr">
              <a:buNone/>
              <a:defRPr sz="1725" b="1">
                <a:solidFill>
                  <a:srgbClr val="193B59"/>
                </a:solidFill>
                <a:latin typeface="Yu Gothic"/>
                <a:ea typeface="Yu Gothic"/>
                <a:cs typeface="Yu Gothic"/>
              </a:defRPr>
            </a:lvl4pPr>
            <a:lvl5pPr algn="ctr">
              <a:buNone/>
              <a:defRPr sz="1725" b="1">
                <a:solidFill>
                  <a:srgbClr val="193B59"/>
                </a:solidFill>
                <a:latin typeface="Yu Gothic"/>
                <a:ea typeface="Yu Gothic"/>
                <a:cs typeface="Yu Gothic"/>
              </a:defRPr>
            </a:lvl5pPr>
            <a:lvl6pPr algn="ctr">
              <a:buNone/>
              <a:defRPr sz="1725" b="1">
                <a:solidFill>
                  <a:srgbClr val="193B59"/>
                </a:solidFill>
                <a:latin typeface="Yu Gothic"/>
                <a:ea typeface="Yu Gothic"/>
                <a:cs typeface="Yu Gothic"/>
              </a:defRPr>
            </a:lvl6pPr>
            <a:lvl7pPr algn="ctr">
              <a:buNone/>
              <a:defRPr sz="1725" b="1">
                <a:solidFill>
                  <a:srgbClr val="193B59"/>
                </a:solidFill>
                <a:latin typeface="Yu Gothic"/>
                <a:ea typeface="Yu Gothic"/>
                <a:cs typeface="Yu Gothic"/>
              </a:defRPr>
            </a:lvl7pPr>
            <a:lvl8pPr algn="ctr">
              <a:buNone/>
              <a:defRPr sz="1725" b="1">
                <a:solidFill>
                  <a:srgbClr val="193B59"/>
                </a:solidFill>
                <a:latin typeface="Yu Gothic"/>
                <a:ea typeface="Yu Gothic"/>
                <a:cs typeface="Yu Gothic"/>
              </a:defRPr>
            </a:lvl8pPr>
            <a:lvl9pPr algn="ctr">
              <a:buNone/>
              <a:defRPr sz="1725" b="1">
                <a:solidFill>
                  <a:srgbClr val="193B59"/>
                </a:solidFill>
                <a:latin typeface="Yu Gothic"/>
                <a:ea typeface="Yu Gothic"/>
                <a:cs typeface="Yu Gothic"/>
              </a:defRPr>
            </a:lvl9pPr>
          </a:lstStyle>
          <a:p xmlns:a="http://schemas.openxmlformats.org/drawingml/2006/main">
            <a:pPr algn="ctr">
              <a:buNone/>
              <a:defRPr sz="1725" b="1">
                <a:solidFill>
                  <a:srgbClr val="193B59"/>
                </a:solidFill>
                <a:latin typeface="Yu Gothic"/>
                <a:ea typeface="Yu Gothic"/>
                <a:cs typeface="Yu Gothic"/>
              </a:defRPr>
            </a:pPr>
            <a:r>
              <a:rPr sz="1725" b="1">
                <a:solidFill>
                  <a:srgbClr val="193B59"/>
                </a:solidFill>
                <a:latin typeface="Yu Gothic"/>
                <a:ea typeface="Yu Gothic"/>
                <a:cs typeface="Yu Gothic"/>
              </a:rPr>
              <a:t>用途</a:t>
            </a:r>
          </a:p>
        </p:txBody>
      </p:sp>
      <p:sp>
        <p:nvSpPr>
          <p:cNvPr id="8" name="">
            <a:extLst xmlns:a="http://schemas.openxmlformats.org/drawingml/2006/main">
              <a:ext uri="{FF2B5EF4-FFF2-40B4-BE49-F238E27FC236}">
                <a16:creationId xmlns:a16="http://schemas.microsoft.com/office/drawing/2014/main" id="{C953C8D1-1F34-4E24-A095-0F2E2BF73AC8}"/>
              </a:ext>
            </a:extLst>
          </p:cNvPr>
          <p:cNvSpPr>
            <a:spLocks xmlns:a="http://schemas.openxmlformats.org/drawingml/2006/main" noGrp="1"/>
          </p:cNvSpPr>
          <p:nvPr/>
        </p:nvSpPr>
        <p:spPr>
          <a:xfrm xmlns:a="http://schemas.openxmlformats.org/drawingml/2006/main">
            <a:off x="2714625" y="5181600"/>
            <a:ext cx="504825" cy="9525"/>
          </a:xfrm>
          <a:custGeom xmlns:a="http://schemas.openxmlformats.org/drawingml/2006/main">
            <a:pathLst>
              <a:path w="504825" h="9525">
                <a:moveTo>
                  <a:pt x="0" y="0"/>
                </a:moveTo>
                <a:lnTo>
                  <a:pt x="504825" y="0"/>
                </a:lnTo>
              </a:path>
            </a:pathLst>
          </a:custGeom>
          <a:noFill xmlns:a="http://schemas.openxmlformats.org/drawingml/2006/main"/>
          <a:ln xmlns:a="http://schemas.openxmlformats.org/drawingml/2006/main" w="19050">
            <a:solidFill>
              <a:srgbClr val="087E8B"/>
            </a:solidFill>
          </a:ln>
        </p:spPr>
      </p:sp>
      <p:sp>
        <p:nvSpPr>
          <p:cNvPr id="9" name="">
            <a:extLst xmlns:a="http://schemas.openxmlformats.org/drawingml/2006/main">
              <a:ext uri="{FF2B5EF4-FFF2-40B4-BE49-F238E27FC236}">
                <a16:creationId xmlns:a16="http://schemas.microsoft.com/office/drawing/2014/main" id="{63B6DE1A-1B51-4EBC-9AE3-3644972DFEFD}"/>
              </a:ext>
            </a:extLst>
          </p:cNvPr>
          <p:cNvSpPr>
            <a:spLocks xmlns:a="http://schemas.openxmlformats.org/drawingml/2006/main" noGrp="1"/>
          </p:cNvSpPr>
          <p:nvPr/>
        </p:nvSpPr>
        <p:spPr>
          <a:xfrm xmlns:a="http://schemas.openxmlformats.org/drawingml/2006/main">
            <a:off x="3105150" y="5133594"/>
            <a:ext cx="114300" cy="96012"/>
          </a:xfrm>
          <a:custGeom xmlns:a="http://schemas.openxmlformats.org/drawingml/2006/main">
            <a:pathLst>
              <a:path w="114300" h="96012">
                <a:moveTo>
                  <a:pt x="114300" y="48006"/>
                </a:moveTo>
                <a:lnTo>
                  <a:pt x="0" y="0"/>
                </a:lnTo>
                <a:lnTo>
                  <a:pt x="0" y="96012"/>
                </a:lnTo>
                <a:close/>
              </a:path>
            </a:pathLst>
          </a:custGeom>
          <a:solidFill xmlns:a="http://schemas.openxmlformats.org/drawingml/2006/main">
            <a:srgbClr val="087E8B"/>
          </a:solidFill>
          <a:ln xmlns:a="http://schemas.openxmlformats.org/drawingml/2006/main" w="4763">
            <a:solidFill>
              <a:srgbClr val="087E8B"/>
            </a:solidFill>
          </a:ln>
        </p:spPr>
      </p:sp>
      <p:sp>
        <p:nvSpPr>
          <p:cNvPr id="10" name="">
            <a:extLst xmlns:a="http://schemas.openxmlformats.org/drawingml/2006/main">
              <a:ext uri="{FF2B5EF4-FFF2-40B4-BE49-F238E27FC236}">
                <a16:creationId xmlns:a16="http://schemas.microsoft.com/office/drawing/2014/main" id="{015101BD-C944-4EBC-828E-76CC57232AB6}"/>
              </a:ext>
            </a:extLst>
          </p:cNvPr>
          <p:cNvSpPr>
            <a:spLocks xmlns:a="http://schemas.openxmlformats.org/drawingml/2006/main" noGrp="1"/>
          </p:cNvSpPr>
          <p:nvPr/>
        </p:nvSpPr>
        <p:spPr>
          <a:xfrm xmlns:a="http://schemas.openxmlformats.org/drawingml/2006/main">
            <a:off x="3267075" y="4829175"/>
            <a:ext cx="1952625" cy="704850"/>
          </a:xfrm>
          <a:prstGeom xmlns:a="http://schemas.openxmlformats.org/drawingml/2006/main" prst="rect">
            <a:avLst/>
          </a:prstGeom>
          <a:solidFill xmlns:a="http://schemas.openxmlformats.org/drawingml/2006/main">
            <a:srgbClr val="E8F0F4"/>
          </a:solidFill>
          <a:ln xmlns:a="http://schemas.openxmlformats.org/drawingml/2006/main" w="16193">
            <a:solidFill>
              <a:srgbClr val="087E8B"/>
            </a:solidFill>
          </a:ln>
        </p:spPr>
      </p:sp>
      <p:sp>
        <p:nvSpPr>
          <p:cNvPr id="11" name="">
            <a:extLst xmlns:a="http://schemas.openxmlformats.org/drawingml/2006/main">
              <a:ext uri="{FF2B5EF4-FFF2-40B4-BE49-F238E27FC236}">
                <a16:creationId xmlns:a16="http://schemas.microsoft.com/office/drawing/2014/main" id="{F3D757B4-C0AB-4AF0-A17D-B47DE653EAC7}"/>
              </a:ext>
            </a:extLst>
          </p:cNvPr>
          <p:cNvSpPr>
            <a:spLocks xmlns:a="http://schemas.openxmlformats.org/drawingml/2006/main" noGrp="1"/>
          </p:cNvSpPr>
          <p:nvPr/>
        </p:nvSpPr>
        <p:spPr>
          <a:xfrm xmlns:a="http://schemas.openxmlformats.org/drawingml/2006/main">
            <a:off x="3267075" y="4886325"/>
            <a:ext cx="19526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725" b="1">
                <a:solidFill>
                  <a:srgbClr val="193B59"/>
                </a:solidFill>
                <a:latin typeface="Yu Gothic"/>
                <a:ea typeface="Yu Gothic"/>
                <a:cs typeface="Yu Gothic"/>
              </a:defRPr>
            </a:defPPr>
            <a:lvl1pPr algn="ctr">
              <a:buNone/>
              <a:defRPr sz="1725" b="1">
                <a:solidFill>
                  <a:srgbClr val="193B59"/>
                </a:solidFill>
                <a:latin typeface="Yu Gothic"/>
                <a:ea typeface="Yu Gothic"/>
                <a:cs typeface="Yu Gothic"/>
              </a:defRPr>
            </a:lvl1pPr>
            <a:lvl2pPr algn="ctr">
              <a:buNone/>
              <a:defRPr sz="1725" b="1">
                <a:solidFill>
                  <a:srgbClr val="193B59"/>
                </a:solidFill>
                <a:latin typeface="Yu Gothic"/>
                <a:ea typeface="Yu Gothic"/>
                <a:cs typeface="Yu Gothic"/>
              </a:defRPr>
            </a:lvl2pPr>
            <a:lvl3pPr algn="ctr">
              <a:buNone/>
              <a:defRPr sz="1725" b="1">
                <a:solidFill>
                  <a:srgbClr val="193B59"/>
                </a:solidFill>
                <a:latin typeface="Yu Gothic"/>
                <a:ea typeface="Yu Gothic"/>
                <a:cs typeface="Yu Gothic"/>
              </a:defRPr>
            </a:lvl3pPr>
            <a:lvl4pPr algn="ctr">
              <a:buNone/>
              <a:defRPr sz="1725" b="1">
                <a:solidFill>
                  <a:srgbClr val="193B59"/>
                </a:solidFill>
                <a:latin typeface="Yu Gothic"/>
                <a:ea typeface="Yu Gothic"/>
                <a:cs typeface="Yu Gothic"/>
              </a:defRPr>
            </a:lvl4pPr>
            <a:lvl5pPr algn="ctr">
              <a:buNone/>
              <a:defRPr sz="1725" b="1">
                <a:solidFill>
                  <a:srgbClr val="193B59"/>
                </a:solidFill>
                <a:latin typeface="Yu Gothic"/>
                <a:ea typeface="Yu Gothic"/>
                <a:cs typeface="Yu Gothic"/>
              </a:defRPr>
            </a:lvl5pPr>
            <a:lvl6pPr algn="ctr">
              <a:buNone/>
              <a:defRPr sz="1725" b="1">
                <a:solidFill>
                  <a:srgbClr val="193B59"/>
                </a:solidFill>
                <a:latin typeface="Yu Gothic"/>
                <a:ea typeface="Yu Gothic"/>
                <a:cs typeface="Yu Gothic"/>
              </a:defRPr>
            </a:lvl6pPr>
            <a:lvl7pPr algn="ctr">
              <a:buNone/>
              <a:defRPr sz="1725" b="1">
                <a:solidFill>
                  <a:srgbClr val="193B59"/>
                </a:solidFill>
                <a:latin typeface="Yu Gothic"/>
                <a:ea typeface="Yu Gothic"/>
                <a:cs typeface="Yu Gothic"/>
              </a:defRPr>
            </a:lvl7pPr>
            <a:lvl8pPr algn="ctr">
              <a:buNone/>
              <a:defRPr sz="1725" b="1">
                <a:solidFill>
                  <a:srgbClr val="193B59"/>
                </a:solidFill>
                <a:latin typeface="Yu Gothic"/>
                <a:ea typeface="Yu Gothic"/>
                <a:cs typeface="Yu Gothic"/>
              </a:defRPr>
            </a:lvl8pPr>
            <a:lvl9pPr algn="ctr">
              <a:buNone/>
              <a:defRPr sz="1725" b="1">
                <a:solidFill>
                  <a:srgbClr val="193B59"/>
                </a:solidFill>
                <a:latin typeface="Yu Gothic"/>
                <a:ea typeface="Yu Gothic"/>
                <a:cs typeface="Yu Gothic"/>
              </a:defRPr>
            </a:lvl9pPr>
          </a:lstStyle>
          <a:p xmlns:a="http://schemas.openxmlformats.org/drawingml/2006/main">
            <a:pPr algn="ctr">
              <a:buNone/>
              <a:defRPr sz="1725" b="1">
                <a:solidFill>
                  <a:srgbClr val="193B59"/>
                </a:solidFill>
                <a:latin typeface="Yu Gothic"/>
                <a:ea typeface="Yu Gothic"/>
                <a:cs typeface="Yu Gothic"/>
              </a:defRPr>
            </a:pPr>
            <a:r>
              <a:rPr sz="1725" b="1">
                <a:solidFill>
                  <a:srgbClr val="193B59"/>
                </a:solidFill>
                <a:latin typeface="Yu Gothic"/>
                <a:ea typeface="Yu Gothic"/>
                <a:cs typeface="Yu Gothic"/>
              </a:rPr>
              <a:t>資源</a:t>
            </a:r>
          </a:p>
        </p:txBody>
      </p:sp>
      <p:sp>
        <p:nvSpPr>
          <p:cNvPr id="12" name="">
            <a:extLst xmlns:a="http://schemas.openxmlformats.org/drawingml/2006/main">
              <a:ext uri="{FF2B5EF4-FFF2-40B4-BE49-F238E27FC236}">
                <a16:creationId xmlns:a16="http://schemas.microsoft.com/office/drawing/2014/main" id="{AD48FA18-76BB-4989-A6EC-C26F747D4680}"/>
              </a:ext>
            </a:extLst>
          </p:cNvPr>
          <p:cNvSpPr>
            <a:spLocks xmlns:a="http://schemas.openxmlformats.org/drawingml/2006/main" noGrp="1"/>
          </p:cNvSpPr>
          <p:nvPr/>
        </p:nvSpPr>
        <p:spPr>
          <a:xfrm xmlns:a="http://schemas.openxmlformats.org/drawingml/2006/main">
            <a:off x="5257800" y="5181600"/>
            <a:ext cx="504825" cy="9525"/>
          </a:xfrm>
          <a:custGeom xmlns:a="http://schemas.openxmlformats.org/drawingml/2006/main">
            <a:pathLst>
              <a:path w="504825" h="9525">
                <a:moveTo>
                  <a:pt x="0" y="0"/>
                </a:moveTo>
                <a:lnTo>
                  <a:pt x="504825" y="0"/>
                </a:lnTo>
              </a:path>
            </a:pathLst>
          </a:custGeom>
          <a:noFill xmlns:a="http://schemas.openxmlformats.org/drawingml/2006/main"/>
          <a:ln xmlns:a="http://schemas.openxmlformats.org/drawingml/2006/main" w="19050">
            <a:solidFill>
              <a:srgbClr val="087E8B"/>
            </a:solidFill>
          </a:ln>
        </p:spPr>
      </p:sp>
      <p:sp>
        <p:nvSpPr>
          <p:cNvPr id="13" name="">
            <a:extLst xmlns:a="http://schemas.openxmlformats.org/drawingml/2006/main">
              <a:ext uri="{FF2B5EF4-FFF2-40B4-BE49-F238E27FC236}">
                <a16:creationId xmlns:a16="http://schemas.microsoft.com/office/drawing/2014/main" id="{E40C69A0-2A50-4F1A-95D1-2263E13C9407}"/>
              </a:ext>
            </a:extLst>
          </p:cNvPr>
          <p:cNvSpPr>
            <a:spLocks xmlns:a="http://schemas.openxmlformats.org/drawingml/2006/main" noGrp="1"/>
          </p:cNvSpPr>
          <p:nvPr/>
        </p:nvSpPr>
        <p:spPr>
          <a:xfrm xmlns:a="http://schemas.openxmlformats.org/drawingml/2006/main">
            <a:off x="5648325" y="5133594"/>
            <a:ext cx="114300" cy="96012"/>
          </a:xfrm>
          <a:custGeom xmlns:a="http://schemas.openxmlformats.org/drawingml/2006/main">
            <a:pathLst>
              <a:path w="114300" h="96012">
                <a:moveTo>
                  <a:pt x="114300" y="48006"/>
                </a:moveTo>
                <a:lnTo>
                  <a:pt x="0" y="0"/>
                </a:lnTo>
                <a:lnTo>
                  <a:pt x="0" y="96012"/>
                </a:lnTo>
                <a:close/>
              </a:path>
            </a:pathLst>
          </a:custGeom>
          <a:solidFill xmlns:a="http://schemas.openxmlformats.org/drawingml/2006/main">
            <a:srgbClr val="087E8B"/>
          </a:solidFill>
          <a:ln xmlns:a="http://schemas.openxmlformats.org/drawingml/2006/main" w="4763">
            <a:solidFill>
              <a:srgbClr val="087E8B"/>
            </a:solidFill>
          </a:ln>
        </p:spPr>
      </p:sp>
      <p:sp>
        <p:nvSpPr>
          <p:cNvPr id="14" name="">
            <a:extLst xmlns:a="http://schemas.openxmlformats.org/drawingml/2006/main">
              <a:ext uri="{FF2B5EF4-FFF2-40B4-BE49-F238E27FC236}">
                <a16:creationId xmlns:a16="http://schemas.microsoft.com/office/drawing/2014/main" id="{45893A49-C47F-4795-92C0-B0F0F8434BF6}"/>
              </a:ext>
            </a:extLst>
          </p:cNvPr>
          <p:cNvSpPr>
            <a:spLocks xmlns:a="http://schemas.openxmlformats.org/drawingml/2006/main" noGrp="1"/>
          </p:cNvSpPr>
          <p:nvPr/>
        </p:nvSpPr>
        <p:spPr>
          <a:xfrm xmlns:a="http://schemas.openxmlformats.org/drawingml/2006/main">
            <a:off x="5810250" y="4829175"/>
            <a:ext cx="1952625" cy="704850"/>
          </a:xfrm>
          <a:prstGeom xmlns:a="http://schemas.openxmlformats.org/drawingml/2006/main" prst="rect">
            <a:avLst/>
          </a:prstGeom>
          <a:solidFill xmlns:a="http://schemas.openxmlformats.org/drawingml/2006/main">
            <a:srgbClr val="EAF4F3"/>
          </a:solidFill>
          <a:ln xmlns:a="http://schemas.openxmlformats.org/drawingml/2006/main" w="16193">
            <a:solidFill>
              <a:srgbClr val="087E8B"/>
            </a:solidFill>
          </a:ln>
        </p:spPr>
      </p:sp>
      <p:sp>
        <p:nvSpPr>
          <p:cNvPr id="15" name="">
            <a:extLst xmlns:a="http://schemas.openxmlformats.org/drawingml/2006/main">
              <a:ext uri="{FF2B5EF4-FFF2-40B4-BE49-F238E27FC236}">
                <a16:creationId xmlns:a16="http://schemas.microsoft.com/office/drawing/2014/main" id="{4A99D0CE-93F9-4116-949F-C930F3C1604E}"/>
              </a:ext>
            </a:extLst>
          </p:cNvPr>
          <p:cNvSpPr>
            <a:spLocks xmlns:a="http://schemas.openxmlformats.org/drawingml/2006/main" noGrp="1"/>
          </p:cNvSpPr>
          <p:nvPr/>
        </p:nvSpPr>
        <p:spPr>
          <a:xfrm xmlns:a="http://schemas.openxmlformats.org/drawingml/2006/main">
            <a:off x="5810250" y="4886325"/>
            <a:ext cx="19526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725" b="1">
                <a:solidFill>
                  <a:srgbClr val="193B59"/>
                </a:solidFill>
                <a:latin typeface="Yu Gothic"/>
                <a:ea typeface="Yu Gothic"/>
                <a:cs typeface="Yu Gothic"/>
              </a:defRPr>
            </a:defPPr>
            <a:lvl1pPr algn="ctr">
              <a:buNone/>
              <a:defRPr sz="1725" b="1">
                <a:solidFill>
                  <a:srgbClr val="193B59"/>
                </a:solidFill>
                <a:latin typeface="Yu Gothic"/>
                <a:ea typeface="Yu Gothic"/>
                <a:cs typeface="Yu Gothic"/>
              </a:defRPr>
            </a:lvl1pPr>
            <a:lvl2pPr algn="ctr">
              <a:buNone/>
              <a:defRPr sz="1725" b="1">
                <a:solidFill>
                  <a:srgbClr val="193B59"/>
                </a:solidFill>
                <a:latin typeface="Yu Gothic"/>
                <a:ea typeface="Yu Gothic"/>
                <a:cs typeface="Yu Gothic"/>
              </a:defRPr>
            </a:lvl2pPr>
            <a:lvl3pPr algn="ctr">
              <a:buNone/>
              <a:defRPr sz="1725" b="1">
                <a:solidFill>
                  <a:srgbClr val="193B59"/>
                </a:solidFill>
                <a:latin typeface="Yu Gothic"/>
                <a:ea typeface="Yu Gothic"/>
                <a:cs typeface="Yu Gothic"/>
              </a:defRPr>
            </a:lvl3pPr>
            <a:lvl4pPr algn="ctr">
              <a:buNone/>
              <a:defRPr sz="1725" b="1">
                <a:solidFill>
                  <a:srgbClr val="193B59"/>
                </a:solidFill>
                <a:latin typeface="Yu Gothic"/>
                <a:ea typeface="Yu Gothic"/>
                <a:cs typeface="Yu Gothic"/>
              </a:defRPr>
            </a:lvl4pPr>
            <a:lvl5pPr algn="ctr">
              <a:buNone/>
              <a:defRPr sz="1725" b="1">
                <a:solidFill>
                  <a:srgbClr val="193B59"/>
                </a:solidFill>
                <a:latin typeface="Yu Gothic"/>
                <a:ea typeface="Yu Gothic"/>
                <a:cs typeface="Yu Gothic"/>
              </a:defRPr>
            </a:lvl5pPr>
            <a:lvl6pPr algn="ctr">
              <a:buNone/>
              <a:defRPr sz="1725" b="1">
                <a:solidFill>
                  <a:srgbClr val="193B59"/>
                </a:solidFill>
                <a:latin typeface="Yu Gothic"/>
                <a:ea typeface="Yu Gothic"/>
                <a:cs typeface="Yu Gothic"/>
              </a:defRPr>
            </a:lvl6pPr>
            <a:lvl7pPr algn="ctr">
              <a:buNone/>
              <a:defRPr sz="1725" b="1">
                <a:solidFill>
                  <a:srgbClr val="193B59"/>
                </a:solidFill>
                <a:latin typeface="Yu Gothic"/>
                <a:ea typeface="Yu Gothic"/>
                <a:cs typeface="Yu Gothic"/>
              </a:defRPr>
            </a:lvl7pPr>
            <a:lvl8pPr algn="ctr">
              <a:buNone/>
              <a:defRPr sz="1725" b="1">
                <a:solidFill>
                  <a:srgbClr val="193B59"/>
                </a:solidFill>
                <a:latin typeface="Yu Gothic"/>
                <a:ea typeface="Yu Gothic"/>
                <a:cs typeface="Yu Gothic"/>
              </a:defRPr>
            </a:lvl8pPr>
            <a:lvl9pPr algn="ctr">
              <a:buNone/>
              <a:defRPr sz="1725" b="1">
                <a:solidFill>
                  <a:srgbClr val="193B59"/>
                </a:solidFill>
                <a:latin typeface="Yu Gothic"/>
                <a:ea typeface="Yu Gothic"/>
                <a:cs typeface="Yu Gothic"/>
              </a:defRPr>
            </a:lvl9pPr>
          </a:lstStyle>
          <a:p xmlns:a="http://schemas.openxmlformats.org/drawingml/2006/main">
            <a:pPr algn="ctr">
              <a:buNone/>
              <a:defRPr sz="1725" b="1">
                <a:solidFill>
                  <a:srgbClr val="193B59"/>
                </a:solidFill>
                <a:latin typeface="Yu Gothic"/>
                <a:ea typeface="Yu Gothic"/>
                <a:cs typeface="Yu Gothic"/>
              </a:defRPr>
            </a:pPr>
            <a:r>
              <a:rPr sz="1725" b="1">
                <a:solidFill>
                  <a:srgbClr val="193B59"/>
                </a:solidFill>
                <a:latin typeface="Yu Gothic"/>
                <a:ea typeface="Yu Gothic"/>
                <a:cs typeface="Yu Gothic"/>
              </a:rPr>
              <a:t>製法</a:t>
            </a:r>
          </a:p>
        </p:txBody>
      </p:sp>
      <p:sp>
        <p:nvSpPr>
          <p:cNvPr id="16" name="">
            <a:extLst xmlns:a="http://schemas.openxmlformats.org/drawingml/2006/main">
              <a:ext uri="{FF2B5EF4-FFF2-40B4-BE49-F238E27FC236}">
                <a16:creationId xmlns:a16="http://schemas.microsoft.com/office/drawing/2014/main" id="{FD70C4BA-A811-4939-9E94-AB6329F2A05C}"/>
              </a:ext>
            </a:extLst>
          </p:cNvPr>
          <p:cNvSpPr>
            <a:spLocks xmlns:a="http://schemas.openxmlformats.org/drawingml/2006/main" noGrp="1"/>
          </p:cNvSpPr>
          <p:nvPr/>
        </p:nvSpPr>
        <p:spPr>
          <a:xfrm xmlns:a="http://schemas.openxmlformats.org/drawingml/2006/main">
            <a:off x="7800975" y="5181600"/>
            <a:ext cx="504825" cy="9525"/>
          </a:xfrm>
          <a:custGeom xmlns:a="http://schemas.openxmlformats.org/drawingml/2006/main">
            <a:pathLst>
              <a:path w="504825" h="9525">
                <a:moveTo>
                  <a:pt x="0" y="0"/>
                </a:moveTo>
                <a:lnTo>
                  <a:pt x="504825" y="0"/>
                </a:lnTo>
              </a:path>
            </a:pathLst>
          </a:custGeom>
          <a:noFill xmlns:a="http://schemas.openxmlformats.org/drawingml/2006/main"/>
          <a:ln xmlns:a="http://schemas.openxmlformats.org/drawingml/2006/main" w="19050">
            <a:solidFill>
              <a:srgbClr val="087E8B"/>
            </a:solidFill>
          </a:ln>
        </p:spPr>
      </p:sp>
      <p:sp>
        <p:nvSpPr>
          <p:cNvPr id="17" name="">
            <a:extLst xmlns:a="http://schemas.openxmlformats.org/drawingml/2006/main">
              <a:ext uri="{FF2B5EF4-FFF2-40B4-BE49-F238E27FC236}">
                <a16:creationId xmlns:a16="http://schemas.microsoft.com/office/drawing/2014/main" id="{DA0B335F-E433-4B19-B699-277505403CA5}"/>
              </a:ext>
            </a:extLst>
          </p:cNvPr>
          <p:cNvSpPr>
            <a:spLocks xmlns:a="http://schemas.openxmlformats.org/drawingml/2006/main" noGrp="1"/>
          </p:cNvSpPr>
          <p:nvPr/>
        </p:nvSpPr>
        <p:spPr>
          <a:xfrm xmlns:a="http://schemas.openxmlformats.org/drawingml/2006/main">
            <a:off x="8191500" y="5133594"/>
            <a:ext cx="114300" cy="96012"/>
          </a:xfrm>
          <a:custGeom xmlns:a="http://schemas.openxmlformats.org/drawingml/2006/main">
            <a:pathLst>
              <a:path w="114300" h="96012">
                <a:moveTo>
                  <a:pt x="114300" y="48006"/>
                </a:moveTo>
                <a:lnTo>
                  <a:pt x="0" y="0"/>
                </a:lnTo>
                <a:lnTo>
                  <a:pt x="0" y="96012"/>
                </a:lnTo>
                <a:close/>
              </a:path>
            </a:pathLst>
          </a:custGeom>
          <a:solidFill xmlns:a="http://schemas.openxmlformats.org/drawingml/2006/main">
            <a:srgbClr val="087E8B"/>
          </a:solidFill>
          <a:ln xmlns:a="http://schemas.openxmlformats.org/drawingml/2006/main" w="4763">
            <a:solidFill>
              <a:srgbClr val="087E8B"/>
            </a:solidFill>
          </a:ln>
        </p:spPr>
      </p:sp>
      <p:sp>
        <p:nvSpPr>
          <p:cNvPr id="18" name="">
            <a:extLst xmlns:a="http://schemas.openxmlformats.org/drawingml/2006/main">
              <a:ext uri="{FF2B5EF4-FFF2-40B4-BE49-F238E27FC236}">
                <a16:creationId xmlns:a16="http://schemas.microsoft.com/office/drawing/2014/main" id="{BB15868A-8129-4CD3-AD0A-714801A645BB}"/>
              </a:ext>
            </a:extLst>
          </p:cNvPr>
          <p:cNvSpPr>
            <a:spLocks xmlns:a="http://schemas.openxmlformats.org/drawingml/2006/main" noGrp="1"/>
          </p:cNvSpPr>
          <p:nvPr/>
        </p:nvSpPr>
        <p:spPr>
          <a:xfrm xmlns:a="http://schemas.openxmlformats.org/drawingml/2006/main">
            <a:off x="8353425" y="4829175"/>
            <a:ext cx="1952625" cy="704850"/>
          </a:xfrm>
          <a:prstGeom xmlns:a="http://schemas.openxmlformats.org/drawingml/2006/main" prst="rect">
            <a:avLst/>
          </a:prstGeom>
          <a:solidFill xmlns:a="http://schemas.openxmlformats.org/drawingml/2006/main">
            <a:srgbClr val="E8F0F4"/>
          </a:solidFill>
          <a:ln xmlns:a="http://schemas.openxmlformats.org/drawingml/2006/main" w="16193">
            <a:solidFill>
              <a:srgbClr val="087E8B"/>
            </a:solidFill>
          </a:ln>
        </p:spPr>
      </p:sp>
      <p:sp>
        <p:nvSpPr>
          <p:cNvPr id="19" name="">
            <a:extLst xmlns:a="http://schemas.openxmlformats.org/drawingml/2006/main">
              <a:ext uri="{FF2B5EF4-FFF2-40B4-BE49-F238E27FC236}">
                <a16:creationId xmlns:a16="http://schemas.microsoft.com/office/drawing/2014/main" id="{132567C4-87E3-47D5-9C29-247431B5B680}"/>
              </a:ext>
            </a:extLst>
          </p:cNvPr>
          <p:cNvSpPr>
            <a:spLocks xmlns:a="http://schemas.openxmlformats.org/drawingml/2006/main" noGrp="1"/>
          </p:cNvSpPr>
          <p:nvPr/>
        </p:nvSpPr>
        <p:spPr>
          <a:xfrm xmlns:a="http://schemas.openxmlformats.org/drawingml/2006/main">
            <a:off x="8353425" y="4886325"/>
            <a:ext cx="19526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725" b="1">
                <a:solidFill>
                  <a:srgbClr val="193B59"/>
                </a:solidFill>
                <a:latin typeface="Yu Gothic"/>
                <a:ea typeface="Yu Gothic"/>
                <a:cs typeface="Yu Gothic"/>
              </a:defRPr>
            </a:defPPr>
            <a:lvl1pPr algn="ctr">
              <a:buNone/>
              <a:defRPr sz="1725" b="1">
                <a:solidFill>
                  <a:srgbClr val="193B59"/>
                </a:solidFill>
                <a:latin typeface="Yu Gothic"/>
                <a:ea typeface="Yu Gothic"/>
                <a:cs typeface="Yu Gothic"/>
              </a:defRPr>
            </a:lvl1pPr>
            <a:lvl2pPr algn="ctr">
              <a:buNone/>
              <a:defRPr sz="1725" b="1">
                <a:solidFill>
                  <a:srgbClr val="193B59"/>
                </a:solidFill>
                <a:latin typeface="Yu Gothic"/>
                <a:ea typeface="Yu Gothic"/>
                <a:cs typeface="Yu Gothic"/>
              </a:defRPr>
            </a:lvl2pPr>
            <a:lvl3pPr algn="ctr">
              <a:buNone/>
              <a:defRPr sz="1725" b="1">
                <a:solidFill>
                  <a:srgbClr val="193B59"/>
                </a:solidFill>
                <a:latin typeface="Yu Gothic"/>
                <a:ea typeface="Yu Gothic"/>
                <a:cs typeface="Yu Gothic"/>
              </a:defRPr>
            </a:lvl3pPr>
            <a:lvl4pPr algn="ctr">
              <a:buNone/>
              <a:defRPr sz="1725" b="1">
                <a:solidFill>
                  <a:srgbClr val="193B59"/>
                </a:solidFill>
                <a:latin typeface="Yu Gothic"/>
                <a:ea typeface="Yu Gothic"/>
                <a:cs typeface="Yu Gothic"/>
              </a:defRPr>
            </a:lvl4pPr>
            <a:lvl5pPr algn="ctr">
              <a:buNone/>
              <a:defRPr sz="1725" b="1">
                <a:solidFill>
                  <a:srgbClr val="193B59"/>
                </a:solidFill>
                <a:latin typeface="Yu Gothic"/>
                <a:ea typeface="Yu Gothic"/>
                <a:cs typeface="Yu Gothic"/>
              </a:defRPr>
            </a:lvl5pPr>
            <a:lvl6pPr algn="ctr">
              <a:buNone/>
              <a:defRPr sz="1725" b="1">
                <a:solidFill>
                  <a:srgbClr val="193B59"/>
                </a:solidFill>
                <a:latin typeface="Yu Gothic"/>
                <a:ea typeface="Yu Gothic"/>
                <a:cs typeface="Yu Gothic"/>
              </a:defRPr>
            </a:lvl6pPr>
            <a:lvl7pPr algn="ctr">
              <a:buNone/>
              <a:defRPr sz="1725" b="1">
                <a:solidFill>
                  <a:srgbClr val="193B59"/>
                </a:solidFill>
                <a:latin typeface="Yu Gothic"/>
                <a:ea typeface="Yu Gothic"/>
                <a:cs typeface="Yu Gothic"/>
              </a:defRPr>
            </a:lvl7pPr>
            <a:lvl8pPr algn="ctr">
              <a:buNone/>
              <a:defRPr sz="1725" b="1">
                <a:solidFill>
                  <a:srgbClr val="193B59"/>
                </a:solidFill>
                <a:latin typeface="Yu Gothic"/>
                <a:ea typeface="Yu Gothic"/>
                <a:cs typeface="Yu Gothic"/>
              </a:defRPr>
            </a:lvl8pPr>
            <a:lvl9pPr algn="ctr">
              <a:buNone/>
              <a:defRPr sz="1725" b="1">
                <a:solidFill>
                  <a:srgbClr val="193B59"/>
                </a:solidFill>
                <a:latin typeface="Yu Gothic"/>
                <a:ea typeface="Yu Gothic"/>
                <a:cs typeface="Yu Gothic"/>
              </a:defRPr>
            </a:lvl9pPr>
          </a:lstStyle>
          <a:p xmlns:a="http://schemas.openxmlformats.org/drawingml/2006/main">
            <a:pPr algn="ctr">
              <a:buNone/>
              <a:defRPr sz="1725" b="1">
                <a:solidFill>
                  <a:srgbClr val="193B59"/>
                </a:solidFill>
                <a:latin typeface="Yu Gothic"/>
                <a:ea typeface="Yu Gothic"/>
                <a:cs typeface="Yu Gothic"/>
              </a:defRPr>
            </a:pPr>
            <a:r>
              <a:rPr sz="1725" b="1">
                <a:solidFill>
                  <a:srgbClr val="193B59"/>
                </a:solidFill>
                <a:latin typeface="Yu Gothic"/>
                <a:ea typeface="Yu Gothic"/>
                <a:cs typeface="Yu Gothic"/>
              </a:rPr>
              <a:t>修理</a:t>
            </a:r>
          </a:p>
        </p:txBody>
      </p:sp>
      <p:sp>
        <p:nvSpPr>
          <p:cNvPr id="20" name="">
            <a:extLst xmlns:a="http://schemas.openxmlformats.org/drawingml/2006/main">
              <a:ext uri="{FF2B5EF4-FFF2-40B4-BE49-F238E27FC236}">
                <a16:creationId xmlns:a16="http://schemas.microsoft.com/office/drawing/2014/main" id="{FD46A90B-F460-4B0A-B6B5-BB696D9728E0}"/>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参照 [6・7・15]</a:t>
            </a:r>
          </a:p>
        </p:txBody>
      </p:sp>
      <p:sp>
        <p:nvSpPr>
          <p:cNvPr id="21" name="">
            <a:extLst xmlns:a="http://schemas.openxmlformats.org/drawingml/2006/main">
              <a:ext uri="{FF2B5EF4-FFF2-40B4-BE49-F238E27FC236}">
                <a16:creationId xmlns:a16="http://schemas.microsoft.com/office/drawing/2014/main" id="{14969B6B-C963-4A63-BD8D-62AE73DA4F9D}"/>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発展C</a:t>
            </a:r>
          </a:p>
        </p:txBody>
      </p:sp>
      <p:sp>
        <p:nvSpPr>
          <p:cNvPr id="22" name="">
            <a:extLst xmlns:a="http://schemas.openxmlformats.org/drawingml/2006/main">
              <a:ext uri="{FF2B5EF4-FFF2-40B4-BE49-F238E27FC236}">
                <a16:creationId xmlns:a16="http://schemas.microsoft.com/office/drawing/2014/main" id="{888BAD32-DE14-49E9-932D-3F2F56A7A497}"/>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3 / 33</a:t>
            </a:r>
          </a:p>
        </p:txBody>
      </p:sp>
    </p:spTree>
    <p:extLst>
      <p:ext uri="{BB962C8B-B14F-4D97-AF65-F5344CB8AC3E}">
        <p14:creationId xmlns:p14="http://schemas.microsoft.com/office/powerpoint/2010/main" val="184951678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345D6AF-B141-43EF-961E-ABFB39C9BEE8}"/>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buNone/>
              <a:defRPr sz="2925" b="1">
                <a:solidFill>
                  <a:srgbClr val="193B59"/>
                </a:solidFill>
                <a:latin typeface="Yu Gothic"/>
                <a:ea typeface="Yu Gothic"/>
                <a:cs typeface="Yu Gothic"/>
              </a:defRPr>
            </a:lvl1pPr>
            <a:lvl2pPr>
              <a:buNone/>
              <a:defRPr sz="2925" b="1">
                <a:solidFill>
                  <a:srgbClr val="193B59"/>
                </a:solidFill>
                <a:latin typeface="Yu Gothic"/>
                <a:ea typeface="Yu Gothic"/>
                <a:cs typeface="Yu Gothic"/>
              </a:defRPr>
            </a:lvl2pPr>
            <a:lvl3pPr>
              <a:buNone/>
              <a:defRPr sz="2925" b="1">
                <a:solidFill>
                  <a:srgbClr val="193B59"/>
                </a:solidFill>
                <a:latin typeface="Yu Gothic"/>
                <a:ea typeface="Yu Gothic"/>
                <a:cs typeface="Yu Gothic"/>
              </a:defRPr>
            </a:lvl3pPr>
            <a:lvl4pPr>
              <a:buNone/>
              <a:defRPr sz="2925" b="1">
                <a:solidFill>
                  <a:srgbClr val="193B59"/>
                </a:solidFill>
                <a:latin typeface="Yu Gothic"/>
                <a:ea typeface="Yu Gothic"/>
                <a:cs typeface="Yu Gothic"/>
              </a:defRPr>
            </a:lvl4pPr>
            <a:lvl5pPr>
              <a:buNone/>
              <a:defRPr sz="2925" b="1">
                <a:solidFill>
                  <a:srgbClr val="193B59"/>
                </a:solidFill>
                <a:latin typeface="Yu Gothic"/>
                <a:ea typeface="Yu Gothic"/>
                <a:cs typeface="Yu Gothic"/>
              </a:defRPr>
            </a:lvl5pPr>
            <a:lvl6pPr>
              <a:buNone/>
              <a:defRPr sz="2925" b="1">
                <a:solidFill>
                  <a:srgbClr val="193B59"/>
                </a:solidFill>
                <a:latin typeface="Yu Gothic"/>
                <a:ea typeface="Yu Gothic"/>
                <a:cs typeface="Yu Gothic"/>
              </a:defRPr>
            </a:lvl6pPr>
            <a:lvl7pPr>
              <a:buNone/>
              <a:defRPr sz="2925" b="1">
                <a:solidFill>
                  <a:srgbClr val="193B59"/>
                </a:solidFill>
                <a:latin typeface="Yu Gothic"/>
                <a:ea typeface="Yu Gothic"/>
                <a:cs typeface="Yu Gothic"/>
              </a:defRPr>
            </a:lvl7pPr>
            <a:lvl8pPr>
              <a:buNone/>
              <a:defRPr sz="2925" b="1">
                <a:solidFill>
                  <a:srgbClr val="193B59"/>
                </a:solidFill>
                <a:latin typeface="Yu Gothic"/>
                <a:ea typeface="Yu Gothic"/>
                <a:cs typeface="Yu Gothic"/>
              </a:defRPr>
            </a:lvl8pPr>
            <a:lvl9pPr>
              <a:buNone/>
              <a:defRPr sz="2925" b="1">
                <a:solidFill>
                  <a:srgbClr val="193B59"/>
                </a:solidFill>
                <a:latin typeface="Yu Gothic"/>
                <a:ea typeface="Yu Gothic"/>
                <a:cs typeface="Yu Gothic"/>
              </a:defRPr>
            </a:lvl9pPr>
          </a:lstStyle>
          <a:p xmlns:a="http://schemas.openxmlformats.org/drawingml/2006/main">
            <a:pPr>
              <a:buNone/>
              <a:defRPr sz="2925" b="1">
                <a:solidFill>
                  <a:srgbClr val="193B59"/>
                </a:solidFill>
                <a:latin typeface="Yu Gothic"/>
                <a:ea typeface="Yu Gothic"/>
                <a:cs typeface="Yu Gothic"/>
              </a:defRPr>
            </a:pPr>
            <a:r>
              <a:rPr sz="2925" b="1">
                <a:solidFill>
                  <a:srgbClr val="193B59"/>
                </a:solidFill>
                <a:latin typeface="Yu Gothic"/>
                <a:ea typeface="Yu Gothic"/>
                <a:cs typeface="Yu Gothic"/>
              </a:rPr>
              <a:t>歴史の証拠を階層で扱う</a:t>
            </a:r>
          </a:p>
        </p:txBody>
      </p:sp>
      <p:sp>
        <p:nvSpPr>
          <p:cNvPr id="2" name="">
            <a:extLst xmlns:a="http://schemas.openxmlformats.org/drawingml/2006/main">
              <a:ext uri="{FF2B5EF4-FFF2-40B4-BE49-F238E27FC236}">
                <a16:creationId xmlns:a16="http://schemas.microsoft.com/office/drawing/2014/main" id="{69634CF7-99C3-4477-A0A7-6F8AA361F2EC}"/>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4FE5B216-7131-47C5-AAEE-505440383520}"/>
              </a:ext>
            </a:extLst>
          </p:cNvPr>
          <p:cNvSpPr>
            <a:spLocks xmlns:a="http://schemas.openxmlformats.org/drawingml/2006/main" noGrp="1"/>
          </p:cNvSpPr>
          <p:nvPr/>
        </p:nvSpPr>
        <p:spPr>
          <a:xfrm xmlns:a="http://schemas.openxmlformats.org/drawingml/2006/main">
            <a:off x="809625" y="173355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buNone/>
              <a:defRPr sz="2250" b="1">
                <a:solidFill>
                  <a:srgbClr val="263D4D"/>
                </a:solidFill>
                <a:latin typeface="Yu Gothic"/>
                <a:ea typeface="Yu Gothic"/>
                <a:cs typeface="Yu Gothic"/>
              </a:defRPr>
            </a:lvl1pPr>
            <a:lvl2pPr>
              <a:buNone/>
              <a:defRPr sz="2250" b="1">
                <a:solidFill>
                  <a:srgbClr val="263D4D"/>
                </a:solidFill>
                <a:latin typeface="Yu Gothic"/>
                <a:ea typeface="Yu Gothic"/>
                <a:cs typeface="Yu Gothic"/>
              </a:defRPr>
            </a:lvl2pPr>
            <a:lvl3pPr>
              <a:buNone/>
              <a:defRPr sz="2250" b="1">
                <a:solidFill>
                  <a:srgbClr val="263D4D"/>
                </a:solidFill>
                <a:latin typeface="Yu Gothic"/>
                <a:ea typeface="Yu Gothic"/>
                <a:cs typeface="Yu Gothic"/>
              </a:defRPr>
            </a:lvl3pPr>
            <a:lvl4pPr>
              <a:buNone/>
              <a:defRPr sz="2250" b="1">
                <a:solidFill>
                  <a:srgbClr val="263D4D"/>
                </a:solidFill>
                <a:latin typeface="Yu Gothic"/>
                <a:ea typeface="Yu Gothic"/>
                <a:cs typeface="Yu Gothic"/>
              </a:defRPr>
            </a:lvl4pPr>
            <a:lvl5pPr>
              <a:buNone/>
              <a:defRPr sz="2250" b="1">
                <a:solidFill>
                  <a:srgbClr val="263D4D"/>
                </a:solidFill>
                <a:latin typeface="Yu Gothic"/>
                <a:ea typeface="Yu Gothic"/>
                <a:cs typeface="Yu Gothic"/>
              </a:defRPr>
            </a:lvl5pPr>
            <a:lvl6pPr>
              <a:buNone/>
              <a:defRPr sz="2250" b="1">
                <a:solidFill>
                  <a:srgbClr val="263D4D"/>
                </a:solidFill>
                <a:latin typeface="Yu Gothic"/>
                <a:ea typeface="Yu Gothic"/>
                <a:cs typeface="Yu Gothic"/>
              </a:defRPr>
            </a:lvl6pPr>
            <a:lvl7pPr>
              <a:buNone/>
              <a:defRPr sz="2250" b="1">
                <a:solidFill>
                  <a:srgbClr val="263D4D"/>
                </a:solidFill>
                <a:latin typeface="Yu Gothic"/>
                <a:ea typeface="Yu Gothic"/>
                <a:cs typeface="Yu Gothic"/>
              </a:defRPr>
            </a:lvl7pPr>
            <a:lvl8pPr>
              <a:buNone/>
              <a:defRPr sz="2250" b="1">
                <a:solidFill>
                  <a:srgbClr val="263D4D"/>
                </a:solidFill>
                <a:latin typeface="Yu Gothic"/>
                <a:ea typeface="Yu Gothic"/>
                <a:cs typeface="Yu Gothic"/>
              </a:defRPr>
            </a:lvl8pPr>
            <a:lvl9pPr>
              <a:buNone/>
              <a:defRPr sz="2250" b="1">
                <a:solidFill>
                  <a:srgbClr val="263D4D"/>
                </a:solidFill>
                <a:latin typeface="Yu Gothic"/>
                <a:ea typeface="Yu Gothic"/>
                <a:cs typeface="Yu Gothic"/>
              </a:defRPr>
            </a:lvl9pPr>
          </a:lstStyle>
          <a:p xmlns:a="http://schemas.openxmlformats.org/drawingml/2006/main">
            <a:pPr>
              <a:buNone/>
              <a:defRPr sz="2250" b="1">
                <a:solidFill>
                  <a:srgbClr val="263D4D"/>
                </a:solidFill>
                <a:latin typeface="Yu Gothic"/>
                <a:ea typeface="Yu Gothic"/>
                <a:cs typeface="Yu Gothic"/>
              </a:defRPr>
            </a:pPr>
            <a:r>
              <a:rPr sz="2250" b="1">
                <a:solidFill>
                  <a:srgbClr val="263D4D"/>
                </a:solidFill>
                <a:latin typeface="Yu Gothic"/>
                <a:ea typeface="Yu Gothic"/>
                <a:cs typeface="Yu Gothic"/>
              </a:rPr>
              <a:t>実物・出土状況・製作痕は一次的な証拠</a:t>
            </a:r>
          </a:p>
        </p:txBody>
      </p:sp>
      <p:sp>
        <p:nvSpPr>
          <p:cNvPr id="4" name="">
            <a:extLst xmlns:a="http://schemas.openxmlformats.org/drawingml/2006/main">
              <a:ext uri="{FF2B5EF4-FFF2-40B4-BE49-F238E27FC236}">
                <a16:creationId xmlns:a16="http://schemas.microsoft.com/office/drawing/2014/main" id="{BF209734-2725-4937-8491-15472E42B9DD}"/>
              </a:ext>
            </a:extLst>
          </p:cNvPr>
          <p:cNvSpPr>
            <a:spLocks xmlns:a="http://schemas.openxmlformats.org/drawingml/2006/main" noGrp="1"/>
          </p:cNvSpPr>
          <p:nvPr/>
        </p:nvSpPr>
        <p:spPr>
          <a:xfrm xmlns:a="http://schemas.openxmlformats.org/drawingml/2006/main">
            <a:off x="809625" y="2790825"/>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記録や図面は作られた目的を読む</a:t>
            </a:r>
          </a:p>
        </p:txBody>
      </p:sp>
      <p:sp>
        <p:nvSpPr>
          <p:cNvPr id="5" name="">
            <a:extLst xmlns:a="http://schemas.openxmlformats.org/drawingml/2006/main">
              <a:ext uri="{FF2B5EF4-FFF2-40B4-BE49-F238E27FC236}">
                <a16:creationId xmlns:a16="http://schemas.microsoft.com/office/drawing/2014/main" id="{BF65292B-ACC8-40C4-A012-886CD7037756}"/>
              </a:ext>
            </a:extLst>
          </p:cNvPr>
          <p:cNvSpPr>
            <a:spLocks xmlns:a="http://schemas.openxmlformats.org/drawingml/2006/main" noGrp="1"/>
          </p:cNvSpPr>
          <p:nvPr/>
        </p:nvSpPr>
        <p:spPr>
          <a:xfrm xmlns:a="http://schemas.openxmlformats.org/drawingml/2006/main">
            <a:off x="809625" y="384810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材料の性能値は当時と現在の条件を分ける</a:t>
            </a:r>
          </a:p>
        </p:txBody>
      </p:sp>
      <p:sp>
        <p:nvSpPr>
          <p:cNvPr id="6" name="">
            <a:extLst xmlns:a="http://schemas.openxmlformats.org/drawingml/2006/main">
              <a:ext uri="{FF2B5EF4-FFF2-40B4-BE49-F238E27FC236}">
                <a16:creationId xmlns:a16="http://schemas.microsoft.com/office/drawing/2014/main" id="{411F0A23-4AE1-4820-819A-8B42CF23A6DF}"/>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参照 [1・14]</a:t>
            </a:r>
          </a:p>
        </p:txBody>
      </p:sp>
      <p:sp>
        <p:nvSpPr>
          <p:cNvPr id="7" name="">
            <a:extLst xmlns:a="http://schemas.openxmlformats.org/drawingml/2006/main">
              <a:ext uri="{FF2B5EF4-FFF2-40B4-BE49-F238E27FC236}">
                <a16:creationId xmlns:a16="http://schemas.microsoft.com/office/drawing/2014/main" id="{B74E98EC-4205-484C-939C-33276E1570DC}"/>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発展C</a:t>
            </a:r>
          </a:p>
        </p:txBody>
      </p:sp>
      <p:sp>
        <p:nvSpPr>
          <p:cNvPr id="8" name="">
            <a:extLst xmlns:a="http://schemas.openxmlformats.org/drawingml/2006/main">
              <a:ext uri="{FF2B5EF4-FFF2-40B4-BE49-F238E27FC236}">
                <a16:creationId xmlns:a16="http://schemas.microsoft.com/office/drawing/2014/main" id="{2176E705-6469-4B57-A95F-995877A41A42}"/>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4 / 33</a:t>
            </a:r>
          </a:p>
        </p:txBody>
      </p:sp>
    </p:spTree>
    <p:extLst>
      <p:ext uri="{BB962C8B-B14F-4D97-AF65-F5344CB8AC3E}">
        <p14:creationId xmlns:p14="http://schemas.microsoft.com/office/powerpoint/2010/main" val="44425209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4C11352-2C7F-4DD1-845B-45C289FE2178}"/>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buNone/>
              <a:defRPr sz="2925" b="1">
                <a:solidFill>
                  <a:srgbClr val="193B59"/>
                </a:solidFill>
                <a:latin typeface="Yu Gothic"/>
                <a:ea typeface="Yu Gothic"/>
                <a:cs typeface="Yu Gothic"/>
              </a:defRPr>
            </a:lvl1pPr>
            <a:lvl2pPr>
              <a:buNone/>
              <a:defRPr sz="2925" b="1">
                <a:solidFill>
                  <a:srgbClr val="193B59"/>
                </a:solidFill>
                <a:latin typeface="Yu Gothic"/>
                <a:ea typeface="Yu Gothic"/>
                <a:cs typeface="Yu Gothic"/>
              </a:defRPr>
            </a:lvl2pPr>
            <a:lvl3pPr>
              <a:buNone/>
              <a:defRPr sz="2925" b="1">
                <a:solidFill>
                  <a:srgbClr val="193B59"/>
                </a:solidFill>
                <a:latin typeface="Yu Gothic"/>
                <a:ea typeface="Yu Gothic"/>
                <a:cs typeface="Yu Gothic"/>
              </a:defRPr>
            </a:lvl3pPr>
            <a:lvl4pPr>
              <a:buNone/>
              <a:defRPr sz="2925" b="1">
                <a:solidFill>
                  <a:srgbClr val="193B59"/>
                </a:solidFill>
                <a:latin typeface="Yu Gothic"/>
                <a:ea typeface="Yu Gothic"/>
                <a:cs typeface="Yu Gothic"/>
              </a:defRPr>
            </a:lvl4pPr>
            <a:lvl5pPr>
              <a:buNone/>
              <a:defRPr sz="2925" b="1">
                <a:solidFill>
                  <a:srgbClr val="193B59"/>
                </a:solidFill>
                <a:latin typeface="Yu Gothic"/>
                <a:ea typeface="Yu Gothic"/>
                <a:cs typeface="Yu Gothic"/>
              </a:defRPr>
            </a:lvl5pPr>
            <a:lvl6pPr>
              <a:buNone/>
              <a:defRPr sz="2925" b="1">
                <a:solidFill>
                  <a:srgbClr val="193B59"/>
                </a:solidFill>
                <a:latin typeface="Yu Gothic"/>
                <a:ea typeface="Yu Gothic"/>
                <a:cs typeface="Yu Gothic"/>
              </a:defRPr>
            </a:lvl6pPr>
            <a:lvl7pPr>
              <a:buNone/>
              <a:defRPr sz="2925" b="1">
                <a:solidFill>
                  <a:srgbClr val="193B59"/>
                </a:solidFill>
                <a:latin typeface="Yu Gothic"/>
                <a:ea typeface="Yu Gothic"/>
                <a:cs typeface="Yu Gothic"/>
              </a:defRPr>
            </a:lvl7pPr>
            <a:lvl8pPr>
              <a:buNone/>
              <a:defRPr sz="2925" b="1">
                <a:solidFill>
                  <a:srgbClr val="193B59"/>
                </a:solidFill>
                <a:latin typeface="Yu Gothic"/>
                <a:ea typeface="Yu Gothic"/>
                <a:cs typeface="Yu Gothic"/>
              </a:defRPr>
            </a:lvl8pPr>
            <a:lvl9pPr>
              <a:buNone/>
              <a:defRPr sz="2925" b="1">
                <a:solidFill>
                  <a:srgbClr val="193B59"/>
                </a:solidFill>
                <a:latin typeface="Yu Gothic"/>
                <a:ea typeface="Yu Gothic"/>
                <a:cs typeface="Yu Gothic"/>
              </a:defRPr>
            </a:lvl9pPr>
          </a:lstStyle>
          <a:p xmlns:a="http://schemas.openxmlformats.org/drawingml/2006/main">
            <a:pPr>
              <a:buNone/>
              <a:defRPr sz="2925" b="1">
                <a:solidFill>
                  <a:srgbClr val="193B59"/>
                </a:solidFill>
                <a:latin typeface="Yu Gothic"/>
                <a:ea typeface="Yu Gothic"/>
                <a:cs typeface="Yu Gothic"/>
              </a:defRPr>
            </a:pPr>
            <a:r>
              <a:rPr sz="2925" b="1">
                <a:solidFill>
                  <a:srgbClr val="193B59"/>
                </a:solidFill>
                <a:latin typeface="Yu Gothic"/>
                <a:ea typeface="Yu Gothic"/>
                <a:cs typeface="Yu Gothic"/>
              </a:rPr>
              <a:t>「石器→青銅器→鉄器」は一律ではない</a:t>
            </a:r>
          </a:p>
        </p:txBody>
      </p:sp>
      <p:sp>
        <p:nvSpPr>
          <p:cNvPr id="2" name="">
            <a:extLst xmlns:a="http://schemas.openxmlformats.org/drawingml/2006/main">
              <a:ext uri="{FF2B5EF4-FFF2-40B4-BE49-F238E27FC236}">
                <a16:creationId xmlns:a16="http://schemas.microsoft.com/office/drawing/2014/main" id="{5007843D-3756-46AF-B918-EF5B8ACDCCE1}"/>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F92511DE-2B88-4F45-BBB9-491C1886B207}"/>
              </a:ext>
            </a:extLst>
          </p:cNvPr>
          <p:cNvSpPr>
            <a:spLocks xmlns:a="http://schemas.openxmlformats.org/drawingml/2006/main" noGrp="1"/>
          </p:cNvSpPr>
          <p:nvPr/>
        </p:nvSpPr>
        <p:spPr>
          <a:xfrm xmlns:a="http://schemas.openxmlformats.org/drawingml/2006/main">
            <a:off x="809625" y="173355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buNone/>
              <a:defRPr sz="2250" b="1">
                <a:solidFill>
                  <a:srgbClr val="263D4D"/>
                </a:solidFill>
                <a:latin typeface="Yu Gothic"/>
                <a:ea typeface="Yu Gothic"/>
                <a:cs typeface="Yu Gothic"/>
              </a:defRPr>
            </a:lvl1pPr>
            <a:lvl2pPr>
              <a:buNone/>
              <a:defRPr sz="2250" b="1">
                <a:solidFill>
                  <a:srgbClr val="263D4D"/>
                </a:solidFill>
                <a:latin typeface="Yu Gothic"/>
                <a:ea typeface="Yu Gothic"/>
                <a:cs typeface="Yu Gothic"/>
              </a:defRPr>
            </a:lvl2pPr>
            <a:lvl3pPr>
              <a:buNone/>
              <a:defRPr sz="2250" b="1">
                <a:solidFill>
                  <a:srgbClr val="263D4D"/>
                </a:solidFill>
                <a:latin typeface="Yu Gothic"/>
                <a:ea typeface="Yu Gothic"/>
                <a:cs typeface="Yu Gothic"/>
              </a:defRPr>
            </a:lvl3pPr>
            <a:lvl4pPr>
              <a:buNone/>
              <a:defRPr sz="2250" b="1">
                <a:solidFill>
                  <a:srgbClr val="263D4D"/>
                </a:solidFill>
                <a:latin typeface="Yu Gothic"/>
                <a:ea typeface="Yu Gothic"/>
                <a:cs typeface="Yu Gothic"/>
              </a:defRPr>
            </a:lvl4pPr>
            <a:lvl5pPr>
              <a:buNone/>
              <a:defRPr sz="2250" b="1">
                <a:solidFill>
                  <a:srgbClr val="263D4D"/>
                </a:solidFill>
                <a:latin typeface="Yu Gothic"/>
                <a:ea typeface="Yu Gothic"/>
                <a:cs typeface="Yu Gothic"/>
              </a:defRPr>
            </a:lvl5pPr>
            <a:lvl6pPr>
              <a:buNone/>
              <a:defRPr sz="2250" b="1">
                <a:solidFill>
                  <a:srgbClr val="263D4D"/>
                </a:solidFill>
                <a:latin typeface="Yu Gothic"/>
                <a:ea typeface="Yu Gothic"/>
                <a:cs typeface="Yu Gothic"/>
              </a:defRPr>
            </a:lvl6pPr>
            <a:lvl7pPr>
              <a:buNone/>
              <a:defRPr sz="2250" b="1">
                <a:solidFill>
                  <a:srgbClr val="263D4D"/>
                </a:solidFill>
                <a:latin typeface="Yu Gothic"/>
                <a:ea typeface="Yu Gothic"/>
                <a:cs typeface="Yu Gothic"/>
              </a:defRPr>
            </a:lvl7pPr>
            <a:lvl8pPr>
              <a:buNone/>
              <a:defRPr sz="2250" b="1">
                <a:solidFill>
                  <a:srgbClr val="263D4D"/>
                </a:solidFill>
                <a:latin typeface="Yu Gothic"/>
                <a:ea typeface="Yu Gothic"/>
                <a:cs typeface="Yu Gothic"/>
              </a:defRPr>
            </a:lvl8pPr>
            <a:lvl9pPr>
              <a:buNone/>
              <a:defRPr sz="2250" b="1">
                <a:solidFill>
                  <a:srgbClr val="263D4D"/>
                </a:solidFill>
                <a:latin typeface="Yu Gothic"/>
                <a:ea typeface="Yu Gothic"/>
                <a:cs typeface="Yu Gothic"/>
              </a:defRPr>
            </a:lvl9pPr>
          </a:lstStyle>
          <a:p xmlns:a="http://schemas.openxmlformats.org/drawingml/2006/main">
            <a:pPr>
              <a:buNone/>
              <a:defRPr sz="2250" b="1">
                <a:solidFill>
                  <a:srgbClr val="263D4D"/>
                </a:solidFill>
                <a:latin typeface="Yu Gothic"/>
                <a:ea typeface="Yu Gothic"/>
                <a:cs typeface="Yu Gothic"/>
              </a:defRPr>
            </a:pPr>
            <a:r>
              <a:rPr sz="2250" b="1">
                <a:solidFill>
                  <a:srgbClr val="263D4D"/>
                </a:solidFill>
                <a:latin typeface="Yu Gothic"/>
                <a:ea typeface="Yu Gothic"/>
                <a:cs typeface="Yu Gothic"/>
              </a:rPr>
              <a:t>時代区分は地域と研究目的によって変わる</a:t>
            </a:r>
          </a:p>
        </p:txBody>
      </p:sp>
      <p:sp>
        <p:nvSpPr>
          <p:cNvPr id="4" name="">
            <a:extLst xmlns:a="http://schemas.openxmlformats.org/drawingml/2006/main">
              <a:ext uri="{FF2B5EF4-FFF2-40B4-BE49-F238E27FC236}">
                <a16:creationId xmlns:a16="http://schemas.microsoft.com/office/drawing/2014/main" id="{5E5B6789-3904-4F8D-96E0-3AE303E56F47}"/>
              </a:ext>
            </a:extLst>
          </p:cNvPr>
          <p:cNvSpPr>
            <a:spLocks xmlns:a="http://schemas.openxmlformats.org/drawingml/2006/main" noGrp="1"/>
          </p:cNvSpPr>
          <p:nvPr/>
        </p:nvSpPr>
        <p:spPr>
          <a:xfrm xmlns:a="http://schemas.openxmlformats.org/drawingml/2006/main">
            <a:off x="809625" y="2790825"/>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木・土・石・金属は重なって使われた</a:t>
            </a:r>
          </a:p>
        </p:txBody>
      </p:sp>
      <p:sp>
        <p:nvSpPr>
          <p:cNvPr id="5" name="">
            <a:extLst xmlns:a="http://schemas.openxmlformats.org/drawingml/2006/main">
              <a:ext uri="{FF2B5EF4-FFF2-40B4-BE49-F238E27FC236}">
                <a16:creationId xmlns:a16="http://schemas.microsoft.com/office/drawing/2014/main" id="{4CBF045A-E291-4F00-91FD-E5B6D54A2883}"/>
              </a:ext>
            </a:extLst>
          </p:cNvPr>
          <p:cNvSpPr>
            <a:spLocks xmlns:a="http://schemas.openxmlformats.org/drawingml/2006/main" noGrp="1"/>
          </p:cNvSpPr>
          <p:nvPr/>
        </p:nvSpPr>
        <p:spPr>
          <a:xfrm xmlns:a="http://schemas.openxmlformats.org/drawingml/2006/main">
            <a:off x="809625" y="384810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後の技術が前の材料を消したわけではない</a:t>
            </a:r>
          </a:p>
        </p:txBody>
      </p:sp>
      <p:sp>
        <p:nvSpPr>
          <p:cNvPr id="6" name="">
            <a:extLst xmlns:a="http://schemas.openxmlformats.org/drawingml/2006/main">
              <a:ext uri="{FF2B5EF4-FFF2-40B4-BE49-F238E27FC236}">
                <a16:creationId xmlns:a16="http://schemas.microsoft.com/office/drawing/2014/main" id="{CA7A7E8E-F752-4A32-9801-8996F0B97765}"/>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資料の対象と証拠を確認する。</a:t>
            </a:r>
          </a:p>
        </p:txBody>
      </p:sp>
      <p:sp>
        <p:nvSpPr>
          <p:cNvPr id="7" name="">
            <a:extLst xmlns:a="http://schemas.openxmlformats.org/drawingml/2006/main">
              <a:ext uri="{FF2B5EF4-FFF2-40B4-BE49-F238E27FC236}">
                <a16:creationId xmlns:a16="http://schemas.microsoft.com/office/drawing/2014/main" id="{F60C237C-F10B-4AC9-95D6-208718973D02}"/>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発展C</a:t>
            </a:r>
          </a:p>
        </p:txBody>
      </p:sp>
      <p:sp>
        <p:nvSpPr>
          <p:cNvPr id="8" name="">
            <a:extLst xmlns:a="http://schemas.openxmlformats.org/drawingml/2006/main">
              <a:ext uri="{FF2B5EF4-FFF2-40B4-BE49-F238E27FC236}">
                <a16:creationId xmlns:a16="http://schemas.microsoft.com/office/drawing/2014/main" id="{D7A447CC-950D-4C25-94D4-5C2CCF6BB344}"/>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5 / 33</a:t>
            </a:r>
          </a:p>
        </p:txBody>
      </p:sp>
    </p:spTree>
    <p:extLst>
      <p:ext uri="{BB962C8B-B14F-4D97-AF65-F5344CB8AC3E}">
        <p14:creationId xmlns:p14="http://schemas.microsoft.com/office/powerpoint/2010/main" val="164241514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AB8BBEBB-3F75-4A9F-8A40-EE107912DE14}"/>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buNone/>
              <a:defRPr sz="2925" b="1">
                <a:solidFill>
                  <a:srgbClr val="193B59"/>
                </a:solidFill>
                <a:latin typeface="Yu Gothic"/>
                <a:ea typeface="Yu Gothic"/>
                <a:cs typeface="Yu Gothic"/>
              </a:defRPr>
            </a:lvl1pPr>
            <a:lvl2pPr>
              <a:buNone/>
              <a:defRPr sz="2925" b="1">
                <a:solidFill>
                  <a:srgbClr val="193B59"/>
                </a:solidFill>
                <a:latin typeface="Yu Gothic"/>
                <a:ea typeface="Yu Gothic"/>
                <a:cs typeface="Yu Gothic"/>
              </a:defRPr>
            </a:lvl2pPr>
            <a:lvl3pPr>
              <a:buNone/>
              <a:defRPr sz="2925" b="1">
                <a:solidFill>
                  <a:srgbClr val="193B59"/>
                </a:solidFill>
                <a:latin typeface="Yu Gothic"/>
                <a:ea typeface="Yu Gothic"/>
                <a:cs typeface="Yu Gothic"/>
              </a:defRPr>
            </a:lvl3pPr>
            <a:lvl4pPr>
              <a:buNone/>
              <a:defRPr sz="2925" b="1">
                <a:solidFill>
                  <a:srgbClr val="193B59"/>
                </a:solidFill>
                <a:latin typeface="Yu Gothic"/>
                <a:ea typeface="Yu Gothic"/>
                <a:cs typeface="Yu Gothic"/>
              </a:defRPr>
            </a:lvl4pPr>
            <a:lvl5pPr>
              <a:buNone/>
              <a:defRPr sz="2925" b="1">
                <a:solidFill>
                  <a:srgbClr val="193B59"/>
                </a:solidFill>
                <a:latin typeface="Yu Gothic"/>
                <a:ea typeface="Yu Gothic"/>
                <a:cs typeface="Yu Gothic"/>
              </a:defRPr>
            </a:lvl5pPr>
            <a:lvl6pPr>
              <a:buNone/>
              <a:defRPr sz="2925" b="1">
                <a:solidFill>
                  <a:srgbClr val="193B59"/>
                </a:solidFill>
                <a:latin typeface="Yu Gothic"/>
                <a:ea typeface="Yu Gothic"/>
                <a:cs typeface="Yu Gothic"/>
              </a:defRPr>
            </a:lvl6pPr>
            <a:lvl7pPr>
              <a:buNone/>
              <a:defRPr sz="2925" b="1">
                <a:solidFill>
                  <a:srgbClr val="193B59"/>
                </a:solidFill>
                <a:latin typeface="Yu Gothic"/>
                <a:ea typeface="Yu Gothic"/>
                <a:cs typeface="Yu Gothic"/>
              </a:defRPr>
            </a:lvl7pPr>
            <a:lvl8pPr>
              <a:buNone/>
              <a:defRPr sz="2925" b="1">
                <a:solidFill>
                  <a:srgbClr val="193B59"/>
                </a:solidFill>
                <a:latin typeface="Yu Gothic"/>
                <a:ea typeface="Yu Gothic"/>
                <a:cs typeface="Yu Gothic"/>
              </a:defRPr>
            </a:lvl8pPr>
            <a:lvl9pPr>
              <a:buNone/>
              <a:defRPr sz="2925" b="1">
                <a:solidFill>
                  <a:srgbClr val="193B59"/>
                </a:solidFill>
                <a:latin typeface="Yu Gothic"/>
                <a:ea typeface="Yu Gothic"/>
                <a:cs typeface="Yu Gothic"/>
              </a:defRPr>
            </a:lvl9pPr>
          </a:lstStyle>
          <a:p xmlns:a="http://schemas.openxmlformats.org/drawingml/2006/main">
            <a:pPr>
              <a:buNone/>
              <a:defRPr sz="2925" b="1">
                <a:solidFill>
                  <a:srgbClr val="193B59"/>
                </a:solidFill>
                <a:latin typeface="Yu Gothic"/>
                <a:ea typeface="Yu Gothic"/>
                <a:cs typeface="Yu Gothic"/>
              </a:defRPr>
            </a:pPr>
            <a:r>
              <a:rPr sz="2925" b="1">
                <a:solidFill>
                  <a:srgbClr val="193B59"/>
                </a:solidFill>
                <a:latin typeface="Yu Gothic"/>
                <a:ea typeface="Yu Gothic"/>
                <a:cs typeface="Yu Gothic"/>
              </a:rPr>
              <a:t>四材料の利用は重なり合う</a:t>
            </a:r>
          </a:p>
        </p:txBody>
      </p:sp>
      <p:sp>
        <p:nvSpPr>
          <p:cNvPr id="2" name="">
            <a:extLst xmlns:a="http://schemas.openxmlformats.org/drawingml/2006/main">
              <a:ext uri="{FF2B5EF4-FFF2-40B4-BE49-F238E27FC236}">
                <a16:creationId xmlns:a16="http://schemas.microsoft.com/office/drawing/2014/main" id="{ECA8908A-3707-4B73-A583-F10F4D35C3B1}"/>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19EAF74F-B465-4D20-8F0E-32C1598D3E5E}"/>
              </a:ext>
            </a:extLst>
          </p:cNvPr>
          <p:cNvSpPr>
            <a:spLocks xmlns:a="http://schemas.openxmlformats.org/drawingml/2006/main" noGrp="1"/>
          </p:cNvSpPr>
          <p:nvPr/>
        </p:nvSpPr>
        <p:spPr>
          <a:xfrm xmlns:a="http://schemas.openxmlformats.org/drawingml/2006/main">
            <a:off x="2228850" y="1590675"/>
            <a:ext cx="2047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800" b="1">
                <a:solidFill>
                  <a:srgbClr val="193B59"/>
                </a:solidFill>
                <a:latin typeface="Yu Gothic"/>
                <a:ea typeface="Yu Gothic"/>
                <a:cs typeface="Yu Gothic"/>
              </a:defRPr>
            </a:defPPr>
            <a:lvl1pPr algn="ctr">
              <a:buNone/>
              <a:defRPr sz="1800" b="1">
                <a:solidFill>
                  <a:srgbClr val="193B59"/>
                </a:solidFill>
                <a:latin typeface="Yu Gothic"/>
                <a:ea typeface="Yu Gothic"/>
                <a:cs typeface="Yu Gothic"/>
              </a:defRPr>
            </a:lvl1pPr>
            <a:lvl2pPr algn="ctr">
              <a:buNone/>
              <a:defRPr sz="1800" b="1">
                <a:solidFill>
                  <a:srgbClr val="193B59"/>
                </a:solidFill>
                <a:latin typeface="Yu Gothic"/>
                <a:ea typeface="Yu Gothic"/>
                <a:cs typeface="Yu Gothic"/>
              </a:defRPr>
            </a:lvl2pPr>
            <a:lvl3pPr algn="ctr">
              <a:buNone/>
              <a:defRPr sz="1800" b="1">
                <a:solidFill>
                  <a:srgbClr val="193B59"/>
                </a:solidFill>
                <a:latin typeface="Yu Gothic"/>
                <a:ea typeface="Yu Gothic"/>
                <a:cs typeface="Yu Gothic"/>
              </a:defRPr>
            </a:lvl3pPr>
            <a:lvl4pPr algn="ctr">
              <a:buNone/>
              <a:defRPr sz="1800" b="1">
                <a:solidFill>
                  <a:srgbClr val="193B59"/>
                </a:solidFill>
                <a:latin typeface="Yu Gothic"/>
                <a:ea typeface="Yu Gothic"/>
                <a:cs typeface="Yu Gothic"/>
              </a:defRPr>
            </a:lvl4pPr>
            <a:lvl5pPr algn="ctr">
              <a:buNone/>
              <a:defRPr sz="1800" b="1">
                <a:solidFill>
                  <a:srgbClr val="193B59"/>
                </a:solidFill>
                <a:latin typeface="Yu Gothic"/>
                <a:ea typeface="Yu Gothic"/>
                <a:cs typeface="Yu Gothic"/>
              </a:defRPr>
            </a:lvl5pPr>
            <a:lvl6pPr algn="ctr">
              <a:buNone/>
              <a:defRPr sz="1800" b="1">
                <a:solidFill>
                  <a:srgbClr val="193B59"/>
                </a:solidFill>
                <a:latin typeface="Yu Gothic"/>
                <a:ea typeface="Yu Gothic"/>
                <a:cs typeface="Yu Gothic"/>
              </a:defRPr>
            </a:lvl6pPr>
            <a:lvl7pPr algn="ctr">
              <a:buNone/>
              <a:defRPr sz="1800" b="1">
                <a:solidFill>
                  <a:srgbClr val="193B59"/>
                </a:solidFill>
                <a:latin typeface="Yu Gothic"/>
                <a:ea typeface="Yu Gothic"/>
                <a:cs typeface="Yu Gothic"/>
              </a:defRPr>
            </a:lvl7pPr>
            <a:lvl8pPr algn="ctr">
              <a:buNone/>
              <a:defRPr sz="1800" b="1">
                <a:solidFill>
                  <a:srgbClr val="193B59"/>
                </a:solidFill>
                <a:latin typeface="Yu Gothic"/>
                <a:ea typeface="Yu Gothic"/>
                <a:cs typeface="Yu Gothic"/>
              </a:defRPr>
            </a:lvl8pPr>
            <a:lvl9pPr algn="ctr">
              <a:buNone/>
              <a:defRPr sz="1800" b="1">
                <a:solidFill>
                  <a:srgbClr val="193B59"/>
                </a:solidFill>
                <a:latin typeface="Yu Gothic"/>
                <a:ea typeface="Yu Gothic"/>
                <a:cs typeface="Yu Gothic"/>
              </a:defRPr>
            </a:lvl9pPr>
          </a:lstStyle>
          <a:p xmlns:a="http://schemas.openxmlformats.org/drawingml/2006/main">
            <a:pPr algn="ctr">
              <a:buNone/>
              <a:defRPr sz="1800" b="1">
                <a:solidFill>
                  <a:srgbClr val="193B59"/>
                </a:solidFill>
                <a:latin typeface="Yu Gothic"/>
                <a:ea typeface="Yu Gothic"/>
                <a:cs typeface="Yu Gothic"/>
              </a:defRPr>
            </a:pPr>
            <a:r>
              <a:rPr sz="1800" b="1">
                <a:solidFill>
                  <a:srgbClr val="193B59"/>
                </a:solidFill>
                <a:latin typeface="Yu Gothic"/>
                <a:ea typeface="Yu Gothic"/>
                <a:cs typeface="Yu Gothic"/>
              </a:rPr>
              <a:t>先史・古代</a:t>
            </a:r>
          </a:p>
        </p:txBody>
      </p:sp>
      <p:sp>
        <p:nvSpPr>
          <p:cNvPr id="4" name="">
            <a:extLst xmlns:a="http://schemas.openxmlformats.org/drawingml/2006/main">
              <a:ext uri="{FF2B5EF4-FFF2-40B4-BE49-F238E27FC236}">
                <a16:creationId xmlns:a16="http://schemas.microsoft.com/office/drawing/2014/main" id="{AA2635D8-CB50-426C-BC8B-E2B2CE7EC6E0}"/>
              </a:ext>
            </a:extLst>
          </p:cNvPr>
          <p:cNvSpPr>
            <a:spLocks xmlns:a="http://schemas.openxmlformats.org/drawingml/2006/main" noGrp="1"/>
          </p:cNvSpPr>
          <p:nvPr/>
        </p:nvSpPr>
        <p:spPr>
          <a:xfrm xmlns:a="http://schemas.openxmlformats.org/drawingml/2006/main">
            <a:off x="4419600" y="1590675"/>
            <a:ext cx="2047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800" b="1">
                <a:solidFill>
                  <a:srgbClr val="193B59"/>
                </a:solidFill>
                <a:latin typeface="Yu Gothic"/>
                <a:ea typeface="Yu Gothic"/>
                <a:cs typeface="Yu Gothic"/>
              </a:defRPr>
            </a:defPPr>
            <a:lvl1pPr algn="ctr">
              <a:buNone/>
              <a:defRPr sz="1800" b="1">
                <a:solidFill>
                  <a:srgbClr val="193B59"/>
                </a:solidFill>
                <a:latin typeface="Yu Gothic"/>
                <a:ea typeface="Yu Gothic"/>
                <a:cs typeface="Yu Gothic"/>
              </a:defRPr>
            </a:lvl1pPr>
            <a:lvl2pPr algn="ctr">
              <a:buNone/>
              <a:defRPr sz="1800" b="1">
                <a:solidFill>
                  <a:srgbClr val="193B59"/>
                </a:solidFill>
                <a:latin typeface="Yu Gothic"/>
                <a:ea typeface="Yu Gothic"/>
                <a:cs typeface="Yu Gothic"/>
              </a:defRPr>
            </a:lvl2pPr>
            <a:lvl3pPr algn="ctr">
              <a:buNone/>
              <a:defRPr sz="1800" b="1">
                <a:solidFill>
                  <a:srgbClr val="193B59"/>
                </a:solidFill>
                <a:latin typeface="Yu Gothic"/>
                <a:ea typeface="Yu Gothic"/>
                <a:cs typeface="Yu Gothic"/>
              </a:defRPr>
            </a:lvl3pPr>
            <a:lvl4pPr algn="ctr">
              <a:buNone/>
              <a:defRPr sz="1800" b="1">
                <a:solidFill>
                  <a:srgbClr val="193B59"/>
                </a:solidFill>
                <a:latin typeface="Yu Gothic"/>
                <a:ea typeface="Yu Gothic"/>
                <a:cs typeface="Yu Gothic"/>
              </a:defRPr>
            </a:lvl4pPr>
            <a:lvl5pPr algn="ctr">
              <a:buNone/>
              <a:defRPr sz="1800" b="1">
                <a:solidFill>
                  <a:srgbClr val="193B59"/>
                </a:solidFill>
                <a:latin typeface="Yu Gothic"/>
                <a:ea typeface="Yu Gothic"/>
                <a:cs typeface="Yu Gothic"/>
              </a:defRPr>
            </a:lvl5pPr>
            <a:lvl6pPr algn="ctr">
              <a:buNone/>
              <a:defRPr sz="1800" b="1">
                <a:solidFill>
                  <a:srgbClr val="193B59"/>
                </a:solidFill>
                <a:latin typeface="Yu Gothic"/>
                <a:ea typeface="Yu Gothic"/>
                <a:cs typeface="Yu Gothic"/>
              </a:defRPr>
            </a:lvl6pPr>
            <a:lvl7pPr algn="ctr">
              <a:buNone/>
              <a:defRPr sz="1800" b="1">
                <a:solidFill>
                  <a:srgbClr val="193B59"/>
                </a:solidFill>
                <a:latin typeface="Yu Gothic"/>
                <a:ea typeface="Yu Gothic"/>
                <a:cs typeface="Yu Gothic"/>
              </a:defRPr>
            </a:lvl7pPr>
            <a:lvl8pPr algn="ctr">
              <a:buNone/>
              <a:defRPr sz="1800" b="1">
                <a:solidFill>
                  <a:srgbClr val="193B59"/>
                </a:solidFill>
                <a:latin typeface="Yu Gothic"/>
                <a:ea typeface="Yu Gothic"/>
                <a:cs typeface="Yu Gothic"/>
              </a:defRPr>
            </a:lvl8pPr>
            <a:lvl9pPr algn="ctr">
              <a:buNone/>
              <a:defRPr sz="1800" b="1">
                <a:solidFill>
                  <a:srgbClr val="193B59"/>
                </a:solidFill>
                <a:latin typeface="Yu Gothic"/>
                <a:ea typeface="Yu Gothic"/>
                <a:cs typeface="Yu Gothic"/>
              </a:defRPr>
            </a:lvl9pPr>
          </a:lstStyle>
          <a:p xmlns:a="http://schemas.openxmlformats.org/drawingml/2006/main">
            <a:pPr algn="ctr">
              <a:buNone/>
              <a:defRPr sz="1800" b="1">
                <a:solidFill>
                  <a:srgbClr val="193B59"/>
                </a:solidFill>
                <a:latin typeface="Yu Gothic"/>
                <a:ea typeface="Yu Gothic"/>
                <a:cs typeface="Yu Gothic"/>
              </a:defRPr>
            </a:pPr>
            <a:r>
              <a:rPr sz="1800" b="1">
                <a:solidFill>
                  <a:srgbClr val="193B59"/>
                </a:solidFill>
                <a:latin typeface="Yu Gothic"/>
                <a:ea typeface="Yu Gothic"/>
                <a:cs typeface="Yu Gothic"/>
              </a:rPr>
              <a:t>中世・近世</a:t>
            </a:r>
          </a:p>
        </p:txBody>
      </p:sp>
      <p:sp>
        <p:nvSpPr>
          <p:cNvPr id="5" name="">
            <a:extLst xmlns:a="http://schemas.openxmlformats.org/drawingml/2006/main">
              <a:ext uri="{FF2B5EF4-FFF2-40B4-BE49-F238E27FC236}">
                <a16:creationId xmlns:a16="http://schemas.microsoft.com/office/drawing/2014/main" id="{7ED336CB-8082-4A48-9FAC-3549F4AB5116}"/>
              </a:ext>
            </a:extLst>
          </p:cNvPr>
          <p:cNvSpPr>
            <a:spLocks xmlns:a="http://schemas.openxmlformats.org/drawingml/2006/main" noGrp="1"/>
          </p:cNvSpPr>
          <p:nvPr/>
        </p:nvSpPr>
        <p:spPr>
          <a:xfrm xmlns:a="http://schemas.openxmlformats.org/drawingml/2006/main">
            <a:off x="6610350" y="1590675"/>
            <a:ext cx="2047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800" b="1">
                <a:solidFill>
                  <a:srgbClr val="193B59"/>
                </a:solidFill>
                <a:latin typeface="Yu Gothic"/>
                <a:ea typeface="Yu Gothic"/>
                <a:cs typeface="Yu Gothic"/>
              </a:defRPr>
            </a:defPPr>
            <a:lvl1pPr algn="ctr">
              <a:buNone/>
              <a:defRPr sz="1800" b="1">
                <a:solidFill>
                  <a:srgbClr val="193B59"/>
                </a:solidFill>
                <a:latin typeface="Yu Gothic"/>
                <a:ea typeface="Yu Gothic"/>
                <a:cs typeface="Yu Gothic"/>
              </a:defRPr>
            </a:lvl1pPr>
            <a:lvl2pPr algn="ctr">
              <a:buNone/>
              <a:defRPr sz="1800" b="1">
                <a:solidFill>
                  <a:srgbClr val="193B59"/>
                </a:solidFill>
                <a:latin typeface="Yu Gothic"/>
                <a:ea typeface="Yu Gothic"/>
                <a:cs typeface="Yu Gothic"/>
              </a:defRPr>
            </a:lvl2pPr>
            <a:lvl3pPr algn="ctr">
              <a:buNone/>
              <a:defRPr sz="1800" b="1">
                <a:solidFill>
                  <a:srgbClr val="193B59"/>
                </a:solidFill>
                <a:latin typeface="Yu Gothic"/>
                <a:ea typeface="Yu Gothic"/>
                <a:cs typeface="Yu Gothic"/>
              </a:defRPr>
            </a:lvl3pPr>
            <a:lvl4pPr algn="ctr">
              <a:buNone/>
              <a:defRPr sz="1800" b="1">
                <a:solidFill>
                  <a:srgbClr val="193B59"/>
                </a:solidFill>
                <a:latin typeface="Yu Gothic"/>
                <a:ea typeface="Yu Gothic"/>
                <a:cs typeface="Yu Gothic"/>
              </a:defRPr>
            </a:lvl4pPr>
            <a:lvl5pPr algn="ctr">
              <a:buNone/>
              <a:defRPr sz="1800" b="1">
                <a:solidFill>
                  <a:srgbClr val="193B59"/>
                </a:solidFill>
                <a:latin typeface="Yu Gothic"/>
                <a:ea typeface="Yu Gothic"/>
                <a:cs typeface="Yu Gothic"/>
              </a:defRPr>
            </a:lvl5pPr>
            <a:lvl6pPr algn="ctr">
              <a:buNone/>
              <a:defRPr sz="1800" b="1">
                <a:solidFill>
                  <a:srgbClr val="193B59"/>
                </a:solidFill>
                <a:latin typeface="Yu Gothic"/>
                <a:ea typeface="Yu Gothic"/>
                <a:cs typeface="Yu Gothic"/>
              </a:defRPr>
            </a:lvl6pPr>
            <a:lvl7pPr algn="ctr">
              <a:buNone/>
              <a:defRPr sz="1800" b="1">
                <a:solidFill>
                  <a:srgbClr val="193B59"/>
                </a:solidFill>
                <a:latin typeface="Yu Gothic"/>
                <a:ea typeface="Yu Gothic"/>
                <a:cs typeface="Yu Gothic"/>
              </a:defRPr>
            </a:lvl7pPr>
            <a:lvl8pPr algn="ctr">
              <a:buNone/>
              <a:defRPr sz="1800" b="1">
                <a:solidFill>
                  <a:srgbClr val="193B59"/>
                </a:solidFill>
                <a:latin typeface="Yu Gothic"/>
                <a:ea typeface="Yu Gothic"/>
                <a:cs typeface="Yu Gothic"/>
              </a:defRPr>
            </a:lvl8pPr>
            <a:lvl9pPr algn="ctr">
              <a:buNone/>
              <a:defRPr sz="1800" b="1">
                <a:solidFill>
                  <a:srgbClr val="193B59"/>
                </a:solidFill>
                <a:latin typeface="Yu Gothic"/>
                <a:ea typeface="Yu Gothic"/>
                <a:cs typeface="Yu Gothic"/>
              </a:defRPr>
            </a:lvl9pPr>
          </a:lstStyle>
          <a:p xmlns:a="http://schemas.openxmlformats.org/drawingml/2006/main">
            <a:pPr algn="ctr">
              <a:buNone/>
              <a:defRPr sz="1800" b="1">
                <a:solidFill>
                  <a:srgbClr val="193B59"/>
                </a:solidFill>
                <a:latin typeface="Yu Gothic"/>
                <a:ea typeface="Yu Gothic"/>
                <a:cs typeface="Yu Gothic"/>
              </a:defRPr>
            </a:pPr>
            <a:r>
              <a:rPr sz="1800" b="1">
                <a:solidFill>
                  <a:srgbClr val="193B59"/>
                </a:solidFill>
                <a:latin typeface="Yu Gothic"/>
                <a:ea typeface="Yu Gothic"/>
                <a:cs typeface="Yu Gothic"/>
              </a:rPr>
              <a:t>近代</a:t>
            </a:r>
          </a:p>
        </p:txBody>
      </p:sp>
      <p:sp>
        <p:nvSpPr>
          <p:cNvPr id="6" name="">
            <a:extLst xmlns:a="http://schemas.openxmlformats.org/drawingml/2006/main">
              <a:ext uri="{FF2B5EF4-FFF2-40B4-BE49-F238E27FC236}">
                <a16:creationId xmlns:a16="http://schemas.microsoft.com/office/drawing/2014/main" id="{BC1502BC-B4DE-47F4-8FD0-03DE23111A28}"/>
              </a:ext>
            </a:extLst>
          </p:cNvPr>
          <p:cNvSpPr>
            <a:spLocks xmlns:a="http://schemas.openxmlformats.org/drawingml/2006/main" noGrp="1"/>
          </p:cNvSpPr>
          <p:nvPr/>
        </p:nvSpPr>
        <p:spPr>
          <a:xfrm xmlns:a="http://schemas.openxmlformats.org/drawingml/2006/main">
            <a:off x="8801100" y="1590675"/>
            <a:ext cx="2047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800" b="1">
                <a:solidFill>
                  <a:srgbClr val="193B59"/>
                </a:solidFill>
                <a:latin typeface="Yu Gothic"/>
                <a:ea typeface="Yu Gothic"/>
                <a:cs typeface="Yu Gothic"/>
              </a:defRPr>
            </a:defPPr>
            <a:lvl1pPr algn="ctr">
              <a:buNone/>
              <a:defRPr sz="1800" b="1">
                <a:solidFill>
                  <a:srgbClr val="193B59"/>
                </a:solidFill>
                <a:latin typeface="Yu Gothic"/>
                <a:ea typeface="Yu Gothic"/>
                <a:cs typeface="Yu Gothic"/>
              </a:defRPr>
            </a:lvl1pPr>
            <a:lvl2pPr algn="ctr">
              <a:buNone/>
              <a:defRPr sz="1800" b="1">
                <a:solidFill>
                  <a:srgbClr val="193B59"/>
                </a:solidFill>
                <a:latin typeface="Yu Gothic"/>
                <a:ea typeface="Yu Gothic"/>
                <a:cs typeface="Yu Gothic"/>
              </a:defRPr>
            </a:lvl2pPr>
            <a:lvl3pPr algn="ctr">
              <a:buNone/>
              <a:defRPr sz="1800" b="1">
                <a:solidFill>
                  <a:srgbClr val="193B59"/>
                </a:solidFill>
                <a:latin typeface="Yu Gothic"/>
                <a:ea typeface="Yu Gothic"/>
                <a:cs typeface="Yu Gothic"/>
              </a:defRPr>
            </a:lvl3pPr>
            <a:lvl4pPr algn="ctr">
              <a:buNone/>
              <a:defRPr sz="1800" b="1">
                <a:solidFill>
                  <a:srgbClr val="193B59"/>
                </a:solidFill>
                <a:latin typeface="Yu Gothic"/>
                <a:ea typeface="Yu Gothic"/>
                <a:cs typeface="Yu Gothic"/>
              </a:defRPr>
            </a:lvl4pPr>
            <a:lvl5pPr algn="ctr">
              <a:buNone/>
              <a:defRPr sz="1800" b="1">
                <a:solidFill>
                  <a:srgbClr val="193B59"/>
                </a:solidFill>
                <a:latin typeface="Yu Gothic"/>
                <a:ea typeface="Yu Gothic"/>
                <a:cs typeface="Yu Gothic"/>
              </a:defRPr>
            </a:lvl5pPr>
            <a:lvl6pPr algn="ctr">
              <a:buNone/>
              <a:defRPr sz="1800" b="1">
                <a:solidFill>
                  <a:srgbClr val="193B59"/>
                </a:solidFill>
                <a:latin typeface="Yu Gothic"/>
                <a:ea typeface="Yu Gothic"/>
                <a:cs typeface="Yu Gothic"/>
              </a:defRPr>
            </a:lvl6pPr>
            <a:lvl7pPr algn="ctr">
              <a:buNone/>
              <a:defRPr sz="1800" b="1">
                <a:solidFill>
                  <a:srgbClr val="193B59"/>
                </a:solidFill>
                <a:latin typeface="Yu Gothic"/>
                <a:ea typeface="Yu Gothic"/>
                <a:cs typeface="Yu Gothic"/>
              </a:defRPr>
            </a:lvl7pPr>
            <a:lvl8pPr algn="ctr">
              <a:buNone/>
              <a:defRPr sz="1800" b="1">
                <a:solidFill>
                  <a:srgbClr val="193B59"/>
                </a:solidFill>
                <a:latin typeface="Yu Gothic"/>
                <a:ea typeface="Yu Gothic"/>
                <a:cs typeface="Yu Gothic"/>
              </a:defRPr>
            </a:lvl8pPr>
            <a:lvl9pPr algn="ctr">
              <a:buNone/>
              <a:defRPr sz="1800" b="1">
                <a:solidFill>
                  <a:srgbClr val="193B59"/>
                </a:solidFill>
                <a:latin typeface="Yu Gothic"/>
                <a:ea typeface="Yu Gothic"/>
                <a:cs typeface="Yu Gothic"/>
              </a:defRPr>
            </a:lvl9pPr>
          </a:lstStyle>
          <a:p xmlns:a="http://schemas.openxmlformats.org/drawingml/2006/main">
            <a:pPr algn="ctr">
              <a:buNone/>
              <a:defRPr sz="1800" b="1">
                <a:solidFill>
                  <a:srgbClr val="193B59"/>
                </a:solidFill>
                <a:latin typeface="Yu Gothic"/>
                <a:ea typeface="Yu Gothic"/>
                <a:cs typeface="Yu Gothic"/>
              </a:defRPr>
            </a:pPr>
            <a:r>
              <a:rPr sz="1800" b="1">
                <a:solidFill>
                  <a:srgbClr val="193B59"/>
                </a:solidFill>
                <a:latin typeface="Yu Gothic"/>
                <a:ea typeface="Yu Gothic"/>
                <a:cs typeface="Yu Gothic"/>
              </a:rPr>
              <a:t>現代</a:t>
            </a:r>
          </a:p>
        </p:txBody>
      </p:sp>
      <p:sp>
        <p:nvSpPr>
          <p:cNvPr id="7" name="">
            <a:extLst xmlns:a="http://schemas.openxmlformats.org/drawingml/2006/main">
              <a:ext uri="{FF2B5EF4-FFF2-40B4-BE49-F238E27FC236}">
                <a16:creationId xmlns:a16="http://schemas.microsoft.com/office/drawing/2014/main" id="{CAB05DDF-3E4E-4AFB-90B2-51CE8D45C612}"/>
              </a:ext>
            </a:extLst>
          </p:cNvPr>
          <p:cNvSpPr>
            <a:spLocks xmlns:a="http://schemas.openxmlformats.org/drawingml/2006/main" noGrp="1"/>
          </p:cNvSpPr>
          <p:nvPr/>
        </p:nvSpPr>
        <p:spPr>
          <a:xfrm xmlns:a="http://schemas.openxmlformats.org/drawingml/2006/main">
            <a:off x="742950" y="2324100"/>
            <a:ext cx="1333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800" b="1">
                <a:solidFill>
                  <a:srgbClr val="087E8B"/>
                </a:solidFill>
                <a:latin typeface="Yu Gothic"/>
                <a:ea typeface="Yu Gothic"/>
                <a:cs typeface="Yu Gothic"/>
              </a:defRPr>
            </a:defPPr>
            <a:lvl1pPr algn="ctr">
              <a:buNone/>
              <a:defRPr sz="1800" b="1">
                <a:solidFill>
                  <a:srgbClr val="087E8B"/>
                </a:solidFill>
                <a:latin typeface="Yu Gothic"/>
                <a:ea typeface="Yu Gothic"/>
                <a:cs typeface="Yu Gothic"/>
              </a:defRPr>
            </a:lvl1pPr>
            <a:lvl2pPr algn="ctr">
              <a:buNone/>
              <a:defRPr sz="1800" b="1">
                <a:solidFill>
                  <a:srgbClr val="087E8B"/>
                </a:solidFill>
                <a:latin typeface="Yu Gothic"/>
                <a:ea typeface="Yu Gothic"/>
                <a:cs typeface="Yu Gothic"/>
              </a:defRPr>
            </a:lvl2pPr>
            <a:lvl3pPr algn="ctr">
              <a:buNone/>
              <a:defRPr sz="1800" b="1">
                <a:solidFill>
                  <a:srgbClr val="087E8B"/>
                </a:solidFill>
                <a:latin typeface="Yu Gothic"/>
                <a:ea typeface="Yu Gothic"/>
                <a:cs typeface="Yu Gothic"/>
              </a:defRPr>
            </a:lvl3pPr>
            <a:lvl4pPr algn="ctr">
              <a:buNone/>
              <a:defRPr sz="1800" b="1">
                <a:solidFill>
                  <a:srgbClr val="087E8B"/>
                </a:solidFill>
                <a:latin typeface="Yu Gothic"/>
                <a:ea typeface="Yu Gothic"/>
                <a:cs typeface="Yu Gothic"/>
              </a:defRPr>
            </a:lvl4pPr>
            <a:lvl5pPr algn="ctr">
              <a:buNone/>
              <a:defRPr sz="1800" b="1">
                <a:solidFill>
                  <a:srgbClr val="087E8B"/>
                </a:solidFill>
                <a:latin typeface="Yu Gothic"/>
                <a:ea typeface="Yu Gothic"/>
                <a:cs typeface="Yu Gothic"/>
              </a:defRPr>
            </a:lvl5pPr>
            <a:lvl6pPr algn="ctr">
              <a:buNone/>
              <a:defRPr sz="1800" b="1">
                <a:solidFill>
                  <a:srgbClr val="087E8B"/>
                </a:solidFill>
                <a:latin typeface="Yu Gothic"/>
                <a:ea typeface="Yu Gothic"/>
                <a:cs typeface="Yu Gothic"/>
              </a:defRPr>
            </a:lvl6pPr>
            <a:lvl7pPr algn="ctr">
              <a:buNone/>
              <a:defRPr sz="1800" b="1">
                <a:solidFill>
                  <a:srgbClr val="087E8B"/>
                </a:solidFill>
                <a:latin typeface="Yu Gothic"/>
                <a:ea typeface="Yu Gothic"/>
                <a:cs typeface="Yu Gothic"/>
              </a:defRPr>
            </a:lvl7pPr>
            <a:lvl8pPr algn="ctr">
              <a:buNone/>
              <a:defRPr sz="1800" b="1">
                <a:solidFill>
                  <a:srgbClr val="087E8B"/>
                </a:solidFill>
                <a:latin typeface="Yu Gothic"/>
                <a:ea typeface="Yu Gothic"/>
                <a:cs typeface="Yu Gothic"/>
              </a:defRPr>
            </a:lvl8pPr>
            <a:lvl9pPr algn="ctr">
              <a:buNone/>
              <a:defRPr sz="1800" b="1">
                <a:solidFill>
                  <a:srgbClr val="087E8B"/>
                </a:solidFill>
                <a:latin typeface="Yu Gothic"/>
                <a:ea typeface="Yu Gothic"/>
                <a:cs typeface="Yu Gothic"/>
              </a:defRPr>
            </a:lvl9pPr>
          </a:lstStyle>
          <a:p xmlns:a="http://schemas.openxmlformats.org/drawingml/2006/main">
            <a:pPr algn="ctr">
              <a:buNone/>
              <a:defRPr sz="1800" b="1">
                <a:solidFill>
                  <a:srgbClr val="087E8B"/>
                </a:solidFill>
                <a:latin typeface="Yu Gothic"/>
                <a:ea typeface="Yu Gothic"/>
                <a:cs typeface="Yu Gothic"/>
              </a:defRPr>
            </a:pPr>
            <a:r>
              <a:rPr sz="1800" b="1">
                <a:solidFill>
                  <a:srgbClr val="087E8B"/>
                </a:solidFill>
                <a:latin typeface="Yu Gothic"/>
                <a:ea typeface="Yu Gothic"/>
                <a:cs typeface="Yu Gothic"/>
              </a:rPr>
              <a:t>木材</a:t>
            </a:r>
          </a:p>
        </p:txBody>
      </p:sp>
      <p:sp>
        <p:nvSpPr>
          <p:cNvPr id="8" name="">
            <a:extLst xmlns:a="http://schemas.openxmlformats.org/drawingml/2006/main">
              <a:ext uri="{FF2B5EF4-FFF2-40B4-BE49-F238E27FC236}">
                <a16:creationId xmlns:a16="http://schemas.microsoft.com/office/drawing/2014/main" id="{1D69932A-7768-499D-AFDF-6E04FBBBB73C}"/>
              </a:ext>
            </a:extLst>
          </p:cNvPr>
          <p:cNvSpPr>
            <a:spLocks xmlns:a="http://schemas.openxmlformats.org/drawingml/2006/main" noGrp="1"/>
          </p:cNvSpPr>
          <p:nvPr/>
        </p:nvSpPr>
        <p:spPr>
          <a:xfrm xmlns:a="http://schemas.openxmlformats.org/drawingml/2006/main">
            <a:off x="2228850" y="2324100"/>
            <a:ext cx="2047875" cy="552450"/>
          </a:xfrm>
          <a:prstGeom xmlns:a="http://schemas.openxmlformats.org/drawingml/2006/main" prst="rect">
            <a:avLst/>
          </a:prstGeom>
          <a:solidFill xmlns:a="http://schemas.openxmlformats.org/drawingml/2006/main">
            <a:srgbClr val="EAF4F3"/>
          </a:solidFill>
          <a:ln xmlns:a="http://schemas.openxmlformats.org/drawingml/2006/main" w="16193">
            <a:solidFill>
              <a:srgbClr val="087E8B"/>
            </a:solidFill>
          </a:ln>
        </p:spPr>
      </p:sp>
      <p:sp>
        <p:nvSpPr>
          <p:cNvPr id="9" name="">
            <a:extLst xmlns:a="http://schemas.openxmlformats.org/drawingml/2006/main">
              <a:ext uri="{FF2B5EF4-FFF2-40B4-BE49-F238E27FC236}">
                <a16:creationId xmlns:a16="http://schemas.microsoft.com/office/drawing/2014/main" id="{06131020-C625-4A0B-8BCC-70B39E99E030}"/>
              </a:ext>
            </a:extLst>
          </p:cNvPr>
          <p:cNvSpPr>
            <a:spLocks xmlns:a="http://schemas.openxmlformats.org/drawingml/2006/main" noGrp="1"/>
          </p:cNvSpPr>
          <p:nvPr/>
        </p:nvSpPr>
        <p:spPr>
          <a:xfrm xmlns:a="http://schemas.openxmlformats.org/drawingml/2006/main">
            <a:off x="2276475" y="2352675"/>
            <a:ext cx="19526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650" b="0">
                <a:solidFill>
                  <a:srgbClr val="263D4D"/>
                </a:solidFill>
                <a:latin typeface="Yu Gothic"/>
                <a:ea typeface="Yu Gothic"/>
                <a:cs typeface="Yu Gothic"/>
              </a:defRPr>
            </a:defPPr>
            <a:lvl1pPr algn="ctr">
              <a:buNone/>
              <a:defRPr sz="1650" b="0">
                <a:solidFill>
                  <a:srgbClr val="263D4D"/>
                </a:solidFill>
                <a:latin typeface="Yu Gothic"/>
                <a:ea typeface="Yu Gothic"/>
                <a:cs typeface="Yu Gothic"/>
              </a:defRPr>
            </a:lvl1pPr>
            <a:lvl2pPr algn="ctr">
              <a:buNone/>
              <a:defRPr sz="1650" b="0">
                <a:solidFill>
                  <a:srgbClr val="263D4D"/>
                </a:solidFill>
                <a:latin typeface="Yu Gothic"/>
                <a:ea typeface="Yu Gothic"/>
                <a:cs typeface="Yu Gothic"/>
              </a:defRPr>
            </a:lvl2pPr>
            <a:lvl3pPr algn="ctr">
              <a:buNone/>
              <a:defRPr sz="1650" b="0">
                <a:solidFill>
                  <a:srgbClr val="263D4D"/>
                </a:solidFill>
                <a:latin typeface="Yu Gothic"/>
                <a:ea typeface="Yu Gothic"/>
                <a:cs typeface="Yu Gothic"/>
              </a:defRPr>
            </a:lvl3pPr>
            <a:lvl4pPr algn="ctr">
              <a:buNone/>
              <a:defRPr sz="1650" b="0">
                <a:solidFill>
                  <a:srgbClr val="263D4D"/>
                </a:solidFill>
                <a:latin typeface="Yu Gothic"/>
                <a:ea typeface="Yu Gothic"/>
                <a:cs typeface="Yu Gothic"/>
              </a:defRPr>
            </a:lvl4pPr>
            <a:lvl5pPr algn="ctr">
              <a:buNone/>
              <a:defRPr sz="1650" b="0">
                <a:solidFill>
                  <a:srgbClr val="263D4D"/>
                </a:solidFill>
                <a:latin typeface="Yu Gothic"/>
                <a:ea typeface="Yu Gothic"/>
                <a:cs typeface="Yu Gothic"/>
              </a:defRPr>
            </a:lvl5pPr>
            <a:lvl6pPr algn="ctr">
              <a:buNone/>
              <a:defRPr sz="1650" b="0">
                <a:solidFill>
                  <a:srgbClr val="263D4D"/>
                </a:solidFill>
                <a:latin typeface="Yu Gothic"/>
                <a:ea typeface="Yu Gothic"/>
                <a:cs typeface="Yu Gothic"/>
              </a:defRPr>
            </a:lvl6pPr>
            <a:lvl7pPr algn="ctr">
              <a:buNone/>
              <a:defRPr sz="1650" b="0">
                <a:solidFill>
                  <a:srgbClr val="263D4D"/>
                </a:solidFill>
                <a:latin typeface="Yu Gothic"/>
                <a:ea typeface="Yu Gothic"/>
                <a:cs typeface="Yu Gothic"/>
              </a:defRPr>
            </a:lvl7pPr>
            <a:lvl8pPr algn="ctr">
              <a:buNone/>
              <a:defRPr sz="1650" b="0">
                <a:solidFill>
                  <a:srgbClr val="263D4D"/>
                </a:solidFill>
                <a:latin typeface="Yu Gothic"/>
                <a:ea typeface="Yu Gothic"/>
                <a:cs typeface="Yu Gothic"/>
              </a:defRPr>
            </a:lvl8pPr>
            <a:lvl9pPr algn="ctr">
              <a:buNone/>
              <a:defRPr sz="1650" b="0">
                <a:solidFill>
                  <a:srgbClr val="263D4D"/>
                </a:solidFill>
                <a:latin typeface="Yu Gothic"/>
                <a:ea typeface="Yu Gothic"/>
                <a:cs typeface="Yu Gothic"/>
              </a:defRPr>
            </a:lvl9pPr>
          </a:lstStyle>
          <a:p xmlns:a="http://schemas.openxmlformats.org/drawingml/2006/main">
            <a:pPr algn="ctr">
              <a:buNone/>
              <a:defRPr sz="1650" b="0">
                <a:solidFill>
                  <a:srgbClr val="263D4D"/>
                </a:solidFill>
                <a:latin typeface="Yu Gothic"/>
                <a:ea typeface="Yu Gothic"/>
                <a:cs typeface="Yu Gothic"/>
              </a:defRPr>
            </a:pPr>
            <a:r>
              <a:rPr sz="1650" b="0">
                <a:solidFill>
                  <a:srgbClr val="263D4D"/>
                </a:solidFill>
                <a:latin typeface="Yu Gothic"/>
                <a:ea typeface="Yu Gothic"/>
                <a:cs typeface="Yu Gothic"/>
              </a:rPr>
              <a:t>構造・道具</a:t>
            </a:r>
          </a:p>
        </p:txBody>
      </p:sp>
      <p:sp>
        <p:nvSpPr>
          <p:cNvPr id="10" name="">
            <a:extLst xmlns:a="http://schemas.openxmlformats.org/drawingml/2006/main">
              <a:ext uri="{FF2B5EF4-FFF2-40B4-BE49-F238E27FC236}">
                <a16:creationId xmlns:a16="http://schemas.microsoft.com/office/drawing/2014/main" id="{5775B26C-12EB-49DE-B61C-D069284C7B75}"/>
              </a:ext>
            </a:extLst>
          </p:cNvPr>
          <p:cNvSpPr>
            <a:spLocks xmlns:a="http://schemas.openxmlformats.org/drawingml/2006/main" noGrp="1"/>
          </p:cNvSpPr>
          <p:nvPr/>
        </p:nvSpPr>
        <p:spPr>
          <a:xfrm xmlns:a="http://schemas.openxmlformats.org/drawingml/2006/main">
            <a:off x="4419600" y="2324100"/>
            <a:ext cx="2047875" cy="552450"/>
          </a:xfrm>
          <a:prstGeom xmlns:a="http://schemas.openxmlformats.org/drawingml/2006/main" prst="rect">
            <a:avLst/>
          </a:prstGeom>
          <a:solidFill xmlns:a="http://schemas.openxmlformats.org/drawingml/2006/main">
            <a:srgbClr val="EAF4F3"/>
          </a:solidFill>
          <a:ln xmlns:a="http://schemas.openxmlformats.org/drawingml/2006/main" w="16193">
            <a:solidFill>
              <a:srgbClr val="087E8B"/>
            </a:solidFill>
          </a:ln>
        </p:spPr>
      </p:sp>
      <p:sp>
        <p:nvSpPr>
          <p:cNvPr id="11" name="">
            <a:extLst xmlns:a="http://schemas.openxmlformats.org/drawingml/2006/main">
              <a:ext uri="{FF2B5EF4-FFF2-40B4-BE49-F238E27FC236}">
                <a16:creationId xmlns:a16="http://schemas.microsoft.com/office/drawing/2014/main" id="{F4520666-6923-47CE-9E42-400FD061B81D}"/>
              </a:ext>
            </a:extLst>
          </p:cNvPr>
          <p:cNvSpPr>
            <a:spLocks xmlns:a="http://schemas.openxmlformats.org/drawingml/2006/main" noGrp="1"/>
          </p:cNvSpPr>
          <p:nvPr/>
        </p:nvSpPr>
        <p:spPr>
          <a:xfrm xmlns:a="http://schemas.openxmlformats.org/drawingml/2006/main">
            <a:off x="4467225" y="2352675"/>
            <a:ext cx="19526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650" b="0">
                <a:solidFill>
                  <a:srgbClr val="263D4D"/>
                </a:solidFill>
                <a:latin typeface="Yu Gothic"/>
                <a:ea typeface="Yu Gothic"/>
                <a:cs typeface="Yu Gothic"/>
              </a:defRPr>
            </a:defPPr>
            <a:lvl1pPr algn="ctr">
              <a:buNone/>
              <a:defRPr sz="1650" b="0">
                <a:solidFill>
                  <a:srgbClr val="263D4D"/>
                </a:solidFill>
                <a:latin typeface="Yu Gothic"/>
                <a:ea typeface="Yu Gothic"/>
                <a:cs typeface="Yu Gothic"/>
              </a:defRPr>
            </a:lvl1pPr>
            <a:lvl2pPr algn="ctr">
              <a:buNone/>
              <a:defRPr sz="1650" b="0">
                <a:solidFill>
                  <a:srgbClr val="263D4D"/>
                </a:solidFill>
                <a:latin typeface="Yu Gothic"/>
                <a:ea typeface="Yu Gothic"/>
                <a:cs typeface="Yu Gothic"/>
              </a:defRPr>
            </a:lvl2pPr>
            <a:lvl3pPr algn="ctr">
              <a:buNone/>
              <a:defRPr sz="1650" b="0">
                <a:solidFill>
                  <a:srgbClr val="263D4D"/>
                </a:solidFill>
                <a:latin typeface="Yu Gothic"/>
                <a:ea typeface="Yu Gothic"/>
                <a:cs typeface="Yu Gothic"/>
              </a:defRPr>
            </a:lvl3pPr>
            <a:lvl4pPr algn="ctr">
              <a:buNone/>
              <a:defRPr sz="1650" b="0">
                <a:solidFill>
                  <a:srgbClr val="263D4D"/>
                </a:solidFill>
                <a:latin typeface="Yu Gothic"/>
                <a:ea typeface="Yu Gothic"/>
                <a:cs typeface="Yu Gothic"/>
              </a:defRPr>
            </a:lvl4pPr>
            <a:lvl5pPr algn="ctr">
              <a:buNone/>
              <a:defRPr sz="1650" b="0">
                <a:solidFill>
                  <a:srgbClr val="263D4D"/>
                </a:solidFill>
                <a:latin typeface="Yu Gothic"/>
                <a:ea typeface="Yu Gothic"/>
                <a:cs typeface="Yu Gothic"/>
              </a:defRPr>
            </a:lvl5pPr>
            <a:lvl6pPr algn="ctr">
              <a:buNone/>
              <a:defRPr sz="1650" b="0">
                <a:solidFill>
                  <a:srgbClr val="263D4D"/>
                </a:solidFill>
                <a:latin typeface="Yu Gothic"/>
                <a:ea typeface="Yu Gothic"/>
                <a:cs typeface="Yu Gothic"/>
              </a:defRPr>
            </a:lvl6pPr>
            <a:lvl7pPr algn="ctr">
              <a:buNone/>
              <a:defRPr sz="1650" b="0">
                <a:solidFill>
                  <a:srgbClr val="263D4D"/>
                </a:solidFill>
                <a:latin typeface="Yu Gothic"/>
                <a:ea typeface="Yu Gothic"/>
                <a:cs typeface="Yu Gothic"/>
              </a:defRPr>
            </a:lvl7pPr>
            <a:lvl8pPr algn="ctr">
              <a:buNone/>
              <a:defRPr sz="1650" b="0">
                <a:solidFill>
                  <a:srgbClr val="263D4D"/>
                </a:solidFill>
                <a:latin typeface="Yu Gothic"/>
                <a:ea typeface="Yu Gothic"/>
                <a:cs typeface="Yu Gothic"/>
              </a:defRPr>
            </a:lvl8pPr>
            <a:lvl9pPr algn="ctr">
              <a:buNone/>
              <a:defRPr sz="1650" b="0">
                <a:solidFill>
                  <a:srgbClr val="263D4D"/>
                </a:solidFill>
                <a:latin typeface="Yu Gothic"/>
                <a:ea typeface="Yu Gothic"/>
                <a:cs typeface="Yu Gothic"/>
              </a:defRPr>
            </a:lvl9pPr>
          </a:lstStyle>
          <a:p xmlns:a="http://schemas.openxmlformats.org/drawingml/2006/main">
            <a:pPr algn="ctr">
              <a:buNone/>
              <a:defRPr sz="1650" b="0">
                <a:solidFill>
                  <a:srgbClr val="263D4D"/>
                </a:solidFill>
                <a:latin typeface="Yu Gothic"/>
                <a:ea typeface="Yu Gothic"/>
                <a:cs typeface="Yu Gothic"/>
              </a:defRPr>
            </a:pPr>
            <a:r>
              <a:rPr sz="1650" b="0">
                <a:solidFill>
                  <a:srgbClr val="263D4D"/>
                </a:solidFill>
                <a:latin typeface="Yu Gothic"/>
                <a:ea typeface="Yu Gothic"/>
                <a:cs typeface="Yu Gothic"/>
              </a:rPr>
              <a:t>建築・流通</a:t>
            </a:r>
          </a:p>
        </p:txBody>
      </p:sp>
      <p:sp>
        <p:nvSpPr>
          <p:cNvPr id="12" name="">
            <a:extLst xmlns:a="http://schemas.openxmlformats.org/drawingml/2006/main">
              <a:ext uri="{FF2B5EF4-FFF2-40B4-BE49-F238E27FC236}">
                <a16:creationId xmlns:a16="http://schemas.microsoft.com/office/drawing/2014/main" id="{07942501-505A-46C0-BF69-3029019ADB8F}"/>
              </a:ext>
            </a:extLst>
          </p:cNvPr>
          <p:cNvSpPr>
            <a:spLocks xmlns:a="http://schemas.openxmlformats.org/drawingml/2006/main" noGrp="1"/>
          </p:cNvSpPr>
          <p:nvPr/>
        </p:nvSpPr>
        <p:spPr>
          <a:xfrm xmlns:a="http://schemas.openxmlformats.org/drawingml/2006/main">
            <a:off x="6610350" y="2324100"/>
            <a:ext cx="2047875" cy="552450"/>
          </a:xfrm>
          <a:prstGeom xmlns:a="http://schemas.openxmlformats.org/drawingml/2006/main" prst="rect">
            <a:avLst/>
          </a:prstGeom>
          <a:solidFill xmlns:a="http://schemas.openxmlformats.org/drawingml/2006/main">
            <a:srgbClr val="EAF4F3"/>
          </a:solidFill>
          <a:ln xmlns:a="http://schemas.openxmlformats.org/drawingml/2006/main" w="16193">
            <a:solidFill>
              <a:srgbClr val="087E8B"/>
            </a:solidFill>
          </a:ln>
        </p:spPr>
      </p:sp>
      <p:sp>
        <p:nvSpPr>
          <p:cNvPr id="13" name="">
            <a:extLst xmlns:a="http://schemas.openxmlformats.org/drawingml/2006/main">
              <a:ext uri="{FF2B5EF4-FFF2-40B4-BE49-F238E27FC236}">
                <a16:creationId xmlns:a16="http://schemas.microsoft.com/office/drawing/2014/main" id="{E9E6B204-82C3-4DD9-A671-8A2091916B7D}"/>
              </a:ext>
            </a:extLst>
          </p:cNvPr>
          <p:cNvSpPr>
            <a:spLocks xmlns:a="http://schemas.openxmlformats.org/drawingml/2006/main" noGrp="1"/>
          </p:cNvSpPr>
          <p:nvPr/>
        </p:nvSpPr>
        <p:spPr>
          <a:xfrm xmlns:a="http://schemas.openxmlformats.org/drawingml/2006/main">
            <a:off x="6657975" y="2352675"/>
            <a:ext cx="19526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650" b="0">
                <a:solidFill>
                  <a:srgbClr val="263D4D"/>
                </a:solidFill>
                <a:latin typeface="Yu Gothic"/>
                <a:ea typeface="Yu Gothic"/>
                <a:cs typeface="Yu Gothic"/>
              </a:defRPr>
            </a:defPPr>
            <a:lvl1pPr algn="ctr">
              <a:buNone/>
              <a:defRPr sz="1650" b="0">
                <a:solidFill>
                  <a:srgbClr val="263D4D"/>
                </a:solidFill>
                <a:latin typeface="Yu Gothic"/>
                <a:ea typeface="Yu Gothic"/>
                <a:cs typeface="Yu Gothic"/>
              </a:defRPr>
            </a:lvl1pPr>
            <a:lvl2pPr algn="ctr">
              <a:buNone/>
              <a:defRPr sz="1650" b="0">
                <a:solidFill>
                  <a:srgbClr val="263D4D"/>
                </a:solidFill>
                <a:latin typeface="Yu Gothic"/>
                <a:ea typeface="Yu Gothic"/>
                <a:cs typeface="Yu Gothic"/>
              </a:defRPr>
            </a:lvl2pPr>
            <a:lvl3pPr algn="ctr">
              <a:buNone/>
              <a:defRPr sz="1650" b="0">
                <a:solidFill>
                  <a:srgbClr val="263D4D"/>
                </a:solidFill>
                <a:latin typeface="Yu Gothic"/>
                <a:ea typeface="Yu Gothic"/>
                <a:cs typeface="Yu Gothic"/>
              </a:defRPr>
            </a:lvl3pPr>
            <a:lvl4pPr algn="ctr">
              <a:buNone/>
              <a:defRPr sz="1650" b="0">
                <a:solidFill>
                  <a:srgbClr val="263D4D"/>
                </a:solidFill>
                <a:latin typeface="Yu Gothic"/>
                <a:ea typeface="Yu Gothic"/>
                <a:cs typeface="Yu Gothic"/>
              </a:defRPr>
            </a:lvl4pPr>
            <a:lvl5pPr algn="ctr">
              <a:buNone/>
              <a:defRPr sz="1650" b="0">
                <a:solidFill>
                  <a:srgbClr val="263D4D"/>
                </a:solidFill>
                <a:latin typeface="Yu Gothic"/>
                <a:ea typeface="Yu Gothic"/>
                <a:cs typeface="Yu Gothic"/>
              </a:defRPr>
            </a:lvl5pPr>
            <a:lvl6pPr algn="ctr">
              <a:buNone/>
              <a:defRPr sz="1650" b="0">
                <a:solidFill>
                  <a:srgbClr val="263D4D"/>
                </a:solidFill>
                <a:latin typeface="Yu Gothic"/>
                <a:ea typeface="Yu Gothic"/>
                <a:cs typeface="Yu Gothic"/>
              </a:defRPr>
            </a:lvl6pPr>
            <a:lvl7pPr algn="ctr">
              <a:buNone/>
              <a:defRPr sz="1650" b="0">
                <a:solidFill>
                  <a:srgbClr val="263D4D"/>
                </a:solidFill>
                <a:latin typeface="Yu Gothic"/>
                <a:ea typeface="Yu Gothic"/>
                <a:cs typeface="Yu Gothic"/>
              </a:defRPr>
            </a:lvl7pPr>
            <a:lvl8pPr algn="ctr">
              <a:buNone/>
              <a:defRPr sz="1650" b="0">
                <a:solidFill>
                  <a:srgbClr val="263D4D"/>
                </a:solidFill>
                <a:latin typeface="Yu Gothic"/>
                <a:ea typeface="Yu Gothic"/>
                <a:cs typeface="Yu Gothic"/>
              </a:defRPr>
            </a:lvl8pPr>
            <a:lvl9pPr algn="ctr">
              <a:buNone/>
              <a:defRPr sz="1650" b="0">
                <a:solidFill>
                  <a:srgbClr val="263D4D"/>
                </a:solidFill>
                <a:latin typeface="Yu Gothic"/>
                <a:ea typeface="Yu Gothic"/>
                <a:cs typeface="Yu Gothic"/>
              </a:defRPr>
            </a:lvl9pPr>
          </a:lstStyle>
          <a:p xmlns:a="http://schemas.openxmlformats.org/drawingml/2006/main">
            <a:pPr algn="ctr">
              <a:buNone/>
              <a:defRPr sz="1650" b="0">
                <a:solidFill>
                  <a:srgbClr val="263D4D"/>
                </a:solidFill>
                <a:latin typeface="Yu Gothic"/>
                <a:ea typeface="Yu Gothic"/>
                <a:cs typeface="Yu Gothic"/>
              </a:defRPr>
            </a:pPr>
            <a:r>
              <a:rPr sz="1650" b="0">
                <a:solidFill>
                  <a:srgbClr val="263D4D"/>
                </a:solidFill>
                <a:latin typeface="Yu Gothic"/>
                <a:ea typeface="Yu Gothic"/>
                <a:cs typeface="Yu Gothic"/>
              </a:rPr>
              <a:t>製材・工業</a:t>
            </a:r>
          </a:p>
        </p:txBody>
      </p:sp>
      <p:sp>
        <p:nvSpPr>
          <p:cNvPr id="14" name="">
            <a:extLst xmlns:a="http://schemas.openxmlformats.org/drawingml/2006/main">
              <a:ext uri="{FF2B5EF4-FFF2-40B4-BE49-F238E27FC236}">
                <a16:creationId xmlns:a16="http://schemas.microsoft.com/office/drawing/2014/main" id="{129D27C2-1799-4FD2-A4E0-02C8B3178809}"/>
              </a:ext>
            </a:extLst>
          </p:cNvPr>
          <p:cNvSpPr>
            <a:spLocks xmlns:a="http://schemas.openxmlformats.org/drawingml/2006/main" noGrp="1"/>
          </p:cNvSpPr>
          <p:nvPr/>
        </p:nvSpPr>
        <p:spPr>
          <a:xfrm xmlns:a="http://schemas.openxmlformats.org/drawingml/2006/main">
            <a:off x="8801100" y="2324100"/>
            <a:ext cx="2047875" cy="552450"/>
          </a:xfrm>
          <a:prstGeom xmlns:a="http://schemas.openxmlformats.org/drawingml/2006/main" prst="rect">
            <a:avLst/>
          </a:prstGeom>
          <a:solidFill xmlns:a="http://schemas.openxmlformats.org/drawingml/2006/main">
            <a:srgbClr val="EAF4F3"/>
          </a:solidFill>
          <a:ln xmlns:a="http://schemas.openxmlformats.org/drawingml/2006/main" w="16193">
            <a:solidFill>
              <a:srgbClr val="087E8B"/>
            </a:solidFill>
          </a:ln>
        </p:spPr>
      </p:sp>
      <p:sp>
        <p:nvSpPr>
          <p:cNvPr id="15" name="">
            <a:extLst xmlns:a="http://schemas.openxmlformats.org/drawingml/2006/main">
              <a:ext uri="{FF2B5EF4-FFF2-40B4-BE49-F238E27FC236}">
                <a16:creationId xmlns:a16="http://schemas.microsoft.com/office/drawing/2014/main" id="{3E091D4F-683C-4C1B-A16E-9B0A59103159}"/>
              </a:ext>
            </a:extLst>
          </p:cNvPr>
          <p:cNvSpPr>
            <a:spLocks xmlns:a="http://schemas.openxmlformats.org/drawingml/2006/main" noGrp="1"/>
          </p:cNvSpPr>
          <p:nvPr/>
        </p:nvSpPr>
        <p:spPr>
          <a:xfrm xmlns:a="http://schemas.openxmlformats.org/drawingml/2006/main">
            <a:off x="8848725" y="2352675"/>
            <a:ext cx="19526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650" b="0">
                <a:solidFill>
                  <a:srgbClr val="263D4D"/>
                </a:solidFill>
                <a:latin typeface="Yu Gothic"/>
                <a:ea typeface="Yu Gothic"/>
                <a:cs typeface="Yu Gothic"/>
              </a:defRPr>
            </a:defPPr>
            <a:lvl1pPr algn="ctr">
              <a:buNone/>
              <a:defRPr sz="1650" b="0">
                <a:solidFill>
                  <a:srgbClr val="263D4D"/>
                </a:solidFill>
                <a:latin typeface="Yu Gothic"/>
                <a:ea typeface="Yu Gothic"/>
                <a:cs typeface="Yu Gothic"/>
              </a:defRPr>
            </a:lvl1pPr>
            <a:lvl2pPr algn="ctr">
              <a:buNone/>
              <a:defRPr sz="1650" b="0">
                <a:solidFill>
                  <a:srgbClr val="263D4D"/>
                </a:solidFill>
                <a:latin typeface="Yu Gothic"/>
                <a:ea typeface="Yu Gothic"/>
                <a:cs typeface="Yu Gothic"/>
              </a:defRPr>
            </a:lvl2pPr>
            <a:lvl3pPr algn="ctr">
              <a:buNone/>
              <a:defRPr sz="1650" b="0">
                <a:solidFill>
                  <a:srgbClr val="263D4D"/>
                </a:solidFill>
                <a:latin typeface="Yu Gothic"/>
                <a:ea typeface="Yu Gothic"/>
                <a:cs typeface="Yu Gothic"/>
              </a:defRPr>
            </a:lvl3pPr>
            <a:lvl4pPr algn="ctr">
              <a:buNone/>
              <a:defRPr sz="1650" b="0">
                <a:solidFill>
                  <a:srgbClr val="263D4D"/>
                </a:solidFill>
                <a:latin typeface="Yu Gothic"/>
                <a:ea typeface="Yu Gothic"/>
                <a:cs typeface="Yu Gothic"/>
              </a:defRPr>
            </a:lvl4pPr>
            <a:lvl5pPr algn="ctr">
              <a:buNone/>
              <a:defRPr sz="1650" b="0">
                <a:solidFill>
                  <a:srgbClr val="263D4D"/>
                </a:solidFill>
                <a:latin typeface="Yu Gothic"/>
                <a:ea typeface="Yu Gothic"/>
                <a:cs typeface="Yu Gothic"/>
              </a:defRPr>
            </a:lvl5pPr>
            <a:lvl6pPr algn="ctr">
              <a:buNone/>
              <a:defRPr sz="1650" b="0">
                <a:solidFill>
                  <a:srgbClr val="263D4D"/>
                </a:solidFill>
                <a:latin typeface="Yu Gothic"/>
                <a:ea typeface="Yu Gothic"/>
                <a:cs typeface="Yu Gothic"/>
              </a:defRPr>
            </a:lvl6pPr>
            <a:lvl7pPr algn="ctr">
              <a:buNone/>
              <a:defRPr sz="1650" b="0">
                <a:solidFill>
                  <a:srgbClr val="263D4D"/>
                </a:solidFill>
                <a:latin typeface="Yu Gothic"/>
                <a:ea typeface="Yu Gothic"/>
                <a:cs typeface="Yu Gothic"/>
              </a:defRPr>
            </a:lvl7pPr>
            <a:lvl8pPr algn="ctr">
              <a:buNone/>
              <a:defRPr sz="1650" b="0">
                <a:solidFill>
                  <a:srgbClr val="263D4D"/>
                </a:solidFill>
                <a:latin typeface="Yu Gothic"/>
                <a:ea typeface="Yu Gothic"/>
                <a:cs typeface="Yu Gothic"/>
              </a:defRPr>
            </a:lvl8pPr>
            <a:lvl9pPr algn="ctr">
              <a:buNone/>
              <a:defRPr sz="1650" b="0">
                <a:solidFill>
                  <a:srgbClr val="263D4D"/>
                </a:solidFill>
                <a:latin typeface="Yu Gothic"/>
                <a:ea typeface="Yu Gothic"/>
                <a:cs typeface="Yu Gothic"/>
              </a:defRPr>
            </a:lvl9pPr>
          </a:lstStyle>
          <a:p xmlns:a="http://schemas.openxmlformats.org/drawingml/2006/main">
            <a:pPr algn="ctr">
              <a:buNone/>
              <a:defRPr sz="1650" b="0">
                <a:solidFill>
                  <a:srgbClr val="263D4D"/>
                </a:solidFill>
                <a:latin typeface="Yu Gothic"/>
                <a:ea typeface="Yu Gothic"/>
                <a:cs typeface="Yu Gothic"/>
              </a:defRPr>
            </a:pPr>
            <a:r>
              <a:rPr sz="1650" b="0">
                <a:solidFill>
                  <a:srgbClr val="263D4D"/>
                </a:solidFill>
                <a:latin typeface="Yu Gothic"/>
                <a:ea typeface="Yu Gothic"/>
                <a:cs typeface="Yu Gothic"/>
              </a:rPr>
              <a:t>建築・複合</a:t>
            </a:r>
          </a:p>
        </p:txBody>
      </p:sp>
      <p:sp>
        <p:nvSpPr>
          <p:cNvPr id="16" name="">
            <a:extLst xmlns:a="http://schemas.openxmlformats.org/drawingml/2006/main">
              <a:ext uri="{FF2B5EF4-FFF2-40B4-BE49-F238E27FC236}">
                <a16:creationId xmlns:a16="http://schemas.microsoft.com/office/drawing/2014/main" id="{FD41521A-F045-46DF-93E3-B777839DE4BD}"/>
              </a:ext>
            </a:extLst>
          </p:cNvPr>
          <p:cNvSpPr>
            <a:spLocks xmlns:a="http://schemas.openxmlformats.org/drawingml/2006/main" noGrp="1"/>
          </p:cNvSpPr>
          <p:nvPr/>
        </p:nvSpPr>
        <p:spPr>
          <a:xfrm xmlns:a="http://schemas.openxmlformats.org/drawingml/2006/main">
            <a:off x="742950" y="3143250"/>
            <a:ext cx="1333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800" b="1">
                <a:solidFill>
                  <a:srgbClr val="087E8B"/>
                </a:solidFill>
                <a:latin typeface="Yu Gothic"/>
                <a:ea typeface="Yu Gothic"/>
                <a:cs typeface="Yu Gothic"/>
              </a:defRPr>
            </a:defPPr>
            <a:lvl1pPr algn="ctr">
              <a:buNone/>
              <a:defRPr sz="1800" b="1">
                <a:solidFill>
                  <a:srgbClr val="087E8B"/>
                </a:solidFill>
                <a:latin typeface="Yu Gothic"/>
                <a:ea typeface="Yu Gothic"/>
                <a:cs typeface="Yu Gothic"/>
              </a:defRPr>
            </a:lvl1pPr>
            <a:lvl2pPr algn="ctr">
              <a:buNone/>
              <a:defRPr sz="1800" b="1">
                <a:solidFill>
                  <a:srgbClr val="087E8B"/>
                </a:solidFill>
                <a:latin typeface="Yu Gothic"/>
                <a:ea typeface="Yu Gothic"/>
                <a:cs typeface="Yu Gothic"/>
              </a:defRPr>
            </a:lvl2pPr>
            <a:lvl3pPr algn="ctr">
              <a:buNone/>
              <a:defRPr sz="1800" b="1">
                <a:solidFill>
                  <a:srgbClr val="087E8B"/>
                </a:solidFill>
                <a:latin typeface="Yu Gothic"/>
                <a:ea typeface="Yu Gothic"/>
                <a:cs typeface="Yu Gothic"/>
              </a:defRPr>
            </a:lvl3pPr>
            <a:lvl4pPr algn="ctr">
              <a:buNone/>
              <a:defRPr sz="1800" b="1">
                <a:solidFill>
                  <a:srgbClr val="087E8B"/>
                </a:solidFill>
                <a:latin typeface="Yu Gothic"/>
                <a:ea typeface="Yu Gothic"/>
                <a:cs typeface="Yu Gothic"/>
              </a:defRPr>
            </a:lvl4pPr>
            <a:lvl5pPr algn="ctr">
              <a:buNone/>
              <a:defRPr sz="1800" b="1">
                <a:solidFill>
                  <a:srgbClr val="087E8B"/>
                </a:solidFill>
                <a:latin typeface="Yu Gothic"/>
                <a:ea typeface="Yu Gothic"/>
                <a:cs typeface="Yu Gothic"/>
              </a:defRPr>
            </a:lvl5pPr>
            <a:lvl6pPr algn="ctr">
              <a:buNone/>
              <a:defRPr sz="1800" b="1">
                <a:solidFill>
                  <a:srgbClr val="087E8B"/>
                </a:solidFill>
                <a:latin typeface="Yu Gothic"/>
                <a:ea typeface="Yu Gothic"/>
                <a:cs typeface="Yu Gothic"/>
              </a:defRPr>
            </a:lvl6pPr>
            <a:lvl7pPr algn="ctr">
              <a:buNone/>
              <a:defRPr sz="1800" b="1">
                <a:solidFill>
                  <a:srgbClr val="087E8B"/>
                </a:solidFill>
                <a:latin typeface="Yu Gothic"/>
                <a:ea typeface="Yu Gothic"/>
                <a:cs typeface="Yu Gothic"/>
              </a:defRPr>
            </a:lvl7pPr>
            <a:lvl8pPr algn="ctr">
              <a:buNone/>
              <a:defRPr sz="1800" b="1">
                <a:solidFill>
                  <a:srgbClr val="087E8B"/>
                </a:solidFill>
                <a:latin typeface="Yu Gothic"/>
                <a:ea typeface="Yu Gothic"/>
                <a:cs typeface="Yu Gothic"/>
              </a:defRPr>
            </a:lvl8pPr>
            <a:lvl9pPr algn="ctr">
              <a:buNone/>
              <a:defRPr sz="1800" b="1">
                <a:solidFill>
                  <a:srgbClr val="087E8B"/>
                </a:solidFill>
                <a:latin typeface="Yu Gothic"/>
                <a:ea typeface="Yu Gothic"/>
                <a:cs typeface="Yu Gothic"/>
              </a:defRPr>
            </a:lvl9pPr>
          </a:lstStyle>
          <a:p xmlns:a="http://schemas.openxmlformats.org/drawingml/2006/main">
            <a:pPr algn="ctr">
              <a:buNone/>
              <a:defRPr sz="1800" b="1">
                <a:solidFill>
                  <a:srgbClr val="087E8B"/>
                </a:solidFill>
                <a:latin typeface="Yu Gothic"/>
                <a:ea typeface="Yu Gothic"/>
                <a:cs typeface="Yu Gothic"/>
              </a:defRPr>
            </a:pPr>
            <a:r>
              <a:rPr sz="1800" b="1">
                <a:solidFill>
                  <a:srgbClr val="087E8B"/>
                </a:solidFill>
                <a:latin typeface="Yu Gothic"/>
                <a:ea typeface="Yu Gothic"/>
                <a:cs typeface="Yu Gothic"/>
              </a:rPr>
              <a:t>焼き物</a:t>
            </a:r>
          </a:p>
        </p:txBody>
      </p:sp>
      <p:sp>
        <p:nvSpPr>
          <p:cNvPr id="17" name="">
            <a:extLst xmlns:a="http://schemas.openxmlformats.org/drawingml/2006/main">
              <a:ext uri="{FF2B5EF4-FFF2-40B4-BE49-F238E27FC236}">
                <a16:creationId xmlns:a16="http://schemas.microsoft.com/office/drawing/2014/main" id="{7EB6FFF8-B05A-4045-8CD1-2579EBD0786C}"/>
              </a:ext>
            </a:extLst>
          </p:cNvPr>
          <p:cNvSpPr>
            <a:spLocks xmlns:a="http://schemas.openxmlformats.org/drawingml/2006/main" noGrp="1"/>
          </p:cNvSpPr>
          <p:nvPr/>
        </p:nvSpPr>
        <p:spPr>
          <a:xfrm xmlns:a="http://schemas.openxmlformats.org/drawingml/2006/main">
            <a:off x="2228850" y="3143250"/>
            <a:ext cx="2047875" cy="552450"/>
          </a:xfrm>
          <a:prstGeom xmlns:a="http://schemas.openxmlformats.org/drawingml/2006/main" prst="rect">
            <a:avLst/>
          </a:prstGeom>
          <a:solidFill xmlns:a="http://schemas.openxmlformats.org/drawingml/2006/main">
            <a:srgbClr val="E8F0F4"/>
          </a:solidFill>
          <a:ln xmlns:a="http://schemas.openxmlformats.org/drawingml/2006/main" w="16193">
            <a:solidFill>
              <a:srgbClr val="087E8B"/>
            </a:solidFill>
          </a:ln>
        </p:spPr>
      </p:sp>
      <p:sp>
        <p:nvSpPr>
          <p:cNvPr id="18" name="">
            <a:extLst xmlns:a="http://schemas.openxmlformats.org/drawingml/2006/main">
              <a:ext uri="{FF2B5EF4-FFF2-40B4-BE49-F238E27FC236}">
                <a16:creationId xmlns:a16="http://schemas.microsoft.com/office/drawing/2014/main" id="{4C13FCA2-8C9A-4F35-84C6-7F375BC7E06B}"/>
              </a:ext>
            </a:extLst>
          </p:cNvPr>
          <p:cNvSpPr>
            <a:spLocks xmlns:a="http://schemas.openxmlformats.org/drawingml/2006/main" noGrp="1"/>
          </p:cNvSpPr>
          <p:nvPr/>
        </p:nvSpPr>
        <p:spPr>
          <a:xfrm xmlns:a="http://schemas.openxmlformats.org/drawingml/2006/main">
            <a:off x="2276475" y="3171825"/>
            <a:ext cx="19526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650" b="0">
                <a:solidFill>
                  <a:srgbClr val="263D4D"/>
                </a:solidFill>
                <a:latin typeface="Yu Gothic"/>
                <a:ea typeface="Yu Gothic"/>
                <a:cs typeface="Yu Gothic"/>
              </a:defRPr>
            </a:defPPr>
            <a:lvl1pPr algn="ctr">
              <a:buNone/>
              <a:defRPr sz="1650" b="0">
                <a:solidFill>
                  <a:srgbClr val="263D4D"/>
                </a:solidFill>
                <a:latin typeface="Yu Gothic"/>
                <a:ea typeface="Yu Gothic"/>
                <a:cs typeface="Yu Gothic"/>
              </a:defRPr>
            </a:lvl1pPr>
            <a:lvl2pPr algn="ctr">
              <a:buNone/>
              <a:defRPr sz="1650" b="0">
                <a:solidFill>
                  <a:srgbClr val="263D4D"/>
                </a:solidFill>
                <a:latin typeface="Yu Gothic"/>
                <a:ea typeface="Yu Gothic"/>
                <a:cs typeface="Yu Gothic"/>
              </a:defRPr>
            </a:lvl2pPr>
            <a:lvl3pPr algn="ctr">
              <a:buNone/>
              <a:defRPr sz="1650" b="0">
                <a:solidFill>
                  <a:srgbClr val="263D4D"/>
                </a:solidFill>
                <a:latin typeface="Yu Gothic"/>
                <a:ea typeface="Yu Gothic"/>
                <a:cs typeface="Yu Gothic"/>
              </a:defRPr>
            </a:lvl3pPr>
            <a:lvl4pPr algn="ctr">
              <a:buNone/>
              <a:defRPr sz="1650" b="0">
                <a:solidFill>
                  <a:srgbClr val="263D4D"/>
                </a:solidFill>
                <a:latin typeface="Yu Gothic"/>
                <a:ea typeface="Yu Gothic"/>
                <a:cs typeface="Yu Gothic"/>
              </a:defRPr>
            </a:lvl4pPr>
            <a:lvl5pPr algn="ctr">
              <a:buNone/>
              <a:defRPr sz="1650" b="0">
                <a:solidFill>
                  <a:srgbClr val="263D4D"/>
                </a:solidFill>
                <a:latin typeface="Yu Gothic"/>
                <a:ea typeface="Yu Gothic"/>
                <a:cs typeface="Yu Gothic"/>
              </a:defRPr>
            </a:lvl5pPr>
            <a:lvl6pPr algn="ctr">
              <a:buNone/>
              <a:defRPr sz="1650" b="0">
                <a:solidFill>
                  <a:srgbClr val="263D4D"/>
                </a:solidFill>
                <a:latin typeface="Yu Gothic"/>
                <a:ea typeface="Yu Gothic"/>
                <a:cs typeface="Yu Gothic"/>
              </a:defRPr>
            </a:lvl6pPr>
            <a:lvl7pPr algn="ctr">
              <a:buNone/>
              <a:defRPr sz="1650" b="0">
                <a:solidFill>
                  <a:srgbClr val="263D4D"/>
                </a:solidFill>
                <a:latin typeface="Yu Gothic"/>
                <a:ea typeface="Yu Gothic"/>
                <a:cs typeface="Yu Gothic"/>
              </a:defRPr>
            </a:lvl7pPr>
            <a:lvl8pPr algn="ctr">
              <a:buNone/>
              <a:defRPr sz="1650" b="0">
                <a:solidFill>
                  <a:srgbClr val="263D4D"/>
                </a:solidFill>
                <a:latin typeface="Yu Gothic"/>
                <a:ea typeface="Yu Gothic"/>
                <a:cs typeface="Yu Gothic"/>
              </a:defRPr>
            </a:lvl8pPr>
            <a:lvl9pPr algn="ctr">
              <a:buNone/>
              <a:defRPr sz="1650" b="0">
                <a:solidFill>
                  <a:srgbClr val="263D4D"/>
                </a:solidFill>
                <a:latin typeface="Yu Gothic"/>
                <a:ea typeface="Yu Gothic"/>
                <a:cs typeface="Yu Gothic"/>
              </a:defRPr>
            </a:lvl9pPr>
          </a:lstStyle>
          <a:p xmlns:a="http://schemas.openxmlformats.org/drawingml/2006/main">
            <a:pPr algn="ctr">
              <a:buNone/>
              <a:defRPr sz="1650" b="0">
                <a:solidFill>
                  <a:srgbClr val="263D4D"/>
                </a:solidFill>
                <a:latin typeface="Yu Gothic"/>
                <a:ea typeface="Yu Gothic"/>
                <a:cs typeface="Yu Gothic"/>
              </a:defRPr>
            </a:pPr>
            <a:r>
              <a:rPr sz="1650" b="0">
                <a:solidFill>
                  <a:srgbClr val="263D4D"/>
                </a:solidFill>
                <a:latin typeface="Yu Gothic"/>
                <a:ea typeface="Yu Gothic"/>
                <a:cs typeface="Yu Gothic"/>
              </a:rPr>
              <a:t>容器</a:t>
            </a:r>
          </a:p>
        </p:txBody>
      </p:sp>
      <p:sp>
        <p:nvSpPr>
          <p:cNvPr id="19" name="">
            <a:extLst xmlns:a="http://schemas.openxmlformats.org/drawingml/2006/main">
              <a:ext uri="{FF2B5EF4-FFF2-40B4-BE49-F238E27FC236}">
                <a16:creationId xmlns:a16="http://schemas.microsoft.com/office/drawing/2014/main" id="{A8BF74AB-3E64-4307-AE43-A0AC9F872999}"/>
              </a:ext>
            </a:extLst>
          </p:cNvPr>
          <p:cNvSpPr>
            <a:spLocks xmlns:a="http://schemas.openxmlformats.org/drawingml/2006/main" noGrp="1"/>
          </p:cNvSpPr>
          <p:nvPr/>
        </p:nvSpPr>
        <p:spPr>
          <a:xfrm xmlns:a="http://schemas.openxmlformats.org/drawingml/2006/main">
            <a:off x="4419600" y="3143250"/>
            <a:ext cx="2047875" cy="552450"/>
          </a:xfrm>
          <a:prstGeom xmlns:a="http://schemas.openxmlformats.org/drawingml/2006/main" prst="rect">
            <a:avLst/>
          </a:prstGeom>
          <a:solidFill xmlns:a="http://schemas.openxmlformats.org/drawingml/2006/main">
            <a:srgbClr val="E8F0F4"/>
          </a:solidFill>
          <a:ln xmlns:a="http://schemas.openxmlformats.org/drawingml/2006/main" w="16193">
            <a:solidFill>
              <a:srgbClr val="087E8B"/>
            </a:solidFill>
          </a:ln>
        </p:spPr>
      </p:sp>
      <p:sp>
        <p:nvSpPr>
          <p:cNvPr id="20" name="">
            <a:extLst xmlns:a="http://schemas.openxmlformats.org/drawingml/2006/main">
              <a:ext uri="{FF2B5EF4-FFF2-40B4-BE49-F238E27FC236}">
                <a16:creationId xmlns:a16="http://schemas.microsoft.com/office/drawing/2014/main" id="{6C86DC4B-1CF6-4146-B236-B7CBF8F171A6}"/>
              </a:ext>
            </a:extLst>
          </p:cNvPr>
          <p:cNvSpPr>
            <a:spLocks xmlns:a="http://schemas.openxmlformats.org/drawingml/2006/main" noGrp="1"/>
          </p:cNvSpPr>
          <p:nvPr/>
        </p:nvSpPr>
        <p:spPr>
          <a:xfrm xmlns:a="http://schemas.openxmlformats.org/drawingml/2006/main">
            <a:off x="4467225" y="3171825"/>
            <a:ext cx="19526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650" b="0">
                <a:solidFill>
                  <a:srgbClr val="263D4D"/>
                </a:solidFill>
                <a:latin typeface="Yu Gothic"/>
                <a:ea typeface="Yu Gothic"/>
                <a:cs typeface="Yu Gothic"/>
              </a:defRPr>
            </a:defPPr>
            <a:lvl1pPr algn="ctr">
              <a:buNone/>
              <a:defRPr sz="1650" b="0">
                <a:solidFill>
                  <a:srgbClr val="263D4D"/>
                </a:solidFill>
                <a:latin typeface="Yu Gothic"/>
                <a:ea typeface="Yu Gothic"/>
                <a:cs typeface="Yu Gothic"/>
              </a:defRPr>
            </a:lvl1pPr>
            <a:lvl2pPr algn="ctr">
              <a:buNone/>
              <a:defRPr sz="1650" b="0">
                <a:solidFill>
                  <a:srgbClr val="263D4D"/>
                </a:solidFill>
                <a:latin typeface="Yu Gothic"/>
                <a:ea typeface="Yu Gothic"/>
                <a:cs typeface="Yu Gothic"/>
              </a:defRPr>
            </a:lvl2pPr>
            <a:lvl3pPr algn="ctr">
              <a:buNone/>
              <a:defRPr sz="1650" b="0">
                <a:solidFill>
                  <a:srgbClr val="263D4D"/>
                </a:solidFill>
                <a:latin typeface="Yu Gothic"/>
                <a:ea typeface="Yu Gothic"/>
                <a:cs typeface="Yu Gothic"/>
              </a:defRPr>
            </a:lvl3pPr>
            <a:lvl4pPr algn="ctr">
              <a:buNone/>
              <a:defRPr sz="1650" b="0">
                <a:solidFill>
                  <a:srgbClr val="263D4D"/>
                </a:solidFill>
                <a:latin typeface="Yu Gothic"/>
                <a:ea typeface="Yu Gothic"/>
                <a:cs typeface="Yu Gothic"/>
              </a:defRPr>
            </a:lvl4pPr>
            <a:lvl5pPr algn="ctr">
              <a:buNone/>
              <a:defRPr sz="1650" b="0">
                <a:solidFill>
                  <a:srgbClr val="263D4D"/>
                </a:solidFill>
                <a:latin typeface="Yu Gothic"/>
                <a:ea typeface="Yu Gothic"/>
                <a:cs typeface="Yu Gothic"/>
              </a:defRPr>
            </a:lvl5pPr>
            <a:lvl6pPr algn="ctr">
              <a:buNone/>
              <a:defRPr sz="1650" b="0">
                <a:solidFill>
                  <a:srgbClr val="263D4D"/>
                </a:solidFill>
                <a:latin typeface="Yu Gothic"/>
                <a:ea typeface="Yu Gothic"/>
                <a:cs typeface="Yu Gothic"/>
              </a:defRPr>
            </a:lvl6pPr>
            <a:lvl7pPr algn="ctr">
              <a:buNone/>
              <a:defRPr sz="1650" b="0">
                <a:solidFill>
                  <a:srgbClr val="263D4D"/>
                </a:solidFill>
                <a:latin typeface="Yu Gothic"/>
                <a:ea typeface="Yu Gothic"/>
                <a:cs typeface="Yu Gothic"/>
              </a:defRPr>
            </a:lvl7pPr>
            <a:lvl8pPr algn="ctr">
              <a:buNone/>
              <a:defRPr sz="1650" b="0">
                <a:solidFill>
                  <a:srgbClr val="263D4D"/>
                </a:solidFill>
                <a:latin typeface="Yu Gothic"/>
                <a:ea typeface="Yu Gothic"/>
                <a:cs typeface="Yu Gothic"/>
              </a:defRPr>
            </a:lvl8pPr>
            <a:lvl9pPr algn="ctr">
              <a:buNone/>
              <a:defRPr sz="1650" b="0">
                <a:solidFill>
                  <a:srgbClr val="263D4D"/>
                </a:solidFill>
                <a:latin typeface="Yu Gothic"/>
                <a:ea typeface="Yu Gothic"/>
                <a:cs typeface="Yu Gothic"/>
              </a:defRPr>
            </a:lvl9pPr>
          </a:lstStyle>
          <a:p xmlns:a="http://schemas.openxmlformats.org/drawingml/2006/main">
            <a:pPr algn="ctr">
              <a:buNone/>
              <a:defRPr sz="1650" b="0">
                <a:solidFill>
                  <a:srgbClr val="263D4D"/>
                </a:solidFill>
                <a:latin typeface="Yu Gothic"/>
                <a:ea typeface="Yu Gothic"/>
                <a:cs typeface="Yu Gothic"/>
              </a:defRPr>
            </a:pPr>
            <a:r>
              <a:rPr sz="1650" b="0">
                <a:solidFill>
                  <a:srgbClr val="263D4D"/>
                </a:solidFill>
                <a:latin typeface="Yu Gothic"/>
                <a:ea typeface="Yu Gothic"/>
                <a:cs typeface="Yu Gothic"/>
              </a:rPr>
              <a:t>瓦・陶磁器</a:t>
            </a:r>
          </a:p>
        </p:txBody>
      </p:sp>
      <p:sp>
        <p:nvSpPr>
          <p:cNvPr id="21" name="">
            <a:extLst xmlns:a="http://schemas.openxmlformats.org/drawingml/2006/main">
              <a:ext uri="{FF2B5EF4-FFF2-40B4-BE49-F238E27FC236}">
                <a16:creationId xmlns:a16="http://schemas.microsoft.com/office/drawing/2014/main" id="{63BD9330-0290-45BC-912B-69A91EC1B152}"/>
              </a:ext>
            </a:extLst>
          </p:cNvPr>
          <p:cNvSpPr>
            <a:spLocks xmlns:a="http://schemas.openxmlformats.org/drawingml/2006/main" noGrp="1"/>
          </p:cNvSpPr>
          <p:nvPr/>
        </p:nvSpPr>
        <p:spPr>
          <a:xfrm xmlns:a="http://schemas.openxmlformats.org/drawingml/2006/main">
            <a:off x="6610350" y="3143250"/>
            <a:ext cx="2047875" cy="552450"/>
          </a:xfrm>
          <a:prstGeom xmlns:a="http://schemas.openxmlformats.org/drawingml/2006/main" prst="rect">
            <a:avLst/>
          </a:prstGeom>
          <a:solidFill xmlns:a="http://schemas.openxmlformats.org/drawingml/2006/main">
            <a:srgbClr val="E8F0F4"/>
          </a:solidFill>
          <a:ln xmlns:a="http://schemas.openxmlformats.org/drawingml/2006/main" w="16193">
            <a:solidFill>
              <a:srgbClr val="087E8B"/>
            </a:solidFill>
          </a:ln>
        </p:spPr>
      </p:sp>
      <p:sp>
        <p:nvSpPr>
          <p:cNvPr id="22" name="">
            <a:extLst xmlns:a="http://schemas.openxmlformats.org/drawingml/2006/main">
              <a:ext uri="{FF2B5EF4-FFF2-40B4-BE49-F238E27FC236}">
                <a16:creationId xmlns:a16="http://schemas.microsoft.com/office/drawing/2014/main" id="{D02A7E4D-8D39-4042-ADCB-4B0CAB9EDD67}"/>
              </a:ext>
            </a:extLst>
          </p:cNvPr>
          <p:cNvSpPr>
            <a:spLocks xmlns:a="http://schemas.openxmlformats.org/drawingml/2006/main" noGrp="1"/>
          </p:cNvSpPr>
          <p:nvPr/>
        </p:nvSpPr>
        <p:spPr>
          <a:xfrm xmlns:a="http://schemas.openxmlformats.org/drawingml/2006/main">
            <a:off x="6657975" y="3171825"/>
            <a:ext cx="19526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650" b="0">
                <a:solidFill>
                  <a:srgbClr val="263D4D"/>
                </a:solidFill>
                <a:latin typeface="Yu Gothic"/>
                <a:ea typeface="Yu Gothic"/>
                <a:cs typeface="Yu Gothic"/>
              </a:defRPr>
            </a:defPPr>
            <a:lvl1pPr algn="ctr">
              <a:buNone/>
              <a:defRPr sz="1650" b="0">
                <a:solidFill>
                  <a:srgbClr val="263D4D"/>
                </a:solidFill>
                <a:latin typeface="Yu Gothic"/>
                <a:ea typeface="Yu Gothic"/>
                <a:cs typeface="Yu Gothic"/>
              </a:defRPr>
            </a:lvl1pPr>
            <a:lvl2pPr algn="ctr">
              <a:buNone/>
              <a:defRPr sz="1650" b="0">
                <a:solidFill>
                  <a:srgbClr val="263D4D"/>
                </a:solidFill>
                <a:latin typeface="Yu Gothic"/>
                <a:ea typeface="Yu Gothic"/>
                <a:cs typeface="Yu Gothic"/>
              </a:defRPr>
            </a:lvl2pPr>
            <a:lvl3pPr algn="ctr">
              <a:buNone/>
              <a:defRPr sz="1650" b="0">
                <a:solidFill>
                  <a:srgbClr val="263D4D"/>
                </a:solidFill>
                <a:latin typeface="Yu Gothic"/>
                <a:ea typeface="Yu Gothic"/>
                <a:cs typeface="Yu Gothic"/>
              </a:defRPr>
            </a:lvl3pPr>
            <a:lvl4pPr algn="ctr">
              <a:buNone/>
              <a:defRPr sz="1650" b="0">
                <a:solidFill>
                  <a:srgbClr val="263D4D"/>
                </a:solidFill>
                <a:latin typeface="Yu Gothic"/>
                <a:ea typeface="Yu Gothic"/>
                <a:cs typeface="Yu Gothic"/>
              </a:defRPr>
            </a:lvl4pPr>
            <a:lvl5pPr algn="ctr">
              <a:buNone/>
              <a:defRPr sz="1650" b="0">
                <a:solidFill>
                  <a:srgbClr val="263D4D"/>
                </a:solidFill>
                <a:latin typeface="Yu Gothic"/>
                <a:ea typeface="Yu Gothic"/>
                <a:cs typeface="Yu Gothic"/>
              </a:defRPr>
            </a:lvl5pPr>
            <a:lvl6pPr algn="ctr">
              <a:buNone/>
              <a:defRPr sz="1650" b="0">
                <a:solidFill>
                  <a:srgbClr val="263D4D"/>
                </a:solidFill>
                <a:latin typeface="Yu Gothic"/>
                <a:ea typeface="Yu Gothic"/>
                <a:cs typeface="Yu Gothic"/>
              </a:defRPr>
            </a:lvl6pPr>
            <a:lvl7pPr algn="ctr">
              <a:buNone/>
              <a:defRPr sz="1650" b="0">
                <a:solidFill>
                  <a:srgbClr val="263D4D"/>
                </a:solidFill>
                <a:latin typeface="Yu Gothic"/>
                <a:ea typeface="Yu Gothic"/>
                <a:cs typeface="Yu Gothic"/>
              </a:defRPr>
            </a:lvl7pPr>
            <a:lvl8pPr algn="ctr">
              <a:buNone/>
              <a:defRPr sz="1650" b="0">
                <a:solidFill>
                  <a:srgbClr val="263D4D"/>
                </a:solidFill>
                <a:latin typeface="Yu Gothic"/>
                <a:ea typeface="Yu Gothic"/>
                <a:cs typeface="Yu Gothic"/>
              </a:defRPr>
            </a:lvl8pPr>
            <a:lvl9pPr algn="ctr">
              <a:buNone/>
              <a:defRPr sz="1650" b="0">
                <a:solidFill>
                  <a:srgbClr val="263D4D"/>
                </a:solidFill>
                <a:latin typeface="Yu Gothic"/>
                <a:ea typeface="Yu Gothic"/>
                <a:cs typeface="Yu Gothic"/>
              </a:defRPr>
            </a:lvl9pPr>
          </a:lstStyle>
          <a:p xmlns:a="http://schemas.openxmlformats.org/drawingml/2006/main">
            <a:pPr algn="ctr">
              <a:buNone/>
              <a:defRPr sz="1650" b="0">
                <a:solidFill>
                  <a:srgbClr val="263D4D"/>
                </a:solidFill>
                <a:latin typeface="Yu Gothic"/>
                <a:ea typeface="Yu Gothic"/>
                <a:cs typeface="Yu Gothic"/>
              </a:defRPr>
            </a:pPr>
            <a:r>
              <a:rPr sz="1650" b="0">
                <a:solidFill>
                  <a:srgbClr val="263D4D"/>
                </a:solidFill>
                <a:latin typeface="Yu Gothic"/>
                <a:ea typeface="Yu Gothic"/>
                <a:cs typeface="Yu Gothic"/>
              </a:rPr>
              <a:t>工業部品</a:t>
            </a:r>
          </a:p>
        </p:txBody>
      </p:sp>
      <p:sp>
        <p:nvSpPr>
          <p:cNvPr id="23" name="">
            <a:extLst xmlns:a="http://schemas.openxmlformats.org/drawingml/2006/main">
              <a:ext uri="{FF2B5EF4-FFF2-40B4-BE49-F238E27FC236}">
                <a16:creationId xmlns:a16="http://schemas.microsoft.com/office/drawing/2014/main" id="{ADD85ABA-78C9-4C92-9EA3-2DEFDD3BB693}"/>
              </a:ext>
            </a:extLst>
          </p:cNvPr>
          <p:cNvSpPr>
            <a:spLocks xmlns:a="http://schemas.openxmlformats.org/drawingml/2006/main" noGrp="1"/>
          </p:cNvSpPr>
          <p:nvPr/>
        </p:nvSpPr>
        <p:spPr>
          <a:xfrm xmlns:a="http://schemas.openxmlformats.org/drawingml/2006/main">
            <a:off x="8801100" y="3143250"/>
            <a:ext cx="2047875" cy="552450"/>
          </a:xfrm>
          <a:prstGeom xmlns:a="http://schemas.openxmlformats.org/drawingml/2006/main" prst="rect">
            <a:avLst/>
          </a:prstGeom>
          <a:solidFill xmlns:a="http://schemas.openxmlformats.org/drawingml/2006/main">
            <a:srgbClr val="E8F0F4"/>
          </a:solidFill>
          <a:ln xmlns:a="http://schemas.openxmlformats.org/drawingml/2006/main" w="16193">
            <a:solidFill>
              <a:srgbClr val="087E8B"/>
            </a:solidFill>
          </a:ln>
        </p:spPr>
      </p:sp>
      <p:sp>
        <p:nvSpPr>
          <p:cNvPr id="24" name="">
            <a:extLst xmlns:a="http://schemas.openxmlformats.org/drawingml/2006/main">
              <a:ext uri="{FF2B5EF4-FFF2-40B4-BE49-F238E27FC236}">
                <a16:creationId xmlns:a16="http://schemas.microsoft.com/office/drawing/2014/main" id="{84793A58-702C-47CD-9F14-E82297A2C4E8}"/>
              </a:ext>
            </a:extLst>
          </p:cNvPr>
          <p:cNvSpPr>
            <a:spLocks xmlns:a="http://schemas.openxmlformats.org/drawingml/2006/main" noGrp="1"/>
          </p:cNvSpPr>
          <p:nvPr/>
        </p:nvSpPr>
        <p:spPr>
          <a:xfrm xmlns:a="http://schemas.openxmlformats.org/drawingml/2006/main">
            <a:off x="8848725" y="3171825"/>
            <a:ext cx="19526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650" b="0">
                <a:solidFill>
                  <a:srgbClr val="263D4D"/>
                </a:solidFill>
                <a:latin typeface="Yu Gothic"/>
                <a:ea typeface="Yu Gothic"/>
                <a:cs typeface="Yu Gothic"/>
              </a:defRPr>
            </a:defPPr>
            <a:lvl1pPr algn="ctr">
              <a:buNone/>
              <a:defRPr sz="1650" b="0">
                <a:solidFill>
                  <a:srgbClr val="263D4D"/>
                </a:solidFill>
                <a:latin typeface="Yu Gothic"/>
                <a:ea typeface="Yu Gothic"/>
                <a:cs typeface="Yu Gothic"/>
              </a:defRPr>
            </a:lvl1pPr>
            <a:lvl2pPr algn="ctr">
              <a:buNone/>
              <a:defRPr sz="1650" b="0">
                <a:solidFill>
                  <a:srgbClr val="263D4D"/>
                </a:solidFill>
                <a:latin typeface="Yu Gothic"/>
                <a:ea typeface="Yu Gothic"/>
                <a:cs typeface="Yu Gothic"/>
              </a:defRPr>
            </a:lvl2pPr>
            <a:lvl3pPr algn="ctr">
              <a:buNone/>
              <a:defRPr sz="1650" b="0">
                <a:solidFill>
                  <a:srgbClr val="263D4D"/>
                </a:solidFill>
                <a:latin typeface="Yu Gothic"/>
                <a:ea typeface="Yu Gothic"/>
                <a:cs typeface="Yu Gothic"/>
              </a:defRPr>
            </a:lvl3pPr>
            <a:lvl4pPr algn="ctr">
              <a:buNone/>
              <a:defRPr sz="1650" b="0">
                <a:solidFill>
                  <a:srgbClr val="263D4D"/>
                </a:solidFill>
                <a:latin typeface="Yu Gothic"/>
                <a:ea typeface="Yu Gothic"/>
                <a:cs typeface="Yu Gothic"/>
              </a:defRPr>
            </a:lvl4pPr>
            <a:lvl5pPr algn="ctr">
              <a:buNone/>
              <a:defRPr sz="1650" b="0">
                <a:solidFill>
                  <a:srgbClr val="263D4D"/>
                </a:solidFill>
                <a:latin typeface="Yu Gothic"/>
                <a:ea typeface="Yu Gothic"/>
                <a:cs typeface="Yu Gothic"/>
              </a:defRPr>
            </a:lvl5pPr>
            <a:lvl6pPr algn="ctr">
              <a:buNone/>
              <a:defRPr sz="1650" b="0">
                <a:solidFill>
                  <a:srgbClr val="263D4D"/>
                </a:solidFill>
                <a:latin typeface="Yu Gothic"/>
                <a:ea typeface="Yu Gothic"/>
                <a:cs typeface="Yu Gothic"/>
              </a:defRPr>
            </a:lvl6pPr>
            <a:lvl7pPr algn="ctr">
              <a:buNone/>
              <a:defRPr sz="1650" b="0">
                <a:solidFill>
                  <a:srgbClr val="263D4D"/>
                </a:solidFill>
                <a:latin typeface="Yu Gothic"/>
                <a:ea typeface="Yu Gothic"/>
                <a:cs typeface="Yu Gothic"/>
              </a:defRPr>
            </a:lvl7pPr>
            <a:lvl8pPr algn="ctr">
              <a:buNone/>
              <a:defRPr sz="1650" b="0">
                <a:solidFill>
                  <a:srgbClr val="263D4D"/>
                </a:solidFill>
                <a:latin typeface="Yu Gothic"/>
                <a:ea typeface="Yu Gothic"/>
                <a:cs typeface="Yu Gothic"/>
              </a:defRPr>
            </a:lvl8pPr>
            <a:lvl9pPr algn="ctr">
              <a:buNone/>
              <a:defRPr sz="1650" b="0">
                <a:solidFill>
                  <a:srgbClr val="263D4D"/>
                </a:solidFill>
                <a:latin typeface="Yu Gothic"/>
                <a:ea typeface="Yu Gothic"/>
                <a:cs typeface="Yu Gothic"/>
              </a:defRPr>
            </a:lvl9pPr>
          </a:lstStyle>
          <a:p xmlns:a="http://schemas.openxmlformats.org/drawingml/2006/main">
            <a:pPr algn="ctr">
              <a:buNone/>
              <a:defRPr sz="1650" b="0">
                <a:solidFill>
                  <a:srgbClr val="263D4D"/>
                </a:solidFill>
                <a:latin typeface="Yu Gothic"/>
                <a:ea typeface="Yu Gothic"/>
                <a:cs typeface="Yu Gothic"/>
              </a:defRPr>
            </a:pPr>
            <a:r>
              <a:rPr sz="1650" b="0">
                <a:solidFill>
                  <a:srgbClr val="263D4D"/>
                </a:solidFill>
                <a:latin typeface="Yu Gothic"/>
                <a:ea typeface="Yu Gothic"/>
                <a:cs typeface="Yu Gothic"/>
              </a:rPr>
              <a:t>電子・医療</a:t>
            </a:r>
          </a:p>
        </p:txBody>
      </p:sp>
      <p:sp>
        <p:nvSpPr>
          <p:cNvPr id="25" name="">
            <a:extLst xmlns:a="http://schemas.openxmlformats.org/drawingml/2006/main">
              <a:ext uri="{FF2B5EF4-FFF2-40B4-BE49-F238E27FC236}">
                <a16:creationId xmlns:a16="http://schemas.microsoft.com/office/drawing/2014/main" id="{A780995D-ACDF-4479-AA8D-8394B16C47D3}"/>
              </a:ext>
            </a:extLst>
          </p:cNvPr>
          <p:cNvSpPr>
            <a:spLocks xmlns:a="http://schemas.openxmlformats.org/drawingml/2006/main" noGrp="1"/>
          </p:cNvSpPr>
          <p:nvPr/>
        </p:nvSpPr>
        <p:spPr>
          <a:xfrm xmlns:a="http://schemas.openxmlformats.org/drawingml/2006/main">
            <a:off x="742950" y="3962400"/>
            <a:ext cx="1333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800" b="1">
                <a:solidFill>
                  <a:srgbClr val="087E8B"/>
                </a:solidFill>
                <a:latin typeface="Yu Gothic"/>
                <a:ea typeface="Yu Gothic"/>
                <a:cs typeface="Yu Gothic"/>
              </a:defRPr>
            </a:defPPr>
            <a:lvl1pPr algn="ctr">
              <a:buNone/>
              <a:defRPr sz="1800" b="1">
                <a:solidFill>
                  <a:srgbClr val="087E8B"/>
                </a:solidFill>
                <a:latin typeface="Yu Gothic"/>
                <a:ea typeface="Yu Gothic"/>
                <a:cs typeface="Yu Gothic"/>
              </a:defRPr>
            </a:lvl1pPr>
            <a:lvl2pPr algn="ctr">
              <a:buNone/>
              <a:defRPr sz="1800" b="1">
                <a:solidFill>
                  <a:srgbClr val="087E8B"/>
                </a:solidFill>
                <a:latin typeface="Yu Gothic"/>
                <a:ea typeface="Yu Gothic"/>
                <a:cs typeface="Yu Gothic"/>
              </a:defRPr>
            </a:lvl2pPr>
            <a:lvl3pPr algn="ctr">
              <a:buNone/>
              <a:defRPr sz="1800" b="1">
                <a:solidFill>
                  <a:srgbClr val="087E8B"/>
                </a:solidFill>
                <a:latin typeface="Yu Gothic"/>
                <a:ea typeface="Yu Gothic"/>
                <a:cs typeface="Yu Gothic"/>
              </a:defRPr>
            </a:lvl3pPr>
            <a:lvl4pPr algn="ctr">
              <a:buNone/>
              <a:defRPr sz="1800" b="1">
                <a:solidFill>
                  <a:srgbClr val="087E8B"/>
                </a:solidFill>
                <a:latin typeface="Yu Gothic"/>
                <a:ea typeface="Yu Gothic"/>
                <a:cs typeface="Yu Gothic"/>
              </a:defRPr>
            </a:lvl4pPr>
            <a:lvl5pPr algn="ctr">
              <a:buNone/>
              <a:defRPr sz="1800" b="1">
                <a:solidFill>
                  <a:srgbClr val="087E8B"/>
                </a:solidFill>
                <a:latin typeface="Yu Gothic"/>
                <a:ea typeface="Yu Gothic"/>
                <a:cs typeface="Yu Gothic"/>
              </a:defRPr>
            </a:lvl5pPr>
            <a:lvl6pPr algn="ctr">
              <a:buNone/>
              <a:defRPr sz="1800" b="1">
                <a:solidFill>
                  <a:srgbClr val="087E8B"/>
                </a:solidFill>
                <a:latin typeface="Yu Gothic"/>
                <a:ea typeface="Yu Gothic"/>
                <a:cs typeface="Yu Gothic"/>
              </a:defRPr>
            </a:lvl6pPr>
            <a:lvl7pPr algn="ctr">
              <a:buNone/>
              <a:defRPr sz="1800" b="1">
                <a:solidFill>
                  <a:srgbClr val="087E8B"/>
                </a:solidFill>
                <a:latin typeface="Yu Gothic"/>
                <a:ea typeface="Yu Gothic"/>
                <a:cs typeface="Yu Gothic"/>
              </a:defRPr>
            </a:lvl7pPr>
            <a:lvl8pPr algn="ctr">
              <a:buNone/>
              <a:defRPr sz="1800" b="1">
                <a:solidFill>
                  <a:srgbClr val="087E8B"/>
                </a:solidFill>
                <a:latin typeface="Yu Gothic"/>
                <a:ea typeface="Yu Gothic"/>
                <a:cs typeface="Yu Gothic"/>
              </a:defRPr>
            </a:lvl8pPr>
            <a:lvl9pPr algn="ctr">
              <a:buNone/>
              <a:defRPr sz="1800" b="1">
                <a:solidFill>
                  <a:srgbClr val="087E8B"/>
                </a:solidFill>
                <a:latin typeface="Yu Gothic"/>
                <a:ea typeface="Yu Gothic"/>
                <a:cs typeface="Yu Gothic"/>
              </a:defRPr>
            </a:lvl9pPr>
          </a:lstStyle>
          <a:p xmlns:a="http://schemas.openxmlformats.org/drawingml/2006/main">
            <a:pPr algn="ctr">
              <a:buNone/>
              <a:defRPr sz="1800" b="1">
                <a:solidFill>
                  <a:srgbClr val="087E8B"/>
                </a:solidFill>
                <a:latin typeface="Yu Gothic"/>
                <a:ea typeface="Yu Gothic"/>
                <a:cs typeface="Yu Gothic"/>
              </a:defRPr>
            </a:pPr>
            <a:r>
              <a:rPr sz="1800" b="1">
                <a:solidFill>
                  <a:srgbClr val="087E8B"/>
                </a:solidFill>
                <a:latin typeface="Yu Gothic"/>
                <a:ea typeface="Yu Gothic"/>
                <a:cs typeface="Yu Gothic"/>
              </a:rPr>
              <a:t>金属</a:t>
            </a:r>
          </a:p>
        </p:txBody>
      </p:sp>
      <p:sp>
        <p:nvSpPr>
          <p:cNvPr id="26" name="">
            <a:extLst xmlns:a="http://schemas.openxmlformats.org/drawingml/2006/main">
              <a:ext uri="{FF2B5EF4-FFF2-40B4-BE49-F238E27FC236}">
                <a16:creationId xmlns:a16="http://schemas.microsoft.com/office/drawing/2014/main" id="{D7A53467-A297-47D8-B1E0-59F18033F932}"/>
              </a:ext>
            </a:extLst>
          </p:cNvPr>
          <p:cNvSpPr>
            <a:spLocks xmlns:a="http://schemas.openxmlformats.org/drawingml/2006/main" noGrp="1"/>
          </p:cNvSpPr>
          <p:nvPr/>
        </p:nvSpPr>
        <p:spPr>
          <a:xfrm xmlns:a="http://schemas.openxmlformats.org/drawingml/2006/main">
            <a:off x="2228850" y="3962400"/>
            <a:ext cx="2047875" cy="552450"/>
          </a:xfrm>
          <a:prstGeom xmlns:a="http://schemas.openxmlformats.org/drawingml/2006/main" prst="rect">
            <a:avLst/>
          </a:prstGeom>
          <a:solidFill xmlns:a="http://schemas.openxmlformats.org/drawingml/2006/main">
            <a:srgbClr val="EAF4F3"/>
          </a:solidFill>
          <a:ln xmlns:a="http://schemas.openxmlformats.org/drawingml/2006/main" w="16193">
            <a:solidFill>
              <a:srgbClr val="087E8B"/>
            </a:solidFill>
          </a:ln>
        </p:spPr>
      </p:sp>
      <p:sp>
        <p:nvSpPr>
          <p:cNvPr id="27" name="">
            <a:extLst xmlns:a="http://schemas.openxmlformats.org/drawingml/2006/main">
              <a:ext uri="{FF2B5EF4-FFF2-40B4-BE49-F238E27FC236}">
                <a16:creationId xmlns:a16="http://schemas.microsoft.com/office/drawing/2014/main" id="{6BE95B18-3A67-4B95-AE0E-9D81BC9350A7}"/>
              </a:ext>
            </a:extLst>
          </p:cNvPr>
          <p:cNvSpPr>
            <a:spLocks xmlns:a="http://schemas.openxmlformats.org/drawingml/2006/main" noGrp="1"/>
          </p:cNvSpPr>
          <p:nvPr/>
        </p:nvSpPr>
        <p:spPr>
          <a:xfrm xmlns:a="http://schemas.openxmlformats.org/drawingml/2006/main">
            <a:off x="2276475" y="3990975"/>
            <a:ext cx="19526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650" b="0">
                <a:solidFill>
                  <a:srgbClr val="263D4D"/>
                </a:solidFill>
                <a:latin typeface="Yu Gothic"/>
                <a:ea typeface="Yu Gothic"/>
                <a:cs typeface="Yu Gothic"/>
              </a:defRPr>
            </a:defPPr>
            <a:lvl1pPr algn="ctr">
              <a:buNone/>
              <a:defRPr sz="1650" b="0">
                <a:solidFill>
                  <a:srgbClr val="263D4D"/>
                </a:solidFill>
                <a:latin typeface="Yu Gothic"/>
                <a:ea typeface="Yu Gothic"/>
                <a:cs typeface="Yu Gothic"/>
              </a:defRPr>
            </a:lvl1pPr>
            <a:lvl2pPr algn="ctr">
              <a:buNone/>
              <a:defRPr sz="1650" b="0">
                <a:solidFill>
                  <a:srgbClr val="263D4D"/>
                </a:solidFill>
                <a:latin typeface="Yu Gothic"/>
                <a:ea typeface="Yu Gothic"/>
                <a:cs typeface="Yu Gothic"/>
              </a:defRPr>
            </a:lvl2pPr>
            <a:lvl3pPr algn="ctr">
              <a:buNone/>
              <a:defRPr sz="1650" b="0">
                <a:solidFill>
                  <a:srgbClr val="263D4D"/>
                </a:solidFill>
                <a:latin typeface="Yu Gothic"/>
                <a:ea typeface="Yu Gothic"/>
                <a:cs typeface="Yu Gothic"/>
              </a:defRPr>
            </a:lvl3pPr>
            <a:lvl4pPr algn="ctr">
              <a:buNone/>
              <a:defRPr sz="1650" b="0">
                <a:solidFill>
                  <a:srgbClr val="263D4D"/>
                </a:solidFill>
                <a:latin typeface="Yu Gothic"/>
                <a:ea typeface="Yu Gothic"/>
                <a:cs typeface="Yu Gothic"/>
              </a:defRPr>
            </a:lvl4pPr>
            <a:lvl5pPr algn="ctr">
              <a:buNone/>
              <a:defRPr sz="1650" b="0">
                <a:solidFill>
                  <a:srgbClr val="263D4D"/>
                </a:solidFill>
                <a:latin typeface="Yu Gothic"/>
                <a:ea typeface="Yu Gothic"/>
                <a:cs typeface="Yu Gothic"/>
              </a:defRPr>
            </a:lvl5pPr>
            <a:lvl6pPr algn="ctr">
              <a:buNone/>
              <a:defRPr sz="1650" b="0">
                <a:solidFill>
                  <a:srgbClr val="263D4D"/>
                </a:solidFill>
                <a:latin typeface="Yu Gothic"/>
                <a:ea typeface="Yu Gothic"/>
                <a:cs typeface="Yu Gothic"/>
              </a:defRPr>
            </a:lvl6pPr>
            <a:lvl7pPr algn="ctr">
              <a:buNone/>
              <a:defRPr sz="1650" b="0">
                <a:solidFill>
                  <a:srgbClr val="263D4D"/>
                </a:solidFill>
                <a:latin typeface="Yu Gothic"/>
                <a:ea typeface="Yu Gothic"/>
                <a:cs typeface="Yu Gothic"/>
              </a:defRPr>
            </a:lvl7pPr>
            <a:lvl8pPr algn="ctr">
              <a:buNone/>
              <a:defRPr sz="1650" b="0">
                <a:solidFill>
                  <a:srgbClr val="263D4D"/>
                </a:solidFill>
                <a:latin typeface="Yu Gothic"/>
                <a:ea typeface="Yu Gothic"/>
                <a:cs typeface="Yu Gothic"/>
              </a:defRPr>
            </a:lvl8pPr>
            <a:lvl9pPr algn="ctr">
              <a:buNone/>
              <a:defRPr sz="1650" b="0">
                <a:solidFill>
                  <a:srgbClr val="263D4D"/>
                </a:solidFill>
                <a:latin typeface="Yu Gothic"/>
                <a:ea typeface="Yu Gothic"/>
                <a:cs typeface="Yu Gothic"/>
              </a:defRPr>
            </a:lvl9pPr>
          </a:lstStyle>
          <a:p xmlns:a="http://schemas.openxmlformats.org/drawingml/2006/main">
            <a:pPr algn="ctr">
              <a:buNone/>
              <a:defRPr sz="1650" b="0">
                <a:solidFill>
                  <a:srgbClr val="263D4D"/>
                </a:solidFill>
                <a:latin typeface="Yu Gothic"/>
                <a:ea typeface="Yu Gothic"/>
                <a:cs typeface="Yu Gothic"/>
              </a:defRPr>
            </a:pPr>
            <a:r>
              <a:rPr sz="1650" b="0">
                <a:solidFill>
                  <a:srgbClr val="263D4D"/>
                </a:solidFill>
                <a:latin typeface="Yu Gothic"/>
                <a:ea typeface="Yu Gothic"/>
                <a:cs typeface="Yu Gothic"/>
              </a:rPr>
              <a:t>道具・装飾</a:t>
            </a:r>
          </a:p>
        </p:txBody>
      </p:sp>
      <p:sp>
        <p:nvSpPr>
          <p:cNvPr id="28" name="">
            <a:extLst xmlns:a="http://schemas.openxmlformats.org/drawingml/2006/main">
              <a:ext uri="{FF2B5EF4-FFF2-40B4-BE49-F238E27FC236}">
                <a16:creationId xmlns:a16="http://schemas.microsoft.com/office/drawing/2014/main" id="{FEAC8210-AD3C-40A8-8D77-BCDD26293ED9}"/>
              </a:ext>
            </a:extLst>
          </p:cNvPr>
          <p:cNvSpPr>
            <a:spLocks xmlns:a="http://schemas.openxmlformats.org/drawingml/2006/main" noGrp="1"/>
          </p:cNvSpPr>
          <p:nvPr/>
        </p:nvSpPr>
        <p:spPr>
          <a:xfrm xmlns:a="http://schemas.openxmlformats.org/drawingml/2006/main">
            <a:off x="4419600" y="3962400"/>
            <a:ext cx="2047875" cy="552450"/>
          </a:xfrm>
          <a:prstGeom xmlns:a="http://schemas.openxmlformats.org/drawingml/2006/main" prst="rect">
            <a:avLst/>
          </a:prstGeom>
          <a:solidFill xmlns:a="http://schemas.openxmlformats.org/drawingml/2006/main">
            <a:srgbClr val="EAF4F3"/>
          </a:solidFill>
          <a:ln xmlns:a="http://schemas.openxmlformats.org/drawingml/2006/main" w="16193">
            <a:solidFill>
              <a:srgbClr val="087E8B"/>
            </a:solidFill>
          </a:ln>
        </p:spPr>
      </p:sp>
      <p:sp>
        <p:nvSpPr>
          <p:cNvPr id="29" name="">
            <a:extLst xmlns:a="http://schemas.openxmlformats.org/drawingml/2006/main">
              <a:ext uri="{FF2B5EF4-FFF2-40B4-BE49-F238E27FC236}">
                <a16:creationId xmlns:a16="http://schemas.microsoft.com/office/drawing/2014/main" id="{C088E37D-BA11-4067-8AD3-2D652021913A}"/>
              </a:ext>
            </a:extLst>
          </p:cNvPr>
          <p:cNvSpPr>
            <a:spLocks xmlns:a="http://schemas.openxmlformats.org/drawingml/2006/main" noGrp="1"/>
          </p:cNvSpPr>
          <p:nvPr/>
        </p:nvSpPr>
        <p:spPr>
          <a:xfrm xmlns:a="http://schemas.openxmlformats.org/drawingml/2006/main">
            <a:off x="4467225" y="3990975"/>
            <a:ext cx="19526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650" b="0">
                <a:solidFill>
                  <a:srgbClr val="263D4D"/>
                </a:solidFill>
                <a:latin typeface="Yu Gothic"/>
                <a:ea typeface="Yu Gothic"/>
                <a:cs typeface="Yu Gothic"/>
              </a:defRPr>
            </a:defPPr>
            <a:lvl1pPr algn="ctr">
              <a:buNone/>
              <a:defRPr sz="1650" b="0">
                <a:solidFill>
                  <a:srgbClr val="263D4D"/>
                </a:solidFill>
                <a:latin typeface="Yu Gothic"/>
                <a:ea typeface="Yu Gothic"/>
                <a:cs typeface="Yu Gothic"/>
              </a:defRPr>
            </a:lvl1pPr>
            <a:lvl2pPr algn="ctr">
              <a:buNone/>
              <a:defRPr sz="1650" b="0">
                <a:solidFill>
                  <a:srgbClr val="263D4D"/>
                </a:solidFill>
                <a:latin typeface="Yu Gothic"/>
                <a:ea typeface="Yu Gothic"/>
                <a:cs typeface="Yu Gothic"/>
              </a:defRPr>
            </a:lvl2pPr>
            <a:lvl3pPr algn="ctr">
              <a:buNone/>
              <a:defRPr sz="1650" b="0">
                <a:solidFill>
                  <a:srgbClr val="263D4D"/>
                </a:solidFill>
                <a:latin typeface="Yu Gothic"/>
                <a:ea typeface="Yu Gothic"/>
                <a:cs typeface="Yu Gothic"/>
              </a:defRPr>
            </a:lvl3pPr>
            <a:lvl4pPr algn="ctr">
              <a:buNone/>
              <a:defRPr sz="1650" b="0">
                <a:solidFill>
                  <a:srgbClr val="263D4D"/>
                </a:solidFill>
                <a:latin typeface="Yu Gothic"/>
                <a:ea typeface="Yu Gothic"/>
                <a:cs typeface="Yu Gothic"/>
              </a:defRPr>
            </a:lvl4pPr>
            <a:lvl5pPr algn="ctr">
              <a:buNone/>
              <a:defRPr sz="1650" b="0">
                <a:solidFill>
                  <a:srgbClr val="263D4D"/>
                </a:solidFill>
                <a:latin typeface="Yu Gothic"/>
                <a:ea typeface="Yu Gothic"/>
                <a:cs typeface="Yu Gothic"/>
              </a:defRPr>
            </a:lvl5pPr>
            <a:lvl6pPr algn="ctr">
              <a:buNone/>
              <a:defRPr sz="1650" b="0">
                <a:solidFill>
                  <a:srgbClr val="263D4D"/>
                </a:solidFill>
                <a:latin typeface="Yu Gothic"/>
                <a:ea typeface="Yu Gothic"/>
                <a:cs typeface="Yu Gothic"/>
              </a:defRPr>
            </a:lvl6pPr>
            <a:lvl7pPr algn="ctr">
              <a:buNone/>
              <a:defRPr sz="1650" b="0">
                <a:solidFill>
                  <a:srgbClr val="263D4D"/>
                </a:solidFill>
                <a:latin typeface="Yu Gothic"/>
                <a:ea typeface="Yu Gothic"/>
                <a:cs typeface="Yu Gothic"/>
              </a:defRPr>
            </a:lvl7pPr>
            <a:lvl8pPr algn="ctr">
              <a:buNone/>
              <a:defRPr sz="1650" b="0">
                <a:solidFill>
                  <a:srgbClr val="263D4D"/>
                </a:solidFill>
                <a:latin typeface="Yu Gothic"/>
                <a:ea typeface="Yu Gothic"/>
                <a:cs typeface="Yu Gothic"/>
              </a:defRPr>
            </a:lvl8pPr>
            <a:lvl9pPr algn="ctr">
              <a:buNone/>
              <a:defRPr sz="1650" b="0">
                <a:solidFill>
                  <a:srgbClr val="263D4D"/>
                </a:solidFill>
                <a:latin typeface="Yu Gothic"/>
                <a:ea typeface="Yu Gothic"/>
                <a:cs typeface="Yu Gothic"/>
              </a:defRPr>
            </a:lvl9pPr>
          </a:lstStyle>
          <a:p xmlns:a="http://schemas.openxmlformats.org/drawingml/2006/main">
            <a:pPr algn="ctr">
              <a:buNone/>
              <a:defRPr sz="1650" b="0">
                <a:solidFill>
                  <a:srgbClr val="263D4D"/>
                </a:solidFill>
                <a:latin typeface="Yu Gothic"/>
                <a:ea typeface="Yu Gothic"/>
                <a:cs typeface="Yu Gothic"/>
              </a:defRPr>
            </a:pPr>
            <a:r>
              <a:rPr sz="1650" b="0">
                <a:solidFill>
                  <a:srgbClr val="263D4D"/>
                </a:solidFill>
                <a:latin typeface="Yu Gothic"/>
                <a:ea typeface="Yu Gothic"/>
                <a:cs typeface="Yu Gothic"/>
              </a:rPr>
              <a:t>工具・製鉄</a:t>
            </a:r>
          </a:p>
        </p:txBody>
      </p:sp>
      <p:sp>
        <p:nvSpPr>
          <p:cNvPr id="30" name="">
            <a:extLst xmlns:a="http://schemas.openxmlformats.org/drawingml/2006/main">
              <a:ext uri="{FF2B5EF4-FFF2-40B4-BE49-F238E27FC236}">
                <a16:creationId xmlns:a16="http://schemas.microsoft.com/office/drawing/2014/main" id="{74CDC332-C341-4D79-A865-43684532D755}"/>
              </a:ext>
            </a:extLst>
          </p:cNvPr>
          <p:cNvSpPr>
            <a:spLocks xmlns:a="http://schemas.openxmlformats.org/drawingml/2006/main" noGrp="1"/>
          </p:cNvSpPr>
          <p:nvPr/>
        </p:nvSpPr>
        <p:spPr>
          <a:xfrm xmlns:a="http://schemas.openxmlformats.org/drawingml/2006/main">
            <a:off x="6610350" y="3962400"/>
            <a:ext cx="2047875" cy="552450"/>
          </a:xfrm>
          <a:prstGeom xmlns:a="http://schemas.openxmlformats.org/drawingml/2006/main" prst="rect">
            <a:avLst/>
          </a:prstGeom>
          <a:solidFill xmlns:a="http://schemas.openxmlformats.org/drawingml/2006/main">
            <a:srgbClr val="EAF4F3"/>
          </a:solidFill>
          <a:ln xmlns:a="http://schemas.openxmlformats.org/drawingml/2006/main" w="16193">
            <a:solidFill>
              <a:srgbClr val="087E8B"/>
            </a:solidFill>
          </a:ln>
        </p:spPr>
      </p:sp>
      <p:sp>
        <p:nvSpPr>
          <p:cNvPr id="31" name="">
            <a:extLst xmlns:a="http://schemas.openxmlformats.org/drawingml/2006/main">
              <a:ext uri="{FF2B5EF4-FFF2-40B4-BE49-F238E27FC236}">
                <a16:creationId xmlns:a16="http://schemas.microsoft.com/office/drawing/2014/main" id="{085F78F8-0217-48F5-85D9-532D7783D206}"/>
              </a:ext>
            </a:extLst>
          </p:cNvPr>
          <p:cNvSpPr>
            <a:spLocks xmlns:a="http://schemas.openxmlformats.org/drawingml/2006/main" noGrp="1"/>
          </p:cNvSpPr>
          <p:nvPr/>
        </p:nvSpPr>
        <p:spPr>
          <a:xfrm xmlns:a="http://schemas.openxmlformats.org/drawingml/2006/main">
            <a:off x="6657975" y="3990975"/>
            <a:ext cx="19526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650" b="0">
                <a:solidFill>
                  <a:srgbClr val="263D4D"/>
                </a:solidFill>
                <a:latin typeface="Yu Gothic"/>
                <a:ea typeface="Yu Gothic"/>
                <a:cs typeface="Yu Gothic"/>
              </a:defRPr>
            </a:defPPr>
            <a:lvl1pPr algn="ctr">
              <a:buNone/>
              <a:defRPr sz="1650" b="0">
                <a:solidFill>
                  <a:srgbClr val="263D4D"/>
                </a:solidFill>
                <a:latin typeface="Yu Gothic"/>
                <a:ea typeface="Yu Gothic"/>
                <a:cs typeface="Yu Gothic"/>
              </a:defRPr>
            </a:lvl1pPr>
            <a:lvl2pPr algn="ctr">
              <a:buNone/>
              <a:defRPr sz="1650" b="0">
                <a:solidFill>
                  <a:srgbClr val="263D4D"/>
                </a:solidFill>
                <a:latin typeface="Yu Gothic"/>
                <a:ea typeface="Yu Gothic"/>
                <a:cs typeface="Yu Gothic"/>
              </a:defRPr>
            </a:lvl2pPr>
            <a:lvl3pPr algn="ctr">
              <a:buNone/>
              <a:defRPr sz="1650" b="0">
                <a:solidFill>
                  <a:srgbClr val="263D4D"/>
                </a:solidFill>
                <a:latin typeface="Yu Gothic"/>
                <a:ea typeface="Yu Gothic"/>
                <a:cs typeface="Yu Gothic"/>
              </a:defRPr>
            </a:lvl3pPr>
            <a:lvl4pPr algn="ctr">
              <a:buNone/>
              <a:defRPr sz="1650" b="0">
                <a:solidFill>
                  <a:srgbClr val="263D4D"/>
                </a:solidFill>
                <a:latin typeface="Yu Gothic"/>
                <a:ea typeface="Yu Gothic"/>
                <a:cs typeface="Yu Gothic"/>
              </a:defRPr>
            </a:lvl4pPr>
            <a:lvl5pPr algn="ctr">
              <a:buNone/>
              <a:defRPr sz="1650" b="0">
                <a:solidFill>
                  <a:srgbClr val="263D4D"/>
                </a:solidFill>
                <a:latin typeface="Yu Gothic"/>
                <a:ea typeface="Yu Gothic"/>
                <a:cs typeface="Yu Gothic"/>
              </a:defRPr>
            </a:lvl5pPr>
            <a:lvl6pPr algn="ctr">
              <a:buNone/>
              <a:defRPr sz="1650" b="0">
                <a:solidFill>
                  <a:srgbClr val="263D4D"/>
                </a:solidFill>
                <a:latin typeface="Yu Gothic"/>
                <a:ea typeface="Yu Gothic"/>
                <a:cs typeface="Yu Gothic"/>
              </a:defRPr>
            </a:lvl6pPr>
            <a:lvl7pPr algn="ctr">
              <a:buNone/>
              <a:defRPr sz="1650" b="0">
                <a:solidFill>
                  <a:srgbClr val="263D4D"/>
                </a:solidFill>
                <a:latin typeface="Yu Gothic"/>
                <a:ea typeface="Yu Gothic"/>
                <a:cs typeface="Yu Gothic"/>
              </a:defRPr>
            </a:lvl7pPr>
            <a:lvl8pPr algn="ctr">
              <a:buNone/>
              <a:defRPr sz="1650" b="0">
                <a:solidFill>
                  <a:srgbClr val="263D4D"/>
                </a:solidFill>
                <a:latin typeface="Yu Gothic"/>
                <a:ea typeface="Yu Gothic"/>
                <a:cs typeface="Yu Gothic"/>
              </a:defRPr>
            </a:lvl8pPr>
            <a:lvl9pPr algn="ctr">
              <a:buNone/>
              <a:defRPr sz="1650" b="0">
                <a:solidFill>
                  <a:srgbClr val="263D4D"/>
                </a:solidFill>
                <a:latin typeface="Yu Gothic"/>
                <a:ea typeface="Yu Gothic"/>
                <a:cs typeface="Yu Gothic"/>
              </a:defRPr>
            </a:lvl9pPr>
          </a:lstStyle>
          <a:p xmlns:a="http://schemas.openxmlformats.org/drawingml/2006/main">
            <a:pPr algn="ctr">
              <a:buNone/>
              <a:defRPr sz="1650" b="0">
                <a:solidFill>
                  <a:srgbClr val="263D4D"/>
                </a:solidFill>
                <a:latin typeface="Yu Gothic"/>
                <a:ea typeface="Yu Gothic"/>
                <a:cs typeface="Yu Gothic"/>
              </a:defRPr>
            </a:pPr>
            <a:r>
              <a:rPr sz="1650" b="0">
                <a:solidFill>
                  <a:srgbClr val="263D4D"/>
                </a:solidFill>
                <a:latin typeface="Yu Gothic"/>
                <a:ea typeface="Yu Gothic"/>
                <a:cs typeface="Yu Gothic"/>
              </a:rPr>
              <a:t>大量生産</a:t>
            </a:r>
          </a:p>
        </p:txBody>
      </p:sp>
      <p:sp>
        <p:nvSpPr>
          <p:cNvPr id="32" name="">
            <a:extLst xmlns:a="http://schemas.openxmlformats.org/drawingml/2006/main">
              <a:ext uri="{FF2B5EF4-FFF2-40B4-BE49-F238E27FC236}">
                <a16:creationId xmlns:a16="http://schemas.microsoft.com/office/drawing/2014/main" id="{D36FC02F-55F6-4C5A-8AE8-6760D886551E}"/>
              </a:ext>
            </a:extLst>
          </p:cNvPr>
          <p:cNvSpPr>
            <a:spLocks xmlns:a="http://schemas.openxmlformats.org/drawingml/2006/main" noGrp="1"/>
          </p:cNvSpPr>
          <p:nvPr/>
        </p:nvSpPr>
        <p:spPr>
          <a:xfrm xmlns:a="http://schemas.openxmlformats.org/drawingml/2006/main">
            <a:off x="8801100" y="3962400"/>
            <a:ext cx="2047875" cy="552450"/>
          </a:xfrm>
          <a:prstGeom xmlns:a="http://schemas.openxmlformats.org/drawingml/2006/main" prst="rect">
            <a:avLst/>
          </a:prstGeom>
          <a:solidFill xmlns:a="http://schemas.openxmlformats.org/drawingml/2006/main">
            <a:srgbClr val="EAF4F3"/>
          </a:solidFill>
          <a:ln xmlns:a="http://schemas.openxmlformats.org/drawingml/2006/main" w="16193">
            <a:solidFill>
              <a:srgbClr val="087E8B"/>
            </a:solidFill>
          </a:ln>
        </p:spPr>
      </p:sp>
      <p:sp>
        <p:nvSpPr>
          <p:cNvPr id="33" name="">
            <a:extLst xmlns:a="http://schemas.openxmlformats.org/drawingml/2006/main">
              <a:ext uri="{FF2B5EF4-FFF2-40B4-BE49-F238E27FC236}">
                <a16:creationId xmlns:a16="http://schemas.microsoft.com/office/drawing/2014/main" id="{E0F2E30E-38CA-42F6-88D6-2FD152FA4FDB}"/>
              </a:ext>
            </a:extLst>
          </p:cNvPr>
          <p:cNvSpPr>
            <a:spLocks xmlns:a="http://schemas.openxmlformats.org/drawingml/2006/main" noGrp="1"/>
          </p:cNvSpPr>
          <p:nvPr/>
        </p:nvSpPr>
        <p:spPr>
          <a:xfrm xmlns:a="http://schemas.openxmlformats.org/drawingml/2006/main">
            <a:off x="8848725" y="3990975"/>
            <a:ext cx="19526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650" b="0">
                <a:solidFill>
                  <a:srgbClr val="263D4D"/>
                </a:solidFill>
                <a:latin typeface="Yu Gothic"/>
                <a:ea typeface="Yu Gothic"/>
                <a:cs typeface="Yu Gothic"/>
              </a:defRPr>
            </a:defPPr>
            <a:lvl1pPr algn="ctr">
              <a:buNone/>
              <a:defRPr sz="1650" b="0">
                <a:solidFill>
                  <a:srgbClr val="263D4D"/>
                </a:solidFill>
                <a:latin typeface="Yu Gothic"/>
                <a:ea typeface="Yu Gothic"/>
                <a:cs typeface="Yu Gothic"/>
              </a:defRPr>
            </a:lvl1pPr>
            <a:lvl2pPr algn="ctr">
              <a:buNone/>
              <a:defRPr sz="1650" b="0">
                <a:solidFill>
                  <a:srgbClr val="263D4D"/>
                </a:solidFill>
                <a:latin typeface="Yu Gothic"/>
                <a:ea typeface="Yu Gothic"/>
                <a:cs typeface="Yu Gothic"/>
              </a:defRPr>
            </a:lvl2pPr>
            <a:lvl3pPr algn="ctr">
              <a:buNone/>
              <a:defRPr sz="1650" b="0">
                <a:solidFill>
                  <a:srgbClr val="263D4D"/>
                </a:solidFill>
                <a:latin typeface="Yu Gothic"/>
                <a:ea typeface="Yu Gothic"/>
                <a:cs typeface="Yu Gothic"/>
              </a:defRPr>
            </a:lvl3pPr>
            <a:lvl4pPr algn="ctr">
              <a:buNone/>
              <a:defRPr sz="1650" b="0">
                <a:solidFill>
                  <a:srgbClr val="263D4D"/>
                </a:solidFill>
                <a:latin typeface="Yu Gothic"/>
                <a:ea typeface="Yu Gothic"/>
                <a:cs typeface="Yu Gothic"/>
              </a:defRPr>
            </a:lvl4pPr>
            <a:lvl5pPr algn="ctr">
              <a:buNone/>
              <a:defRPr sz="1650" b="0">
                <a:solidFill>
                  <a:srgbClr val="263D4D"/>
                </a:solidFill>
                <a:latin typeface="Yu Gothic"/>
                <a:ea typeface="Yu Gothic"/>
                <a:cs typeface="Yu Gothic"/>
              </a:defRPr>
            </a:lvl5pPr>
            <a:lvl6pPr algn="ctr">
              <a:buNone/>
              <a:defRPr sz="1650" b="0">
                <a:solidFill>
                  <a:srgbClr val="263D4D"/>
                </a:solidFill>
                <a:latin typeface="Yu Gothic"/>
                <a:ea typeface="Yu Gothic"/>
                <a:cs typeface="Yu Gothic"/>
              </a:defRPr>
            </a:lvl6pPr>
            <a:lvl7pPr algn="ctr">
              <a:buNone/>
              <a:defRPr sz="1650" b="0">
                <a:solidFill>
                  <a:srgbClr val="263D4D"/>
                </a:solidFill>
                <a:latin typeface="Yu Gothic"/>
                <a:ea typeface="Yu Gothic"/>
                <a:cs typeface="Yu Gothic"/>
              </a:defRPr>
            </a:lvl7pPr>
            <a:lvl8pPr algn="ctr">
              <a:buNone/>
              <a:defRPr sz="1650" b="0">
                <a:solidFill>
                  <a:srgbClr val="263D4D"/>
                </a:solidFill>
                <a:latin typeface="Yu Gothic"/>
                <a:ea typeface="Yu Gothic"/>
                <a:cs typeface="Yu Gothic"/>
              </a:defRPr>
            </a:lvl8pPr>
            <a:lvl9pPr algn="ctr">
              <a:buNone/>
              <a:defRPr sz="1650" b="0">
                <a:solidFill>
                  <a:srgbClr val="263D4D"/>
                </a:solidFill>
                <a:latin typeface="Yu Gothic"/>
                <a:ea typeface="Yu Gothic"/>
                <a:cs typeface="Yu Gothic"/>
              </a:defRPr>
            </a:lvl9pPr>
          </a:lstStyle>
          <a:p xmlns:a="http://schemas.openxmlformats.org/drawingml/2006/main">
            <a:pPr algn="ctr">
              <a:buNone/>
              <a:defRPr sz="1650" b="0">
                <a:solidFill>
                  <a:srgbClr val="263D4D"/>
                </a:solidFill>
                <a:latin typeface="Yu Gothic"/>
                <a:ea typeface="Yu Gothic"/>
                <a:cs typeface="Yu Gothic"/>
              </a:defRPr>
            </a:pPr>
            <a:r>
              <a:rPr sz="1650" b="0">
                <a:solidFill>
                  <a:srgbClr val="263D4D"/>
                </a:solidFill>
                <a:latin typeface="Yu Gothic"/>
                <a:ea typeface="Yu Gothic"/>
                <a:cs typeface="Yu Gothic"/>
              </a:rPr>
              <a:t>高機能化</a:t>
            </a:r>
          </a:p>
        </p:txBody>
      </p:sp>
      <p:sp>
        <p:nvSpPr>
          <p:cNvPr id="34" name="">
            <a:extLst xmlns:a="http://schemas.openxmlformats.org/drawingml/2006/main">
              <a:ext uri="{FF2B5EF4-FFF2-40B4-BE49-F238E27FC236}">
                <a16:creationId xmlns:a16="http://schemas.microsoft.com/office/drawing/2014/main" id="{44080F34-224D-45E6-896D-431083010C07}"/>
              </a:ext>
            </a:extLst>
          </p:cNvPr>
          <p:cNvSpPr>
            <a:spLocks xmlns:a="http://schemas.openxmlformats.org/drawingml/2006/main" noGrp="1"/>
          </p:cNvSpPr>
          <p:nvPr/>
        </p:nvSpPr>
        <p:spPr>
          <a:xfrm xmlns:a="http://schemas.openxmlformats.org/drawingml/2006/main">
            <a:off x="742950" y="4781550"/>
            <a:ext cx="1333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800" b="1">
                <a:solidFill>
                  <a:srgbClr val="087E8B"/>
                </a:solidFill>
                <a:latin typeface="Yu Gothic"/>
                <a:ea typeface="Yu Gothic"/>
                <a:cs typeface="Yu Gothic"/>
              </a:defRPr>
            </a:defPPr>
            <a:lvl1pPr algn="ctr">
              <a:buNone/>
              <a:defRPr sz="1800" b="1">
                <a:solidFill>
                  <a:srgbClr val="087E8B"/>
                </a:solidFill>
                <a:latin typeface="Yu Gothic"/>
                <a:ea typeface="Yu Gothic"/>
                <a:cs typeface="Yu Gothic"/>
              </a:defRPr>
            </a:lvl1pPr>
            <a:lvl2pPr algn="ctr">
              <a:buNone/>
              <a:defRPr sz="1800" b="1">
                <a:solidFill>
                  <a:srgbClr val="087E8B"/>
                </a:solidFill>
                <a:latin typeface="Yu Gothic"/>
                <a:ea typeface="Yu Gothic"/>
                <a:cs typeface="Yu Gothic"/>
              </a:defRPr>
            </a:lvl2pPr>
            <a:lvl3pPr algn="ctr">
              <a:buNone/>
              <a:defRPr sz="1800" b="1">
                <a:solidFill>
                  <a:srgbClr val="087E8B"/>
                </a:solidFill>
                <a:latin typeface="Yu Gothic"/>
                <a:ea typeface="Yu Gothic"/>
                <a:cs typeface="Yu Gothic"/>
              </a:defRPr>
            </a:lvl3pPr>
            <a:lvl4pPr algn="ctr">
              <a:buNone/>
              <a:defRPr sz="1800" b="1">
                <a:solidFill>
                  <a:srgbClr val="087E8B"/>
                </a:solidFill>
                <a:latin typeface="Yu Gothic"/>
                <a:ea typeface="Yu Gothic"/>
                <a:cs typeface="Yu Gothic"/>
              </a:defRPr>
            </a:lvl4pPr>
            <a:lvl5pPr algn="ctr">
              <a:buNone/>
              <a:defRPr sz="1800" b="1">
                <a:solidFill>
                  <a:srgbClr val="087E8B"/>
                </a:solidFill>
                <a:latin typeface="Yu Gothic"/>
                <a:ea typeface="Yu Gothic"/>
                <a:cs typeface="Yu Gothic"/>
              </a:defRPr>
            </a:lvl5pPr>
            <a:lvl6pPr algn="ctr">
              <a:buNone/>
              <a:defRPr sz="1800" b="1">
                <a:solidFill>
                  <a:srgbClr val="087E8B"/>
                </a:solidFill>
                <a:latin typeface="Yu Gothic"/>
                <a:ea typeface="Yu Gothic"/>
                <a:cs typeface="Yu Gothic"/>
              </a:defRPr>
            </a:lvl6pPr>
            <a:lvl7pPr algn="ctr">
              <a:buNone/>
              <a:defRPr sz="1800" b="1">
                <a:solidFill>
                  <a:srgbClr val="087E8B"/>
                </a:solidFill>
                <a:latin typeface="Yu Gothic"/>
                <a:ea typeface="Yu Gothic"/>
                <a:cs typeface="Yu Gothic"/>
              </a:defRPr>
            </a:lvl7pPr>
            <a:lvl8pPr algn="ctr">
              <a:buNone/>
              <a:defRPr sz="1800" b="1">
                <a:solidFill>
                  <a:srgbClr val="087E8B"/>
                </a:solidFill>
                <a:latin typeface="Yu Gothic"/>
                <a:ea typeface="Yu Gothic"/>
                <a:cs typeface="Yu Gothic"/>
              </a:defRPr>
            </a:lvl8pPr>
            <a:lvl9pPr algn="ctr">
              <a:buNone/>
              <a:defRPr sz="1800" b="1">
                <a:solidFill>
                  <a:srgbClr val="087E8B"/>
                </a:solidFill>
                <a:latin typeface="Yu Gothic"/>
                <a:ea typeface="Yu Gothic"/>
                <a:cs typeface="Yu Gothic"/>
              </a:defRPr>
            </a:lvl9pPr>
          </a:lstStyle>
          <a:p xmlns:a="http://schemas.openxmlformats.org/drawingml/2006/main">
            <a:pPr algn="ctr">
              <a:buNone/>
              <a:defRPr sz="1800" b="1">
                <a:solidFill>
                  <a:srgbClr val="087E8B"/>
                </a:solidFill>
                <a:latin typeface="Yu Gothic"/>
                <a:ea typeface="Yu Gothic"/>
                <a:cs typeface="Yu Gothic"/>
              </a:defRPr>
            </a:pPr>
            <a:r>
              <a:rPr sz="1800" b="1">
                <a:solidFill>
                  <a:srgbClr val="087E8B"/>
                </a:solidFill>
                <a:latin typeface="Yu Gothic"/>
                <a:ea typeface="Yu Gothic"/>
                <a:cs typeface="Yu Gothic"/>
              </a:rPr>
              <a:t>高分子</a:t>
            </a:r>
          </a:p>
        </p:txBody>
      </p:sp>
      <p:sp>
        <p:nvSpPr>
          <p:cNvPr id="35" name="">
            <a:extLst xmlns:a="http://schemas.openxmlformats.org/drawingml/2006/main">
              <a:ext uri="{FF2B5EF4-FFF2-40B4-BE49-F238E27FC236}">
                <a16:creationId xmlns:a16="http://schemas.microsoft.com/office/drawing/2014/main" id="{E2B28397-185B-4DC3-B02A-EFE9744C0CD7}"/>
              </a:ext>
            </a:extLst>
          </p:cNvPr>
          <p:cNvSpPr>
            <a:spLocks xmlns:a="http://schemas.openxmlformats.org/drawingml/2006/main" noGrp="1"/>
          </p:cNvSpPr>
          <p:nvPr/>
        </p:nvSpPr>
        <p:spPr>
          <a:xfrm xmlns:a="http://schemas.openxmlformats.org/drawingml/2006/main">
            <a:off x="2228850" y="4781550"/>
            <a:ext cx="2047875" cy="552450"/>
          </a:xfrm>
          <a:prstGeom xmlns:a="http://schemas.openxmlformats.org/drawingml/2006/main" prst="rect">
            <a:avLst/>
          </a:prstGeom>
          <a:solidFill xmlns:a="http://schemas.openxmlformats.org/drawingml/2006/main">
            <a:srgbClr val="E8F0F4"/>
          </a:solidFill>
          <a:ln xmlns:a="http://schemas.openxmlformats.org/drawingml/2006/main" w="16193">
            <a:solidFill>
              <a:srgbClr val="087E8B"/>
            </a:solidFill>
          </a:ln>
        </p:spPr>
      </p:sp>
      <p:sp>
        <p:nvSpPr>
          <p:cNvPr id="36" name="">
            <a:extLst xmlns:a="http://schemas.openxmlformats.org/drawingml/2006/main">
              <a:ext uri="{FF2B5EF4-FFF2-40B4-BE49-F238E27FC236}">
                <a16:creationId xmlns:a16="http://schemas.microsoft.com/office/drawing/2014/main" id="{3491A9F2-39CE-4A25-93DD-A75239374239}"/>
              </a:ext>
            </a:extLst>
          </p:cNvPr>
          <p:cNvSpPr>
            <a:spLocks xmlns:a="http://schemas.openxmlformats.org/drawingml/2006/main" noGrp="1"/>
          </p:cNvSpPr>
          <p:nvPr/>
        </p:nvSpPr>
        <p:spPr>
          <a:xfrm xmlns:a="http://schemas.openxmlformats.org/drawingml/2006/main">
            <a:off x="2276475" y="4810125"/>
            <a:ext cx="19526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650" b="0">
                <a:solidFill>
                  <a:srgbClr val="263D4D"/>
                </a:solidFill>
                <a:latin typeface="Yu Gothic"/>
                <a:ea typeface="Yu Gothic"/>
                <a:cs typeface="Yu Gothic"/>
              </a:defRPr>
            </a:defPPr>
            <a:lvl1pPr algn="ctr">
              <a:buNone/>
              <a:defRPr sz="1650" b="0">
                <a:solidFill>
                  <a:srgbClr val="263D4D"/>
                </a:solidFill>
                <a:latin typeface="Yu Gothic"/>
                <a:ea typeface="Yu Gothic"/>
                <a:cs typeface="Yu Gothic"/>
              </a:defRPr>
            </a:lvl1pPr>
            <a:lvl2pPr algn="ctr">
              <a:buNone/>
              <a:defRPr sz="1650" b="0">
                <a:solidFill>
                  <a:srgbClr val="263D4D"/>
                </a:solidFill>
                <a:latin typeface="Yu Gothic"/>
                <a:ea typeface="Yu Gothic"/>
                <a:cs typeface="Yu Gothic"/>
              </a:defRPr>
            </a:lvl2pPr>
            <a:lvl3pPr algn="ctr">
              <a:buNone/>
              <a:defRPr sz="1650" b="0">
                <a:solidFill>
                  <a:srgbClr val="263D4D"/>
                </a:solidFill>
                <a:latin typeface="Yu Gothic"/>
                <a:ea typeface="Yu Gothic"/>
                <a:cs typeface="Yu Gothic"/>
              </a:defRPr>
            </a:lvl3pPr>
            <a:lvl4pPr algn="ctr">
              <a:buNone/>
              <a:defRPr sz="1650" b="0">
                <a:solidFill>
                  <a:srgbClr val="263D4D"/>
                </a:solidFill>
                <a:latin typeface="Yu Gothic"/>
                <a:ea typeface="Yu Gothic"/>
                <a:cs typeface="Yu Gothic"/>
              </a:defRPr>
            </a:lvl4pPr>
            <a:lvl5pPr algn="ctr">
              <a:buNone/>
              <a:defRPr sz="1650" b="0">
                <a:solidFill>
                  <a:srgbClr val="263D4D"/>
                </a:solidFill>
                <a:latin typeface="Yu Gothic"/>
                <a:ea typeface="Yu Gothic"/>
                <a:cs typeface="Yu Gothic"/>
              </a:defRPr>
            </a:lvl5pPr>
            <a:lvl6pPr algn="ctr">
              <a:buNone/>
              <a:defRPr sz="1650" b="0">
                <a:solidFill>
                  <a:srgbClr val="263D4D"/>
                </a:solidFill>
                <a:latin typeface="Yu Gothic"/>
                <a:ea typeface="Yu Gothic"/>
                <a:cs typeface="Yu Gothic"/>
              </a:defRPr>
            </a:lvl6pPr>
            <a:lvl7pPr algn="ctr">
              <a:buNone/>
              <a:defRPr sz="1650" b="0">
                <a:solidFill>
                  <a:srgbClr val="263D4D"/>
                </a:solidFill>
                <a:latin typeface="Yu Gothic"/>
                <a:ea typeface="Yu Gothic"/>
                <a:cs typeface="Yu Gothic"/>
              </a:defRPr>
            </a:lvl7pPr>
            <a:lvl8pPr algn="ctr">
              <a:buNone/>
              <a:defRPr sz="1650" b="0">
                <a:solidFill>
                  <a:srgbClr val="263D4D"/>
                </a:solidFill>
                <a:latin typeface="Yu Gothic"/>
                <a:ea typeface="Yu Gothic"/>
                <a:cs typeface="Yu Gothic"/>
              </a:defRPr>
            </a:lvl8pPr>
            <a:lvl9pPr algn="ctr">
              <a:buNone/>
              <a:defRPr sz="1650" b="0">
                <a:solidFill>
                  <a:srgbClr val="263D4D"/>
                </a:solidFill>
                <a:latin typeface="Yu Gothic"/>
                <a:ea typeface="Yu Gothic"/>
                <a:cs typeface="Yu Gothic"/>
              </a:defRPr>
            </a:lvl9pPr>
          </a:lstStyle>
          <a:p xmlns:a="http://schemas.openxmlformats.org/drawingml/2006/main">
            <a:pPr algn="ctr">
              <a:buNone/>
              <a:defRPr sz="1650" b="0">
                <a:solidFill>
                  <a:srgbClr val="263D4D"/>
                </a:solidFill>
                <a:latin typeface="Yu Gothic"/>
                <a:ea typeface="Yu Gothic"/>
                <a:cs typeface="Yu Gothic"/>
              </a:defRPr>
            </a:pPr>
            <a:r>
              <a:rPr sz="1650" b="0">
                <a:solidFill>
                  <a:srgbClr val="263D4D"/>
                </a:solidFill>
                <a:latin typeface="Yu Gothic"/>
                <a:ea typeface="Yu Gothic"/>
                <a:cs typeface="Yu Gothic"/>
              </a:rPr>
              <a:t>天然高分子</a:t>
            </a:r>
          </a:p>
        </p:txBody>
      </p:sp>
      <p:sp>
        <p:nvSpPr>
          <p:cNvPr id="37" name="">
            <a:extLst xmlns:a="http://schemas.openxmlformats.org/drawingml/2006/main">
              <a:ext uri="{FF2B5EF4-FFF2-40B4-BE49-F238E27FC236}">
                <a16:creationId xmlns:a16="http://schemas.microsoft.com/office/drawing/2014/main" id="{C9E89194-D2AA-40D1-868E-2943238743C8}"/>
              </a:ext>
            </a:extLst>
          </p:cNvPr>
          <p:cNvSpPr>
            <a:spLocks xmlns:a="http://schemas.openxmlformats.org/drawingml/2006/main" noGrp="1"/>
          </p:cNvSpPr>
          <p:nvPr/>
        </p:nvSpPr>
        <p:spPr>
          <a:xfrm xmlns:a="http://schemas.openxmlformats.org/drawingml/2006/main">
            <a:off x="4419600" y="4781550"/>
            <a:ext cx="2047875" cy="552450"/>
          </a:xfrm>
          <a:prstGeom xmlns:a="http://schemas.openxmlformats.org/drawingml/2006/main" prst="rect">
            <a:avLst/>
          </a:prstGeom>
          <a:solidFill xmlns:a="http://schemas.openxmlformats.org/drawingml/2006/main">
            <a:srgbClr val="E8F0F4"/>
          </a:solidFill>
          <a:ln xmlns:a="http://schemas.openxmlformats.org/drawingml/2006/main" w="16193">
            <a:solidFill>
              <a:srgbClr val="087E8B"/>
            </a:solidFill>
          </a:ln>
        </p:spPr>
      </p:sp>
      <p:sp>
        <p:nvSpPr>
          <p:cNvPr id="38" name="">
            <a:extLst xmlns:a="http://schemas.openxmlformats.org/drawingml/2006/main">
              <a:ext uri="{FF2B5EF4-FFF2-40B4-BE49-F238E27FC236}">
                <a16:creationId xmlns:a16="http://schemas.microsoft.com/office/drawing/2014/main" id="{E4CDF13C-3BF0-4A13-B901-35710415AECB}"/>
              </a:ext>
            </a:extLst>
          </p:cNvPr>
          <p:cNvSpPr>
            <a:spLocks xmlns:a="http://schemas.openxmlformats.org/drawingml/2006/main" noGrp="1"/>
          </p:cNvSpPr>
          <p:nvPr/>
        </p:nvSpPr>
        <p:spPr>
          <a:xfrm xmlns:a="http://schemas.openxmlformats.org/drawingml/2006/main">
            <a:off x="4467225" y="4810125"/>
            <a:ext cx="19526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650" b="0">
                <a:solidFill>
                  <a:srgbClr val="263D4D"/>
                </a:solidFill>
                <a:latin typeface="Yu Gothic"/>
                <a:ea typeface="Yu Gothic"/>
                <a:cs typeface="Yu Gothic"/>
              </a:defRPr>
            </a:defPPr>
            <a:lvl1pPr algn="ctr">
              <a:buNone/>
              <a:defRPr sz="1650" b="0">
                <a:solidFill>
                  <a:srgbClr val="263D4D"/>
                </a:solidFill>
                <a:latin typeface="Yu Gothic"/>
                <a:ea typeface="Yu Gothic"/>
                <a:cs typeface="Yu Gothic"/>
              </a:defRPr>
            </a:lvl1pPr>
            <a:lvl2pPr algn="ctr">
              <a:buNone/>
              <a:defRPr sz="1650" b="0">
                <a:solidFill>
                  <a:srgbClr val="263D4D"/>
                </a:solidFill>
                <a:latin typeface="Yu Gothic"/>
                <a:ea typeface="Yu Gothic"/>
                <a:cs typeface="Yu Gothic"/>
              </a:defRPr>
            </a:lvl2pPr>
            <a:lvl3pPr algn="ctr">
              <a:buNone/>
              <a:defRPr sz="1650" b="0">
                <a:solidFill>
                  <a:srgbClr val="263D4D"/>
                </a:solidFill>
                <a:latin typeface="Yu Gothic"/>
                <a:ea typeface="Yu Gothic"/>
                <a:cs typeface="Yu Gothic"/>
              </a:defRPr>
            </a:lvl3pPr>
            <a:lvl4pPr algn="ctr">
              <a:buNone/>
              <a:defRPr sz="1650" b="0">
                <a:solidFill>
                  <a:srgbClr val="263D4D"/>
                </a:solidFill>
                <a:latin typeface="Yu Gothic"/>
                <a:ea typeface="Yu Gothic"/>
                <a:cs typeface="Yu Gothic"/>
              </a:defRPr>
            </a:lvl4pPr>
            <a:lvl5pPr algn="ctr">
              <a:buNone/>
              <a:defRPr sz="1650" b="0">
                <a:solidFill>
                  <a:srgbClr val="263D4D"/>
                </a:solidFill>
                <a:latin typeface="Yu Gothic"/>
                <a:ea typeface="Yu Gothic"/>
                <a:cs typeface="Yu Gothic"/>
              </a:defRPr>
            </a:lvl5pPr>
            <a:lvl6pPr algn="ctr">
              <a:buNone/>
              <a:defRPr sz="1650" b="0">
                <a:solidFill>
                  <a:srgbClr val="263D4D"/>
                </a:solidFill>
                <a:latin typeface="Yu Gothic"/>
                <a:ea typeface="Yu Gothic"/>
                <a:cs typeface="Yu Gothic"/>
              </a:defRPr>
            </a:lvl6pPr>
            <a:lvl7pPr algn="ctr">
              <a:buNone/>
              <a:defRPr sz="1650" b="0">
                <a:solidFill>
                  <a:srgbClr val="263D4D"/>
                </a:solidFill>
                <a:latin typeface="Yu Gothic"/>
                <a:ea typeface="Yu Gothic"/>
                <a:cs typeface="Yu Gothic"/>
              </a:defRPr>
            </a:lvl7pPr>
            <a:lvl8pPr algn="ctr">
              <a:buNone/>
              <a:defRPr sz="1650" b="0">
                <a:solidFill>
                  <a:srgbClr val="263D4D"/>
                </a:solidFill>
                <a:latin typeface="Yu Gothic"/>
                <a:ea typeface="Yu Gothic"/>
                <a:cs typeface="Yu Gothic"/>
              </a:defRPr>
            </a:lvl8pPr>
            <a:lvl9pPr algn="ctr">
              <a:buNone/>
              <a:defRPr sz="1650" b="0">
                <a:solidFill>
                  <a:srgbClr val="263D4D"/>
                </a:solidFill>
                <a:latin typeface="Yu Gothic"/>
                <a:ea typeface="Yu Gothic"/>
                <a:cs typeface="Yu Gothic"/>
              </a:defRPr>
            </a:lvl9pPr>
          </a:lstStyle>
          <a:p xmlns:a="http://schemas.openxmlformats.org/drawingml/2006/main">
            <a:pPr algn="ctr">
              <a:buNone/>
              <a:defRPr sz="1650" b="0">
                <a:solidFill>
                  <a:srgbClr val="263D4D"/>
                </a:solidFill>
                <a:latin typeface="Yu Gothic"/>
                <a:ea typeface="Yu Gothic"/>
                <a:cs typeface="Yu Gothic"/>
              </a:defRPr>
            </a:pPr>
            <a:r>
              <a:rPr sz="1650" b="0">
                <a:solidFill>
                  <a:srgbClr val="263D4D"/>
                </a:solidFill>
                <a:latin typeface="Yu Gothic"/>
                <a:ea typeface="Yu Gothic"/>
                <a:cs typeface="Yu Gothic"/>
              </a:rPr>
              <a:t>天然樹脂</a:t>
            </a:r>
          </a:p>
        </p:txBody>
      </p:sp>
      <p:sp>
        <p:nvSpPr>
          <p:cNvPr id="39" name="">
            <a:extLst xmlns:a="http://schemas.openxmlformats.org/drawingml/2006/main">
              <a:ext uri="{FF2B5EF4-FFF2-40B4-BE49-F238E27FC236}">
                <a16:creationId xmlns:a16="http://schemas.microsoft.com/office/drawing/2014/main" id="{9459FBBF-2309-4ED8-8E63-149192191365}"/>
              </a:ext>
            </a:extLst>
          </p:cNvPr>
          <p:cNvSpPr>
            <a:spLocks xmlns:a="http://schemas.openxmlformats.org/drawingml/2006/main" noGrp="1"/>
          </p:cNvSpPr>
          <p:nvPr/>
        </p:nvSpPr>
        <p:spPr>
          <a:xfrm xmlns:a="http://schemas.openxmlformats.org/drawingml/2006/main">
            <a:off x="6610350" y="4781550"/>
            <a:ext cx="2047875" cy="552450"/>
          </a:xfrm>
          <a:prstGeom xmlns:a="http://schemas.openxmlformats.org/drawingml/2006/main" prst="rect">
            <a:avLst/>
          </a:prstGeom>
          <a:solidFill xmlns:a="http://schemas.openxmlformats.org/drawingml/2006/main">
            <a:srgbClr val="E8F0F4"/>
          </a:solidFill>
          <a:ln xmlns:a="http://schemas.openxmlformats.org/drawingml/2006/main" w="16193">
            <a:solidFill>
              <a:srgbClr val="087E8B"/>
            </a:solidFill>
          </a:ln>
        </p:spPr>
      </p:sp>
      <p:sp>
        <p:nvSpPr>
          <p:cNvPr id="40" name="">
            <a:extLst xmlns:a="http://schemas.openxmlformats.org/drawingml/2006/main">
              <a:ext uri="{FF2B5EF4-FFF2-40B4-BE49-F238E27FC236}">
                <a16:creationId xmlns:a16="http://schemas.microsoft.com/office/drawing/2014/main" id="{EDFBAB54-D62E-4BFA-947C-05124B8F2866}"/>
              </a:ext>
            </a:extLst>
          </p:cNvPr>
          <p:cNvSpPr>
            <a:spLocks xmlns:a="http://schemas.openxmlformats.org/drawingml/2006/main" noGrp="1"/>
          </p:cNvSpPr>
          <p:nvPr/>
        </p:nvSpPr>
        <p:spPr>
          <a:xfrm xmlns:a="http://schemas.openxmlformats.org/drawingml/2006/main">
            <a:off x="6657975" y="4810125"/>
            <a:ext cx="19526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650" b="0">
                <a:solidFill>
                  <a:srgbClr val="263D4D"/>
                </a:solidFill>
                <a:latin typeface="Yu Gothic"/>
                <a:ea typeface="Yu Gothic"/>
                <a:cs typeface="Yu Gothic"/>
              </a:defRPr>
            </a:defPPr>
            <a:lvl1pPr algn="ctr">
              <a:buNone/>
              <a:defRPr sz="1650" b="0">
                <a:solidFill>
                  <a:srgbClr val="263D4D"/>
                </a:solidFill>
                <a:latin typeface="Yu Gothic"/>
                <a:ea typeface="Yu Gothic"/>
                <a:cs typeface="Yu Gothic"/>
              </a:defRPr>
            </a:lvl1pPr>
            <a:lvl2pPr algn="ctr">
              <a:buNone/>
              <a:defRPr sz="1650" b="0">
                <a:solidFill>
                  <a:srgbClr val="263D4D"/>
                </a:solidFill>
                <a:latin typeface="Yu Gothic"/>
                <a:ea typeface="Yu Gothic"/>
                <a:cs typeface="Yu Gothic"/>
              </a:defRPr>
            </a:lvl2pPr>
            <a:lvl3pPr algn="ctr">
              <a:buNone/>
              <a:defRPr sz="1650" b="0">
                <a:solidFill>
                  <a:srgbClr val="263D4D"/>
                </a:solidFill>
                <a:latin typeface="Yu Gothic"/>
                <a:ea typeface="Yu Gothic"/>
                <a:cs typeface="Yu Gothic"/>
              </a:defRPr>
            </a:lvl3pPr>
            <a:lvl4pPr algn="ctr">
              <a:buNone/>
              <a:defRPr sz="1650" b="0">
                <a:solidFill>
                  <a:srgbClr val="263D4D"/>
                </a:solidFill>
                <a:latin typeface="Yu Gothic"/>
                <a:ea typeface="Yu Gothic"/>
                <a:cs typeface="Yu Gothic"/>
              </a:defRPr>
            </a:lvl4pPr>
            <a:lvl5pPr algn="ctr">
              <a:buNone/>
              <a:defRPr sz="1650" b="0">
                <a:solidFill>
                  <a:srgbClr val="263D4D"/>
                </a:solidFill>
                <a:latin typeface="Yu Gothic"/>
                <a:ea typeface="Yu Gothic"/>
                <a:cs typeface="Yu Gothic"/>
              </a:defRPr>
            </a:lvl5pPr>
            <a:lvl6pPr algn="ctr">
              <a:buNone/>
              <a:defRPr sz="1650" b="0">
                <a:solidFill>
                  <a:srgbClr val="263D4D"/>
                </a:solidFill>
                <a:latin typeface="Yu Gothic"/>
                <a:ea typeface="Yu Gothic"/>
                <a:cs typeface="Yu Gothic"/>
              </a:defRPr>
            </a:lvl6pPr>
            <a:lvl7pPr algn="ctr">
              <a:buNone/>
              <a:defRPr sz="1650" b="0">
                <a:solidFill>
                  <a:srgbClr val="263D4D"/>
                </a:solidFill>
                <a:latin typeface="Yu Gothic"/>
                <a:ea typeface="Yu Gothic"/>
                <a:cs typeface="Yu Gothic"/>
              </a:defRPr>
            </a:lvl7pPr>
            <a:lvl8pPr algn="ctr">
              <a:buNone/>
              <a:defRPr sz="1650" b="0">
                <a:solidFill>
                  <a:srgbClr val="263D4D"/>
                </a:solidFill>
                <a:latin typeface="Yu Gothic"/>
                <a:ea typeface="Yu Gothic"/>
                <a:cs typeface="Yu Gothic"/>
              </a:defRPr>
            </a:lvl8pPr>
            <a:lvl9pPr algn="ctr">
              <a:buNone/>
              <a:defRPr sz="1650" b="0">
                <a:solidFill>
                  <a:srgbClr val="263D4D"/>
                </a:solidFill>
                <a:latin typeface="Yu Gothic"/>
                <a:ea typeface="Yu Gothic"/>
                <a:cs typeface="Yu Gothic"/>
              </a:defRPr>
            </a:lvl9pPr>
          </a:lstStyle>
          <a:p xmlns:a="http://schemas.openxmlformats.org/drawingml/2006/main">
            <a:pPr algn="ctr">
              <a:buNone/>
              <a:defRPr sz="1650" b="0">
                <a:solidFill>
                  <a:srgbClr val="263D4D"/>
                </a:solidFill>
                <a:latin typeface="Yu Gothic"/>
                <a:ea typeface="Yu Gothic"/>
                <a:cs typeface="Yu Gothic"/>
              </a:defRPr>
            </a:pPr>
            <a:r>
              <a:rPr sz="1650" b="0">
                <a:solidFill>
                  <a:srgbClr val="263D4D"/>
                </a:solidFill>
                <a:latin typeface="Yu Gothic"/>
                <a:ea typeface="Yu Gothic"/>
                <a:cs typeface="Yu Gothic"/>
              </a:rPr>
              <a:t>合成樹脂</a:t>
            </a:r>
          </a:p>
        </p:txBody>
      </p:sp>
      <p:sp>
        <p:nvSpPr>
          <p:cNvPr id="41" name="">
            <a:extLst xmlns:a="http://schemas.openxmlformats.org/drawingml/2006/main">
              <a:ext uri="{FF2B5EF4-FFF2-40B4-BE49-F238E27FC236}">
                <a16:creationId xmlns:a16="http://schemas.microsoft.com/office/drawing/2014/main" id="{989BADEC-1BFD-4DDE-A286-0D7645298369}"/>
              </a:ext>
            </a:extLst>
          </p:cNvPr>
          <p:cNvSpPr>
            <a:spLocks xmlns:a="http://schemas.openxmlformats.org/drawingml/2006/main" noGrp="1"/>
          </p:cNvSpPr>
          <p:nvPr/>
        </p:nvSpPr>
        <p:spPr>
          <a:xfrm xmlns:a="http://schemas.openxmlformats.org/drawingml/2006/main">
            <a:off x="8801100" y="4781550"/>
            <a:ext cx="2047875" cy="552450"/>
          </a:xfrm>
          <a:prstGeom xmlns:a="http://schemas.openxmlformats.org/drawingml/2006/main" prst="rect">
            <a:avLst/>
          </a:prstGeom>
          <a:solidFill xmlns:a="http://schemas.openxmlformats.org/drawingml/2006/main">
            <a:srgbClr val="E8F0F4"/>
          </a:solidFill>
          <a:ln xmlns:a="http://schemas.openxmlformats.org/drawingml/2006/main" w="16193">
            <a:solidFill>
              <a:srgbClr val="087E8B"/>
            </a:solidFill>
          </a:ln>
        </p:spPr>
      </p:sp>
      <p:sp>
        <p:nvSpPr>
          <p:cNvPr id="42" name="">
            <a:extLst xmlns:a="http://schemas.openxmlformats.org/drawingml/2006/main">
              <a:ext uri="{FF2B5EF4-FFF2-40B4-BE49-F238E27FC236}">
                <a16:creationId xmlns:a16="http://schemas.microsoft.com/office/drawing/2014/main" id="{04856D85-E0C2-4FDD-84F6-5BF4244682C0}"/>
              </a:ext>
            </a:extLst>
          </p:cNvPr>
          <p:cNvSpPr>
            <a:spLocks xmlns:a="http://schemas.openxmlformats.org/drawingml/2006/main" noGrp="1"/>
          </p:cNvSpPr>
          <p:nvPr/>
        </p:nvSpPr>
        <p:spPr>
          <a:xfrm xmlns:a="http://schemas.openxmlformats.org/drawingml/2006/main">
            <a:off x="8848725" y="4810125"/>
            <a:ext cx="19526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650" b="0">
                <a:solidFill>
                  <a:srgbClr val="263D4D"/>
                </a:solidFill>
                <a:latin typeface="Yu Gothic"/>
                <a:ea typeface="Yu Gothic"/>
                <a:cs typeface="Yu Gothic"/>
              </a:defRPr>
            </a:defPPr>
            <a:lvl1pPr algn="ctr">
              <a:buNone/>
              <a:defRPr sz="1650" b="0">
                <a:solidFill>
                  <a:srgbClr val="263D4D"/>
                </a:solidFill>
                <a:latin typeface="Yu Gothic"/>
                <a:ea typeface="Yu Gothic"/>
                <a:cs typeface="Yu Gothic"/>
              </a:defRPr>
            </a:lvl1pPr>
            <a:lvl2pPr algn="ctr">
              <a:buNone/>
              <a:defRPr sz="1650" b="0">
                <a:solidFill>
                  <a:srgbClr val="263D4D"/>
                </a:solidFill>
                <a:latin typeface="Yu Gothic"/>
                <a:ea typeface="Yu Gothic"/>
                <a:cs typeface="Yu Gothic"/>
              </a:defRPr>
            </a:lvl2pPr>
            <a:lvl3pPr algn="ctr">
              <a:buNone/>
              <a:defRPr sz="1650" b="0">
                <a:solidFill>
                  <a:srgbClr val="263D4D"/>
                </a:solidFill>
                <a:latin typeface="Yu Gothic"/>
                <a:ea typeface="Yu Gothic"/>
                <a:cs typeface="Yu Gothic"/>
              </a:defRPr>
            </a:lvl3pPr>
            <a:lvl4pPr algn="ctr">
              <a:buNone/>
              <a:defRPr sz="1650" b="0">
                <a:solidFill>
                  <a:srgbClr val="263D4D"/>
                </a:solidFill>
                <a:latin typeface="Yu Gothic"/>
                <a:ea typeface="Yu Gothic"/>
                <a:cs typeface="Yu Gothic"/>
              </a:defRPr>
            </a:lvl4pPr>
            <a:lvl5pPr algn="ctr">
              <a:buNone/>
              <a:defRPr sz="1650" b="0">
                <a:solidFill>
                  <a:srgbClr val="263D4D"/>
                </a:solidFill>
                <a:latin typeface="Yu Gothic"/>
                <a:ea typeface="Yu Gothic"/>
                <a:cs typeface="Yu Gothic"/>
              </a:defRPr>
            </a:lvl5pPr>
            <a:lvl6pPr algn="ctr">
              <a:buNone/>
              <a:defRPr sz="1650" b="0">
                <a:solidFill>
                  <a:srgbClr val="263D4D"/>
                </a:solidFill>
                <a:latin typeface="Yu Gothic"/>
                <a:ea typeface="Yu Gothic"/>
                <a:cs typeface="Yu Gothic"/>
              </a:defRPr>
            </a:lvl6pPr>
            <a:lvl7pPr algn="ctr">
              <a:buNone/>
              <a:defRPr sz="1650" b="0">
                <a:solidFill>
                  <a:srgbClr val="263D4D"/>
                </a:solidFill>
                <a:latin typeface="Yu Gothic"/>
                <a:ea typeface="Yu Gothic"/>
                <a:cs typeface="Yu Gothic"/>
              </a:defRPr>
            </a:lvl7pPr>
            <a:lvl8pPr algn="ctr">
              <a:buNone/>
              <a:defRPr sz="1650" b="0">
                <a:solidFill>
                  <a:srgbClr val="263D4D"/>
                </a:solidFill>
                <a:latin typeface="Yu Gothic"/>
                <a:ea typeface="Yu Gothic"/>
                <a:cs typeface="Yu Gothic"/>
              </a:defRPr>
            </a:lvl8pPr>
            <a:lvl9pPr algn="ctr">
              <a:buNone/>
              <a:defRPr sz="1650" b="0">
                <a:solidFill>
                  <a:srgbClr val="263D4D"/>
                </a:solidFill>
                <a:latin typeface="Yu Gothic"/>
                <a:ea typeface="Yu Gothic"/>
                <a:cs typeface="Yu Gothic"/>
              </a:defRPr>
            </a:lvl9pPr>
          </a:lstStyle>
          <a:p xmlns:a="http://schemas.openxmlformats.org/drawingml/2006/main">
            <a:pPr algn="ctr">
              <a:buNone/>
              <a:defRPr sz="1650" b="0">
                <a:solidFill>
                  <a:srgbClr val="263D4D"/>
                </a:solidFill>
                <a:latin typeface="Yu Gothic"/>
                <a:ea typeface="Yu Gothic"/>
                <a:cs typeface="Yu Gothic"/>
              </a:defRPr>
            </a:pPr>
            <a:r>
              <a:rPr sz="1650" b="0">
                <a:solidFill>
                  <a:srgbClr val="263D4D"/>
                </a:solidFill>
                <a:latin typeface="Yu Gothic"/>
                <a:ea typeface="Yu Gothic"/>
                <a:cs typeface="Yu Gothic"/>
              </a:rPr>
              <a:t>多用途</a:t>
            </a:r>
          </a:p>
        </p:txBody>
      </p:sp>
      <p:sp>
        <p:nvSpPr>
          <p:cNvPr id="43" name="">
            <a:extLst xmlns:a="http://schemas.openxmlformats.org/drawingml/2006/main">
              <a:ext uri="{FF2B5EF4-FFF2-40B4-BE49-F238E27FC236}">
                <a16:creationId xmlns:a16="http://schemas.microsoft.com/office/drawing/2014/main" id="{6C4BB23F-11AE-4604-A0A8-0673959100A2}"/>
              </a:ext>
            </a:extLst>
          </p:cNvPr>
          <p:cNvSpPr>
            <a:spLocks xmlns:a="http://schemas.openxmlformats.org/drawingml/2006/main" noGrp="1"/>
          </p:cNvSpPr>
          <p:nvPr/>
        </p:nvSpPr>
        <p:spPr>
          <a:xfrm xmlns:a="http://schemas.openxmlformats.org/drawingml/2006/main">
            <a:off x="781050" y="5648325"/>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00" b="0">
                <a:solidFill>
                  <a:srgbClr val="71818B"/>
                </a:solidFill>
                <a:latin typeface="Yu Gothic"/>
                <a:ea typeface="Yu Gothic"/>
                <a:cs typeface="Yu Gothic"/>
              </a:defRPr>
            </a:defPPr>
            <a:lvl1pPr>
              <a:buNone/>
              <a:defRPr sz="1500" b="0">
                <a:solidFill>
                  <a:srgbClr val="71818B"/>
                </a:solidFill>
                <a:latin typeface="Yu Gothic"/>
                <a:ea typeface="Yu Gothic"/>
                <a:cs typeface="Yu Gothic"/>
              </a:defRPr>
            </a:lvl1pPr>
            <a:lvl2pPr>
              <a:buNone/>
              <a:defRPr sz="1500" b="0">
                <a:solidFill>
                  <a:srgbClr val="71818B"/>
                </a:solidFill>
                <a:latin typeface="Yu Gothic"/>
                <a:ea typeface="Yu Gothic"/>
                <a:cs typeface="Yu Gothic"/>
              </a:defRPr>
            </a:lvl2pPr>
            <a:lvl3pPr>
              <a:buNone/>
              <a:defRPr sz="1500" b="0">
                <a:solidFill>
                  <a:srgbClr val="71818B"/>
                </a:solidFill>
                <a:latin typeface="Yu Gothic"/>
                <a:ea typeface="Yu Gothic"/>
                <a:cs typeface="Yu Gothic"/>
              </a:defRPr>
            </a:lvl3pPr>
            <a:lvl4pPr>
              <a:buNone/>
              <a:defRPr sz="1500" b="0">
                <a:solidFill>
                  <a:srgbClr val="71818B"/>
                </a:solidFill>
                <a:latin typeface="Yu Gothic"/>
                <a:ea typeface="Yu Gothic"/>
                <a:cs typeface="Yu Gothic"/>
              </a:defRPr>
            </a:lvl4pPr>
            <a:lvl5pPr>
              <a:buNone/>
              <a:defRPr sz="1500" b="0">
                <a:solidFill>
                  <a:srgbClr val="71818B"/>
                </a:solidFill>
                <a:latin typeface="Yu Gothic"/>
                <a:ea typeface="Yu Gothic"/>
                <a:cs typeface="Yu Gothic"/>
              </a:defRPr>
            </a:lvl5pPr>
            <a:lvl6pPr>
              <a:buNone/>
              <a:defRPr sz="1500" b="0">
                <a:solidFill>
                  <a:srgbClr val="71818B"/>
                </a:solidFill>
                <a:latin typeface="Yu Gothic"/>
                <a:ea typeface="Yu Gothic"/>
                <a:cs typeface="Yu Gothic"/>
              </a:defRPr>
            </a:lvl6pPr>
            <a:lvl7pPr>
              <a:buNone/>
              <a:defRPr sz="1500" b="0">
                <a:solidFill>
                  <a:srgbClr val="71818B"/>
                </a:solidFill>
                <a:latin typeface="Yu Gothic"/>
                <a:ea typeface="Yu Gothic"/>
                <a:cs typeface="Yu Gothic"/>
              </a:defRPr>
            </a:lvl7pPr>
            <a:lvl8pPr>
              <a:buNone/>
              <a:defRPr sz="1500" b="0">
                <a:solidFill>
                  <a:srgbClr val="71818B"/>
                </a:solidFill>
                <a:latin typeface="Yu Gothic"/>
                <a:ea typeface="Yu Gothic"/>
                <a:cs typeface="Yu Gothic"/>
              </a:defRPr>
            </a:lvl8pPr>
            <a:lvl9pPr>
              <a:buNone/>
              <a:defRPr sz="1500" b="0">
                <a:solidFill>
                  <a:srgbClr val="71818B"/>
                </a:solidFill>
                <a:latin typeface="Yu Gothic"/>
                <a:ea typeface="Yu Gothic"/>
                <a:cs typeface="Yu Gothic"/>
              </a:defRPr>
            </a:lvl9pPr>
          </a:lstStyle>
          <a:p xmlns:a="http://schemas.openxmlformats.org/drawingml/2006/main">
            <a:pPr>
              <a:buNone/>
              <a:defRPr sz="1500" b="0">
                <a:solidFill>
                  <a:srgbClr val="71818B"/>
                </a:solidFill>
                <a:latin typeface="Yu Gothic"/>
                <a:ea typeface="Yu Gothic"/>
                <a:cs typeface="Yu Gothic"/>
              </a:defRPr>
            </a:pPr>
            <a:r>
              <a:rPr sz="1500" b="0">
                <a:solidFill>
                  <a:srgbClr val="71818B"/>
                </a:solidFill>
                <a:latin typeface="Yu Gothic"/>
                <a:ea typeface="Yu Gothic"/>
                <a:cs typeface="Yu Gothic"/>
              </a:rPr>
              <a:t>地域と用途で時期は異なる。帯は年代の精密な尺度ではない。</a:t>
            </a:r>
          </a:p>
        </p:txBody>
      </p:sp>
      <p:sp>
        <p:nvSpPr>
          <p:cNvPr id="44" name="">
            <a:extLst xmlns:a="http://schemas.openxmlformats.org/drawingml/2006/main">
              <a:ext uri="{FF2B5EF4-FFF2-40B4-BE49-F238E27FC236}">
                <a16:creationId xmlns:a16="http://schemas.microsoft.com/office/drawing/2014/main" id="{9291E92F-18D8-4B5E-B495-D2094559FB79}"/>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発展C</a:t>
            </a:r>
          </a:p>
        </p:txBody>
      </p:sp>
      <p:sp>
        <p:nvSpPr>
          <p:cNvPr id="45" name="">
            <a:extLst xmlns:a="http://schemas.openxmlformats.org/drawingml/2006/main">
              <a:ext uri="{FF2B5EF4-FFF2-40B4-BE49-F238E27FC236}">
                <a16:creationId xmlns:a16="http://schemas.microsoft.com/office/drawing/2014/main" id="{1F83C7E0-BD0E-435B-919D-6B392B455A1A}"/>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6 / 33</a:t>
            </a:r>
          </a:p>
        </p:txBody>
      </p:sp>
    </p:spTree>
    <p:extLst>
      <p:ext uri="{BB962C8B-B14F-4D97-AF65-F5344CB8AC3E}">
        <p14:creationId xmlns:p14="http://schemas.microsoft.com/office/powerpoint/2010/main" val="156201658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A78F960-A188-49F3-8518-83B13302999D}"/>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buNone/>
              <a:defRPr sz="2925" b="1">
                <a:solidFill>
                  <a:srgbClr val="193B59"/>
                </a:solidFill>
                <a:latin typeface="Yu Gothic"/>
                <a:ea typeface="Yu Gothic"/>
                <a:cs typeface="Yu Gothic"/>
              </a:defRPr>
            </a:lvl1pPr>
            <a:lvl2pPr>
              <a:buNone/>
              <a:defRPr sz="2925" b="1">
                <a:solidFill>
                  <a:srgbClr val="193B59"/>
                </a:solidFill>
                <a:latin typeface="Yu Gothic"/>
                <a:ea typeface="Yu Gothic"/>
                <a:cs typeface="Yu Gothic"/>
              </a:defRPr>
            </a:lvl2pPr>
            <a:lvl3pPr>
              <a:buNone/>
              <a:defRPr sz="2925" b="1">
                <a:solidFill>
                  <a:srgbClr val="193B59"/>
                </a:solidFill>
                <a:latin typeface="Yu Gothic"/>
                <a:ea typeface="Yu Gothic"/>
                <a:cs typeface="Yu Gothic"/>
              </a:defRPr>
            </a:lvl3pPr>
            <a:lvl4pPr>
              <a:buNone/>
              <a:defRPr sz="2925" b="1">
                <a:solidFill>
                  <a:srgbClr val="193B59"/>
                </a:solidFill>
                <a:latin typeface="Yu Gothic"/>
                <a:ea typeface="Yu Gothic"/>
                <a:cs typeface="Yu Gothic"/>
              </a:defRPr>
            </a:lvl4pPr>
            <a:lvl5pPr>
              <a:buNone/>
              <a:defRPr sz="2925" b="1">
                <a:solidFill>
                  <a:srgbClr val="193B59"/>
                </a:solidFill>
                <a:latin typeface="Yu Gothic"/>
                <a:ea typeface="Yu Gothic"/>
                <a:cs typeface="Yu Gothic"/>
              </a:defRPr>
            </a:lvl5pPr>
            <a:lvl6pPr>
              <a:buNone/>
              <a:defRPr sz="2925" b="1">
                <a:solidFill>
                  <a:srgbClr val="193B59"/>
                </a:solidFill>
                <a:latin typeface="Yu Gothic"/>
                <a:ea typeface="Yu Gothic"/>
                <a:cs typeface="Yu Gothic"/>
              </a:defRPr>
            </a:lvl6pPr>
            <a:lvl7pPr>
              <a:buNone/>
              <a:defRPr sz="2925" b="1">
                <a:solidFill>
                  <a:srgbClr val="193B59"/>
                </a:solidFill>
                <a:latin typeface="Yu Gothic"/>
                <a:ea typeface="Yu Gothic"/>
                <a:cs typeface="Yu Gothic"/>
              </a:defRPr>
            </a:lvl7pPr>
            <a:lvl8pPr>
              <a:buNone/>
              <a:defRPr sz="2925" b="1">
                <a:solidFill>
                  <a:srgbClr val="193B59"/>
                </a:solidFill>
                <a:latin typeface="Yu Gothic"/>
                <a:ea typeface="Yu Gothic"/>
                <a:cs typeface="Yu Gothic"/>
              </a:defRPr>
            </a:lvl8pPr>
            <a:lvl9pPr>
              <a:buNone/>
              <a:defRPr sz="2925" b="1">
                <a:solidFill>
                  <a:srgbClr val="193B59"/>
                </a:solidFill>
                <a:latin typeface="Yu Gothic"/>
                <a:ea typeface="Yu Gothic"/>
                <a:cs typeface="Yu Gothic"/>
              </a:defRPr>
            </a:lvl9pPr>
          </a:lstStyle>
          <a:p xmlns:a="http://schemas.openxmlformats.org/drawingml/2006/main">
            <a:pPr>
              <a:buNone/>
              <a:defRPr sz="2925" b="1">
                <a:solidFill>
                  <a:srgbClr val="193B59"/>
                </a:solidFill>
                <a:latin typeface="Yu Gothic"/>
                <a:ea typeface="Yu Gothic"/>
                <a:cs typeface="Yu Gothic"/>
              </a:defRPr>
            </a:pPr>
            <a:r>
              <a:rPr sz="2925" b="1">
                <a:solidFill>
                  <a:srgbClr val="193B59"/>
                </a:solidFill>
                <a:latin typeface="Yu Gothic"/>
                <a:ea typeface="Yu Gothic"/>
                <a:cs typeface="Yu Gothic"/>
              </a:rPr>
              <a:t>先史の木材利用：見えにくい証拠</a:t>
            </a:r>
          </a:p>
        </p:txBody>
      </p:sp>
      <p:sp>
        <p:nvSpPr>
          <p:cNvPr id="2" name="">
            <a:extLst xmlns:a="http://schemas.openxmlformats.org/drawingml/2006/main">
              <a:ext uri="{FF2B5EF4-FFF2-40B4-BE49-F238E27FC236}">
                <a16:creationId xmlns:a16="http://schemas.microsoft.com/office/drawing/2014/main" id="{A6DA453A-64CB-463E-BF92-DDE21358F8B8}"/>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291D7719-5E1E-4616-A5D1-BB3A848A283A}"/>
              </a:ext>
            </a:extLst>
          </p:cNvPr>
          <p:cNvSpPr>
            <a:spLocks xmlns:a="http://schemas.openxmlformats.org/drawingml/2006/main" noGrp="1"/>
          </p:cNvSpPr>
          <p:nvPr/>
        </p:nvSpPr>
        <p:spPr>
          <a:xfrm xmlns:a="http://schemas.openxmlformats.org/drawingml/2006/main">
            <a:off x="809625" y="173355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buNone/>
              <a:defRPr sz="2250" b="1">
                <a:solidFill>
                  <a:srgbClr val="263D4D"/>
                </a:solidFill>
                <a:latin typeface="Yu Gothic"/>
                <a:ea typeface="Yu Gothic"/>
                <a:cs typeface="Yu Gothic"/>
              </a:defRPr>
            </a:lvl1pPr>
            <a:lvl2pPr>
              <a:buNone/>
              <a:defRPr sz="2250" b="1">
                <a:solidFill>
                  <a:srgbClr val="263D4D"/>
                </a:solidFill>
                <a:latin typeface="Yu Gothic"/>
                <a:ea typeface="Yu Gothic"/>
                <a:cs typeface="Yu Gothic"/>
              </a:defRPr>
            </a:lvl2pPr>
            <a:lvl3pPr>
              <a:buNone/>
              <a:defRPr sz="2250" b="1">
                <a:solidFill>
                  <a:srgbClr val="263D4D"/>
                </a:solidFill>
                <a:latin typeface="Yu Gothic"/>
                <a:ea typeface="Yu Gothic"/>
                <a:cs typeface="Yu Gothic"/>
              </a:defRPr>
            </a:lvl3pPr>
            <a:lvl4pPr>
              <a:buNone/>
              <a:defRPr sz="2250" b="1">
                <a:solidFill>
                  <a:srgbClr val="263D4D"/>
                </a:solidFill>
                <a:latin typeface="Yu Gothic"/>
                <a:ea typeface="Yu Gothic"/>
                <a:cs typeface="Yu Gothic"/>
              </a:defRPr>
            </a:lvl4pPr>
            <a:lvl5pPr>
              <a:buNone/>
              <a:defRPr sz="2250" b="1">
                <a:solidFill>
                  <a:srgbClr val="263D4D"/>
                </a:solidFill>
                <a:latin typeface="Yu Gothic"/>
                <a:ea typeface="Yu Gothic"/>
                <a:cs typeface="Yu Gothic"/>
              </a:defRPr>
            </a:lvl5pPr>
            <a:lvl6pPr>
              <a:buNone/>
              <a:defRPr sz="2250" b="1">
                <a:solidFill>
                  <a:srgbClr val="263D4D"/>
                </a:solidFill>
                <a:latin typeface="Yu Gothic"/>
                <a:ea typeface="Yu Gothic"/>
                <a:cs typeface="Yu Gothic"/>
              </a:defRPr>
            </a:lvl6pPr>
            <a:lvl7pPr>
              <a:buNone/>
              <a:defRPr sz="2250" b="1">
                <a:solidFill>
                  <a:srgbClr val="263D4D"/>
                </a:solidFill>
                <a:latin typeface="Yu Gothic"/>
                <a:ea typeface="Yu Gothic"/>
                <a:cs typeface="Yu Gothic"/>
              </a:defRPr>
            </a:lvl7pPr>
            <a:lvl8pPr>
              <a:buNone/>
              <a:defRPr sz="2250" b="1">
                <a:solidFill>
                  <a:srgbClr val="263D4D"/>
                </a:solidFill>
                <a:latin typeface="Yu Gothic"/>
                <a:ea typeface="Yu Gothic"/>
                <a:cs typeface="Yu Gothic"/>
              </a:defRPr>
            </a:lvl8pPr>
            <a:lvl9pPr>
              <a:buNone/>
              <a:defRPr sz="2250" b="1">
                <a:solidFill>
                  <a:srgbClr val="263D4D"/>
                </a:solidFill>
                <a:latin typeface="Yu Gothic"/>
                <a:ea typeface="Yu Gothic"/>
                <a:cs typeface="Yu Gothic"/>
              </a:defRPr>
            </a:lvl9pPr>
          </a:lstStyle>
          <a:p xmlns:a="http://schemas.openxmlformats.org/drawingml/2006/main">
            <a:pPr>
              <a:buNone/>
              <a:defRPr sz="2250" b="1">
                <a:solidFill>
                  <a:srgbClr val="263D4D"/>
                </a:solidFill>
                <a:latin typeface="Yu Gothic"/>
                <a:ea typeface="Yu Gothic"/>
                <a:cs typeface="Yu Gothic"/>
              </a:defRPr>
            </a:pPr>
            <a:r>
              <a:rPr sz="2250" b="1">
                <a:solidFill>
                  <a:srgbClr val="263D4D"/>
                </a:solidFill>
                <a:latin typeface="Yu Gothic"/>
                <a:ea typeface="Yu Gothic"/>
                <a:cs typeface="Yu Gothic"/>
              </a:rPr>
              <a:t>木の建築・土木・道具は多様だった</a:t>
            </a:r>
          </a:p>
        </p:txBody>
      </p:sp>
      <p:sp>
        <p:nvSpPr>
          <p:cNvPr id="4" name="">
            <a:extLst xmlns:a="http://schemas.openxmlformats.org/drawingml/2006/main">
              <a:ext uri="{FF2B5EF4-FFF2-40B4-BE49-F238E27FC236}">
                <a16:creationId xmlns:a16="http://schemas.microsoft.com/office/drawing/2014/main" id="{685E0D9E-660F-43AC-BA94-FD95F048EFCF}"/>
              </a:ext>
            </a:extLst>
          </p:cNvPr>
          <p:cNvSpPr>
            <a:spLocks xmlns:a="http://schemas.openxmlformats.org/drawingml/2006/main" noGrp="1"/>
          </p:cNvSpPr>
          <p:nvPr/>
        </p:nvSpPr>
        <p:spPr>
          <a:xfrm xmlns:a="http://schemas.openxmlformats.org/drawingml/2006/main">
            <a:off x="809625" y="2790825"/>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樹種・年輪・花粉・種実から環境を調べる</a:t>
            </a:r>
          </a:p>
        </p:txBody>
      </p:sp>
      <p:sp>
        <p:nvSpPr>
          <p:cNvPr id="5" name="">
            <a:extLst xmlns:a="http://schemas.openxmlformats.org/drawingml/2006/main">
              <a:ext uri="{FF2B5EF4-FFF2-40B4-BE49-F238E27FC236}">
                <a16:creationId xmlns:a16="http://schemas.microsoft.com/office/drawing/2014/main" id="{0701E89A-8402-4788-A52D-4361E0A6A110}"/>
              </a:ext>
            </a:extLst>
          </p:cNvPr>
          <p:cNvSpPr>
            <a:spLocks xmlns:a="http://schemas.openxmlformats.org/drawingml/2006/main" noGrp="1"/>
          </p:cNvSpPr>
          <p:nvPr/>
        </p:nvSpPr>
        <p:spPr>
          <a:xfrm xmlns:a="http://schemas.openxmlformats.org/drawingml/2006/main">
            <a:off x="809625" y="384810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出土しないことを「使わなかった」としない</a:t>
            </a:r>
          </a:p>
        </p:txBody>
      </p:sp>
      <p:sp>
        <p:nvSpPr>
          <p:cNvPr id="6" name="">
            <a:extLst xmlns:a="http://schemas.openxmlformats.org/drawingml/2006/main">
              <a:ext uri="{FF2B5EF4-FFF2-40B4-BE49-F238E27FC236}">
                <a16:creationId xmlns:a16="http://schemas.microsoft.com/office/drawing/2014/main" id="{70B5837E-98BC-433F-BE72-53724BC3EB20}"/>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参照 [1]</a:t>
            </a:r>
          </a:p>
        </p:txBody>
      </p:sp>
      <p:sp>
        <p:nvSpPr>
          <p:cNvPr id="7" name="">
            <a:extLst xmlns:a="http://schemas.openxmlformats.org/drawingml/2006/main">
              <a:ext uri="{FF2B5EF4-FFF2-40B4-BE49-F238E27FC236}">
                <a16:creationId xmlns:a16="http://schemas.microsoft.com/office/drawing/2014/main" id="{63814075-0177-4E55-9D8A-41BD4213173D}"/>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発展C</a:t>
            </a:r>
          </a:p>
        </p:txBody>
      </p:sp>
      <p:sp>
        <p:nvSpPr>
          <p:cNvPr id="8" name="">
            <a:extLst xmlns:a="http://schemas.openxmlformats.org/drawingml/2006/main">
              <a:ext uri="{FF2B5EF4-FFF2-40B4-BE49-F238E27FC236}">
                <a16:creationId xmlns:a16="http://schemas.microsoft.com/office/drawing/2014/main" id="{C1271394-4AFB-4257-ADB3-2B2A96513487}"/>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7 / 33</a:t>
            </a:r>
          </a:p>
        </p:txBody>
      </p:sp>
    </p:spTree>
    <p:extLst>
      <p:ext uri="{BB962C8B-B14F-4D97-AF65-F5344CB8AC3E}">
        <p14:creationId xmlns:p14="http://schemas.microsoft.com/office/powerpoint/2010/main" val="204018164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0C463940-480A-46DC-ADAE-1C2A857F070E}"/>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buNone/>
              <a:defRPr sz="2925" b="1">
                <a:solidFill>
                  <a:srgbClr val="193B59"/>
                </a:solidFill>
                <a:latin typeface="Yu Gothic"/>
                <a:ea typeface="Yu Gothic"/>
                <a:cs typeface="Yu Gothic"/>
              </a:defRPr>
            </a:lvl1pPr>
            <a:lvl2pPr>
              <a:buNone/>
              <a:defRPr sz="2925" b="1">
                <a:solidFill>
                  <a:srgbClr val="193B59"/>
                </a:solidFill>
                <a:latin typeface="Yu Gothic"/>
                <a:ea typeface="Yu Gothic"/>
                <a:cs typeface="Yu Gothic"/>
              </a:defRPr>
            </a:lvl2pPr>
            <a:lvl3pPr>
              <a:buNone/>
              <a:defRPr sz="2925" b="1">
                <a:solidFill>
                  <a:srgbClr val="193B59"/>
                </a:solidFill>
                <a:latin typeface="Yu Gothic"/>
                <a:ea typeface="Yu Gothic"/>
                <a:cs typeface="Yu Gothic"/>
              </a:defRPr>
            </a:lvl3pPr>
            <a:lvl4pPr>
              <a:buNone/>
              <a:defRPr sz="2925" b="1">
                <a:solidFill>
                  <a:srgbClr val="193B59"/>
                </a:solidFill>
                <a:latin typeface="Yu Gothic"/>
                <a:ea typeface="Yu Gothic"/>
                <a:cs typeface="Yu Gothic"/>
              </a:defRPr>
            </a:lvl4pPr>
            <a:lvl5pPr>
              <a:buNone/>
              <a:defRPr sz="2925" b="1">
                <a:solidFill>
                  <a:srgbClr val="193B59"/>
                </a:solidFill>
                <a:latin typeface="Yu Gothic"/>
                <a:ea typeface="Yu Gothic"/>
                <a:cs typeface="Yu Gothic"/>
              </a:defRPr>
            </a:lvl5pPr>
            <a:lvl6pPr>
              <a:buNone/>
              <a:defRPr sz="2925" b="1">
                <a:solidFill>
                  <a:srgbClr val="193B59"/>
                </a:solidFill>
                <a:latin typeface="Yu Gothic"/>
                <a:ea typeface="Yu Gothic"/>
                <a:cs typeface="Yu Gothic"/>
              </a:defRPr>
            </a:lvl6pPr>
            <a:lvl7pPr>
              <a:buNone/>
              <a:defRPr sz="2925" b="1">
                <a:solidFill>
                  <a:srgbClr val="193B59"/>
                </a:solidFill>
                <a:latin typeface="Yu Gothic"/>
                <a:ea typeface="Yu Gothic"/>
                <a:cs typeface="Yu Gothic"/>
              </a:defRPr>
            </a:lvl7pPr>
            <a:lvl8pPr>
              <a:buNone/>
              <a:defRPr sz="2925" b="1">
                <a:solidFill>
                  <a:srgbClr val="193B59"/>
                </a:solidFill>
                <a:latin typeface="Yu Gothic"/>
                <a:ea typeface="Yu Gothic"/>
                <a:cs typeface="Yu Gothic"/>
              </a:defRPr>
            </a:lvl8pPr>
            <a:lvl9pPr>
              <a:buNone/>
              <a:defRPr sz="2925" b="1">
                <a:solidFill>
                  <a:srgbClr val="193B59"/>
                </a:solidFill>
                <a:latin typeface="Yu Gothic"/>
                <a:ea typeface="Yu Gothic"/>
                <a:cs typeface="Yu Gothic"/>
              </a:defRPr>
            </a:lvl9pPr>
          </a:lstStyle>
          <a:p xmlns:a="http://schemas.openxmlformats.org/drawingml/2006/main">
            <a:pPr>
              <a:buNone/>
              <a:defRPr sz="2925" b="1">
                <a:solidFill>
                  <a:srgbClr val="193B59"/>
                </a:solidFill>
                <a:latin typeface="Yu Gothic"/>
                <a:ea typeface="Yu Gothic"/>
                <a:cs typeface="Yu Gothic"/>
              </a:defRPr>
            </a:pPr>
            <a:r>
              <a:rPr sz="2925" b="1">
                <a:solidFill>
                  <a:srgbClr val="193B59"/>
                </a:solidFill>
                <a:latin typeface="Yu Gothic"/>
                <a:ea typeface="Yu Gothic"/>
                <a:cs typeface="Yu Gothic"/>
              </a:rPr>
              <a:t>木は育つ資源であり、時間がかかる</a:t>
            </a:r>
          </a:p>
        </p:txBody>
      </p:sp>
      <p:sp>
        <p:nvSpPr>
          <p:cNvPr id="2" name="">
            <a:extLst xmlns:a="http://schemas.openxmlformats.org/drawingml/2006/main">
              <a:ext uri="{FF2B5EF4-FFF2-40B4-BE49-F238E27FC236}">
                <a16:creationId xmlns:a16="http://schemas.microsoft.com/office/drawing/2014/main" id="{1C91D471-5E2C-4099-BED6-57E8A7530531}"/>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EF55D563-450E-4AD1-8D91-79BFE37652F6}"/>
              </a:ext>
            </a:extLst>
          </p:cNvPr>
          <p:cNvSpPr>
            <a:spLocks xmlns:a="http://schemas.openxmlformats.org/drawingml/2006/main" noGrp="1"/>
          </p:cNvSpPr>
          <p:nvPr/>
        </p:nvSpPr>
        <p:spPr>
          <a:xfrm xmlns:a="http://schemas.openxmlformats.org/drawingml/2006/main">
            <a:off x="809625" y="173355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buNone/>
              <a:defRPr sz="2250" b="1">
                <a:solidFill>
                  <a:srgbClr val="263D4D"/>
                </a:solidFill>
                <a:latin typeface="Yu Gothic"/>
                <a:ea typeface="Yu Gothic"/>
                <a:cs typeface="Yu Gothic"/>
              </a:defRPr>
            </a:lvl1pPr>
            <a:lvl2pPr>
              <a:buNone/>
              <a:defRPr sz="2250" b="1">
                <a:solidFill>
                  <a:srgbClr val="263D4D"/>
                </a:solidFill>
                <a:latin typeface="Yu Gothic"/>
                <a:ea typeface="Yu Gothic"/>
                <a:cs typeface="Yu Gothic"/>
              </a:defRPr>
            </a:lvl2pPr>
            <a:lvl3pPr>
              <a:buNone/>
              <a:defRPr sz="2250" b="1">
                <a:solidFill>
                  <a:srgbClr val="263D4D"/>
                </a:solidFill>
                <a:latin typeface="Yu Gothic"/>
                <a:ea typeface="Yu Gothic"/>
                <a:cs typeface="Yu Gothic"/>
              </a:defRPr>
            </a:lvl3pPr>
            <a:lvl4pPr>
              <a:buNone/>
              <a:defRPr sz="2250" b="1">
                <a:solidFill>
                  <a:srgbClr val="263D4D"/>
                </a:solidFill>
                <a:latin typeface="Yu Gothic"/>
                <a:ea typeface="Yu Gothic"/>
                <a:cs typeface="Yu Gothic"/>
              </a:defRPr>
            </a:lvl4pPr>
            <a:lvl5pPr>
              <a:buNone/>
              <a:defRPr sz="2250" b="1">
                <a:solidFill>
                  <a:srgbClr val="263D4D"/>
                </a:solidFill>
                <a:latin typeface="Yu Gothic"/>
                <a:ea typeface="Yu Gothic"/>
                <a:cs typeface="Yu Gothic"/>
              </a:defRPr>
            </a:lvl5pPr>
            <a:lvl6pPr>
              <a:buNone/>
              <a:defRPr sz="2250" b="1">
                <a:solidFill>
                  <a:srgbClr val="263D4D"/>
                </a:solidFill>
                <a:latin typeface="Yu Gothic"/>
                <a:ea typeface="Yu Gothic"/>
                <a:cs typeface="Yu Gothic"/>
              </a:defRPr>
            </a:lvl6pPr>
            <a:lvl7pPr>
              <a:buNone/>
              <a:defRPr sz="2250" b="1">
                <a:solidFill>
                  <a:srgbClr val="263D4D"/>
                </a:solidFill>
                <a:latin typeface="Yu Gothic"/>
                <a:ea typeface="Yu Gothic"/>
                <a:cs typeface="Yu Gothic"/>
              </a:defRPr>
            </a:lvl7pPr>
            <a:lvl8pPr>
              <a:buNone/>
              <a:defRPr sz="2250" b="1">
                <a:solidFill>
                  <a:srgbClr val="263D4D"/>
                </a:solidFill>
                <a:latin typeface="Yu Gothic"/>
                <a:ea typeface="Yu Gothic"/>
                <a:cs typeface="Yu Gothic"/>
              </a:defRPr>
            </a:lvl8pPr>
            <a:lvl9pPr>
              <a:buNone/>
              <a:defRPr sz="2250" b="1">
                <a:solidFill>
                  <a:srgbClr val="263D4D"/>
                </a:solidFill>
                <a:latin typeface="Yu Gothic"/>
                <a:ea typeface="Yu Gothic"/>
                <a:cs typeface="Yu Gothic"/>
              </a:defRPr>
            </a:lvl9pPr>
          </a:lstStyle>
          <a:p xmlns:a="http://schemas.openxmlformats.org/drawingml/2006/main">
            <a:pPr>
              <a:buNone/>
              <a:defRPr sz="2250" b="1">
                <a:solidFill>
                  <a:srgbClr val="263D4D"/>
                </a:solidFill>
                <a:latin typeface="Yu Gothic"/>
                <a:ea typeface="Yu Gothic"/>
                <a:cs typeface="Yu Gothic"/>
              </a:defRPr>
            </a:pPr>
            <a:r>
              <a:rPr sz="2250" b="1">
                <a:solidFill>
                  <a:srgbClr val="263D4D"/>
                </a:solidFill>
                <a:latin typeface="Yu Gothic"/>
                <a:ea typeface="Yu Gothic"/>
                <a:cs typeface="Yu Gothic"/>
              </a:rPr>
              <a:t>材の太さ・長さを得るには生育時間が必要</a:t>
            </a:r>
          </a:p>
        </p:txBody>
      </p:sp>
      <p:sp>
        <p:nvSpPr>
          <p:cNvPr id="4" name="">
            <a:extLst xmlns:a="http://schemas.openxmlformats.org/drawingml/2006/main">
              <a:ext uri="{FF2B5EF4-FFF2-40B4-BE49-F238E27FC236}">
                <a16:creationId xmlns:a16="http://schemas.microsoft.com/office/drawing/2014/main" id="{43E821A0-E386-4ACE-A7A6-F00E0DB9BA5F}"/>
              </a:ext>
            </a:extLst>
          </p:cNvPr>
          <p:cNvSpPr>
            <a:spLocks xmlns:a="http://schemas.openxmlformats.org/drawingml/2006/main" noGrp="1"/>
          </p:cNvSpPr>
          <p:nvPr/>
        </p:nvSpPr>
        <p:spPr>
          <a:xfrm xmlns:a="http://schemas.openxmlformats.org/drawingml/2006/main">
            <a:off x="809625" y="2790825"/>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地域で得られる樹種と地形が選択を制約</a:t>
            </a:r>
          </a:p>
        </p:txBody>
      </p:sp>
      <p:sp>
        <p:nvSpPr>
          <p:cNvPr id="5" name="">
            <a:extLst xmlns:a="http://schemas.openxmlformats.org/drawingml/2006/main">
              <a:ext uri="{FF2B5EF4-FFF2-40B4-BE49-F238E27FC236}">
                <a16:creationId xmlns:a16="http://schemas.microsoft.com/office/drawing/2014/main" id="{0A52F299-8B28-43F1-A54A-4A040F21AFBC}"/>
              </a:ext>
            </a:extLst>
          </p:cNvPr>
          <p:cNvSpPr>
            <a:spLocks xmlns:a="http://schemas.openxmlformats.org/drawingml/2006/main" noGrp="1"/>
          </p:cNvSpPr>
          <p:nvPr/>
        </p:nvSpPr>
        <p:spPr>
          <a:xfrm xmlns:a="http://schemas.openxmlformats.org/drawingml/2006/main">
            <a:off x="809625" y="384810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伐採・更新の仕組みも技術史に含む</a:t>
            </a:r>
          </a:p>
        </p:txBody>
      </p:sp>
      <p:sp>
        <p:nvSpPr>
          <p:cNvPr id="6" name="">
            <a:extLst xmlns:a="http://schemas.openxmlformats.org/drawingml/2006/main">
              <a:ext uri="{FF2B5EF4-FFF2-40B4-BE49-F238E27FC236}">
                <a16:creationId xmlns:a16="http://schemas.microsoft.com/office/drawing/2014/main" id="{F0B44079-E325-4422-A71A-B68F896EAE27}"/>
              </a:ext>
            </a:extLst>
          </p:cNvPr>
          <p:cNvSpPr>
            <a:spLocks xmlns:a="http://schemas.openxmlformats.org/drawingml/2006/main" noGrp="1"/>
          </p:cNvSpPr>
          <p:nvPr/>
        </p:nvSpPr>
        <p:spPr>
          <a:xfrm xmlns:a="http://schemas.openxmlformats.org/drawingml/2006/main">
            <a:off x="723900" y="4829175"/>
            <a:ext cx="1952625" cy="704850"/>
          </a:xfrm>
          <a:prstGeom xmlns:a="http://schemas.openxmlformats.org/drawingml/2006/main" prst="rect">
            <a:avLst/>
          </a:prstGeom>
          <a:solidFill xmlns:a="http://schemas.openxmlformats.org/drawingml/2006/main">
            <a:srgbClr val="EAF4F3"/>
          </a:solidFill>
          <a:ln xmlns:a="http://schemas.openxmlformats.org/drawingml/2006/main" w="16193">
            <a:solidFill>
              <a:srgbClr val="087E8B"/>
            </a:solidFill>
          </a:ln>
        </p:spPr>
      </p:sp>
      <p:sp>
        <p:nvSpPr>
          <p:cNvPr id="7" name="">
            <a:extLst xmlns:a="http://schemas.openxmlformats.org/drawingml/2006/main">
              <a:ext uri="{FF2B5EF4-FFF2-40B4-BE49-F238E27FC236}">
                <a16:creationId xmlns:a16="http://schemas.microsoft.com/office/drawing/2014/main" id="{064DB06D-EACF-43D7-BBD5-39F343EF47A2}"/>
              </a:ext>
            </a:extLst>
          </p:cNvPr>
          <p:cNvSpPr>
            <a:spLocks xmlns:a="http://schemas.openxmlformats.org/drawingml/2006/main" noGrp="1"/>
          </p:cNvSpPr>
          <p:nvPr/>
        </p:nvSpPr>
        <p:spPr>
          <a:xfrm xmlns:a="http://schemas.openxmlformats.org/drawingml/2006/main">
            <a:off x="723900" y="4886325"/>
            <a:ext cx="19526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725" b="1">
                <a:solidFill>
                  <a:srgbClr val="193B59"/>
                </a:solidFill>
                <a:latin typeface="Yu Gothic"/>
                <a:ea typeface="Yu Gothic"/>
                <a:cs typeface="Yu Gothic"/>
              </a:defRPr>
            </a:defPPr>
            <a:lvl1pPr algn="ctr">
              <a:buNone/>
              <a:defRPr sz="1725" b="1">
                <a:solidFill>
                  <a:srgbClr val="193B59"/>
                </a:solidFill>
                <a:latin typeface="Yu Gothic"/>
                <a:ea typeface="Yu Gothic"/>
                <a:cs typeface="Yu Gothic"/>
              </a:defRPr>
            </a:lvl1pPr>
            <a:lvl2pPr algn="ctr">
              <a:buNone/>
              <a:defRPr sz="1725" b="1">
                <a:solidFill>
                  <a:srgbClr val="193B59"/>
                </a:solidFill>
                <a:latin typeface="Yu Gothic"/>
                <a:ea typeface="Yu Gothic"/>
                <a:cs typeface="Yu Gothic"/>
              </a:defRPr>
            </a:lvl2pPr>
            <a:lvl3pPr algn="ctr">
              <a:buNone/>
              <a:defRPr sz="1725" b="1">
                <a:solidFill>
                  <a:srgbClr val="193B59"/>
                </a:solidFill>
                <a:latin typeface="Yu Gothic"/>
                <a:ea typeface="Yu Gothic"/>
                <a:cs typeface="Yu Gothic"/>
              </a:defRPr>
            </a:lvl3pPr>
            <a:lvl4pPr algn="ctr">
              <a:buNone/>
              <a:defRPr sz="1725" b="1">
                <a:solidFill>
                  <a:srgbClr val="193B59"/>
                </a:solidFill>
                <a:latin typeface="Yu Gothic"/>
                <a:ea typeface="Yu Gothic"/>
                <a:cs typeface="Yu Gothic"/>
              </a:defRPr>
            </a:lvl4pPr>
            <a:lvl5pPr algn="ctr">
              <a:buNone/>
              <a:defRPr sz="1725" b="1">
                <a:solidFill>
                  <a:srgbClr val="193B59"/>
                </a:solidFill>
                <a:latin typeface="Yu Gothic"/>
                <a:ea typeface="Yu Gothic"/>
                <a:cs typeface="Yu Gothic"/>
              </a:defRPr>
            </a:lvl5pPr>
            <a:lvl6pPr algn="ctr">
              <a:buNone/>
              <a:defRPr sz="1725" b="1">
                <a:solidFill>
                  <a:srgbClr val="193B59"/>
                </a:solidFill>
                <a:latin typeface="Yu Gothic"/>
                <a:ea typeface="Yu Gothic"/>
                <a:cs typeface="Yu Gothic"/>
              </a:defRPr>
            </a:lvl6pPr>
            <a:lvl7pPr algn="ctr">
              <a:buNone/>
              <a:defRPr sz="1725" b="1">
                <a:solidFill>
                  <a:srgbClr val="193B59"/>
                </a:solidFill>
                <a:latin typeface="Yu Gothic"/>
                <a:ea typeface="Yu Gothic"/>
                <a:cs typeface="Yu Gothic"/>
              </a:defRPr>
            </a:lvl7pPr>
            <a:lvl8pPr algn="ctr">
              <a:buNone/>
              <a:defRPr sz="1725" b="1">
                <a:solidFill>
                  <a:srgbClr val="193B59"/>
                </a:solidFill>
                <a:latin typeface="Yu Gothic"/>
                <a:ea typeface="Yu Gothic"/>
                <a:cs typeface="Yu Gothic"/>
              </a:defRPr>
            </a:lvl8pPr>
            <a:lvl9pPr algn="ctr">
              <a:buNone/>
              <a:defRPr sz="1725" b="1">
                <a:solidFill>
                  <a:srgbClr val="193B59"/>
                </a:solidFill>
                <a:latin typeface="Yu Gothic"/>
                <a:ea typeface="Yu Gothic"/>
                <a:cs typeface="Yu Gothic"/>
              </a:defRPr>
            </a:lvl9pPr>
          </a:lstStyle>
          <a:p xmlns:a="http://schemas.openxmlformats.org/drawingml/2006/main">
            <a:pPr algn="ctr">
              <a:buNone/>
              <a:defRPr sz="1725" b="1">
                <a:solidFill>
                  <a:srgbClr val="193B59"/>
                </a:solidFill>
                <a:latin typeface="Yu Gothic"/>
                <a:ea typeface="Yu Gothic"/>
                <a:cs typeface="Yu Gothic"/>
              </a:defRPr>
            </a:pPr>
            <a:r>
              <a:rPr sz="1725" b="1">
                <a:solidFill>
                  <a:srgbClr val="193B59"/>
                </a:solidFill>
                <a:latin typeface="Yu Gothic"/>
                <a:ea typeface="Yu Gothic"/>
                <a:cs typeface="Yu Gothic"/>
              </a:rPr>
              <a:t>生育</a:t>
            </a:r>
          </a:p>
        </p:txBody>
      </p:sp>
      <p:sp>
        <p:nvSpPr>
          <p:cNvPr id="8" name="">
            <a:extLst xmlns:a="http://schemas.openxmlformats.org/drawingml/2006/main">
              <a:ext uri="{FF2B5EF4-FFF2-40B4-BE49-F238E27FC236}">
                <a16:creationId xmlns:a16="http://schemas.microsoft.com/office/drawing/2014/main" id="{CEDE4EE3-C6A4-4402-8F88-5CE2F1900A77}"/>
              </a:ext>
            </a:extLst>
          </p:cNvPr>
          <p:cNvSpPr>
            <a:spLocks xmlns:a="http://schemas.openxmlformats.org/drawingml/2006/main" noGrp="1"/>
          </p:cNvSpPr>
          <p:nvPr/>
        </p:nvSpPr>
        <p:spPr>
          <a:xfrm xmlns:a="http://schemas.openxmlformats.org/drawingml/2006/main">
            <a:off x="2714625" y="5181600"/>
            <a:ext cx="504825" cy="9525"/>
          </a:xfrm>
          <a:custGeom xmlns:a="http://schemas.openxmlformats.org/drawingml/2006/main">
            <a:pathLst>
              <a:path w="504825" h="9525">
                <a:moveTo>
                  <a:pt x="0" y="0"/>
                </a:moveTo>
                <a:lnTo>
                  <a:pt x="504825" y="0"/>
                </a:lnTo>
              </a:path>
            </a:pathLst>
          </a:custGeom>
          <a:noFill xmlns:a="http://schemas.openxmlformats.org/drawingml/2006/main"/>
          <a:ln xmlns:a="http://schemas.openxmlformats.org/drawingml/2006/main" w="19050">
            <a:solidFill>
              <a:srgbClr val="087E8B"/>
            </a:solidFill>
          </a:ln>
        </p:spPr>
      </p:sp>
      <p:sp>
        <p:nvSpPr>
          <p:cNvPr id="9" name="">
            <a:extLst xmlns:a="http://schemas.openxmlformats.org/drawingml/2006/main">
              <a:ext uri="{FF2B5EF4-FFF2-40B4-BE49-F238E27FC236}">
                <a16:creationId xmlns:a16="http://schemas.microsoft.com/office/drawing/2014/main" id="{4ACC9778-5986-4F7C-B40F-34398B57AD04}"/>
              </a:ext>
            </a:extLst>
          </p:cNvPr>
          <p:cNvSpPr>
            <a:spLocks xmlns:a="http://schemas.openxmlformats.org/drawingml/2006/main" noGrp="1"/>
          </p:cNvSpPr>
          <p:nvPr/>
        </p:nvSpPr>
        <p:spPr>
          <a:xfrm xmlns:a="http://schemas.openxmlformats.org/drawingml/2006/main">
            <a:off x="3105150" y="5133594"/>
            <a:ext cx="114300" cy="96012"/>
          </a:xfrm>
          <a:custGeom xmlns:a="http://schemas.openxmlformats.org/drawingml/2006/main">
            <a:pathLst>
              <a:path w="114300" h="96012">
                <a:moveTo>
                  <a:pt x="114300" y="48006"/>
                </a:moveTo>
                <a:lnTo>
                  <a:pt x="0" y="0"/>
                </a:lnTo>
                <a:lnTo>
                  <a:pt x="0" y="96012"/>
                </a:lnTo>
                <a:close/>
              </a:path>
            </a:pathLst>
          </a:custGeom>
          <a:solidFill xmlns:a="http://schemas.openxmlformats.org/drawingml/2006/main">
            <a:srgbClr val="087E8B"/>
          </a:solidFill>
          <a:ln xmlns:a="http://schemas.openxmlformats.org/drawingml/2006/main" w="4763">
            <a:solidFill>
              <a:srgbClr val="087E8B"/>
            </a:solidFill>
          </a:ln>
        </p:spPr>
      </p:sp>
      <p:sp>
        <p:nvSpPr>
          <p:cNvPr id="10" name="">
            <a:extLst xmlns:a="http://schemas.openxmlformats.org/drawingml/2006/main">
              <a:ext uri="{FF2B5EF4-FFF2-40B4-BE49-F238E27FC236}">
                <a16:creationId xmlns:a16="http://schemas.microsoft.com/office/drawing/2014/main" id="{3390135C-80A6-4BD6-B72F-407D5981561F}"/>
              </a:ext>
            </a:extLst>
          </p:cNvPr>
          <p:cNvSpPr>
            <a:spLocks xmlns:a="http://schemas.openxmlformats.org/drawingml/2006/main" noGrp="1"/>
          </p:cNvSpPr>
          <p:nvPr/>
        </p:nvSpPr>
        <p:spPr>
          <a:xfrm xmlns:a="http://schemas.openxmlformats.org/drawingml/2006/main">
            <a:off x="3267075" y="4829175"/>
            <a:ext cx="1952625" cy="704850"/>
          </a:xfrm>
          <a:prstGeom xmlns:a="http://schemas.openxmlformats.org/drawingml/2006/main" prst="rect">
            <a:avLst/>
          </a:prstGeom>
          <a:solidFill xmlns:a="http://schemas.openxmlformats.org/drawingml/2006/main">
            <a:srgbClr val="E8F0F4"/>
          </a:solidFill>
          <a:ln xmlns:a="http://schemas.openxmlformats.org/drawingml/2006/main" w="16193">
            <a:solidFill>
              <a:srgbClr val="087E8B"/>
            </a:solidFill>
          </a:ln>
        </p:spPr>
      </p:sp>
      <p:sp>
        <p:nvSpPr>
          <p:cNvPr id="11" name="">
            <a:extLst xmlns:a="http://schemas.openxmlformats.org/drawingml/2006/main">
              <a:ext uri="{FF2B5EF4-FFF2-40B4-BE49-F238E27FC236}">
                <a16:creationId xmlns:a16="http://schemas.microsoft.com/office/drawing/2014/main" id="{6D03A824-84AF-4834-99D8-0D2B5FAD380D}"/>
              </a:ext>
            </a:extLst>
          </p:cNvPr>
          <p:cNvSpPr>
            <a:spLocks xmlns:a="http://schemas.openxmlformats.org/drawingml/2006/main" noGrp="1"/>
          </p:cNvSpPr>
          <p:nvPr/>
        </p:nvSpPr>
        <p:spPr>
          <a:xfrm xmlns:a="http://schemas.openxmlformats.org/drawingml/2006/main">
            <a:off x="3267075" y="4886325"/>
            <a:ext cx="19526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725" b="1">
                <a:solidFill>
                  <a:srgbClr val="193B59"/>
                </a:solidFill>
                <a:latin typeface="Yu Gothic"/>
                <a:ea typeface="Yu Gothic"/>
                <a:cs typeface="Yu Gothic"/>
              </a:defRPr>
            </a:defPPr>
            <a:lvl1pPr algn="ctr">
              <a:buNone/>
              <a:defRPr sz="1725" b="1">
                <a:solidFill>
                  <a:srgbClr val="193B59"/>
                </a:solidFill>
                <a:latin typeface="Yu Gothic"/>
                <a:ea typeface="Yu Gothic"/>
                <a:cs typeface="Yu Gothic"/>
              </a:defRPr>
            </a:lvl1pPr>
            <a:lvl2pPr algn="ctr">
              <a:buNone/>
              <a:defRPr sz="1725" b="1">
                <a:solidFill>
                  <a:srgbClr val="193B59"/>
                </a:solidFill>
                <a:latin typeface="Yu Gothic"/>
                <a:ea typeface="Yu Gothic"/>
                <a:cs typeface="Yu Gothic"/>
              </a:defRPr>
            </a:lvl2pPr>
            <a:lvl3pPr algn="ctr">
              <a:buNone/>
              <a:defRPr sz="1725" b="1">
                <a:solidFill>
                  <a:srgbClr val="193B59"/>
                </a:solidFill>
                <a:latin typeface="Yu Gothic"/>
                <a:ea typeface="Yu Gothic"/>
                <a:cs typeface="Yu Gothic"/>
              </a:defRPr>
            </a:lvl3pPr>
            <a:lvl4pPr algn="ctr">
              <a:buNone/>
              <a:defRPr sz="1725" b="1">
                <a:solidFill>
                  <a:srgbClr val="193B59"/>
                </a:solidFill>
                <a:latin typeface="Yu Gothic"/>
                <a:ea typeface="Yu Gothic"/>
                <a:cs typeface="Yu Gothic"/>
              </a:defRPr>
            </a:lvl4pPr>
            <a:lvl5pPr algn="ctr">
              <a:buNone/>
              <a:defRPr sz="1725" b="1">
                <a:solidFill>
                  <a:srgbClr val="193B59"/>
                </a:solidFill>
                <a:latin typeface="Yu Gothic"/>
                <a:ea typeface="Yu Gothic"/>
                <a:cs typeface="Yu Gothic"/>
              </a:defRPr>
            </a:lvl5pPr>
            <a:lvl6pPr algn="ctr">
              <a:buNone/>
              <a:defRPr sz="1725" b="1">
                <a:solidFill>
                  <a:srgbClr val="193B59"/>
                </a:solidFill>
                <a:latin typeface="Yu Gothic"/>
                <a:ea typeface="Yu Gothic"/>
                <a:cs typeface="Yu Gothic"/>
              </a:defRPr>
            </a:lvl6pPr>
            <a:lvl7pPr algn="ctr">
              <a:buNone/>
              <a:defRPr sz="1725" b="1">
                <a:solidFill>
                  <a:srgbClr val="193B59"/>
                </a:solidFill>
                <a:latin typeface="Yu Gothic"/>
                <a:ea typeface="Yu Gothic"/>
                <a:cs typeface="Yu Gothic"/>
              </a:defRPr>
            </a:lvl7pPr>
            <a:lvl8pPr algn="ctr">
              <a:buNone/>
              <a:defRPr sz="1725" b="1">
                <a:solidFill>
                  <a:srgbClr val="193B59"/>
                </a:solidFill>
                <a:latin typeface="Yu Gothic"/>
                <a:ea typeface="Yu Gothic"/>
                <a:cs typeface="Yu Gothic"/>
              </a:defRPr>
            </a:lvl8pPr>
            <a:lvl9pPr algn="ctr">
              <a:buNone/>
              <a:defRPr sz="1725" b="1">
                <a:solidFill>
                  <a:srgbClr val="193B59"/>
                </a:solidFill>
                <a:latin typeface="Yu Gothic"/>
                <a:ea typeface="Yu Gothic"/>
                <a:cs typeface="Yu Gothic"/>
              </a:defRPr>
            </a:lvl9pPr>
          </a:lstStyle>
          <a:p xmlns:a="http://schemas.openxmlformats.org/drawingml/2006/main">
            <a:pPr algn="ctr">
              <a:buNone/>
              <a:defRPr sz="1725" b="1">
                <a:solidFill>
                  <a:srgbClr val="193B59"/>
                </a:solidFill>
                <a:latin typeface="Yu Gothic"/>
                <a:ea typeface="Yu Gothic"/>
                <a:cs typeface="Yu Gothic"/>
              </a:defRPr>
            </a:pPr>
            <a:r>
              <a:rPr sz="1725" b="1">
                <a:solidFill>
                  <a:srgbClr val="193B59"/>
                </a:solidFill>
                <a:latin typeface="Yu Gothic"/>
                <a:ea typeface="Yu Gothic"/>
                <a:cs typeface="Yu Gothic"/>
              </a:rPr>
              <a:t>伐採</a:t>
            </a:r>
          </a:p>
        </p:txBody>
      </p:sp>
      <p:sp>
        <p:nvSpPr>
          <p:cNvPr id="12" name="">
            <a:extLst xmlns:a="http://schemas.openxmlformats.org/drawingml/2006/main">
              <a:ext uri="{FF2B5EF4-FFF2-40B4-BE49-F238E27FC236}">
                <a16:creationId xmlns:a16="http://schemas.microsoft.com/office/drawing/2014/main" id="{DC07B96F-19E8-48FC-B0E6-731B979C38D6}"/>
              </a:ext>
            </a:extLst>
          </p:cNvPr>
          <p:cNvSpPr>
            <a:spLocks xmlns:a="http://schemas.openxmlformats.org/drawingml/2006/main" noGrp="1"/>
          </p:cNvSpPr>
          <p:nvPr/>
        </p:nvSpPr>
        <p:spPr>
          <a:xfrm xmlns:a="http://schemas.openxmlformats.org/drawingml/2006/main">
            <a:off x="5257800" y="5181600"/>
            <a:ext cx="504825" cy="9525"/>
          </a:xfrm>
          <a:custGeom xmlns:a="http://schemas.openxmlformats.org/drawingml/2006/main">
            <a:pathLst>
              <a:path w="504825" h="9525">
                <a:moveTo>
                  <a:pt x="0" y="0"/>
                </a:moveTo>
                <a:lnTo>
                  <a:pt x="504825" y="0"/>
                </a:lnTo>
              </a:path>
            </a:pathLst>
          </a:custGeom>
          <a:noFill xmlns:a="http://schemas.openxmlformats.org/drawingml/2006/main"/>
          <a:ln xmlns:a="http://schemas.openxmlformats.org/drawingml/2006/main" w="19050">
            <a:solidFill>
              <a:srgbClr val="087E8B"/>
            </a:solidFill>
          </a:ln>
        </p:spPr>
      </p:sp>
      <p:sp>
        <p:nvSpPr>
          <p:cNvPr id="13" name="">
            <a:extLst xmlns:a="http://schemas.openxmlformats.org/drawingml/2006/main">
              <a:ext uri="{FF2B5EF4-FFF2-40B4-BE49-F238E27FC236}">
                <a16:creationId xmlns:a16="http://schemas.microsoft.com/office/drawing/2014/main" id="{A5FEC64E-1162-4FF8-BFA5-6B59136E6F79}"/>
              </a:ext>
            </a:extLst>
          </p:cNvPr>
          <p:cNvSpPr>
            <a:spLocks xmlns:a="http://schemas.openxmlformats.org/drawingml/2006/main" noGrp="1"/>
          </p:cNvSpPr>
          <p:nvPr/>
        </p:nvSpPr>
        <p:spPr>
          <a:xfrm xmlns:a="http://schemas.openxmlformats.org/drawingml/2006/main">
            <a:off x="5648325" y="5133594"/>
            <a:ext cx="114300" cy="96012"/>
          </a:xfrm>
          <a:custGeom xmlns:a="http://schemas.openxmlformats.org/drawingml/2006/main">
            <a:pathLst>
              <a:path w="114300" h="96012">
                <a:moveTo>
                  <a:pt x="114300" y="48006"/>
                </a:moveTo>
                <a:lnTo>
                  <a:pt x="0" y="0"/>
                </a:lnTo>
                <a:lnTo>
                  <a:pt x="0" y="96012"/>
                </a:lnTo>
                <a:close/>
              </a:path>
            </a:pathLst>
          </a:custGeom>
          <a:solidFill xmlns:a="http://schemas.openxmlformats.org/drawingml/2006/main">
            <a:srgbClr val="087E8B"/>
          </a:solidFill>
          <a:ln xmlns:a="http://schemas.openxmlformats.org/drawingml/2006/main" w="4763">
            <a:solidFill>
              <a:srgbClr val="087E8B"/>
            </a:solidFill>
          </a:ln>
        </p:spPr>
      </p:sp>
      <p:sp>
        <p:nvSpPr>
          <p:cNvPr id="14" name="">
            <a:extLst xmlns:a="http://schemas.openxmlformats.org/drawingml/2006/main">
              <a:ext uri="{FF2B5EF4-FFF2-40B4-BE49-F238E27FC236}">
                <a16:creationId xmlns:a16="http://schemas.microsoft.com/office/drawing/2014/main" id="{65E8CC61-7CD1-4D6D-B41D-4A6FB0F106CC}"/>
              </a:ext>
            </a:extLst>
          </p:cNvPr>
          <p:cNvSpPr>
            <a:spLocks xmlns:a="http://schemas.openxmlformats.org/drawingml/2006/main" noGrp="1"/>
          </p:cNvSpPr>
          <p:nvPr/>
        </p:nvSpPr>
        <p:spPr>
          <a:xfrm xmlns:a="http://schemas.openxmlformats.org/drawingml/2006/main">
            <a:off x="5810250" y="4829175"/>
            <a:ext cx="1952625" cy="704850"/>
          </a:xfrm>
          <a:prstGeom xmlns:a="http://schemas.openxmlformats.org/drawingml/2006/main" prst="rect">
            <a:avLst/>
          </a:prstGeom>
          <a:solidFill xmlns:a="http://schemas.openxmlformats.org/drawingml/2006/main">
            <a:srgbClr val="EAF4F3"/>
          </a:solidFill>
          <a:ln xmlns:a="http://schemas.openxmlformats.org/drawingml/2006/main" w="16193">
            <a:solidFill>
              <a:srgbClr val="087E8B"/>
            </a:solidFill>
          </a:ln>
        </p:spPr>
      </p:sp>
      <p:sp>
        <p:nvSpPr>
          <p:cNvPr id="15" name="">
            <a:extLst xmlns:a="http://schemas.openxmlformats.org/drawingml/2006/main">
              <a:ext uri="{FF2B5EF4-FFF2-40B4-BE49-F238E27FC236}">
                <a16:creationId xmlns:a16="http://schemas.microsoft.com/office/drawing/2014/main" id="{B9761331-0589-4E57-9794-13CF93A3F281}"/>
              </a:ext>
            </a:extLst>
          </p:cNvPr>
          <p:cNvSpPr>
            <a:spLocks xmlns:a="http://schemas.openxmlformats.org/drawingml/2006/main" noGrp="1"/>
          </p:cNvSpPr>
          <p:nvPr/>
        </p:nvSpPr>
        <p:spPr>
          <a:xfrm xmlns:a="http://schemas.openxmlformats.org/drawingml/2006/main">
            <a:off x="5810250" y="4886325"/>
            <a:ext cx="19526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725" b="1">
                <a:solidFill>
                  <a:srgbClr val="193B59"/>
                </a:solidFill>
                <a:latin typeface="Yu Gothic"/>
                <a:ea typeface="Yu Gothic"/>
                <a:cs typeface="Yu Gothic"/>
              </a:defRPr>
            </a:defPPr>
            <a:lvl1pPr algn="ctr">
              <a:buNone/>
              <a:defRPr sz="1725" b="1">
                <a:solidFill>
                  <a:srgbClr val="193B59"/>
                </a:solidFill>
                <a:latin typeface="Yu Gothic"/>
                <a:ea typeface="Yu Gothic"/>
                <a:cs typeface="Yu Gothic"/>
              </a:defRPr>
            </a:lvl1pPr>
            <a:lvl2pPr algn="ctr">
              <a:buNone/>
              <a:defRPr sz="1725" b="1">
                <a:solidFill>
                  <a:srgbClr val="193B59"/>
                </a:solidFill>
                <a:latin typeface="Yu Gothic"/>
                <a:ea typeface="Yu Gothic"/>
                <a:cs typeface="Yu Gothic"/>
              </a:defRPr>
            </a:lvl2pPr>
            <a:lvl3pPr algn="ctr">
              <a:buNone/>
              <a:defRPr sz="1725" b="1">
                <a:solidFill>
                  <a:srgbClr val="193B59"/>
                </a:solidFill>
                <a:latin typeface="Yu Gothic"/>
                <a:ea typeface="Yu Gothic"/>
                <a:cs typeface="Yu Gothic"/>
              </a:defRPr>
            </a:lvl3pPr>
            <a:lvl4pPr algn="ctr">
              <a:buNone/>
              <a:defRPr sz="1725" b="1">
                <a:solidFill>
                  <a:srgbClr val="193B59"/>
                </a:solidFill>
                <a:latin typeface="Yu Gothic"/>
                <a:ea typeface="Yu Gothic"/>
                <a:cs typeface="Yu Gothic"/>
              </a:defRPr>
            </a:lvl4pPr>
            <a:lvl5pPr algn="ctr">
              <a:buNone/>
              <a:defRPr sz="1725" b="1">
                <a:solidFill>
                  <a:srgbClr val="193B59"/>
                </a:solidFill>
                <a:latin typeface="Yu Gothic"/>
                <a:ea typeface="Yu Gothic"/>
                <a:cs typeface="Yu Gothic"/>
              </a:defRPr>
            </a:lvl5pPr>
            <a:lvl6pPr algn="ctr">
              <a:buNone/>
              <a:defRPr sz="1725" b="1">
                <a:solidFill>
                  <a:srgbClr val="193B59"/>
                </a:solidFill>
                <a:latin typeface="Yu Gothic"/>
                <a:ea typeface="Yu Gothic"/>
                <a:cs typeface="Yu Gothic"/>
              </a:defRPr>
            </a:lvl6pPr>
            <a:lvl7pPr algn="ctr">
              <a:buNone/>
              <a:defRPr sz="1725" b="1">
                <a:solidFill>
                  <a:srgbClr val="193B59"/>
                </a:solidFill>
                <a:latin typeface="Yu Gothic"/>
                <a:ea typeface="Yu Gothic"/>
                <a:cs typeface="Yu Gothic"/>
              </a:defRPr>
            </a:lvl7pPr>
            <a:lvl8pPr algn="ctr">
              <a:buNone/>
              <a:defRPr sz="1725" b="1">
                <a:solidFill>
                  <a:srgbClr val="193B59"/>
                </a:solidFill>
                <a:latin typeface="Yu Gothic"/>
                <a:ea typeface="Yu Gothic"/>
                <a:cs typeface="Yu Gothic"/>
              </a:defRPr>
            </a:lvl8pPr>
            <a:lvl9pPr algn="ctr">
              <a:buNone/>
              <a:defRPr sz="1725" b="1">
                <a:solidFill>
                  <a:srgbClr val="193B59"/>
                </a:solidFill>
                <a:latin typeface="Yu Gothic"/>
                <a:ea typeface="Yu Gothic"/>
                <a:cs typeface="Yu Gothic"/>
              </a:defRPr>
            </a:lvl9pPr>
          </a:lstStyle>
          <a:p xmlns:a="http://schemas.openxmlformats.org/drawingml/2006/main">
            <a:pPr algn="ctr">
              <a:buNone/>
              <a:defRPr sz="1725" b="1">
                <a:solidFill>
                  <a:srgbClr val="193B59"/>
                </a:solidFill>
                <a:latin typeface="Yu Gothic"/>
                <a:ea typeface="Yu Gothic"/>
                <a:cs typeface="Yu Gothic"/>
              </a:defRPr>
            </a:pPr>
            <a:r>
              <a:rPr sz="1725" b="1">
                <a:solidFill>
                  <a:srgbClr val="193B59"/>
                </a:solidFill>
                <a:latin typeface="Yu Gothic"/>
                <a:ea typeface="Yu Gothic"/>
                <a:cs typeface="Yu Gothic"/>
              </a:rPr>
              <a:t>加工</a:t>
            </a:r>
          </a:p>
        </p:txBody>
      </p:sp>
      <p:sp>
        <p:nvSpPr>
          <p:cNvPr id="16" name="">
            <a:extLst xmlns:a="http://schemas.openxmlformats.org/drawingml/2006/main">
              <a:ext uri="{FF2B5EF4-FFF2-40B4-BE49-F238E27FC236}">
                <a16:creationId xmlns:a16="http://schemas.microsoft.com/office/drawing/2014/main" id="{0E0C2940-AAAC-427B-948E-FC96F364C525}"/>
              </a:ext>
            </a:extLst>
          </p:cNvPr>
          <p:cNvSpPr>
            <a:spLocks xmlns:a="http://schemas.openxmlformats.org/drawingml/2006/main" noGrp="1"/>
          </p:cNvSpPr>
          <p:nvPr/>
        </p:nvSpPr>
        <p:spPr>
          <a:xfrm xmlns:a="http://schemas.openxmlformats.org/drawingml/2006/main">
            <a:off x="7800975" y="5181600"/>
            <a:ext cx="504825" cy="9525"/>
          </a:xfrm>
          <a:custGeom xmlns:a="http://schemas.openxmlformats.org/drawingml/2006/main">
            <a:pathLst>
              <a:path w="504825" h="9525">
                <a:moveTo>
                  <a:pt x="0" y="0"/>
                </a:moveTo>
                <a:lnTo>
                  <a:pt x="504825" y="0"/>
                </a:lnTo>
              </a:path>
            </a:pathLst>
          </a:custGeom>
          <a:noFill xmlns:a="http://schemas.openxmlformats.org/drawingml/2006/main"/>
          <a:ln xmlns:a="http://schemas.openxmlformats.org/drawingml/2006/main" w="19050">
            <a:solidFill>
              <a:srgbClr val="087E8B"/>
            </a:solidFill>
          </a:ln>
        </p:spPr>
      </p:sp>
      <p:sp>
        <p:nvSpPr>
          <p:cNvPr id="17" name="">
            <a:extLst xmlns:a="http://schemas.openxmlformats.org/drawingml/2006/main">
              <a:ext uri="{FF2B5EF4-FFF2-40B4-BE49-F238E27FC236}">
                <a16:creationId xmlns:a16="http://schemas.microsoft.com/office/drawing/2014/main" id="{0DE7BCAE-305D-4905-A002-DF14A1BD5D3A}"/>
              </a:ext>
            </a:extLst>
          </p:cNvPr>
          <p:cNvSpPr>
            <a:spLocks xmlns:a="http://schemas.openxmlformats.org/drawingml/2006/main" noGrp="1"/>
          </p:cNvSpPr>
          <p:nvPr/>
        </p:nvSpPr>
        <p:spPr>
          <a:xfrm xmlns:a="http://schemas.openxmlformats.org/drawingml/2006/main">
            <a:off x="8191500" y="5133594"/>
            <a:ext cx="114300" cy="96012"/>
          </a:xfrm>
          <a:custGeom xmlns:a="http://schemas.openxmlformats.org/drawingml/2006/main">
            <a:pathLst>
              <a:path w="114300" h="96012">
                <a:moveTo>
                  <a:pt x="114300" y="48006"/>
                </a:moveTo>
                <a:lnTo>
                  <a:pt x="0" y="0"/>
                </a:lnTo>
                <a:lnTo>
                  <a:pt x="0" y="96012"/>
                </a:lnTo>
                <a:close/>
              </a:path>
            </a:pathLst>
          </a:custGeom>
          <a:solidFill xmlns:a="http://schemas.openxmlformats.org/drawingml/2006/main">
            <a:srgbClr val="087E8B"/>
          </a:solidFill>
          <a:ln xmlns:a="http://schemas.openxmlformats.org/drawingml/2006/main" w="4763">
            <a:solidFill>
              <a:srgbClr val="087E8B"/>
            </a:solidFill>
          </a:ln>
        </p:spPr>
      </p:sp>
      <p:sp>
        <p:nvSpPr>
          <p:cNvPr id="18" name="">
            <a:extLst xmlns:a="http://schemas.openxmlformats.org/drawingml/2006/main">
              <a:ext uri="{FF2B5EF4-FFF2-40B4-BE49-F238E27FC236}">
                <a16:creationId xmlns:a16="http://schemas.microsoft.com/office/drawing/2014/main" id="{B13A238C-1488-4CE4-8D7E-BC307033976B}"/>
              </a:ext>
            </a:extLst>
          </p:cNvPr>
          <p:cNvSpPr>
            <a:spLocks xmlns:a="http://schemas.openxmlformats.org/drawingml/2006/main" noGrp="1"/>
          </p:cNvSpPr>
          <p:nvPr/>
        </p:nvSpPr>
        <p:spPr>
          <a:xfrm xmlns:a="http://schemas.openxmlformats.org/drawingml/2006/main">
            <a:off x="8353425" y="4829175"/>
            <a:ext cx="1952625" cy="704850"/>
          </a:xfrm>
          <a:prstGeom xmlns:a="http://schemas.openxmlformats.org/drawingml/2006/main" prst="rect">
            <a:avLst/>
          </a:prstGeom>
          <a:solidFill xmlns:a="http://schemas.openxmlformats.org/drawingml/2006/main">
            <a:srgbClr val="E8F0F4"/>
          </a:solidFill>
          <a:ln xmlns:a="http://schemas.openxmlformats.org/drawingml/2006/main" w="16193">
            <a:solidFill>
              <a:srgbClr val="087E8B"/>
            </a:solidFill>
          </a:ln>
        </p:spPr>
      </p:sp>
      <p:sp>
        <p:nvSpPr>
          <p:cNvPr id="19" name="">
            <a:extLst xmlns:a="http://schemas.openxmlformats.org/drawingml/2006/main">
              <a:ext uri="{FF2B5EF4-FFF2-40B4-BE49-F238E27FC236}">
                <a16:creationId xmlns:a16="http://schemas.microsoft.com/office/drawing/2014/main" id="{8FDD7EB6-56C9-494E-9E93-DA1299EAD48F}"/>
              </a:ext>
            </a:extLst>
          </p:cNvPr>
          <p:cNvSpPr>
            <a:spLocks xmlns:a="http://schemas.openxmlformats.org/drawingml/2006/main" noGrp="1"/>
          </p:cNvSpPr>
          <p:nvPr/>
        </p:nvSpPr>
        <p:spPr>
          <a:xfrm xmlns:a="http://schemas.openxmlformats.org/drawingml/2006/main">
            <a:off x="8353425" y="4886325"/>
            <a:ext cx="19526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725" b="1">
                <a:solidFill>
                  <a:srgbClr val="193B59"/>
                </a:solidFill>
                <a:latin typeface="Yu Gothic"/>
                <a:ea typeface="Yu Gothic"/>
                <a:cs typeface="Yu Gothic"/>
              </a:defRPr>
            </a:defPPr>
            <a:lvl1pPr algn="ctr">
              <a:buNone/>
              <a:defRPr sz="1725" b="1">
                <a:solidFill>
                  <a:srgbClr val="193B59"/>
                </a:solidFill>
                <a:latin typeface="Yu Gothic"/>
                <a:ea typeface="Yu Gothic"/>
                <a:cs typeface="Yu Gothic"/>
              </a:defRPr>
            </a:lvl1pPr>
            <a:lvl2pPr algn="ctr">
              <a:buNone/>
              <a:defRPr sz="1725" b="1">
                <a:solidFill>
                  <a:srgbClr val="193B59"/>
                </a:solidFill>
                <a:latin typeface="Yu Gothic"/>
                <a:ea typeface="Yu Gothic"/>
                <a:cs typeface="Yu Gothic"/>
              </a:defRPr>
            </a:lvl2pPr>
            <a:lvl3pPr algn="ctr">
              <a:buNone/>
              <a:defRPr sz="1725" b="1">
                <a:solidFill>
                  <a:srgbClr val="193B59"/>
                </a:solidFill>
                <a:latin typeface="Yu Gothic"/>
                <a:ea typeface="Yu Gothic"/>
                <a:cs typeface="Yu Gothic"/>
              </a:defRPr>
            </a:lvl3pPr>
            <a:lvl4pPr algn="ctr">
              <a:buNone/>
              <a:defRPr sz="1725" b="1">
                <a:solidFill>
                  <a:srgbClr val="193B59"/>
                </a:solidFill>
                <a:latin typeface="Yu Gothic"/>
                <a:ea typeface="Yu Gothic"/>
                <a:cs typeface="Yu Gothic"/>
              </a:defRPr>
            </a:lvl4pPr>
            <a:lvl5pPr algn="ctr">
              <a:buNone/>
              <a:defRPr sz="1725" b="1">
                <a:solidFill>
                  <a:srgbClr val="193B59"/>
                </a:solidFill>
                <a:latin typeface="Yu Gothic"/>
                <a:ea typeface="Yu Gothic"/>
                <a:cs typeface="Yu Gothic"/>
              </a:defRPr>
            </a:lvl5pPr>
            <a:lvl6pPr algn="ctr">
              <a:buNone/>
              <a:defRPr sz="1725" b="1">
                <a:solidFill>
                  <a:srgbClr val="193B59"/>
                </a:solidFill>
                <a:latin typeface="Yu Gothic"/>
                <a:ea typeface="Yu Gothic"/>
                <a:cs typeface="Yu Gothic"/>
              </a:defRPr>
            </a:lvl6pPr>
            <a:lvl7pPr algn="ctr">
              <a:buNone/>
              <a:defRPr sz="1725" b="1">
                <a:solidFill>
                  <a:srgbClr val="193B59"/>
                </a:solidFill>
                <a:latin typeface="Yu Gothic"/>
                <a:ea typeface="Yu Gothic"/>
                <a:cs typeface="Yu Gothic"/>
              </a:defRPr>
            </a:lvl7pPr>
            <a:lvl8pPr algn="ctr">
              <a:buNone/>
              <a:defRPr sz="1725" b="1">
                <a:solidFill>
                  <a:srgbClr val="193B59"/>
                </a:solidFill>
                <a:latin typeface="Yu Gothic"/>
                <a:ea typeface="Yu Gothic"/>
                <a:cs typeface="Yu Gothic"/>
              </a:defRPr>
            </a:lvl8pPr>
            <a:lvl9pPr algn="ctr">
              <a:buNone/>
              <a:defRPr sz="1725" b="1">
                <a:solidFill>
                  <a:srgbClr val="193B59"/>
                </a:solidFill>
                <a:latin typeface="Yu Gothic"/>
                <a:ea typeface="Yu Gothic"/>
                <a:cs typeface="Yu Gothic"/>
              </a:defRPr>
            </a:lvl9pPr>
          </a:lstStyle>
          <a:p xmlns:a="http://schemas.openxmlformats.org/drawingml/2006/main">
            <a:pPr algn="ctr">
              <a:buNone/>
              <a:defRPr sz="1725" b="1">
                <a:solidFill>
                  <a:srgbClr val="193B59"/>
                </a:solidFill>
                <a:latin typeface="Yu Gothic"/>
                <a:ea typeface="Yu Gothic"/>
                <a:cs typeface="Yu Gothic"/>
              </a:defRPr>
            </a:pPr>
            <a:r>
              <a:rPr sz="1725" b="1">
                <a:solidFill>
                  <a:srgbClr val="193B59"/>
                </a:solidFill>
                <a:latin typeface="Yu Gothic"/>
                <a:ea typeface="Yu Gothic"/>
                <a:cs typeface="Yu Gothic"/>
              </a:rPr>
              <a:t>使用</a:t>
            </a:r>
          </a:p>
        </p:txBody>
      </p:sp>
      <p:sp>
        <p:nvSpPr>
          <p:cNvPr id="20" name="">
            <a:extLst xmlns:a="http://schemas.openxmlformats.org/drawingml/2006/main">
              <a:ext uri="{FF2B5EF4-FFF2-40B4-BE49-F238E27FC236}">
                <a16:creationId xmlns:a16="http://schemas.microsoft.com/office/drawing/2014/main" id="{21BF4328-C3C4-4D76-B9B7-8CE8EEB0E2B6}"/>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参照 [1・2]</a:t>
            </a:r>
          </a:p>
        </p:txBody>
      </p:sp>
      <p:sp>
        <p:nvSpPr>
          <p:cNvPr id="21" name="">
            <a:extLst xmlns:a="http://schemas.openxmlformats.org/drawingml/2006/main">
              <a:ext uri="{FF2B5EF4-FFF2-40B4-BE49-F238E27FC236}">
                <a16:creationId xmlns:a16="http://schemas.microsoft.com/office/drawing/2014/main" id="{5528CD3D-532E-4946-BA1A-AFA3FA6A3273}"/>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発展C</a:t>
            </a:r>
          </a:p>
        </p:txBody>
      </p:sp>
      <p:sp>
        <p:nvSpPr>
          <p:cNvPr id="22" name="">
            <a:extLst xmlns:a="http://schemas.openxmlformats.org/drawingml/2006/main">
              <a:ext uri="{FF2B5EF4-FFF2-40B4-BE49-F238E27FC236}">
                <a16:creationId xmlns:a16="http://schemas.microsoft.com/office/drawing/2014/main" id="{DB46BB64-543B-482C-8B79-7B7201355292}"/>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8 / 33</a:t>
            </a:r>
          </a:p>
        </p:txBody>
      </p:sp>
    </p:spTree>
    <p:extLst>
      <p:ext uri="{BB962C8B-B14F-4D97-AF65-F5344CB8AC3E}">
        <p14:creationId xmlns:p14="http://schemas.microsoft.com/office/powerpoint/2010/main" val="30214692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AD7A3C37-3E80-41BE-87F5-D146D4B2521E}"/>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buNone/>
              <a:defRPr sz="2925" b="1">
                <a:solidFill>
                  <a:srgbClr val="193B59"/>
                </a:solidFill>
                <a:latin typeface="Yu Gothic"/>
                <a:ea typeface="Yu Gothic"/>
                <a:cs typeface="Yu Gothic"/>
              </a:defRPr>
            </a:lvl1pPr>
            <a:lvl2pPr>
              <a:buNone/>
              <a:defRPr sz="2925" b="1">
                <a:solidFill>
                  <a:srgbClr val="193B59"/>
                </a:solidFill>
                <a:latin typeface="Yu Gothic"/>
                <a:ea typeface="Yu Gothic"/>
                <a:cs typeface="Yu Gothic"/>
              </a:defRPr>
            </a:lvl2pPr>
            <a:lvl3pPr>
              <a:buNone/>
              <a:defRPr sz="2925" b="1">
                <a:solidFill>
                  <a:srgbClr val="193B59"/>
                </a:solidFill>
                <a:latin typeface="Yu Gothic"/>
                <a:ea typeface="Yu Gothic"/>
                <a:cs typeface="Yu Gothic"/>
              </a:defRPr>
            </a:lvl3pPr>
            <a:lvl4pPr>
              <a:buNone/>
              <a:defRPr sz="2925" b="1">
                <a:solidFill>
                  <a:srgbClr val="193B59"/>
                </a:solidFill>
                <a:latin typeface="Yu Gothic"/>
                <a:ea typeface="Yu Gothic"/>
                <a:cs typeface="Yu Gothic"/>
              </a:defRPr>
            </a:lvl4pPr>
            <a:lvl5pPr>
              <a:buNone/>
              <a:defRPr sz="2925" b="1">
                <a:solidFill>
                  <a:srgbClr val="193B59"/>
                </a:solidFill>
                <a:latin typeface="Yu Gothic"/>
                <a:ea typeface="Yu Gothic"/>
                <a:cs typeface="Yu Gothic"/>
              </a:defRPr>
            </a:lvl5pPr>
            <a:lvl6pPr>
              <a:buNone/>
              <a:defRPr sz="2925" b="1">
                <a:solidFill>
                  <a:srgbClr val="193B59"/>
                </a:solidFill>
                <a:latin typeface="Yu Gothic"/>
                <a:ea typeface="Yu Gothic"/>
                <a:cs typeface="Yu Gothic"/>
              </a:defRPr>
            </a:lvl6pPr>
            <a:lvl7pPr>
              <a:buNone/>
              <a:defRPr sz="2925" b="1">
                <a:solidFill>
                  <a:srgbClr val="193B59"/>
                </a:solidFill>
                <a:latin typeface="Yu Gothic"/>
                <a:ea typeface="Yu Gothic"/>
                <a:cs typeface="Yu Gothic"/>
              </a:defRPr>
            </a:lvl7pPr>
            <a:lvl8pPr>
              <a:buNone/>
              <a:defRPr sz="2925" b="1">
                <a:solidFill>
                  <a:srgbClr val="193B59"/>
                </a:solidFill>
                <a:latin typeface="Yu Gothic"/>
                <a:ea typeface="Yu Gothic"/>
                <a:cs typeface="Yu Gothic"/>
              </a:defRPr>
            </a:lvl8pPr>
            <a:lvl9pPr>
              <a:buNone/>
              <a:defRPr sz="2925" b="1">
                <a:solidFill>
                  <a:srgbClr val="193B59"/>
                </a:solidFill>
                <a:latin typeface="Yu Gothic"/>
                <a:ea typeface="Yu Gothic"/>
                <a:cs typeface="Yu Gothic"/>
              </a:defRPr>
            </a:lvl9pPr>
          </a:lstStyle>
          <a:p xmlns:a="http://schemas.openxmlformats.org/drawingml/2006/main">
            <a:pPr>
              <a:buNone/>
              <a:defRPr sz="2925" b="1">
                <a:solidFill>
                  <a:srgbClr val="193B59"/>
                </a:solidFill>
                <a:latin typeface="Yu Gothic"/>
                <a:ea typeface="Yu Gothic"/>
                <a:cs typeface="Yu Gothic"/>
              </a:defRPr>
            </a:pPr>
            <a:r>
              <a:rPr sz="2925" b="1">
                <a:solidFill>
                  <a:srgbClr val="193B59"/>
                </a:solidFill>
                <a:latin typeface="Yu Gothic"/>
                <a:ea typeface="Yu Gothic"/>
                <a:cs typeface="Yu Gothic"/>
              </a:rPr>
              <a:t>鉄の木工具が木材利用を変えた</a:t>
            </a:r>
          </a:p>
        </p:txBody>
      </p:sp>
      <p:sp>
        <p:nvSpPr>
          <p:cNvPr id="2" name="">
            <a:extLst xmlns:a="http://schemas.openxmlformats.org/drawingml/2006/main">
              <a:ext uri="{FF2B5EF4-FFF2-40B4-BE49-F238E27FC236}">
                <a16:creationId xmlns:a16="http://schemas.microsoft.com/office/drawing/2014/main" id="{910C55B0-9D75-496A-A2E4-AFA7C4AC9135}"/>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6E9F4B37-282A-4889-8C79-DF5D6CAE0F22}"/>
              </a:ext>
            </a:extLst>
          </p:cNvPr>
          <p:cNvSpPr>
            <a:spLocks xmlns:a="http://schemas.openxmlformats.org/drawingml/2006/main" noGrp="1"/>
          </p:cNvSpPr>
          <p:nvPr/>
        </p:nvSpPr>
        <p:spPr>
          <a:xfrm xmlns:a="http://schemas.openxmlformats.org/drawingml/2006/main">
            <a:off x="809625" y="173355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buNone/>
              <a:defRPr sz="2250" b="1">
                <a:solidFill>
                  <a:srgbClr val="263D4D"/>
                </a:solidFill>
                <a:latin typeface="Yu Gothic"/>
                <a:ea typeface="Yu Gothic"/>
                <a:cs typeface="Yu Gothic"/>
              </a:defRPr>
            </a:lvl1pPr>
            <a:lvl2pPr>
              <a:buNone/>
              <a:defRPr sz="2250" b="1">
                <a:solidFill>
                  <a:srgbClr val="263D4D"/>
                </a:solidFill>
                <a:latin typeface="Yu Gothic"/>
                <a:ea typeface="Yu Gothic"/>
                <a:cs typeface="Yu Gothic"/>
              </a:defRPr>
            </a:lvl2pPr>
            <a:lvl3pPr>
              <a:buNone/>
              <a:defRPr sz="2250" b="1">
                <a:solidFill>
                  <a:srgbClr val="263D4D"/>
                </a:solidFill>
                <a:latin typeface="Yu Gothic"/>
                <a:ea typeface="Yu Gothic"/>
                <a:cs typeface="Yu Gothic"/>
              </a:defRPr>
            </a:lvl3pPr>
            <a:lvl4pPr>
              <a:buNone/>
              <a:defRPr sz="2250" b="1">
                <a:solidFill>
                  <a:srgbClr val="263D4D"/>
                </a:solidFill>
                <a:latin typeface="Yu Gothic"/>
                <a:ea typeface="Yu Gothic"/>
                <a:cs typeface="Yu Gothic"/>
              </a:defRPr>
            </a:lvl4pPr>
            <a:lvl5pPr>
              <a:buNone/>
              <a:defRPr sz="2250" b="1">
                <a:solidFill>
                  <a:srgbClr val="263D4D"/>
                </a:solidFill>
                <a:latin typeface="Yu Gothic"/>
                <a:ea typeface="Yu Gothic"/>
                <a:cs typeface="Yu Gothic"/>
              </a:defRPr>
            </a:lvl5pPr>
            <a:lvl6pPr>
              <a:buNone/>
              <a:defRPr sz="2250" b="1">
                <a:solidFill>
                  <a:srgbClr val="263D4D"/>
                </a:solidFill>
                <a:latin typeface="Yu Gothic"/>
                <a:ea typeface="Yu Gothic"/>
                <a:cs typeface="Yu Gothic"/>
              </a:defRPr>
            </a:lvl6pPr>
            <a:lvl7pPr>
              <a:buNone/>
              <a:defRPr sz="2250" b="1">
                <a:solidFill>
                  <a:srgbClr val="263D4D"/>
                </a:solidFill>
                <a:latin typeface="Yu Gothic"/>
                <a:ea typeface="Yu Gothic"/>
                <a:cs typeface="Yu Gothic"/>
              </a:defRPr>
            </a:lvl7pPr>
            <a:lvl8pPr>
              <a:buNone/>
              <a:defRPr sz="2250" b="1">
                <a:solidFill>
                  <a:srgbClr val="263D4D"/>
                </a:solidFill>
                <a:latin typeface="Yu Gothic"/>
                <a:ea typeface="Yu Gothic"/>
                <a:cs typeface="Yu Gothic"/>
              </a:defRPr>
            </a:lvl8pPr>
            <a:lvl9pPr>
              <a:buNone/>
              <a:defRPr sz="2250" b="1">
                <a:solidFill>
                  <a:srgbClr val="263D4D"/>
                </a:solidFill>
                <a:latin typeface="Yu Gothic"/>
                <a:ea typeface="Yu Gothic"/>
                <a:cs typeface="Yu Gothic"/>
              </a:defRPr>
            </a:lvl9pPr>
          </a:lstStyle>
          <a:p xmlns:a="http://schemas.openxmlformats.org/drawingml/2006/main">
            <a:pPr>
              <a:buNone/>
              <a:defRPr sz="2250" b="1">
                <a:solidFill>
                  <a:srgbClr val="263D4D"/>
                </a:solidFill>
                <a:latin typeface="Yu Gothic"/>
                <a:ea typeface="Yu Gothic"/>
                <a:cs typeface="Yu Gothic"/>
              </a:defRPr>
            </a:pPr>
            <a:r>
              <a:rPr sz="2250" b="1">
                <a:solidFill>
                  <a:srgbClr val="263D4D"/>
                </a:solidFill>
                <a:latin typeface="Yu Gothic"/>
                <a:ea typeface="Yu Gothic"/>
                <a:cs typeface="Yu Gothic"/>
              </a:rPr>
              <a:t>切る・割る・削る方法で使える材が変わる</a:t>
            </a:r>
          </a:p>
        </p:txBody>
      </p:sp>
      <p:sp>
        <p:nvSpPr>
          <p:cNvPr id="4" name="">
            <a:extLst xmlns:a="http://schemas.openxmlformats.org/drawingml/2006/main">
              <a:ext uri="{FF2B5EF4-FFF2-40B4-BE49-F238E27FC236}">
                <a16:creationId xmlns:a16="http://schemas.microsoft.com/office/drawing/2014/main" id="{1E97CE30-7415-425A-8A7C-73CB5EFB0987}"/>
              </a:ext>
            </a:extLst>
          </p:cNvPr>
          <p:cNvSpPr>
            <a:spLocks xmlns:a="http://schemas.openxmlformats.org/drawingml/2006/main" noGrp="1"/>
          </p:cNvSpPr>
          <p:nvPr/>
        </p:nvSpPr>
        <p:spPr>
          <a:xfrm xmlns:a="http://schemas.openxmlformats.org/drawingml/2006/main">
            <a:off x="809625" y="2790825"/>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製材・乾燥・輸送が大きな構造物を支える</a:t>
            </a:r>
          </a:p>
        </p:txBody>
      </p:sp>
      <p:sp>
        <p:nvSpPr>
          <p:cNvPr id="5" name="">
            <a:extLst xmlns:a="http://schemas.openxmlformats.org/drawingml/2006/main">
              <a:ext uri="{FF2B5EF4-FFF2-40B4-BE49-F238E27FC236}">
                <a16:creationId xmlns:a16="http://schemas.microsoft.com/office/drawing/2014/main" id="{8BAE059F-89FF-4CC3-B004-F552254F4561}"/>
              </a:ext>
            </a:extLst>
          </p:cNvPr>
          <p:cNvSpPr>
            <a:spLocks xmlns:a="http://schemas.openxmlformats.org/drawingml/2006/main" noGrp="1"/>
          </p:cNvSpPr>
          <p:nvPr/>
        </p:nvSpPr>
        <p:spPr>
          <a:xfrm xmlns:a="http://schemas.openxmlformats.org/drawingml/2006/main">
            <a:off x="809625" y="384810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木材と鉄を別々の歴史にしない</a:t>
            </a:r>
          </a:p>
        </p:txBody>
      </p:sp>
      <p:sp>
        <p:nvSpPr>
          <p:cNvPr id="6" name="">
            <a:extLst xmlns:a="http://schemas.openxmlformats.org/drawingml/2006/main">
              <a:ext uri="{FF2B5EF4-FFF2-40B4-BE49-F238E27FC236}">
                <a16:creationId xmlns:a16="http://schemas.microsoft.com/office/drawing/2014/main" id="{CFD25683-AB54-4046-BB4F-C030A68C3D8A}"/>
              </a:ext>
            </a:extLst>
          </p:cNvPr>
          <p:cNvSpPr>
            <a:spLocks xmlns:a="http://schemas.openxmlformats.org/drawingml/2006/main" noGrp="1"/>
          </p:cNvSpPr>
          <p:nvPr/>
        </p:nvSpPr>
        <p:spPr>
          <a:xfrm xmlns:a="http://schemas.openxmlformats.org/drawingml/2006/main">
            <a:off x="723900" y="4829175"/>
            <a:ext cx="1952625" cy="704850"/>
          </a:xfrm>
          <a:prstGeom xmlns:a="http://schemas.openxmlformats.org/drawingml/2006/main" prst="rect">
            <a:avLst/>
          </a:prstGeom>
          <a:solidFill xmlns:a="http://schemas.openxmlformats.org/drawingml/2006/main">
            <a:srgbClr val="EAF4F3"/>
          </a:solidFill>
          <a:ln xmlns:a="http://schemas.openxmlformats.org/drawingml/2006/main" w="16193">
            <a:solidFill>
              <a:srgbClr val="087E8B"/>
            </a:solidFill>
          </a:ln>
        </p:spPr>
      </p:sp>
      <p:sp>
        <p:nvSpPr>
          <p:cNvPr id="7" name="">
            <a:extLst xmlns:a="http://schemas.openxmlformats.org/drawingml/2006/main">
              <a:ext uri="{FF2B5EF4-FFF2-40B4-BE49-F238E27FC236}">
                <a16:creationId xmlns:a16="http://schemas.microsoft.com/office/drawing/2014/main" id="{129EEA67-56DB-4D64-9D73-1F9A7BD31A22}"/>
              </a:ext>
            </a:extLst>
          </p:cNvPr>
          <p:cNvSpPr>
            <a:spLocks xmlns:a="http://schemas.openxmlformats.org/drawingml/2006/main" noGrp="1"/>
          </p:cNvSpPr>
          <p:nvPr/>
        </p:nvSpPr>
        <p:spPr>
          <a:xfrm xmlns:a="http://schemas.openxmlformats.org/drawingml/2006/main">
            <a:off x="723900" y="4886325"/>
            <a:ext cx="19526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725" b="1">
                <a:solidFill>
                  <a:srgbClr val="193B59"/>
                </a:solidFill>
                <a:latin typeface="Yu Gothic"/>
                <a:ea typeface="Yu Gothic"/>
                <a:cs typeface="Yu Gothic"/>
              </a:defRPr>
            </a:defPPr>
            <a:lvl1pPr algn="ctr">
              <a:buNone/>
              <a:defRPr sz="1725" b="1">
                <a:solidFill>
                  <a:srgbClr val="193B59"/>
                </a:solidFill>
                <a:latin typeface="Yu Gothic"/>
                <a:ea typeface="Yu Gothic"/>
                <a:cs typeface="Yu Gothic"/>
              </a:defRPr>
            </a:lvl1pPr>
            <a:lvl2pPr algn="ctr">
              <a:buNone/>
              <a:defRPr sz="1725" b="1">
                <a:solidFill>
                  <a:srgbClr val="193B59"/>
                </a:solidFill>
                <a:latin typeface="Yu Gothic"/>
                <a:ea typeface="Yu Gothic"/>
                <a:cs typeface="Yu Gothic"/>
              </a:defRPr>
            </a:lvl2pPr>
            <a:lvl3pPr algn="ctr">
              <a:buNone/>
              <a:defRPr sz="1725" b="1">
                <a:solidFill>
                  <a:srgbClr val="193B59"/>
                </a:solidFill>
                <a:latin typeface="Yu Gothic"/>
                <a:ea typeface="Yu Gothic"/>
                <a:cs typeface="Yu Gothic"/>
              </a:defRPr>
            </a:lvl3pPr>
            <a:lvl4pPr algn="ctr">
              <a:buNone/>
              <a:defRPr sz="1725" b="1">
                <a:solidFill>
                  <a:srgbClr val="193B59"/>
                </a:solidFill>
                <a:latin typeface="Yu Gothic"/>
                <a:ea typeface="Yu Gothic"/>
                <a:cs typeface="Yu Gothic"/>
              </a:defRPr>
            </a:lvl4pPr>
            <a:lvl5pPr algn="ctr">
              <a:buNone/>
              <a:defRPr sz="1725" b="1">
                <a:solidFill>
                  <a:srgbClr val="193B59"/>
                </a:solidFill>
                <a:latin typeface="Yu Gothic"/>
                <a:ea typeface="Yu Gothic"/>
                <a:cs typeface="Yu Gothic"/>
              </a:defRPr>
            </a:lvl5pPr>
            <a:lvl6pPr algn="ctr">
              <a:buNone/>
              <a:defRPr sz="1725" b="1">
                <a:solidFill>
                  <a:srgbClr val="193B59"/>
                </a:solidFill>
                <a:latin typeface="Yu Gothic"/>
                <a:ea typeface="Yu Gothic"/>
                <a:cs typeface="Yu Gothic"/>
              </a:defRPr>
            </a:lvl6pPr>
            <a:lvl7pPr algn="ctr">
              <a:buNone/>
              <a:defRPr sz="1725" b="1">
                <a:solidFill>
                  <a:srgbClr val="193B59"/>
                </a:solidFill>
                <a:latin typeface="Yu Gothic"/>
                <a:ea typeface="Yu Gothic"/>
                <a:cs typeface="Yu Gothic"/>
              </a:defRPr>
            </a:lvl7pPr>
            <a:lvl8pPr algn="ctr">
              <a:buNone/>
              <a:defRPr sz="1725" b="1">
                <a:solidFill>
                  <a:srgbClr val="193B59"/>
                </a:solidFill>
                <a:latin typeface="Yu Gothic"/>
                <a:ea typeface="Yu Gothic"/>
                <a:cs typeface="Yu Gothic"/>
              </a:defRPr>
            </a:lvl8pPr>
            <a:lvl9pPr algn="ctr">
              <a:buNone/>
              <a:defRPr sz="1725" b="1">
                <a:solidFill>
                  <a:srgbClr val="193B59"/>
                </a:solidFill>
                <a:latin typeface="Yu Gothic"/>
                <a:ea typeface="Yu Gothic"/>
                <a:cs typeface="Yu Gothic"/>
              </a:defRPr>
            </a:lvl9pPr>
          </a:lstStyle>
          <a:p xmlns:a="http://schemas.openxmlformats.org/drawingml/2006/main">
            <a:pPr algn="ctr">
              <a:buNone/>
              <a:defRPr sz="1725" b="1">
                <a:solidFill>
                  <a:srgbClr val="193B59"/>
                </a:solidFill>
                <a:latin typeface="Yu Gothic"/>
                <a:ea typeface="Yu Gothic"/>
                <a:cs typeface="Yu Gothic"/>
              </a:defRPr>
            </a:pPr>
            <a:r>
              <a:rPr sz="1725" b="1">
                <a:solidFill>
                  <a:srgbClr val="193B59"/>
                </a:solidFill>
                <a:latin typeface="Yu Gothic"/>
                <a:ea typeface="Yu Gothic"/>
                <a:cs typeface="Yu Gothic"/>
              </a:rPr>
              <a:t>鉄の道具</a:t>
            </a:r>
          </a:p>
        </p:txBody>
      </p:sp>
      <p:sp>
        <p:nvSpPr>
          <p:cNvPr id="8" name="">
            <a:extLst xmlns:a="http://schemas.openxmlformats.org/drawingml/2006/main">
              <a:ext uri="{FF2B5EF4-FFF2-40B4-BE49-F238E27FC236}">
                <a16:creationId xmlns:a16="http://schemas.microsoft.com/office/drawing/2014/main" id="{EBC0F8A9-DCC5-4548-81A7-9639E1B9724F}"/>
              </a:ext>
            </a:extLst>
          </p:cNvPr>
          <p:cNvSpPr>
            <a:spLocks xmlns:a="http://schemas.openxmlformats.org/drawingml/2006/main" noGrp="1"/>
          </p:cNvSpPr>
          <p:nvPr/>
        </p:nvSpPr>
        <p:spPr>
          <a:xfrm xmlns:a="http://schemas.openxmlformats.org/drawingml/2006/main">
            <a:off x="2714625" y="5181600"/>
            <a:ext cx="504825" cy="9525"/>
          </a:xfrm>
          <a:custGeom xmlns:a="http://schemas.openxmlformats.org/drawingml/2006/main">
            <a:pathLst>
              <a:path w="504825" h="9525">
                <a:moveTo>
                  <a:pt x="0" y="0"/>
                </a:moveTo>
                <a:lnTo>
                  <a:pt x="504825" y="0"/>
                </a:lnTo>
              </a:path>
            </a:pathLst>
          </a:custGeom>
          <a:noFill xmlns:a="http://schemas.openxmlformats.org/drawingml/2006/main"/>
          <a:ln xmlns:a="http://schemas.openxmlformats.org/drawingml/2006/main" w="19050">
            <a:solidFill>
              <a:srgbClr val="087E8B"/>
            </a:solidFill>
          </a:ln>
        </p:spPr>
      </p:sp>
      <p:sp>
        <p:nvSpPr>
          <p:cNvPr id="9" name="">
            <a:extLst xmlns:a="http://schemas.openxmlformats.org/drawingml/2006/main">
              <a:ext uri="{FF2B5EF4-FFF2-40B4-BE49-F238E27FC236}">
                <a16:creationId xmlns:a16="http://schemas.microsoft.com/office/drawing/2014/main" id="{75ACF912-C4E5-4289-A014-B166035E0128}"/>
              </a:ext>
            </a:extLst>
          </p:cNvPr>
          <p:cNvSpPr>
            <a:spLocks xmlns:a="http://schemas.openxmlformats.org/drawingml/2006/main" noGrp="1"/>
          </p:cNvSpPr>
          <p:nvPr/>
        </p:nvSpPr>
        <p:spPr>
          <a:xfrm xmlns:a="http://schemas.openxmlformats.org/drawingml/2006/main">
            <a:off x="3105150" y="5133594"/>
            <a:ext cx="114300" cy="96012"/>
          </a:xfrm>
          <a:custGeom xmlns:a="http://schemas.openxmlformats.org/drawingml/2006/main">
            <a:pathLst>
              <a:path w="114300" h="96012">
                <a:moveTo>
                  <a:pt x="114300" y="48006"/>
                </a:moveTo>
                <a:lnTo>
                  <a:pt x="0" y="0"/>
                </a:lnTo>
                <a:lnTo>
                  <a:pt x="0" y="96012"/>
                </a:lnTo>
                <a:close/>
              </a:path>
            </a:pathLst>
          </a:custGeom>
          <a:solidFill xmlns:a="http://schemas.openxmlformats.org/drawingml/2006/main">
            <a:srgbClr val="087E8B"/>
          </a:solidFill>
          <a:ln xmlns:a="http://schemas.openxmlformats.org/drawingml/2006/main" w="4763">
            <a:solidFill>
              <a:srgbClr val="087E8B"/>
            </a:solidFill>
          </a:ln>
        </p:spPr>
      </p:sp>
      <p:sp>
        <p:nvSpPr>
          <p:cNvPr id="10" name="">
            <a:extLst xmlns:a="http://schemas.openxmlformats.org/drawingml/2006/main">
              <a:ext uri="{FF2B5EF4-FFF2-40B4-BE49-F238E27FC236}">
                <a16:creationId xmlns:a16="http://schemas.microsoft.com/office/drawing/2014/main" id="{A353DEA8-9370-4D23-BAAA-F354EAEBFC3A}"/>
              </a:ext>
            </a:extLst>
          </p:cNvPr>
          <p:cNvSpPr>
            <a:spLocks xmlns:a="http://schemas.openxmlformats.org/drawingml/2006/main" noGrp="1"/>
          </p:cNvSpPr>
          <p:nvPr/>
        </p:nvSpPr>
        <p:spPr>
          <a:xfrm xmlns:a="http://schemas.openxmlformats.org/drawingml/2006/main">
            <a:off x="3267075" y="4829175"/>
            <a:ext cx="1952625" cy="704850"/>
          </a:xfrm>
          <a:prstGeom xmlns:a="http://schemas.openxmlformats.org/drawingml/2006/main" prst="rect">
            <a:avLst/>
          </a:prstGeom>
          <a:solidFill xmlns:a="http://schemas.openxmlformats.org/drawingml/2006/main">
            <a:srgbClr val="E8F0F4"/>
          </a:solidFill>
          <a:ln xmlns:a="http://schemas.openxmlformats.org/drawingml/2006/main" w="16193">
            <a:solidFill>
              <a:srgbClr val="087E8B"/>
            </a:solidFill>
          </a:ln>
        </p:spPr>
      </p:sp>
      <p:sp>
        <p:nvSpPr>
          <p:cNvPr id="11" name="">
            <a:extLst xmlns:a="http://schemas.openxmlformats.org/drawingml/2006/main">
              <a:ext uri="{FF2B5EF4-FFF2-40B4-BE49-F238E27FC236}">
                <a16:creationId xmlns:a16="http://schemas.microsoft.com/office/drawing/2014/main" id="{40D67CA4-E870-490F-AFB8-859C00CB76B8}"/>
              </a:ext>
            </a:extLst>
          </p:cNvPr>
          <p:cNvSpPr>
            <a:spLocks xmlns:a="http://schemas.openxmlformats.org/drawingml/2006/main" noGrp="1"/>
          </p:cNvSpPr>
          <p:nvPr/>
        </p:nvSpPr>
        <p:spPr>
          <a:xfrm xmlns:a="http://schemas.openxmlformats.org/drawingml/2006/main">
            <a:off x="3267075" y="4886325"/>
            <a:ext cx="19526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725" b="1">
                <a:solidFill>
                  <a:srgbClr val="193B59"/>
                </a:solidFill>
                <a:latin typeface="Yu Gothic"/>
                <a:ea typeface="Yu Gothic"/>
                <a:cs typeface="Yu Gothic"/>
              </a:defRPr>
            </a:defPPr>
            <a:lvl1pPr algn="ctr">
              <a:buNone/>
              <a:defRPr sz="1725" b="1">
                <a:solidFill>
                  <a:srgbClr val="193B59"/>
                </a:solidFill>
                <a:latin typeface="Yu Gothic"/>
                <a:ea typeface="Yu Gothic"/>
                <a:cs typeface="Yu Gothic"/>
              </a:defRPr>
            </a:lvl1pPr>
            <a:lvl2pPr algn="ctr">
              <a:buNone/>
              <a:defRPr sz="1725" b="1">
                <a:solidFill>
                  <a:srgbClr val="193B59"/>
                </a:solidFill>
                <a:latin typeface="Yu Gothic"/>
                <a:ea typeface="Yu Gothic"/>
                <a:cs typeface="Yu Gothic"/>
              </a:defRPr>
            </a:lvl2pPr>
            <a:lvl3pPr algn="ctr">
              <a:buNone/>
              <a:defRPr sz="1725" b="1">
                <a:solidFill>
                  <a:srgbClr val="193B59"/>
                </a:solidFill>
                <a:latin typeface="Yu Gothic"/>
                <a:ea typeface="Yu Gothic"/>
                <a:cs typeface="Yu Gothic"/>
              </a:defRPr>
            </a:lvl3pPr>
            <a:lvl4pPr algn="ctr">
              <a:buNone/>
              <a:defRPr sz="1725" b="1">
                <a:solidFill>
                  <a:srgbClr val="193B59"/>
                </a:solidFill>
                <a:latin typeface="Yu Gothic"/>
                <a:ea typeface="Yu Gothic"/>
                <a:cs typeface="Yu Gothic"/>
              </a:defRPr>
            </a:lvl4pPr>
            <a:lvl5pPr algn="ctr">
              <a:buNone/>
              <a:defRPr sz="1725" b="1">
                <a:solidFill>
                  <a:srgbClr val="193B59"/>
                </a:solidFill>
                <a:latin typeface="Yu Gothic"/>
                <a:ea typeface="Yu Gothic"/>
                <a:cs typeface="Yu Gothic"/>
              </a:defRPr>
            </a:lvl5pPr>
            <a:lvl6pPr algn="ctr">
              <a:buNone/>
              <a:defRPr sz="1725" b="1">
                <a:solidFill>
                  <a:srgbClr val="193B59"/>
                </a:solidFill>
                <a:latin typeface="Yu Gothic"/>
                <a:ea typeface="Yu Gothic"/>
                <a:cs typeface="Yu Gothic"/>
              </a:defRPr>
            </a:lvl6pPr>
            <a:lvl7pPr algn="ctr">
              <a:buNone/>
              <a:defRPr sz="1725" b="1">
                <a:solidFill>
                  <a:srgbClr val="193B59"/>
                </a:solidFill>
                <a:latin typeface="Yu Gothic"/>
                <a:ea typeface="Yu Gothic"/>
                <a:cs typeface="Yu Gothic"/>
              </a:defRPr>
            </a:lvl7pPr>
            <a:lvl8pPr algn="ctr">
              <a:buNone/>
              <a:defRPr sz="1725" b="1">
                <a:solidFill>
                  <a:srgbClr val="193B59"/>
                </a:solidFill>
                <a:latin typeface="Yu Gothic"/>
                <a:ea typeface="Yu Gothic"/>
                <a:cs typeface="Yu Gothic"/>
              </a:defRPr>
            </a:lvl8pPr>
            <a:lvl9pPr algn="ctr">
              <a:buNone/>
              <a:defRPr sz="1725" b="1">
                <a:solidFill>
                  <a:srgbClr val="193B59"/>
                </a:solidFill>
                <a:latin typeface="Yu Gothic"/>
                <a:ea typeface="Yu Gothic"/>
                <a:cs typeface="Yu Gothic"/>
              </a:defRPr>
            </a:lvl9pPr>
          </a:lstStyle>
          <a:p xmlns:a="http://schemas.openxmlformats.org/drawingml/2006/main">
            <a:pPr algn="ctr">
              <a:buNone/>
              <a:defRPr sz="1725" b="1">
                <a:solidFill>
                  <a:srgbClr val="193B59"/>
                </a:solidFill>
                <a:latin typeface="Yu Gothic"/>
                <a:ea typeface="Yu Gothic"/>
                <a:cs typeface="Yu Gothic"/>
              </a:defRPr>
            </a:pPr>
            <a:r>
              <a:rPr sz="1725" b="1">
                <a:solidFill>
                  <a:srgbClr val="193B59"/>
                </a:solidFill>
                <a:latin typeface="Yu Gothic"/>
                <a:ea typeface="Yu Gothic"/>
                <a:cs typeface="Yu Gothic"/>
              </a:rPr>
              <a:t>製材</a:t>
            </a:r>
          </a:p>
        </p:txBody>
      </p:sp>
      <p:sp>
        <p:nvSpPr>
          <p:cNvPr id="12" name="">
            <a:extLst xmlns:a="http://schemas.openxmlformats.org/drawingml/2006/main">
              <a:ext uri="{FF2B5EF4-FFF2-40B4-BE49-F238E27FC236}">
                <a16:creationId xmlns:a16="http://schemas.microsoft.com/office/drawing/2014/main" id="{012CAC2D-F6B8-4F98-BC53-93AAD60DD2EF}"/>
              </a:ext>
            </a:extLst>
          </p:cNvPr>
          <p:cNvSpPr>
            <a:spLocks xmlns:a="http://schemas.openxmlformats.org/drawingml/2006/main" noGrp="1"/>
          </p:cNvSpPr>
          <p:nvPr/>
        </p:nvSpPr>
        <p:spPr>
          <a:xfrm xmlns:a="http://schemas.openxmlformats.org/drawingml/2006/main">
            <a:off x="5257800" y="5181600"/>
            <a:ext cx="504825" cy="9525"/>
          </a:xfrm>
          <a:custGeom xmlns:a="http://schemas.openxmlformats.org/drawingml/2006/main">
            <a:pathLst>
              <a:path w="504825" h="9525">
                <a:moveTo>
                  <a:pt x="0" y="0"/>
                </a:moveTo>
                <a:lnTo>
                  <a:pt x="504825" y="0"/>
                </a:lnTo>
              </a:path>
            </a:pathLst>
          </a:custGeom>
          <a:noFill xmlns:a="http://schemas.openxmlformats.org/drawingml/2006/main"/>
          <a:ln xmlns:a="http://schemas.openxmlformats.org/drawingml/2006/main" w="19050">
            <a:solidFill>
              <a:srgbClr val="087E8B"/>
            </a:solidFill>
          </a:ln>
        </p:spPr>
      </p:sp>
      <p:sp>
        <p:nvSpPr>
          <p:cNvPr id="13" name="">
            <a:extLst xmlns:a="http://schemas.openxmlformats.org/drawingml/2006/main">
              <a:ext uri="{FF2B5EF4-FFF2-40B4-BE49-F238E27FC236}">
                <a16:creationId xmlns:a16="http://schemas.microsoft.com/office/drawing/2014/main" id="{F683E19D-A558-4ECD-85E6-924A35EEC0CF}"/>
              </a:ext>
            </a:extLst>
          </p:cNvPr>
          <p:cNvSpPr>
            <a:spLocks xmlns:a="http://schemas.openxmlformats.org/drawingml/2006/main" noGrp="1"/>
          </p:cNvSpPr>
          <p:nvPr/>
        </p:nvSpPr>
        <p:spPr>
          <a:xfrm xmlns:a="http://schemas.openxmlformats.org/drawingml/2006/main">
            <a:off x="5648325" y="5133594"/>
            <a:ext cx="114300" cy="96012"/>
          </a:xfrm>
          <a:custGeom xmlns:a="http://schemas.openxmlformats.org/drawingml/2006/main">
            <a:pathLst>
              <a:path w="114300" h="96012">
                <a:moveTo>
                  <a:pt x="114300" y="48006"/>
                </a:moveTo>
                <a:lnTo>
                  <a:pt x="0" y="0"/>
                </a:lnTo>
                <a:lnTo>
                  <a:pt x="0" y="96012"/>
                </a:lnTo>
                <a:close/>
              </a:path>
            </a:pathLst>
          </a:custGeom>
          <a:solidFill xmlns:a="http://schemas.openxmlformats.org/drawingml/2006/main">
            <a:srgbClr val="087E8B"/>
          </a:solidFill>
          <a:ln xmlns:a="http://schemas.openxmlformats.org/drawingml/2006/main" w="4763">
            <a:solidFill>
              <a:srgbClr val="087E8B"/>
            </a:solidFill>
          </a:ln>
        </p:spPr>
      </p:sp>
      <p:sp>
        <p:nvSpPr>
          <p:cNvPr id="14" name="">
            <a:extLst xmlns:a="http://schemas.openxmlformats.org/drawingml/2006/main">
              <a:ext uri="{FF2B5EF4-FFF2-40B4-BE49-F238E27FC236}">
                <a16:creationId xmlns:a16="http://schemas.microsoft.com/office/drawing/2014/main" id="{FCDFB2AC-A61E-46A5-AA46-723D5B48F146}"/>
              </a:ext>
            </a:extLst>
          </p:cNvPr>
          <p:cNvSpPr>
            <a:spLocks xmlns:a="http://schemas.openxmlformats.org/drawingml/2006/main" noGrp="1"/>
          </p:cNvSpPr>
          <p:nvPr/>
        </p:nvSpPr>
        <p:spPr>
          <a:xfrm xmlns:a="http://schemas.openxmlformats.org/drawingml/2006/main">
            <a:off x="5810250" y="4829175"/>
            <a:ext cx="1952625" cy="704850"/>
          </a:xfrm>
          <a:prstGeom xmlns:a="http://schemas.openxmlformats.org/drawingml/2006/main" prst="rect">
            <a:avLst/>
          </a:prstGeom>
          <a:solidFill xmlns:a="http://schemas.openxmlformats.org/drawingml/2006/main">
            <a:srgbClr val="EAF4F3"/>
          </a:solidFill>
          <a:ln xmlns:a="http://schemas.openxmlformats.org/drawingml/2006/main" w="16193">
            <a:solidFill>
              <a:srgbClr val="087E8B"/>
            </a:solidFill>
          </a:ln>
        </p:spPr>
      </p:sp>
      <p:sp>
        <p:nvSpPr>
          <p:cNvPr id="15" name="">
            <a:extLst xmlns:a="http://schemas.openxmlformats.org/drawingml/2006/main">
              <a:ext uri="{FF2B5EF4-FFF2-40B4-BE49-F238E27FC236}">
                <a16:creationId xmlns:a16="http://schemas.microsoft.com/office/drawing/2014/main" id="{4EB4F0E7-702D-4E22-B6CB-6FBAAEF01EE6}"/>
              </a:ext>
            </a:extLst>
          </p:cNvPr>
          <p:cNvSpPr>
            <a:spLocks xmlns:a="http://schemas.openxmlformats.org/drawingml/2006/main" noGrp="1"/>
          </p:cNvSpPr>
          <p:nvPr/>
        </p:nvSpPr>
        <p:spPr>
          <a:xfrm xmlns:a="http://schemas.openxmlformats.org/drawingml/2006/main">
            <a:off x="5810250" y="4886325"/>
            <a:ext cx="19526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725" b="1">
                <a:solidFill>
                  <a:srgbClr val="193B59"/>
                </a:solidFill>
                <a:latin typeface="Yu Gothic"/>
                <a:ea typeface="Yu Gothic"/>
                <a:cs typeface="Yu Gothic"/>
              </a:defRPr>
            </a:defPPr>
            <a:lvl1pPr algn="ctr">
              <a:buNone/>
              <a:defRPr sz="1725" b="1">
                <a:solidFill>
                  <a:srgbClr val="193B59"/>
                </a:solidFill>
                <a:latin typeface="Yu Gothic"/>
                <a:ea typeface="Yu Gothic"/>
                <a:cs typeface="Yu Gothic"/>
              </a:defRPr>
            </a:lvl1pPr>
            <a:lvl2pPr algn="ctr">
              <a:buNone/>
              <a:defRPr sz="1725" b="1">
                <a:solidFill>
                  <a:srgbClr val="193B59"/>
                </a:solidFill>
                <a:latin typeface="Yu Gothic"/>
                <a:ea typeface="Yu Gothic"/>
                <a:cs typeface="Yu Gothic"/>
              </a:defRPr>
            </a:lvl2pPr>
            <a:lvl3pPr algn="ctr">
              <a:buNone/>
              <a:defRPr sz="1725" b="1">
                <a:solidFill>
                  <a:srgbClr val="193B59"/>
                </a:solidFill>
                <a:latin typeface="Yu Gothic"/>
                <a:ea typeface="Yu Gothic"/>
                <a:cs typeface="Yu Gothic"/>
              </a:defRPr>
            </a:lvl3pPr>
            <a:lvl4pPr algn="ctr">
              <a:buNone/>
              <a:defRPr sz="1725" b="1">
                <a:solidFill>
                  <a:srgbClr val="193B59"/>
                </a:solidFill>
                <a:latin typeface="Yu Gothic"/>
                <a:ea typeface="Yu Gothic"/>
                <a:cs typeface="Yu Gothic"/>
              </a:defRPr>
            </a:lvl4pPr>
            <a:lvl5pPr algn="ctr">
              <a:buNone/>
              <a:defRPr sz="1725" b="1">
                <a:solidFill>
                  <a:srgbClr val="193B59"/>
                </a:solidFill>
                <a:latin typeface="Yu Gothic"/>
                <a:ea typeface="Yu Gothic"/>
                <a:cs typeface="Yu Gothic"/>
              </a:defRPr>
            </a:lvl5pPr>
            <a:lvl6pPr algn="ctr">
              <a:buNone/>
              <a:defRPr sz="1725" b="1">
                <a:solidFill>
                  <a:srgbClr val="193B59"/>
                </a:solidFill>
                <a:latin typeface="Yu Gothic"/>
                <a:ea typeface="Yu Gothic"/>
                <a:cs typeface="Yu Gothic"/>
              </a:defRPr>
            </a:lvl6pPr>
            <a:lvl7pPr algn="ctr">
              <a:buNone/>
              <a:defRPr sz="1725" b="1">
                <a:solidFill>
                  <a:srgbClr val="193B59"/>
                </a:solidFill>
                <a:latin typeface="Yu Gothic"/>
                <a:ea typeface="Yu Gothic"/>
                <a:cs typeface="Yu Gothic"/>
              </a:defRPr>
            </a:lvl7pPr>
            <a:lvl8pPr algn="ctr">
              <a:buNone/>
              <a:defRPr sz="1725" b="1">
                <a:solidFill>
                  <a:srgbClr val="193B59"/>
                </a:solidFill>
                <a:latin typeface="Yu Gothic"/>
                <a:ea typeface="Yu Gothic"/>
                <a:cs typeface="Yu Gothic"/>
              </a:defRPr>
            </a:lvl8pPr>
            <a:lvl9pPr algn="ctr">
              <a:buNone/>
              <a:defRPr sz="1725" b="1">
                <a:solidFill>
                  <a:srgbClr val="193B59"/>
                </a:solidFill>
                <a:latin typeface="Yu Gothic"/>
                <a:ea typeface="Yu Gothic"/>
                <a:cs typeface="Yu Gothic"/>
              </a:defRPr>
            </a:lvl9pPr>
          </a:lstStyle>
          <a:p xmlns:a="http://schemas.openxmlformats.org/drawingml/2006/main">
            <a:pPr algn="ctr">
              <a:buNone/>
              <a:defRPr sz="1725" b="1">
                <a:solidFill>
                  <a:srgbClr val="193B59"/>
                </a:solidFill>
                <a:latin typeface="Yu Gothic"/>
                <a:ea typeface="Yu Gothic"/>
                <a:cs typeface="Yu Gothic"/>
              </a:defRPr>
            </a:pPr>
            <a:r>
              <a:rPr sz="1725" b="1">
                <a:solidFill>
                  <a:srgbClr val="193B59"/>
                </a:solidFill>
                <a:latin typeface="Yu Gothic"/>
                <a:ea typeface="Yu Gothic"/>
                <a:cs typeface="Yu Gothic"/>
              </a:rPr>
              <a:t>乾燥</a:t>
            </a:r>
          </a:p>
        </p:txBody>
      </p:sp>
      <p:sp>
        <p:nvSpPr>
          <p:cNvPr id="16" name="">
            <a:extLst xmlns:a="http://schemas.openxmlformats.org/drawingml/2006/main">
              <a:ext uri="{FF2B5EF4-FFF2-40B4-BE49-F238E27FC236}">
                <a16:creationId xmlns:a16="http://schemas.microsoft.com/office/drawing/2014/main" id="{BB8E6516-E582-4970-B476-B8C18535641F}"/>
              </a:ext>
            </a:extLst>
          </p:cNvPr>
          <p:cNvSpPr>
            <a:spLocks xmlns:a="http://schemas.openxmlformats.org/drawingml/2006/main" noGrp="1"/>
          </p:cNvSpPr>
          <p:nvPr/>
        </p:nvSpPr>
        <p:spPr>
          <a:xfrm xmlns:a="http://schemas.openxmlformats.org/drawingml/2006/main">
            <a:off x="7800975" y="5181600"/>
            <a:ext cx="504825" cy="9525"/>
          </a:xfrm>
          <a:custGeom xmlns:a="http://schemas.openxmlformats.org/drawingml/2006/main">
            <a:pathLst>
              <a:path w="504825" h="9525">
                <a:moveTo>
                  <a:pt x="0" y="0"/>
                </a:moveTo>
                <a:lnTo>
                  <a:pt x="504825" y="0"/>
                </a:lnTo>
              </a:path>
            </a:pathLst>
          </a:custGeom>
          <a:noFill xmlns:a="http://schemas.openxmlformats.org/drawingml/2006/main"/>
          <a:ln xmlns:a="http://schemas.openxmlformats.org/drawingml/2006/main" w="19050">
            <a:solidFill>
              <a:srgbClr val="087E8B"/>
            </a:solidFill>
          </a:ln>
        </p:spPr>
      </p:sp>
      <p:sp>
        <p:nvSpPr>
          <p:cNvPr id="17" name="">
            <a:extLst xmlns:a="http://schemas.openxmlformats.org/drawingml/2006/main">
              <a:ext uri="{FF2B5EF4-FFF2-40B4-BE49-F238E27FC236}">
                <a16:creationId xmlns:a16="http://schemas.microsoft.com/office/drawing/2014/main" id="{70F61A86-08DE-4220-9D3A-B956F23C75D9}"/>
              </a:ext>
            </a:extLst>
          </p:cNvPr>
          <p:cNvSpPr>
            <a:spLocks xmlns:a="http://schemas.openxmlformats.org/drawingml/2006/main" noGrp="1"/>
          </p:cNvSpPr>
          <p:nvPr/>
        </p:nvSpPr>
        <p:spPr>
          <a:xfrm xmlns:a="http://schemas.openxmlformats.org/drawingml/2006/main">
            <a:off x="8191500" y="5133594"/>
            <a:ext cx="114300" cy="96012"/>
          </a:xfrm>
          <a:custGeom xmlns:a="http://schemas.openxmlformats.org/drawingml/2006/main">
            <a:pathLst>
              <a:path w="114300" h="96012">
                <a:moveTo>
                  <a:pt x="114300" y="48006"/>
                </a:moveTo>
                <a:lnTo>
                  <a:pt x="0" y="0"/>
                </a:lnTo>
                <a:lnTo>
                  <a:pt x="0" y="96012"/>
                </a:lnTo>
                <a:close/>
              </a:path>
            </a:pathLst>
          </a:custGeom>
          <a:solidFill xmlns:a="http://schemas.openxmlformats.org/drawingml/2006/main">
            <a:srgbClr val="087E8B"/>
          </a:solidFill>
          <a:ln xmlns:a="http://schemas.openxmlformats.org/drawingml/2006/main" w="4763">
            <a:solidFill>
              <a:srgbClr val="087E8B"/>
            </a:solidFill>
          </a:ln>
        </p:spPr>
      </p:sp>
      <p:sp>
        <p:nvSpPr>
          <p:cNvPr id="18" name="">
            <a:extLst xmlns:a="http://schemas.openxmlformats.org/drawingml/2006/main">
              <a:ext uri="{FF2B5EF4-FFF2-40B4-BE49-F238E27FC236}">
                <a16:creationId xmlns:a16="http://schemas.microsoft.com/office/drawing/2014/main" id="{ACB2F59A-E6CB-49E0-80C8-C0EE2FEE7321}"/>
              </a:ext>
            </a:extLst>
          </p:cNvPr>
          <p:cNvSpPr>
            <a:spLocks xmlns:a="http://schemas.openxmlformats.org/drawingml/2006/main" noGrp="1"/>
          </p:cNvSpPr>
          <p:nvPr/>
        </p:nvSpPr>
        <p:spPr>
          <a:xfrm xmlns:a="http://schemas.openxmlformats.org/drawingml/2006/main">
            <a:off x="8353425" y="4829175"/>
            <a:ext cx="1952625" cy="704850"/>
          </a:xfrm>
          <a:prstGeom xmlns:a="http://schemas.openxmlformats.org/drawingml/2006/main" prst="rect">
            <a:avLst/>
          </a:prstGeom>
          <a:solidFill xmlns:a="http://schemas.openxmlformats.org/drawingml/2006/main">
            <a:srgbClr val="E8F0F4"/>
          </a:solidFill>
          <a:ln xmlns:a="http://schemas.openxmlformats.org/drawingml/2006/main" w="16193">
            <a:solidFill>
              <a:srgbClr val="087E8B"/>
            </a:solidFill>
          </a:ln>
        </p:spPr>
      </p:sp>
      <p:sp>
        <p:nvSpPr>
          <p:cNvPr id="19" name="">
            <a:extLst xmlns:a="http://schemas.openxmlformats.org/drawingml/2006/main">
              <a:ext uri="{FF2B5EF4-FFF2-40B4-BE49-F238E27FC236}">
                <a16:creationId xmlns:a16="http://schemas.microsoft.com/office/drawing/2014/main" id="{77BF732D-0E05-4EDC-856A-7E0FC9D61597}"/>
              </a:ext>
            </a:extLst>
          </p:cNvPr>
          <p:cNvSpPr>
            <a:spLocks xmlns:a="http://schemas.openxmlformats.org/drawingml/2006/main" noGrp="1"/>
          </p:cNvSpPr>
          <p:nvPr/>
        </p:nvSpPr>
        <p:spPr>
          <a:xfrm xmlns:a="http://schemas.openxmlformats.org/drawingml/2006/main">
            <a:off x="8353425" y="4886325"/>
            <a:ext cx="19526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725" b="1">
                <a:solidFill>
                  <a:srgbClr val="193B59"/>
                </a:solidFill>
                <a:latin typeface="Yu Gothic"/>
                <a:ea typeface="Yu Gothic"/>
                <a:cs typeface="Yu Gothic"/>
              </a:defRPr>
            </a:defPPr>
            <a:lvl1pPr algn="ctr">
              <a:buNone/>
              <a:defRPr sz="1725" b="1">
                <a:solidFill>
                  <a:srgbClr val="193B59"/>
                </a:solidFill>
                <a:latin typeface="Yu Gothic"/>
                <a:ea typeface="Yu Gothic"/>
                <a:cs typeface="Yu Gothic"/>
              </a:defRPr>
            </a:lvl1pPr>
            <a:lvl2pPr algn="ctr">
              <a:buNone/>
              <a:defRPr sz="1725" b="1">
                <a:solidFill>
                  <a:srgbClr val="193B59"/>
                </a:solidFill>
                <a:latin typeface="Yu Gothic"/>
                <a:ea typeface="Yu Gothic"/>
                <a:cs typeface="Yu Gothic"/>
              </a:defRPr>
            </a:lvl2pPr>
            <a:lvl3pPr algn="ctr">
              <a:buNone/>
              <a:defRPr sz="1725" b="1">
                <a:solidFill>
                  <a:srgbClr val="193B59"/>
                </a:solidFill>
                <a:latin typeface="Yu Gothic"/>
                <a:ea typeface="Yu Gothic"/>
                <a:cs typeface="Yu Gothic"/>
              </a:defRPr>
            </a:lvl3pPr>
            <a:lvl4pPr algn="ctr">
              <a:buNone/>
              <a:defRPr sz="1725" b="1">
                <a:solidFill>
                  <a:srgbClr val="193B59"/>
                </a:solidFill>
                <a:latin typeface="Yu Gothic"/>
                <a:ea typeface="Yu Gothic"/>
                <a:cs typeface="Yu Gothic"/>
              </a:defRPr>
            </a:lvl4pPr>
            <a:lvl5pPr algn="ctr">
              <a:buNone/>
              <a:defRPr sz="1725" b="1">
                <a:solidFill>
                  <a:srgbClr val="193B59"/>
                </a:solidFill>
                <a:latin typeface="Yu Gothic"/>
                <a:ea typeface="Yu Gothic"/>
                <a:cs typeface="Yu Gothic"/>
              </a:defRPr>
            </a:lvl5pPr>
            <a:lvl6pPr algn="ctr">
              <a:buNone/>
              <a:defRPr sz="1725" b="1">
                <a:solidFill>
                  <a:srgbClr val="193B59"/>
                </a:solidFill>
                <a:latin typeface="Yu Gothic"/>
                <a:ea typeface="Yu Gothic"/>
                <a:cs typeface="Yu Gothic"/>
              </a:defRPr>
            </a:lvl6pPr>
            <a:lvl7pPr algn="ctr">
              <a:buNone/>
              <a:defRPr sz="1725" b="1">
                <a:solidFill>
                  <a:srgbClr val="193B59"/>
                </a:solidFill>
                <a:latin typeface="Yu Gothic"/>
                <a:ea typeface="Yu Gothic"/>
                <a:cs typeface="Yu Gothic"/>
              </a:defRPr>
            </a:lvl7pPr>
            <a:lvl8pPr algn="ctr">
              <a:buNone/>
              <a:defRPr sz="1725" b="1">
                <a:solidFill>
                  <a:srgbClr val="193B59"/>
                </a:solidFill>
                <a:latin typeface="Yu Gothic"/>
                <a:ea typeface="Yu Gothic"/>
                <a:cs typeface="Yu Gothic"/>
              </a:defRPr>
            </a:lvl8pPr>
            <a:lvl9pPr algn="ctr">
              <a:buNone/>
              <a:defRPr sz="1725" b="1">
                <a:solidFill>
                  <a:srgbClr val="193B59"/>
                </a:solidFill>
                <a:latin typeface="Yu Gothic"/>
                <a:ea typeface="Yu Gothic"/>
                <a:cs typeface="Yu Gothic"/>
              </a:defRPr>
            </a:lvl9pPr>
          </a:lstStyle>
          <a:p xmlns:a="http://schemas.openxmlformats.org/drawingml/2006/main">
            <a:pPr algn="ctr">
              <a:buNone/>
              <a:defRPr sz="1725" b="1">
                <a:solidFill>
                  <a:srgbClr val="193B59"/>
                </a:solidFill>
                <a:latin typeface="Yu Gothic"/>
                <a:ea typeface="Yu Gothic"/>
                <a:cs typeface="Yu Gothic"/>
              </a:defRPr>
            </a:pPr>
            <a:r>
              <a:rPr sz="1725" b="1">
                <a:solidFill>
                  <a:srgbClr val="193B59"/>
                </a:solidFill>
                <a:latin typeface="Yu Gothic"/>
                <a:ea typeface="Yu Gothic"/>
                <a:cs typeface="Yu Gothic"/>
              </a:rPr>
              <a:t>建築</a:t>
            </a:r>
          </a:p>
        </p:txBody>
      </p:sp>
      <p:sp>
        <p:nvSpPr>
          <p:cNvPr id="20" name="">
            <a:extLst xmlns:a="http://schemas.openxmlformats.org/drawingml/2006/main">
              <a:ext uri="{FF2B5EF4-FFF2-40B4-BE49-F238E27FC236}">
                <a16:creationId xmlns:a16="http://schemas.microsoft.com/office/drawing/2014/main" id="{8D059690-47BC-489E-9B90-55263122B222}"/>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参照 [2・3]</a:t>
            </a:r>
          </a:p>
        </p:txBody>
      </p:sp>
      <p:sp>
        <p:nvSpPr>
          <p:cNvPr id="21" name="">
            <a:extLst xmlns:a="http://schemas.openxmlformats.org/drawingml/2006/main">
              <a:ext uri="{FF2B5EF4-FFF2-40B4-BE49-F238E27FC236}">
                <a16:creationId xmlns:a16="http://schemas.microsoft.com/office/drawing/2014/main" id="{2B2226F5-9808-4066-B286-E20ACFD1CE3A}"/>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発展C</a:t>
            </a:r>
          </a:p>
        </p:txBody>
      </p:sp>
      <p:sp>
        <p:nvSpPr>
          <p:cNvPr id="22" name="">
            <a:extLst xmlns:a="http://schemas.openxmlformats.org/drawingml/2006/main">
              <a:ext uri="{FF2B5EF4-FFF2-40B4-BE49-F238E27FC236}">
                <a16:creationId xmlns:a16="http://schemas.microsoft.com/office/drawing/2014/main" id="{55C830DC-1BED-486F-98F0-C9720A1E663C}"/>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9 / 33</a:t>
            </a:r>
          </a:p>
        </p:txBody>
      </p:sp>
    </p:spTree>
    <p:extLst>
      <p:ext uri="{BB962C8B-B14F-4D97-AF65-F5344CB8AC3E}">
        <p14:creationId xmlns:p14="http://schemas.microsoft.com/office/powerpoint/2010/main" val="197049785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69BD400-4401-4B8A-96BC-036C942DCF53}"/>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buNone/>
              <a:defRPr sz="2925" b="1">
                <a:solidFill>
                  <a:srgbClr val="193B59"/>
                </a:solidFill>
                <a:latin typeface="Yu Gothic"/>
                <a:ea typeface="Yu Gothic"/>
                <a:cs typeface="Yu Gothic"/>
              </a:defRPr>
            </a:lvl1pPr>
            <a:lvl2pPr>
              <a:buNone/>
              <a:defRPr sz="2925" b="1">
                <a:solidFill>
                  <a:srgbClr val="193B59"/>
                </a:solidFill>
                <a:latin typeface="Yu Gothic"/>
                <a:ea typeface="Yu Gothic"/>
                <a:cs typeface="Yu Gothic"/>
              </a:defRPr>
            </a:lvl2pPr>
            <a:lvl3pPr>
              <a:buNone/>
              <a:defRPr sz="2925" b="1">
                <a:solidFill>
                  <a:srgbClr val="193B59"/>
                </a:solidFill>
                <a:latin typeface="Yu Gothic"/>
                <a:ea typeface="Yu Gothic"/>
                <a:cs typeface="Yu Gothic"/>
              </a:defRPr>
            </a:lvl3pPr>
            <a:lvl4pPr>
              <a:buNone/>
              <a:defRPr sz="2925" b="1">
                <a:solidFill>
                  <a:srgbClr val="193B59"/>
                </a:solidFill>
                <a:latin typeface="Yu Gothic"/>
                <a:ea typeface="Yu Gothic"/>
                <a:cs typeface="Yu Gothic"/>
              </a:defRPr>
            </a:lvl4pPr>
            <a:lvl5pPr>
              <a:buNone/>
              <a:defRPr sz="2925" b="1">
                <a:solidFill>
                  <a:srgbClr val="193B59"/>
                </a:solidFill>
                <a:latin typeface="Yu Gothic"/>
                <a:ea typeface="Yu Gothic"/>
                <a:cs typeface="Yu Gothic"/>
              </a:defRPr>
            </a:lvl5pPr>
            <a:lvl6pPr>
              <a:buNone/>
              <a:defRPr sz="2925" b="1">
                <a:solidFill>
                  <a:srgbClr val="193B59"/>
                </a:solidFill>
                <a:latin typeface="Yu Gothic"/>
                <a:ea typeface="Yu Gothic"/>
                <a:cs typeface="Yu Gothic"/>
              </a:defRPr>
            </a:lvl6pPr>
            <a:lvl7pPr>
              <a:buNone/>
              <a:defRPr sz="2925" b="1">
                <a:solidFill>
                  <a:srgbClr val="193B59"/>
                </a:solidFill>
                <a:latin typeface="Yu Gothic"/>
                <a:ea typeface="Yu Gothic"/>
                <a:cs typeface="Yu Gothic"/>
              </a:defRPr>
            </a:lvl7pPr>
            <a:lvl8pPr>
              <a:buNone/>
              <a:defRPr sz="2925" b="1">
                <a:solidFill>
                  <a:srgbClr val="193B59"/>
                </a:solidFill>
                <a:latin typeface="Yu Gothic"/>
                <a:ea typeface="Yu Gothic"/>
                <a:cs typeface="Yu Gothic"/>
              </a:defRPr>
            </a:lvl8pPr>
            <a:lvl9pPr>
              <a:buNone/>
              <a:defRPr sz="2925" b="1">
                <a:solidFill>
                  <a:srgbClr val="193B59"/>
                </a:solidFill>
                <a:latin typeface="Yu Gothic"/>
                <a:ea typeface="Yu Gothic"/>
                <a:cs typeface="Yu Gothic"/>
              </a:defRPr>
            </a:lvl9pPr>
          </a:lstStyle>
          <a:p xmlns:a="http://schemas.openxmlformats.org/drawingml/2006/main">
            <a:pPr>
              <a:buNone/>
              <a:defRPr sz="2925" b="1">
                <a:solidFill>
                  <a:srgbClr val="193B59"/>
                </a:solidFill>
                <a:latin typeface="Yu Gothic"/>
                <a:ea typeface="Yu Gothic"/>
                <a:cs typeface="Yu Gothic"/>
              </a:defRPr>
            </a:pPr>
            <a:r>
              <a:rPr sz="2925" b="1">
                <a:solidFill>
                  <a:srgbClr val="193B59"/>
                </a:solidFill>
                <a:latin typeface="Yu Gothic"/>
                <a:ea typeface="Yu Gothic"/>
                <a:cs typeface="Yu Gothic"/>
              </a:rPr>
              <a:t>都市を支える木材の流通</a:t>
            </a:r>
          </a:p>
        </p:txBody>
      </p:sp>
      <p:sp>
        <p:nvSpPr>
          <p:cNvPr id="2" name="">
            <a:extLst xmlns:a="http://schemas.openxmlformats.org/drawingml/2006/main">
              <a:ext uri="{FF2B5EF4-FFF2-40B4-BE49-F238E27FC236}">
                <a16:creationId xmlns:a16="http://schemas.microsoft.com/office/drawing/2014/main" id="{F2E43B9E-90C0-4D88-8650-D30437576D8C}"/>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7F3ED73C-BD1B-4E94-8AAD-6730B6BDE503}"/>
              </a:ext>
            </a:extLst>
          </p:cNvPr>
          <p:cNvSpPr>
            <a:spLocks xmlns:a="http://schemas.openxmlformats.org/drawingml/2006/main" noGrp="1"/>
          </p:cNvSpPr>
          <p:nvPr/>
        </p:nvSpPr>
        <p:spPr>
          <a:xfrm xmlns:a="http://schemas.openxmlformats.org/drawingml/2006/main">
            <a:off x="809625" y="173355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buNone/>
              <a:defRPr sz="2250" b="1">
                <a:solidFill>
                  <a:srgbClr val="263D4D"/>
                </a:solidFill>
                <a:latin typeface="Yu Gothic"/>
                <a:ea typeface="Yu Gothic"/>
                <a:cs typeface="Yu Gothic"/>
              </a:defRPr>
            </a:lvl1pPr>
            <a:lvl2pPr>
              <a:buNone/>
              <a:defRPr sz="2250" b="1">
                <a:solidFill>
                  <a:srgbClr val="263D4D"/>
                </a:solidFill>
                <a:latin typeface="Yu Gothic"/>
                <a:ea typeface="Yu Gothic"/>
                <a:cs typeface="Yu Gothic"/>
              </a:defRPr>
            </a:lvl2pPr>
            <a:lvl3pPr>
              <a:buNone/>
              <a:defRPr sz="2250" b="1">
                <a:solidFill>
                  <a:srgbClr val="263D4D"/>
                </a:solidFill>
                <a:latin typeface="Yu Gothic"/>
                <a:ea typeface="Yu Gothic"/>
                <a:cs typeface="Yu Gothic"/>
              </a:defRPr>
            </a:lvl3pPr>
            <a:lvl4pPr>
              <a:buNone/>
              <a:defRPr sz="2250" b="1">
                <a:solidFill>
                  <a:srgbClr val="263D4D"/>
                </a:solidFill>
                <a:latin typeface="Yu Gothic"/>
                <a:ea typeface="Yu Gothic"/>
                <a:cs typeface="Yu Gothic"/>
              </a:defRPr>
            </a:lvl4pPr>
            <a:lvl5pPr>
              <a:buNone/>
              <a:defRPr sz="2250" b="1">
                <a:solidFill>
                  <a:srgbClr val="263D4D"/>
                </a:solidFill>
                <a:latin typeface="Yu Gothic"/>
                <a:ea typeface="Yu Gothic"/>
                <a:cs typeface="Yu Gothic"/>
              </a:defRPr>
            </a:lvl5pPr>
            <a:lvl6pPr>
              <a:buNone/>
              <a:defRPr sz="2250" b="1">
                <a:solidFill>
                  <a:srgbClr val="263D4D"/>
                </a:solidFill>
                <a:latin typeface="Yu Gothic"/>
                <a:ea typeface="Yu Gothic"/>
                <a:cs typeface="Yu Gothic"/>
              </a:defRPr>
            </a:lvl6pPr>
            <a:lvl7pPr>
              <a:buNone/>
              <a:defRPr sz="2250" b="1">
                <a:solidFill>
                  <a:srgbClr val="263D4D"/>
                </a:solidFill>
                <a:latin typeface="Yu Gothic"/>
                <a:ea typeface="Yu Gothic"/>
                <a:cs typeface="Yu Gothic"/>
              </a:defRPr>
            </a:lvl7pPr>
            <a:lvl8pPr>
              <a:buNone/>
              <a:defRPr sz="2250" b="1">
                <a:solidFill>
                  <a:srgbClr val="263D4D"/>
                </a:solidFill>
                <a:latin typeface="Yu Gothic"/>
                <a:ea typeface="Yu Gothic"/>
                <a:cs typeface="Yu Gothic"/>
              </a:defRPr>
            </a:lvl8pPr>
            <a:lvl9pPr>
              <a:buNone/>
              <a:defRPr sz="2250" b="1">
                <a:solidFill>
                  <a:srgbClr val="263D4D"/>
                </a:solidFill>
                <a:latin typeface="Yu Gothic"/>
                <a:ea typeface="Yu Gothic"/>
                <a:cs typeface="Yu Gothic"/>
              </a:defRPr>
            </a:lvl9pPr>
          </a:lstStyle>
          <a:p xmlns:a="http://schemas.openxmlformats.org/drawingml/2006/main">
            <a:pPr>
              <a:buNone/>
              <a:defRPr sz="2250" b="1">
                <a:solidFill>
                  <a:srgbClr val="263D4D"/>
                </a:solidFill>
                <a:latin typeface="Yu Gothic"/>
                <a:ea typeface="Yu Gothic"/>
                <a:cs typeface="Yu Gothic"/>
              </a:defRPr>
            </a:pPr>
            <a:r>
              <a:rPr sz="2250" b="1">
                <a:solidFill>
                  <a:srgbClr val="263D4D"/>
                </a:solidFill>
                <a:latin typeface="Yu Gothic"/>
                <a:ea typeface="Yu Gothic"/>
                <a:cs typeface="Yu Gothic"/>
              </a:rPr>
              <a:t>遠い森林から運ぶ技術と費用</a:t>
            </a:r>
          </a:p>
        </p:txBody>
      </p:sp>
      <p:sp>
        <p:nvSpPr>
          <p:cNvPr id="4" name="">
            <a:extLst xmlns:a="http://schemas.openxmlformats.org/drawingml/2006/main">
              <a:ext uri="{FF2B5EF4-FFF2-40B4-BE49-F238E27FC236}">
                <a16:creationId xmlns:a16="http://schemas.microsoft.com/office/drawing/2014/main" id="{E459100F-B6E0-43B7-9B25-6E2F936E97A8}"/>
              </a:ext>
            </a:extLst>
          </p:cNvPr>
          <p:cNvSpPr>
            <a:spLocks xmlns:a="http://schemas.openxmlformats.org/drawingml/2006/main" noGrp="1"/>
          </p:cNvSpPr>
          <p:nvPr/>
        </p:nvSpPr>
        <p:spPr>
          <a:xfrm xmlns:a="http://schemas.openxmlformats.org/drawingml/2006/main">
            <a:off x="809625" y="2790825"/>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材の乾燥・寸法・品質をそろえる仕事</a:t>
            </a:r>
          </a:p>
        </p:txBody>
      </p:sp>
      <p:sp>
        <p:nvSpPr>
          <p:cNvPr id="5" name="">
            <a:extLst xmlns:a="http://schemas.openxmlformats.org/drawingml/2006/main">
              <a:ext uri="{FF2B5EF4-FFF2-40B4-BE49-F238E27FC236}">
                <a16:creationId xmlns:a16="http://schemas.microsoft.com/office/drawing/2014/main" id="{0C669FCC-8773-4BAE-8CEC-3982B945BAA2}"/>
              </a:ext>
            </a:extLst>
          </p:cNvPr>
          <p:cNvSpPr>
            <a:spLocks xmlns:a="http://schemas.openxmlformats.org/drawingml/2006/main" noGrp="1"/>
          </p:cNvSpPr>
          <p:nvPr/>
        </p:nvSpPr>
        <p:spPr>
          <a:xfrm xmlns:a="http://schemas.openxmlformats.org/drawingml/2006/main">
            <a:off x="809625" y="384810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都市の需要が森林利用の範囲を変える</a:t>
            </a:r>
          </a:p>
        </p:txBody>
      </p:sp>
      <p:sp>
        <p:nvSpPr>
          <p:cNvPr id="6" name="">
            <a:extLst xmlns:a="http://schemas.openxmlformats.org/drawingml/2006/main">
              <a:ext uri="{FF2B5EF4-FFF2-40B4-BE49-F238E27FC236}">
                <a16:creationId xmlns:a16="http://schemas.microsoft.com/office/drawing/2014/main" id="{F43142A1-BE5A-46C4-BB89-0C291BC1E71B}"/>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参照 [2・3]</a:t>
            </a:r>
          </a:p>
        </p:txBody>
      </p:sp>
      <p:sp>
        <p:nvSpPr>
          <p:cNvPr id="7" name="">
            <a:extLst xmlns:a="http://schemas.openxmlformats.org/drawingml/2006/main">
              <a:ext uri="{FF2B5EF4-FFF2-40B4-BE49-F238E27FC236}">
                <a16:creationId xmlns:a16="http://schemas.microsoft.com/office/drawing/2014/main" id="{9CFBB587-F7BD-4F23-8815-62CC074AA828}"/>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発展C</a:t>
            </a:r>
          </a:p>
        </p:txBody>
      </p:sp>
      <p:sp>
        <p:nvSpPr>
          <p:cNvPr id="8" name="">
            <a:extLst xmlns:a="http://schemas.openxmlformats.org/drawingml/2006/main">
              <a:ext uri="{FF2B5EF4-FFF2-40B4-BE49-F238E27FC236}">
                <a16:creationId xmlns:a16="http://schemas.microsoft.com/office/drawing/2014/main" id="{8EDF0301-6E6C-4FD3-9E21-F9C1AC464175}"/>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10 / 33</a:t>
            </a:r>
          </a:p>
        </p:txBody>
      </p:sp>
    </p:spTree>
    <p:extLst>
      <p:ext uri="{BB962C8B-B14F-4D97-AF65-F5344CB8AC3E}">
        <p14:creationId xmlns:p14="http://schemas.microsoft.com/office/powerpoint/2010/main" val="159585752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8C57FF1-2011-462C-8120-A675213943B3}"/>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buNone/>
              <a:defRPr sz="2925" b="1">
                <a:solidFill>
                  <a:srgbClr val="193B59"/>
                </a:solidFill>
                <a:latin typeface="Yu Gothic"/>
                <a:ea typeface="Yu Gothic"/>
                <a:cs typeface="Yu Gothic"/>
              </a:defRPr>
            </a:lvl1pPr>
            <a:lvl2pPr>
              <a:buNone/>
              <a:defRPr sz="2925" b="1">
                <a:solidFill>
                  <a:srgbClr val="193B59"/>
                </a:solidFill>
                <a:latin typeface="Yu Gothic"/>
                <a:ea typeface="Yu Gothic"/>
                <a:cs typeface="Yu Gothic"/>
              </a:defRPr>
            </a:lvl2pPr>
            <a:lvl3pPr>
              <a:buNone/>
              <a:defRPr sz="2925" b="1">
                <a:solidFill>
                  <a:srgbClr val="193B59"/>
                </a:solidFill>
                <a:latin typeface="Yu Gothic"/>
                <a:ea typeface="Yu Gothic"/>
                <a:cs typeface="Yu Gothic"/>
              </a:defRPr>
            </a:lvl3pPr>
            <a:lvl4pPr>
              <a:buNone/>
              <a:defRPr sz="2925" b="1">
                <a:solidFill>
                  <a:srgbClr val="193B59"/>
                </a:solidFill>
                <a:latin typeface="Yu Gothic"/>
                <a:ea typeface="Yu Gothic"/>
                <a:cs typeface="Yu Gothic"/>
              </a:defRPr>
            </a:lvl4pPr>
            <a:lvl5pPr>
              <a:buNone/>
              <a:defRPr sz="2925" b="1">
                <a:solidFill>
                  <a:srgbClr val="193B59"/>
                </a:solidFill>
                <a:latin typeface="Yu Gothic"/>
                <a:ea typeface="Yu Gothic"/>
                <a:cs typeface="Yu Gothic"/>
              </a:defRPr>
            </a:lvl5pPr>
            <a:lvl6pPr>
              <a:buNone/>
              <a:defRPr sz="2925" b="1">
                <a:solidFill>
                  <a:srgbClr val="193B59"/>
                </a:solidFill>
                <a:latin typeface="Yu Gothic"/>
                <a:ea typeface="Yu Gothic"/>
                <a:cs typeface="Yu Gothic"/>
              </a:defRPr>
            </a:lvl6pPr>
            <a:lvl7pPr>
              <a:buNone/>
              <a:defRPr sz="2925" b="1">
                <a:solidFill>
                  <a:srgbClr val="193B59"/>
                </a:solidFill>
                <a:latin typeface="Yu Gothic"/>
                <a:ea typeface="Yu Gothic"/>
                <a:cs typeface="Yu Gothic"/>
              </a:defRPr>
            </a:lvl7pPr>
            <a:lvl8pPr>
              <a:buNone/>
              <a:defRPr sz="2925" b="1">
                <a:solidFill>
                  <a:srgbClr val="193B59"/>
                </a:solidFill>
                <a:latin typeface="Yu Gothic"/>
                <a:ea typeface="Yu Gothic"/>
                <a:cs typeface="Yu Gothic"/>
              </a:defRPr>
            </a:lvl8pPr>
            <a:lvl9pPr>
              <a:buNone/>
              <a:defRPr sz="2925" b="1">
                <a:solidFill>
                  <a:srgbClr val="193B59"/>
                </a:solidFill>
                <a:latin typeface="Yu Gothic"/>
                <a:ea typeface="Yu Gothic"/>
                <a:cs typeface="Yu Gothic"/>
              </a:defRPr>
            </a:lvl9pPr>
          </a:lstStyle>
          <a:p xmlns:a="http://schemas.openxmlformats.org/drawingml/2006/main">
            <a:pPr>
              <a:buNone/>
              <a:defRPr sz="2925" b="1">
                <a:solidFill>
                  <a:srgbClr val="193B59"/>
                </a:solidFill>
                <a:latin typeface="Yu Gothic"/>
                <a:ea typeface="Yu Gothic"/>
                <a:cs typeface="Yu Gothic"/>
              </a:defRPr>
            </a:pPr>
            <a:r>
              <a:rPr sz="2925" b="1">
                <a:solidFill>
                  <a:srgbClr val="193B59"/>
                </a:solidFill>
                <a:latin typeface="Yu Gothic"/>
                <a:ea typeface="Yu Gothic"/>
                <a:cs typeface="Yu Gothic"/>
              </a:rPr>
              <a:t>建物は木材だけで立たない</a:t>
            </a:r>
          </a:p>
        </p:txBody>
      </p:sp>
      <p:sp>
        <p:nvSpPr>
          <p:cNvPr id="2" name="">
            <a:extLst xmlns:a="http://schemas.openxmlformats.org/drawingml/2006/main">
              <a:ext uri="{FF2B5EF4-FFF2-40B4-BE49-F238E27FC236}">
                <a16:creationId xmlns:a16="http://schemas.microsoft.com/office/drawing/2014/main" id="{5612A93B-31FA-4639-9518-291C1191670F}"/>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086BE071-12EE-4F6B-A228-BDCD3F0EFD34}"/>
              </a:ext>
            </a:extLst>
          </p:cNvPr>
          <p:cNvSpPr>
            <a:spLocks xmlns:a="http://schemas.openxmlformats.org/drawingml/2006/main" noGrp="1"/>
          </p:cNvSpPr>
          <p:nvPr/>
        </p:nvSpPr>
        <p:spPr>
          <a:xfrm xmlns:a="http://schemas.openxmlformats.org/drawingml/2006/main">
            <a:off x="809625" y="173355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buNone/>
              <a:defRPr sz="2250" b="1">
                <a:solidFill>
                  <a:srgbClr val="263D4D"/>
                </a:solidFill>
                <a:latin typeface="Yu Gothic"/>
                <a:ea typeface="Yu Gothic"/>
                <a:cs typeface="Yu Gothic"/>
              </a:defRPr>
            </a:lvl1pPr>
            <a:lvl2pPr>
              <a:buNone/>
              <a:defRPr sz="2250" b="1">
                <a:solidFill>
                  <a:srgbClr val="263D4D"/>
                </a:solidFill>
                <a:latin typeface="Yu Gothic"/>
                <a:ea typeface="Yu Gothic"/>
                <a:cs typeface="Yu Gothic"/>
              </a:defRPr>
            </a:lvl2pPr>
            <a:lvl3pPr>
              <a:buNone/>
              <a:defRPr sz="2250" b="1">
                <a:solidFill>
                  <a:srgbClr val="263D4D"/>
                </a:solidFill>
                <a:latin typeface="Yu Gothic"/>
                <a:ea typeface="Yu Gothic"/>
                <a:cs typeface="Yu Gothic"/>
              </a:defRPr>
            </a:lvl3pPr>
            <a:lvl4pPr>
              <a:buNone/>
              <a:defRPr sz="2250" b="1">
                <a:solidFill>
                  <a:srgbClr val="263D4D"/>
                </a:solidFill>
                <a:latin typeface="Yu Gothic"/>
                <a:ea typeface="Yu Gothic"/>
                <a:cs typeface="Yu Gothic"/>
              </a:defRPr>
            </a:lvl4pPr>
            <a:lvl5pPr>
              <a:buNone/>
              <a:defRPr sz="2250" b="1">
                <a:solidFill>
                  <a:srgbClr val="263D4D"/>
                </a:solidFill>
                <a:latin typeface="Yu Gothic"/>
                <a:ea typeface="Yu Gothic"/>
                <a:cs typeface="Yu Gothic"/>
              </a:defRPr>
            </a:lvl5pPr>
            <a:lvl6pPr>
              <a:buNone/>
              <a:defRPr sz="2250" b="1">
                <a:solidFill>
                  <a:srgbClr val="263D4D"/>
                </a:solidFill>
                <a:latin typeface="Yu Gothic"/>
                <a:ea typeface="Yu Gothic"/>
                <a:cs typeface="Yu Gothic"/>
              </a:defRPr>
            </a:lvl6pPr>
            <a:lvl7pPr>
              <a:buNone/>
              <a:defRPr sz="2250" b="1">
                <a:solidFill>
                  <a:srgbClr val="263D4D"/>
                </a:solidFill>
                <a:latin typeface="Yu Gothic"/>
                <a:ea typeface="Yu Gothic"/>
                <a:cs typeface="Yu Gothic"/>
              </a:defRPr>
            </a:lvl7pPr>
            <a:lvl8pPr>
              <a:buNone/>
              <a:defRPr sz="2250" b="1">
                <a:solidFill>
                  <a:srgbClr val="263D4D"/>
                </a:solidFill>
                <a:latin typeface="Yu Gothic"/>
                <a:ea typeface="Yu Gothic"/>
                <a:cs typeface="Yu Gothic"/>
              </a:defRPr>
            </a:lvl8pPr>
            <a:lvl9pPr>
              <a:buNone/>
              <a:defRPr sz="2250" b="1">
                <a:solidFill>
                  <a:srgbClr val="263D4D"/>
                </a:solidFill>
                <a:latin typeface="Yu Gothic"/>
                <a:ea typeface="Yu Gothic"/>
                <a:cs typeface="Yu Gothic"/>
              </a:defRPr>
            </a:lvl9pPr>
          </a:lstStyle>
          <a:p xmlns:a="http://schemas.openxmlformats.org/drawingml/2006/main">
            <a:pPr>
              <a:buNone/>
              <a:defRPr sz="2250" b="1">
                <a:solidFill>
                  <a:srgbClr val="263D4D"/>
                </a:solidFill>
                <a:latin typeface="Yu Gothic"/>
                <a:ea typeface="Yu Gothic"/>
                <a:cs typeface="Yu Gothic"/>
              </a:defRPr>
            </a:pPr>
            <a:r>
              <a:rPr sz="2250" b="1">
                <a:solidFill>
                  <a:srgbClr val="263D4D"/>
                </a:solidFill>
                <a:latin typeface="Yu Gothic"/>
                <a:ea typeface="Yu Gothic"/>
                <a:cs typeface="Yu Gothic"/>
              </a:rPr>
              <a:t>骨組・屋根・基礎で材料の役割が違う</a:t>
            </a:r>
          </a:p>
        </p:txBody>
      </p:sp>
      <p:sp>
        <p:nvSpPr>
          <p:cNvPr id="4" name="">
            <a:extLst xmlns:a="http://schemas.openxmlformats.org/drawingml/2006/main">
              <a:ext uri="{FF2B5EF4-FFF2-40B4-BE49-F238E27FC236}">
                <a16:creationId xmlns:a16="http://schemas.microsoft.com/office/drawing/2014/main" id="{6FF53DFE-A312-47BE-8F90-8ABF83B9FD72}"/>
              </a:ext>
            </a:extLst>
          </p:cNvPr>
          <p:cNvSpPr>
            <a:spLocks xmlns:a="http://schemas.openxmlformats.org/drawingml/2006/main" noGrp="1"/>
          </p:cNvSpPr>
          <p:nvPr/>
        </p:nvSpPr>
        <p:spPr>
          <a:xfrm xmlns:a="http://schemas.openxmlformats.org/drawingml/2006/main">
            <a:off x="809625" y="2790825"/>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鉄の工具や金物、土や瓦が関わる</a:t>
            </a:r>
          </a:p>
        </p:txBody>
      </p:sp>
      <p:sp>
        <p:nvSpPr>
          <p:cNvPr id="5" name="">
            <a:extLst xmlns:a="http://schemas.openxmlformats.org/drawingml/2006/main">
              <a:ext uri="{FF2B5EF4-FFF2-40B4-BE49-F238E27FC236}">
                <a16:creationId xmlns:a16="http://schemas.microsoft.com/office/drawing/2014/main" id="{F72776FD-A495-40B7-8F9B-8DC9E55D9AC6}"/>
              </a:ext>
            </a:extLst>
          </p:cNvPr>
          <p:cNvSpPr>
            <a:spLocks xmlns:a="http://schemas.openxmlformats.org/drawingml/2006/main" noGrp="1"/>
          </p:cNvSpPr>
          <p:nvPr/>
        </p:nvSpPr>
        <p:spPr>
          <a:xfrm xmlns:a="http://schemas.openxmlformats.org/drawingml/2006/main">
            <a:off x="809625" y="384810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修理のときは異なる時代の材料が共存する</a:t>
            </a:r>
          </a:p>
        </p:txBody>
      </p:sp>
      <p:sp>
        <p:nvSpPr>
          <p:cNvPr id="6" name="">
            <a:extLst xmlns:a="http://schemas.openxmlformats.org/drawingml/2006/main">
              <a:ext uri="{FF2B5EF4-FFF2-40B4-BE49-F238E27FC236}">
                <a16:creationId xmlns:a16="http://schemas.microsoft.com/office/drawing/2014/main" id="{16EFF14C-9B03-4240-AA40-20D761E7B007}"/>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参照 [7・15]</a:t>
            </a:r>
          </a:p>
        </p:txBody>
      </p:sp>
      <p:sp>
        <p:nvSpPr>
          <p:cNvPr id="7" name="">
            <a:extLst xmlns:a="http://schemas.openxmlformats.org/drawingml/2006/main">
              <a:ext uri="{FF2B5EF4-FFF2-40B4-BE49-F238E27FC236}">
                <a16:creationId xmlns:a16="http://schemas.microsoft.com/office/drawing/2014/main" id="{FCEA9464-4FDA-4AFF-8D94-C68A91C6D1CA}"/>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発展C</a:t>
            </a:r>
          </a:p>
        </p:txBody>
      </p:sp>
      <p:sp>
        <p:nvSpPr>
          <p:cNvPr id="8" name="">
            <a:extLst xmlns:a="http://schemas.openxmlformats.org/drawingml/2006/main">
              <a:ext uri="{FF2B5EF4-FFF2-40B4-BE49-F238E27FC236}">
                <a16:creationId xmlns:a16="http://schemas.microsoft.com/office/drawing/2014/main" id="{5AEA2B8B-F7FB-485E-A1E2-82F83B5E2703}"/>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11 / 33</a:t>
            </a:r>
          </a:p>
        </p:txBody>
      </p:sp>
    </p:spTree>
    <p:extLst>
      <p:ext uri="{BB962C8B-B14F-4D97-AF65-F5344CB8AC3E}">
        <p14:creationId xmlns:p14="http://schemas.microsoft.com/office/powerpoint/2010/main" val="193717291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0E84256-AEB5-43CF-82A0-C6C212323BF1}"/>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buNone/>
              <a:defRPr sz="2925" b="1">
                <a:solidFill>
                  <a:srgbClr val="193B59"/>
                </a:solidFill>
                <a:latin typeface="Yu Gothic"/>
                <a:ea typeface="Yu Gothic"/>
                <a:cs typeface="Yu Gothic"/>
              </a:defRPr>
            </a:lvl1pPr>
            <a:lvl2pPr>
              <a:buNone/>
              <a:defRPr sz="2925" b="1">
                <a:solidFill>
                  <a:srgbClr val="193B59"/>
                </a:solidFill>
                <a:latin typeface="Yu Gothic"/>
                <a:ea typeface="Yu Gothic"/>
                <a:cs typeface="Yu Gothic"/>
              </a:defRPr>
            </a:lvl2pPr>
            <a:lvl3pPr>
              <a:buNone/>
              <a:defRPr sz="2925" b="1">
                <a:solidFill>
                  <a:srgbClr val="193B59"/>
                </a:solidFill>
                <a:latin typeface="Yu Gothic"/>
                <a:ea typeface="Yu Gothic"/>
                <a:cs typeface="Yu Gothic"/>
              </a:defRPr>
            </a:lvl3pPr>
            <a:lvl4pPr>
              <a:buNone/>
              <a:defRPr sz="2925" b="1">
                <a:solidFill>
                  <a:srgbClr val="193B59"/>
                </a:solidFill>
                <a:latin typeface="Yu Gothic"/>
                <a:ea typeface="Yu Gothic"/>
                <a:cs typeface="Yu Gothic"/>
              </a:defRPr>
            </a:lvl4pPr>
            <a:lvl5pPr>
              <a:buNone/>
              <a:defRPr sz="2925" b="1">
                <a:solidFill>
                  <a:srgbClr val="193B59"/>
                </a:solidFill>
                <a:latin typeface="Yu Gothic"/>
                <a:ea typeface="Yu Gothic"/>
                <a:cs typeface="Yu Gothic"/>
              </a:defRPr>
            </a:lvl5pPr>
            <a:lvl6pPr>
              <a:buNone/>
              <a:defRPr sz="2925" b="1">
                <a:solidFill>
                  <a:srgbClr val="193B59"/>
                </a:solidFill>
                <a:latin typeface="Yu Gothic"/>
                <a:ea typeface="Yu Gothic"/>
                <a:cs typeface="Yu Gothic"/>
              </a:defRPr>
            </a:lvl6pPr>
            <a:lvl7pPr>
              <a:buNone/>
              <a:defRPr sz="2925" b="1">
                <a:solidFill>
                  <a:srgbClr val="193B59"/>
                </a:solidFill>
                <a:latin typeface="Yu Gothic"/>
                <a:ea typeface="Yu Gothic"/>
                <a:cs typeface="Yu Gothic"/>
              </a:defRPr>
            </a:lvl7pPr>
            <a:lvl8pPr>
              <a:buNone/>
              <a:defRPr sz="2925" b="1">
                <a:solidFill>
                  <a:srgbClr val="193B59"/>
                </a:solidFill>
                <a:latin typeface="Yu Gothic"/>
                <a:ea typeface="Yu Gothic"/>
                <a:cs typeface="Yu Gothic"/>
              </a:defRPr>
            </a:lvl8pPr>
            <a:lvl9pPr>
              <a:buNone/>
              <a:defRPr sz="2925" b="1">
                <a:solidFill>
                  <a:srgbClr val="193B59"/>
                </a:solidFill>
                <a:latin typeface="Yu Gothic"/>
                <a:ea typeface="Yu Gothic"/>
                <a:cs typeface="Yu Gothic"/>
              </a:defRPr>
            </a:lvl9pPr>
          </a:lstStyle>
          <a:p xmlns:a="http://schemas.openxmlformats.org/drawingml/2006/main">
            <a:pPr>
              <a:buNone/>
              <a:defRPr sz="2925" b="1">
                <a:solidFill>
                  <a:srgbClr val="193B59"/>
                </a:solidFill>
                <a:latin typeface="Yu Gothic"/>
                <a:ea typeface="Yu Gothic"/>
                <a:cs typeface="Yu Gothic"/>
              </a:defRPr>
            </a:pPr>
            <a:r>
              <a:rPr sz="2925" b="1">
                <a:solidFill>
                  <a:srgbClr val="193B59"/>
                </a:solidFill>
                <a:latin typeface="Yu Gothic"/>
                <a:ea typeface="Yu Gothic"/>
                <a:cs typeface="Yu Gothic"/>
              </a:rPr>
              <a:t>土器：焼くことで性質を変える</a:t>
            </a:r>
          </a:p>
        </p:txBody>
      </p:sp>
      <p:sp>
        <p:nvSpPr>
          <p:cNvPr id="2" name="">
            <a:extLst xmlns:a="http://schemas.openxmlformats.org/drawingml/2006/main">
              <a:ext uri="{FF2B5EF4-FFF2-40B4-BE49-F238E27FC236}">
                <a16:creationId xmlns:a16="http://schemas.microsoft.com/office/drawing/2014/main" id="{BD8E2B21-C0F7-4494-8718-CEE37AA60308}"/>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992B48B4-5086-4EB3-8AF0-9B5BF9C18F9E}"/>
              </a:ext>
            </a:extLst>
          </p:cNvPr>
          <p:cNvSpPr>
            <a:spLocks xmlns:a="http://schemas.openxmlformats.org/drawingml/2006/main" noGrp="1"/>
          </p:cNvSpPr>
          <p:nvPr/>
        </p:nvSpPr>
        <p:spPr>
          <a:xfrm xmlns:a="http://schemas.openxmlformats.org/drawingml/2006/main">
            <a:off x="809625" y="173355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buNone/>
              <a:defRPr sz="2250" b="1">
                <a:solidFill>
                  <a:srgbClr val="263D4D"/>
                </a:solidFill>
                <a:latin typeface="Yu Gothic"/>
                <a:ea typeface="Yu Gothic"/>
                <a:cs typeface="Yu Gothic"/>
              </a:defRPr>
            </a:lvl1pPr>
            <a:lvl2pPr>
              <a:buNone/>
              <a:defRPr sz="2250" b="1">
                <a:solidFill>
                  <a:srgbClr val="263D4D"/>
                </a:solidFill>
                <a:latin typeface="Yu Gothic"/>
                <a:ea typeface="Yu Gothic"/>
                <a:cs typeface="Yu Gothic"/>
              </a:defRPr>
            </a:lvl2pPr>
            <a:lvl3pPr>
              <a:buNone/>
              <a:defRPr sz="2250" b="1">
                <a:solidFill>
                  <a:srgbClr val="263D4D"/>
                </a:solidFill>
                <a:latin typeface="Yu Gothic"/>
                <a:ea typeface="Yu Gothic"/>
                <a:cs typeface="Yu Gothic"/>
              </a:defRPr>
            </a:lvl3pPr>
            <a:lvl4pPr>
              <a:buNone/>
              <a:defRPr sz="2250" b="1">
                <a:solidFill>
                  <a:srgbClr val="263D4D"/>
                </a:solidFill>
                <a:latin typeface="Yu Gothic"/>
                <a:ea typeface="Yu Gothic"/>
                <a:cs typeface="Yu Gothic"/>
              </a:defRPr>
            </a:lvl4pPr>
            <a:lvl5pPr>
              <a:buNone/>
              <a:defRPr sz="2250" b="1">
                <a:solidFill>
                  <a:srgbClr val="263D4D"/>
                </a:solidFill>
                <a:latin typeface="Yu Gothic"/>
                <a:ea typeface="Yu Gothic"/>
                <a:cs typeface="Yu Gothic"/>
              </a:defRPr>
            </a:lvl5pPr>
            <a:lvl6pPr>
              <a:buNone/>
              <a:defRPr sz="2250" b="1">
                <a:solidFill>
                  <a:srgbClr val="263D4D"/>
                </a:solidFill>
                <a:latin typeface="Yu Gothic"/>
                <a:ea typeface="Yu Gothic"/>
                <a:cs typeface="Yu Gothic"/>
              </a:defRPr>
            </a:lvl6pPr>
            <a:lvl7pPr>
              <a:buNone/>
              <a:defRPr sz="2250" b="1">
                <a:solidFill>
                  <a:srgbClr val="263D4D"/>
                </a:solidFill>
                <a:latin typeface="Yu Gothic"/>
                <a:ea typeface="Yu Gothic"/>
                <a:cs typeface="Yu Gothic"/>
              </a:defRPr>
            </a:lvl7pPr>
            <a:lvl8pPr>
              <a:buNone/>
              <a:defRPr sz="2250" b="1">
                <a:solidFill>
                  <a:srgbClr val="263D4D"/>
                </a:solidFill>
                <a:latin typeface="Yu Gothic"/>
                <a:ea typeface="Yu Gothic"/>
                <a:cs typeface="Yu Gothic"/>
              </a:defRPr>
            </a:lvl8pPr>
            <a:lvl9pPr>
              <a:buNone/>
              <a:defRPr sz="2250" b="1">
                <a:solidFill>
                  <a:srgbClr val="263D4D"/>
                </a:solidFill>
                <a:latin typeface="Yu Gothic"/>
                <a:ea typeface="Yu Gothic"/>
                <a:cs typeface="Yu Gothic"/>
              </a:defRPr>
            </a:lvl9pPr>
          </a:lstStyle>
          <a:p xmlns:a="http://schemas.openxmlformats.org/drawingml/2006/main">
            <a:pPr>
              <a:buNone/>
              <a:defRPr sz="2250" b="1">
                <a:solidFill>
                  <a:srgbClr val="263D4D"/>
                </a:solidFill>
                <a:latin typeface="Yu Gothic"/>
                <a:ea typeface="Yu Gothic"/>
                <a:cs typeface="Yu Gothic"/>
              </a:defRPr>
            </a:pPr>
            <a:r>
              <a:rPr sz="2250" b="1">
                <a:solidFill>
                  <a:srgbClr val="263D4D"/>
                </a:solidFill>
                <a:latin typeface="Yu Gothic"/>
                <a:ea typeface="Yu Gothic"/>
                <a:cs typeface="Yu Gothic"/>
              </a:rPr>
              <a:t>形を作る → 乾燥させる → 焼く</a:t>
            </a:r>
          </a:p>
        </p:txBody>
      </p:sp>
      <p:sp>
        <p:nvSpPr>
          <p:cNvPr id="4" name="">
            <a:extLst xmlns:a="http://schemas.openxmlformats.org/drawingml/2006/main">
              <a:ext uri="{FF2B5EF4-FFF2-40B4-BE49-F238E27FC236}">
                <a16:creationId xmlns:a16="http://schemas.microsoft.com/office/drawing/2014/main" id="{CF75787A-F7D7-45D0-B6B3-230AA06808B8}"/>
              </a:ext>
            </a:extLst>
          </p:cNvPr>
          <p:cNvSpPr>
            <a:spLocks xmlns:a="http://schemas.openxmlformats.org/drawingml/2006/main" noGrp="1"/>
          </p:cNvSpPr>
          <p:nvPr/>
        </p:nvSpPr>
        <p:spPr>
          <a:xfrm xmlns:a="http://schemas.openxmlformats.org/drawingml/2006/main">
            <a:off x="809625" y="2790825"/>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容器の用途と表面の痕跡を調べる</a:t>
            </a:r>
          </a:p>
        </p:txBody>
      </p:sp>
      <p:sp>
        <p:nvSpPr>
          <p:cNvPr id="5" name="">
            <a:extLst xmlns:a="http://schemas.openxmlformats.org/drawingml/2006/main">
              <a:ext uri="{FF2B5EF4-FFF2-40B4-BE49-F238E27FC236}">
                <a16:creationId xmlns:a16="http://schemas.microsoft.com/office/drawing/2014/main" id="{54D2697F-9D94-4334-A854-1C9DD0C682E5}"/>
              </a:ext>
            </a:extLst>
          </p:cNvPr>
          <p:cNvSpPr>
            <a:spLocks xmlns:a="http://schemas.openxmlformats.org/drawingml/2006/main" noGrp="1"/>
          </p:cNvSpPr>
          <p:nvPr/>
        </p:nvSpPr>
        <p:spPr>
          <a:xfrm xmlns:a="http://schemas.openxmlformats.org/drawingml/2006/main">
            <a:off x="809625" y="384810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土器文化は地域・時代によって多様</a:t>
            </a:r>
          </a:p>
        </p:txBody>
      </p:sp>
      <p:sp>
        <p:nvSpPr>
          <p:cNvPr id="6" name="">
            <a:extLst xmlns:a="http://schemas.openxmlformats.org/drawingml/2006/main">
              <a:ext uri="{FF2B5EF4-FFF2-40B4-BE49-F238E27FC236}">
                <a16:creationId xmlns:a16="http://schemas.microsoft.com/office/drawing/2014/main" id="{B88D375E-58D5-45A2-B0A9-1EA5419C78E7}"/>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参照 [4]</a:t>
            </a:r>
          </a:p>
        </p:txBody>
      </p:sp>
      <p:sp>
        <p:nvSpPr>
          <p:cNvPr id="7" name="">
            <a:extLst xmlns:a="http://schemas.openxmlformats.org/drawingml/2006/main">
              <a:ext uri="{FF2B5EF4-FFF2-40B4-BE49-F238E27FC236}">
                <a16:creationId xmlns:a16="http://schemas.microsoft.com/office/drawing/2014/main" id="{70F11219-012C-4654-9D9E-008E42D0C833}"/>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発展C</a:t>
            </a:r>
          </a:p>
        </p:txBody>
      </p:sp>
      <p:sp>
        <p:nvSpPr>
          <p:cNvPr id="8" name="">
            <a:extLst xmlns:a="http://schemas.openxmlformats.org/drawingml/2006/main">
              <a:ext uri="{FF2B5EF4-FFF2-40B4-BE49-F238E27FC236}">
                <a16:creationId xmlns:a16="http://schemas.microsoft.com/office/drawing/2014/main" id="{E918F93C-34EB-4AB1-8892-01FDE5080A55}"/>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12 / 33</a:t>
            </a:r>
          </a:p>
        </p:txBody>
      </p:sp>
    </p:spTree>
    <p:extLst>
      <p:ext uri="{BB962C8B-B14F-4D97-AF65-F5344CB8AC3E}">
        <p14:creationId xmlns:p14="http://schemas.microsoft.com/office/powerpoint/2010/main" val="72830362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E38967E-2CBF-4E70-B223-E18BD3F6258B}"/>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buNone/>
              <a:defRPr sz="2925" b="1">
                <a:solidFill>
                  <a:srgbClr val="193B59"/>
                </a:solidFill>
                <a:latin typeface="Yu Gothic"/>
                <a:ea typeface="Yu Gothic"/>
                <a:cs typeface="Yu Gothic"/>
              </a:defRPr>
            </a:lvl1pPr>
            <a:lvl2pPr>
              <a:buNone/>
              <a:defRPr sz="2925" b="1">
                <a:solidFill>
                  <a:srgbClr val="193B59"/>
                </a:solidFill>
                <a:latin typeface="Yu Gothic"/>
                <a:ea typeface="Yu Gothic"/>
                <a:cs typeface="Yu Gothic"/>
              </a:defRPr>
            </a:lvl2pPr>
            <a:lvl3pPr>
              <a:buNone/>
              <a:defRPr sz="2925" b="1">
                <a:solidFill>
                  <a:srgbClr val="193B59"/>
                </a:solidFill>
                <a:latin typeface="Yu Gothic"/>
                <a:ea typeface="Yu Gothic"/>
                <a:cs typeface="Yu Gothic"/>
              </a:defRPr>
            </a:lvl3pPr>
            <a:lvl4pPr>
              <a:buNone/>
              <a:defRPr sz="2925" b="1">
                <a:solidFill>
                  <a:srgbClr val="193B59"/>
                </a:solidFill>
                <a:latin typeface="Yu Gothic"/>
                <a:ea typeface="Yu Gothic"/>
                <a:cs typeface="Yu Gothic"/>
              </a:defRPr>
            </a:lvl4pPr>
            <a:lvl5pPr>
              <a:buNone/>
              <a:defRPr sz="2925" b="1">
                <a:solidFill>
                  <a:srgbClr val="193B59"/>
                </a:solidFill>
                <a:latin typeface="Yu Gothic"/>
                <a:ea typeface="Yu Gothic"/>
                <a:cs typeface="Yu Gothic"/>
              </a:defRPr>
            </a:lvl5pPr>
            <a:lvl6pPr>
              <a:buNone/>
              <a:defRPr sz="2925" b="1">
                <a:solidFill>
                  <a:srgbClr val="193B59"/>
                </a:solidFill>
                <a:latin typeface="Yu Gothic"/>
                <a:ea typeface="Yu Gothic"/>
                <a:cs typeface="Yu Gothic"/>
              </a:defRPr>
            </a:lvl6pPr>
            <a:lvl7pPr>
              <a:buNone/>
              <a:defRPr sz="2925" b="1">
                <a:solidFill>
                  <a:srgbClr val="193B59"/>
                </a:solidFill>
                <a:latin typeface="Yu Gothic"/>
                <a:ea typeface="Yu Gothic"/>
                <a:cs typeface="Yu Gothic"/>
              </a:defRPr>
            </a:lvl7pPr>
            <a:lvl8pPr>
              <a:buNone/>
              <a:defRPr sz="2925" b="1">
                <a:solidFill>
                  <a:srgbClr val="193B59"/>
                </a:solidFill>
                <a:latin typeface="Yu Gothic"/>
                <a:ea typeface="Yu Gothic"/>
                <a:cs typeface="Yu Gothic"/>
              </a:defRPr>
            </a:lvl8pPr>
            <a:lvl9pPr>
              <a:buNone/>
              <a:defRPr sz="2925" b="1">
                <a:solidFill>
                  <a:srgbClr val="193B59"/>
                </a:solidFill>
                <a:latin typeface="Yu Gothic"/>
                <a:ea typeface="Yu Gothic"/>
                <a:cs typeface="Yu Gothic"/>
              </a:defRPr>
            </a:lvl9pPr>
          </a:lstStyle>
          <a:p xmlns:a="http://schemas.openxmlformats.org/drawingml/2006/main">
            <a:pPr>
              <a:buNone/>
              <a:defRPr sz="2925" b="1">
                <a:solidFill>
                  <a:srgbClr val="193B59"/>
                </a:solidFill>
                <a:latin typeface="Yu Gothic"/>
                <a:ea typeface="Yu Gothic"/>
                <a:cs typeface="Yu Gothic"/>
              </a:defRPr>
            </a:pPr>
            <a:r>
              <a:rPr sz="2925" b="1">
                <a:solidFill>
                  <a:srgbClr val="193B59"/>
                </a:solidFill>
                <a:latin typeface="Yu Gothic"/>
                <a:ea typeface="Yu Gothic"/>
                <a:cs typeface="Yu Gothic"/>
              </a:rPr>
              <a:t>土器から現在まで：用途は併存する</a:t>
            </a:r>
          </a:p>
        </p:txBody>
      </p:sp>
      <p:sp>
        <p:nvSpPr>
          <p:cNvPr id="2" name="">
            <a:extLst xmlns:a="http://schemas.openxmlformats.org/drawingml/2006/main">
              <a:ext uri="{FF2B5EF4-FFF2-40B4-BE49-F238E27FC236}">
                <a16:creationId xmlns:a16="http://schemas.microsoft.com/office/drawing/2014/main" id="{7AF27DED-930E-4855-A656-822C95CAC155}"/>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98751973-1859-4D01-8619-3AE2D0B521D8}"/>
              </a:ext>
            </a:extLst>
          </p:cNvPr>
          <p:cNvSpPr>
            <a:spLocks xmlns:a="http://schemas.openxmlformats.org/drawingml/2006/main" noGrp="1"/>
          </p:cNvSpPr>
          <p:nvPr/>
        </p:nvSpPr>
        <p:spPr>
          <a:xfrm xmlns:a="http://schemas.openxmlformats.org/drawingml/2006/main">
            <a:off x="809625" y="173355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buNone/>
              <a:defRPr sz="2250" b="1">
                <a:solidFill>
                  <a:srgbClr val="263D4D"/>
                </a:solidFill>
                <a:latin typeface="Yu Gothic"/>
                <a:ea typeface="Yu Gothic"/>
                <a:cs typeface="Yu Gothic"/>
              </a:defRPr>
            </a:lvl1pPr>
            <a:lvl2pPr>
              <a:buNone/>
              <a:defRPr sz="2250" b="1">
                <a:solidFill>
                  <a:srgbClr val="263D4D"/>
                </a:solidFill>
                <a:latin typeface="Yu Gothic"/>
                <a:ea typeface="Yu Gothic"/>
                <a:cs typeface="Yu Gothic"/>
              </a:defRPr>
            </a:lvl2pPr>
            <a:lvl3pPr>
              <a:buNone/>
              <a:defRPr sz="2250" b="1">
                <a:solidFill>
                  <a:srgbClr val="263D4D"/>
                </a:solidFill>
                <a:latin typeface="Yu Gothic"/>
                <a:ea typeface="Yu Gothic"/>
                <a:cs typeface="Yu Gothic"/>
              </a:defRPr>
            </a:lvl3pPr>
            <a:lvl4pPr>
              <a:buNone/>
              <a:defRPr sz="2250" b="1">
                <a:solidFill>
                  <a:srgbClr val="263D4D"/>
                </a:solidFill>
                <a:latin typeface="Yu Gothic"/>
                <a:ea typeface="Yu Gothic"/>
                <a:cs typeface="Yu Gothic"/>
              </a:defRPr>
            </a:lvl4pPr>
            <a:lvl5pPr>
              <a:buNone/>
              <a:defRPr sz="2250" b="1">
                <a:solidFill>
                  <a:srgbClr val="263D4D"/>
                </a:solidFill>
                <a:latin typeface="Yu Gothic"/>
                <a:ea typeface="Yu Gothic"/>
                <a:cs typeface="Yu Gothic"/>
              </a:defRPr>
            </a:lvl5pPr>
            <a:lvl6pPr>
              <a:buNone/>
              <a:defRPr sz="2250" b="1">
                <a:solidFill>
                  <a:srgbClr val="263D4D"/>
                </a:solidFill>
                <a:latin typeface="Yu Gothic"/>
                <a:ea typeface="Yu Gothic"/>
                <a:cs typeface="Yu Gothic"/>
              </a:defRPr>
            </a:lvl6pPr>
            <a:lvl7pPr>
              <a:buNone/>
              <a:defRPr sz="2250" b="1">
                <a:solidFill>
                  <a:srgbClr val="263D4D"/>
                </a:solidFill>
                <a:latin typeface="Yu Gothic"/>
                <a:ea typeface="Yu Gothic"/>
                <a:cs typeface="Yu Gothic"/>
              </a:defRPr>
            </a:lvl7pPr>
            <a:lvl8pPr>
              <a:buNone/>
              <a:defRPr sz="2250" b="1">
                <a:solidFill>
                  <a:srgbClr val="263D4D"/>
                </a:solidFill>
                <a:latin typeface="Yu Gothic"/>
                <a:ea typeface="Yu Gothic"/>
                <a:cs typeface="Yu Gothic"/>
              </a:defRPr>
            </a:lvl8pPr>
            <a:lvl9pPr>
              <a:buNone/>
              <a:defRPr sz="2250" b="1">
                <a:solidFill>
                  <a:srgbClr val="263D4D"/>
                </a:solidFill>
                <a:latin typeface="Yu Gothic"/>
                <a:ea typeface="Yu Gothic"/>
                <a:cs typeface="Yu Gothic"/>
              </a:defRPr>
            </a:lvl9pPr>
          </a:lstStyle>
          <a:p xmlns:a="http://schemas.openxmlformats.org/drawingml/2006/main">
            <a:pPr>
              <a:buNone/>
              <a:defRPr sz="2250" b="1">
                <a:solidFill>
                  <a:srgbClr val="263D4D"/>
                </a:solidFill>
                <a:latin typeface="Yu Gothic"/>
                <a:ea typeface="Yu Gothic"/>
                <a:cs typeface="Yu Gothic"/>
              </a:defRPr>
            </a:pPr>
            <a:r>
              <a:rPr sz="2250" b="1">
                <a:solidFill>
                  <a:srgbClr val="263D4D"/>
                </a:solidFill>
                <a:latin typeface="Yu Gothic"/>
                <a:ea typeface="Yu Gothic"/>
                <a:cs typeface="Yu Gothic"/>
              </a:rPr>
              <a:t>土器・陶器・磁器・瓦の用途は異なる</a:t>
            </a:r>
          </a:p>
        </p:txBody>
      </p:sp>
      <p:sp>
        <p:nvSpPr>
          <p:cNvPr id="4" name="">
            <a:extLst xmlns:a="http://schemas.openxmlformats.org/drawingml/2006/main">
              <a:ext uri="{FF2B5EF4-FFF2-40B4-BE49-F238E27FC236}">
                <a16:creationId xmlns:a16="http://schemas.microsoft.com/office/drawing/2014/main" id="{9C48081E-B4EA-4C5A-912C-7D127A3DE68A}"/>
              </a:ext>
            </a:extLst>
          </p:cNvPr>
          <p:cNvSpPr>
            <a:spLocks xmlns:a="http://schemas.openxmlformats.org/drawingml/2006/main" noGrp="1"/>
          </p:cNvSpPr>
          <p:nvPr/>
        </p:nvSpPr>
        <p:spPr>
          <a:xfrm xmlns:a="http://schemas.openxmlformats.org/drawingml/2006/main">
            <a:off x="809625" y="2790825"/>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純度・焼成・気孔・表面を制御する</a:t>
            </a:r>
          </a:p>
        </p:txBody>
      </p:sp>
      <p:sp>
        <p:nvSpPr>
          <p:cNvPr id="5" name="">
            <a:extLst xmlns:a="http://schemas.openxmlformats.org/drawingml/2006/main">
              <a:ext uri="{FF2B5EF4-FFF2-40B4-BE49-F238E27FC236}">
                <a16:creationId xmlns:a16="http://schemas.microsoft.com/office/drawing/2014/main" id="{DD1ED659-9EE2-4B0F-AED5-A197264BEA53}"/>
              </a:ext>
            </a:extLst>
          </p:cNvPr>
          <p:cNvSpPr>
            <a:spLocks xmlns:a="http://schemas.openxmlformats.org/drawingml/2006/main" noGrp="1"/>
          </p:cNvSpPr>
          <p:nvPr/>
        </p:nvSpPr>
        <p:spPr>
          <a:xfrm xmlns:a="http://schemas.openxmlformats.org/drawingml/2006/main">
            <a:off x="809625" y="384810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現代の電子・医療部品も同じ語に含まれる</a:t>
            </a:r>
          </a:p>
        </p:txBody>
      </p:sp>
      <p:sp>
        <p:nvSpPr>
          <p:cNvPr id="6" name="">
            <a:extLst xmlns:a="http://schemas.openxmlformats.org/drawingml/2006/main">
              <a:ext uri="{FF2B5EF4-FFF2-40B4-BE49-F238E27FC236}">
                <a16:creationId xmlns:a16="http://schemas.microsoft.com/office/drawing/2014/main" id="{FDED077A-4C18-4446-8CDD-A62F153C3D02}"/>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参照 [4・5]</a:t>
            </a:r>
          </a:p>
        </p:txBody>
      </p:sp>
      <p:sp>
        <p:nvSpPr>
          <p:cNvPr id="7" name="">
            <a:extLst xmlns:a="http://schemas.openxmlformats.org/drawingml/2006/main">
              <a:ext uri="{FF2B5EF4-FFF2-40B4-BE49-F238E27FC236}">
                <a16:creationId xmlns:a16="http://schemas.microsoft.com/office/drawing/2014/main" id="{DC58AF83-AB9A-4E29-AC7D-66BB2CD64190}"/>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発展C</a:t>
            </a:r>
          </a:p>
        </p:txBody>
      </p:sp>
      <p:sp>
        <p:nvSpPr>
          <p:cNvPr id="8" name="">
            <a:extLst xmlns:a="http://schemas.openxmlformats.org/drawingml/2006/main">
              <a:ext uri="{FF2B5EF4-FFF2-40B4-BE49-F238E27FC236}">
                <a16:creationId xmlns:a16="http://schemas.microsoft.com/office/drawing/2014/main" id="{78F06DA3-B53C-48DC-8B92-15365CACF330}"/>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13 / 33</a:t>
            </a:r>
          </a:p>
        </p:txBody>
      </p:sp>
    </p:spTree>
    <p:extLst>
      <p:ext uri="{BB962C8B-B14F-4D97-AF65-F5344CB8AC3E}">
        <p14:creationId xmlns:p14="http://schemas.microsoft.com/office/powerpoint/2010/main" val="94737222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0EE4D1B5-7731-47F5-A6B5-63620AA777AE}"/>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buNone/>
              <a:defRPr sz="2925" b="1">
                <a:solidFill>
                  <a:srgbClr val="193B59"/>
                </a:solidFill>
                <a:latin typeface="Yu Gothic"/>
                <a:ea typeface="Yu Gothic"/>
                <a:cs typeface="Yu Gothic"/>
              </a:defRPr>
            </a:lvl1pPr>
            <a:lvl2pPr>
              <a:buNone/>
              <a:defRPr sz="2925" b="1">
                <a:solidFill>
                  <a:srgbClr val="193B59"/>
                </a:solidFill>
                <a:latin typeface="Yu Gothic"/>
                <a:ea typeface="Yu Gothic"/>
                <a:cs typeface="Yu Gothic"/>
              </a:defRPr>
            </a:lvl2pPr>
            <a:lvl3pPr>
              <a:buNone/>
              <a:defRPr sz="2925" b="1">
                <a:solidFill>
                  <a:srgbClr val="193B59"/>
                </a:solidFill>
                <a:latin typeface="Yu Gothic"/>
                <a:ea typeface="Yu Gothic"/>
                <a:cs typeface="Yu Gothic"/>
              </a:defRPr>
            </a:lvl3pPr>
            <a:lvl4pPr>
              <a:buNone/>
              <a:defRPr sz="2925" b="1">
                <a:solidFill>
                  <a:srgbClr val="193B59"/>
                </a:solidFill>
                <a:latin typeface="Yu Gothic"/>
                <a:ea typeface="Yu Gothic"/>
                <a:cs typeface="Yu Gothic"/>
              </a:defRPr>
            </a:lvl4pPr>
            <a:lvl5pPr>
              <a:buNone/>
              <a:defRPr sz="2925" b="1">
                <a:solidFill>
                  <a:srgbClr val="193B59"/>
                </a:solidFill>
                <a:latin typeface="Yu Gothic"/>
                <a:ea typeface="Yu Gothic"/>
                <a:cs typeface="Yu Gothic"/>
              </a:defRPr>
            </a:lvl5pPr>
            <a:lvl6pPr>
              <a:buNone/>
              <a:defRPr sz="2925" b="1">
                <a:solidFill>
                  <a:srgbClr val="193B59"/>
                </a:solidFill>
                <a:latin typeface="Yu Gothic"/>
                <a:ea typeface="Yu Gothic"/>
                <a:cs typeface="Yu Gothic"/>
              </a:defRPr>
            </a:lvl6pPr>
            <a:lvl7pPr>
              <a:buNone/>
              <a:defRPr sz="2925" b="1">
                <a:solidFill>
                  <a:srgbClr val="193B59"/>
                </a:solidFill>
                <a:latin typeface="Yu Gothic"/>
                <a:ea typeface="Yu Gothic"/>
                <a:cs typeface="Yu Gothic"/>
              </a:defRPr>
            </a:lvl7pPr>
            <a:lvl8pPr>
              <a:buNone/>
              <a:defRPr sz="2925" b="1">
                <a:solidFill>
                  <a:srgbClr val="193B59"/>
                </a:solidFill>
                <a:latin typeface="Yu Gothic"/>
                <a:ea typeface="Yu Gothic"/>
                <a:cs typeface="Yu Gothic"/>
              </a:defRPr>
            </a:lvl8pPr>
            <a:lvl9pPr>
              <a:buNone/>
              <a:defRPr sz="2925" b="1">
                <a:solidFill>
                  <a:srgbClr val="193B59"/>
                </a:solidFill>
                <a:latin typeface="Yu Gothic"/>
                <a:ea typeface="Yu Gothic"/>
                <a:cs typeface="Yu Gothic"/>
              </a:defRPr>
            </a:lvl9pPr>
          </a:lstStyle>
          <a:p xmlns:a="http://schemas.openxmlformats.org/drawingml/2006/main">
            <a:pPr>
              <a:buNone/>
              <a:defRPr sz="2925" b="1">
                <a:solidFill>
                  <a:srgbClr val="193B59"/>
                </a:solidFill>
                <a:latin typeface="Yu Gothic"/>
                <a:ea typeface="Yu Gothic"/>
                <a:cs typeface="Yu Gothic"/>
              </a:defRPr>
            </a:pPr>
            <a:r>
              <a:rPr sz="2925" b="1">
                <a:solidFill>
                  <a:srgbClr val="193B59"/>
                </a:solidFill>
                <a:latin typeface="Yu Gothic"/>
                <a:ea typeface="Yu Gothic"/>
                <a:cs typeface="Yu Gothic"/>
              </a:rPr>
              <a:t>瓦の導入は建築全体を変えた</a:t>
            </a:r>
          </a:p>
        </p:txBody>
      </p:sp>
      <p:sp>
        <p:nvSpPr>
          <p:cNvPr id="2" name="">
            <a:extLst xmlns:a="http://schemas.openxmlformats.org/drawingml/2006/main">
              <a:ext uri="{FF2B5EF4-FFF2-40B4-BE49-F238E27FC236}">
                <a16:creationId xmlns:a16="http://schemas.microsoft.com/office/drawing/2014/main" id="{D035B448-25B1-4C77-85CD-B57BDC7E68E4}"/>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5744623D-18F6-48B8-9B26-3DCD71AE57BD}"/>
              </a:ext>
            </a:extLst>
          </p:cNvPr>
          <p:cNvSpPr>
            <a:spLocks xmlns:a="http://schemas.openxmlformats.org/drawingml/2006/main" noGrp="1"/>
          </p:cNvSpPr>
          <p:nvPr/>
        </p:nvSpPr>
        <p:spPr>
          <a:xfrm xmlns:a="http://schemas.openxmlformats.org/drawingml/2006/main">
            <a:off x="809625" y="173355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buNone/>
              <a:defRPr sz="2250" b="1">
                <a:solidFill>
                  <a:srgbClr val="263D4D"/>
                </a:solidFill>
                <a:latin typeface="Yu Gothic"/>
                <a:ea typeface="Yu Gothic"/>
                <a:cs typeface="Yu Gothic"/>
              </a:defRPr>
            </a:lvl1pPr>
            <a:lvl2pPr>
              <a:buNone/>
              <a:defRPr sz="2250" b="1">
                <a:solidFill>
                  <a:srgbClr val="263D4D"/>
                </a:solidFill>
                <a:latin typeface="Yu Gothic"/>
                <a:ea typeface="Yu Gothic"/>
                <a:cs typeface="Yu Gothic"/>
              </a:defRPr>
            </a:lvl2pPr>
            <a:lvl3pPr>
              <a:buNone/>
              <a:defRPr sz="2250" b="1">
                <a:solidFill>
                  <a:srgbClr val="263D4D"/>
                </a:solidFill>
                <a:latin typeface="Yu Gothic"/>
                <a:ea typeface="Yu Gothic"/>
                <a:cs typeface="Yu Gothic"/>
              </a:defRPr>
            </a:lvl3pPr>
            <a:lvl4pPr>
              <a:buNone/>
              <a:defRPr sz="2250" b="1">
                <a:solidFill>
                  <a:srgbClr val="263D4D"/>
                </a:solidFill>
                <a:latin typeface="Yu Gothic"/>
                <a:ea typeface="Yu Gothic"/>
                <a:cs typeface="Yu Gothic"/>
              </a:defRPr>
            </a:lvl4pPr>
            <a:lvl5pPr>
              <a:buNone/>
              <a:defRPr sz="2250" b="1">
                <a:solidFill>
                  <a:srgbClr val="263D4D"/>
                </a:solidFill>
                <a:latin typeface="Yu Gothic"/>
                <a:ea typeface="Yu Gothic"/>
                <a:cs typeface="Yu Gothic"/>
              </a:defRPr>
            </a:lvl5pPr>
            <a:lvl6pPr>
              <a:buNone/>
              <a:defRPr sz="2250" b="1">
                <a:solidFill>
                  <a:srgbClr val="263D4D"/>
                </a:solidFill>
                <a:latin typeface="Yu Gothic"/>
                <a:ea typeface="Yu Gothic"/>
                <a:cs typeface="Yu Gothic"/>
              </a:defRPr>
            </a:lvl6pPr>
            <a:lvl7pPr>
              <a:buNone/>
              <a:defRPr sz="2250" b="1">
                <a:solidFill>
                  <a:srgbClr val="263D4D"/>
                </a:solidFill>
                <a:latin typeface="Yu Gothic"/>
                <a:ea typeface="Yu Gothic"/>
                <a:cs typeface="Yu Gothic"/>
              </a:defRPr>
            </a:lvl7pPr>
            <a:lvl8pPr>
              <a:buNone/>
              <a:defRPr sz="2250" b="1">
                <a:solidFill>
                  <a:srgbClr val="263D4D"/>
                </a:solidFill>
                <a:latin typeface="Yu Gothic"/>
                <a:ea typeface="Yu Gothic"/>
                <a:cs typeface="Yu Gothic"/>
              </a:defRPr>
            </a:lvl8pPr>
            <a:lvl9pPr>
              <a:buNone/>
              <a:defRPr sz="2250" b="1">
                <a:solidFill>
                  <a:srgbClr val="263D4D"/>
                </a:solidFill>
                <a:latin typeface="Yu Gothic"/>
                <a:ea typeface="Yu Gothic"/>
                <a:cs typeface="Yu Gothic"/>
              </a:defRPr>
            </a:lvl9pPr>
          </a:lstStyle>
          <a:p xmlns:a="http://schemas.openxmlformats.org/drawingml/2006/main">
            <a:pPr>
              <a:buNone/>
              <a:defRPr sz="2250" b="1">
                <a:solidFill>
                  <a:srgbClr val="263D4D"/>
                </a:solidFill>
                <a:latin typeface="Yu Gothic"/>
                <a:ea typeface="Yu Gothic"/>
                <a:cs typeface="Yu Gothic"/>
              </a:defRPr>
            </a:pPr>
            <a:r>
              <a:rPr sz="2250" b="1">
                <a:solidFill>
                  <a:srgbClr val="263D4D"/>
                </a:solidFill>
                <a:latin typeface="Yu Gothic"/>
                <a:ea typeface="Yu Gothic"/>
                <a:cs typeface="Yu Gothic"/>
              </a:rPr>
              <a:t>飛鳥寺の造営で瓦葺きの寺院が現れる</a:t>
            </a:r>
          </a:p>
        </p:txBody>
      </p:sp>
      <p:sp>
        <p:nvSpPr>
          <p:cNvPr id="4" name="">
            <a:extLst xmlns:a="http://schemas.openxmlformats.org/drawingml/2006/main">
              <a:ext uri="{FF2B5EF4-FFF2-40B4-BE49-F238E27FC236}">
                <a16:creationId xmlns:a16="http://schemas.microsoft.com/office/drawing/2014/main" id="{2AB94480-22A9-4CD0-8561-A7C94740E5F6}"/>
              </a:ext>
            </a:extLst>
          </p:cNvPr>
          <p:cNvSpPr>
            <a:spLocks xmlns:a="http://schemas.openxmlformats.org/drawingml/2006/main" noGrp="1"/>
          </p:cNvSpPr>
          <p:nvPr/>
        </p:nvSpPr>
        <p:spPr>
          <a:xfrm xmlns:a="http://schemas.openxmlformats.org/drawingml/2006/main">
            <a:off x="809625" y="2790825"/>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屋根材だけでなく、窯・職人・輸送が必要</a:t>
            </a:r>
          </a:p>
        </p:txBody>
      </p:sp>
      <p:sp>
        <p:nvSpPr>
          <p:cNvPr id="5" name="">
            <a:extLst xmlns:a="http://schemas.openxmlformats.org/drawingml/2006/main">
              <a:ext uri="{FF2B5EF4-FFF2-40B4-BE49-F238E27FC236}">
                <a16:creationId xmlns:a16="http://schemas.microsoft.com/office/drawing/2014/main" id="{8959A721-9603-485C-A582-2E4DCFEDA3F5}"/>
              </a:ext>
            </a:extLst>
          </p:cNvPr>
          <p:cNvSpPr>
            <a:spLocks xmlns:a="http://schemas.openxmlformats.org/drawingml/2006/main" noGrp="1"/>
          </p:cNvSpPr>
          <p:nvPr/>
        </p:nvSpPr>
        <p:spPr>
          <a:xfrm xmlns:a="http://schemas.openxmlformats.org/drawingml/2006/main">
            <a:off x="809625" y="384810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雨から守る役割と重さを両方考える</a:t>
            </a:r>
          </a:p>
        </p:txBody>
      </p:sp>
      <p:sp>
        <p:nvSpPr>
          <p:cNvPr id="6" name="">
            <a:extLst xmlns:a="http://schemas.openxmlformats.org/drawingml/2006/main">
              <a:ext uri="{FF2B5EF4-FFF2-40B4-BE49-F238E27FC236}">
                <a16:creationId xmlns:a16="http://schemas.microsoft.com/office/drawing/2014/main" id="{2D2862B2-11B4-42BB-B050-661C0C72708D}"/>
              </a:ext>
            </a:extLst>
          </p:cNvPr>
          <p:cNvSpPr>
            <a:spLocks xmlns:a="http://schemas.openxmlformats.org/drawingml/2006/main" noGrp="1"/>
          </p:cNvSpPr>
          <p:nvPr/>
        </p:nvSpPr>
        <p:spPr>
          <a:xfrm xmlns:a="http://schemas.openxmlformats.org/drawingml/2006/main">
            <a:off x="723900" y="4829175"/>
            <a:ext cx="1952625" cy="704850"/>
          </a:xfrm>
          <a:prstGeom xmlns:a="http://schemas.openxmlformats.org/drawingml/2006/main" prst="rect">
            <a:avLst/>
          </a:prstGeom>
          <a:solidFill xmlns:a="http://schemas.openxmlformats.org/drawingml/2006/main">
            <a:srgbClr val="EAF4F3"/>
          </a:solidFill>
          <a:ln xmlns:a="http://schemas.openxmlformats.org/drawingml/2006/main" w="16193">
            <a:solidFill>
              <a:srgbClr val="087E8B"/>
            </a:solidFill>
          </a:ln>
        </p:spPr>
      </p:sp>
      <p:sp>
        <p:nvSpPr>
          <p:cNvPr id="7" name="">
            <a:extLst xmlns:a="http://schemas.openxmlformats.org/drawingml/2006/main">
              <a:ext uri="{FF2B5EF4-FFF2-40B4-BE49-F238E27FC236}">
                <a16:creationId xmlns:a16="http://schemas.microsoft.com/office/drawing/2014/main" id="{E58DF921-FACA-46D1-8F0C-E42C5EAF589B}"/>
              </a:ext>
            </a:extLst>
          </p:cNvPr>
          <p:cNvSpPr>
            <a:spLocks xmlns:a="http://schemas.openxmlformats.org/drawingml/2006/main" noGrp="1"/>
          </p:cNvSpPr>
          <p:nvPr/>
        </p:nvSpPr>
        <p:spPr>
          <a:xfrm xmlns:a="http://schemas.openxmlformats.org/drawingml/2006/main">
            <a:off x="723900" y="4886325"/>
            <a:ext cx="19526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725" b="1">
                <a:solidFill>
                  <a:srgbClr val="193B59"/>
                </a:solidFill>
                <a:latin typeface="Yu Gothic"/>
                <a:ea typeface="Yu Gothic"/>
                <a:cs typeface="Yu Gothic"/>
              </a:defRPr>
            </a:defPPr>
            <a:lvl1pPr algn="ctr">
              <a:buNone/>
              <a:defRPr sz="1725" b="1">
                <a:solidFill>
                  <a:srgbClr val="193B59"/>
                </a:solidFill>
                <a:latin typeface="Yu Gothic"/>
                <a:ea typeface="Yu Gothic"/>
                <a:cs typeface="Yu Gothic"/>
              </a:defRPr>
            </a:lvl1pPr>
            <a:lvl2pPr algn="ctr">
              <a:buNone/>
              <a:defRPr sz="1725" b="1">
                <a:solidFill>
                  <a:srgbClr val="193B59"/>
                </a:solidFill>
                <a:latin typeface="Yu Gothic"/>
                <a:ea typeface="Yu Gothic"/>
                <a:cs typeface="Yu Gothic"/>
              </a:defRPr>
            </a:lvl2pPr>
            <a:lvl3pPr algn="ctr">
              <a:buNone/>
              <a:defRPr sz="1725" b="1">
                <a:solidFill>
                  <a:srgbClr val="193B59"/>
                </a:solidFill>
                <a:latin typeface="Yu Gothic"/>
                <a:ea typeface="Yu Gothic"/>
                <a:cs typeface="Yu Gothic"/>
              </a:defRPr>
            </a:lvl3pPr>
            <a:lvl4pPr algn="ctr">
              <a:buNone/>
              <a:defRPr sz="1725" b="1">
                <a:solidFill>
                  <a:srgbClr val="193B59"/>
                </a:solidFill>
                <a:latin typeface="Yu Gothic"/>
                <a:ea typeface="Yu Gothic"/>
                <a:cs typeface="Yu Gothic"/>
              </a:defRPr>
            </a:lvl4pPr>
            <a:lvl5pPr algn="ctr">
              <a:buNone/>
              <a:defRPr sz="1725" b="1">
                <a:solidFill>
                  <a:srgbClr val="193B59"/>
                </a:solidFill>
                <a:latin typeface="Yu Gothic"/>
                <a:ea typeface="Yu Gothic"/>
                <a:cs typeface="Yu Gothic"/>
              </a:defRPr>
            </a:lvl5pPr>
            <a:lvl6pPr algn="ctr">
              <a:buNone/>
              <a:defRPr sz="1725" b="1">
                <a:solidFill>
                  <a:srgbClr val="193B59"/>
                </a:solidFill>
                <a:latin typeface="Yu Gothic"/>
                <a:ea typeface="Yu Gothic"/>
                <a:cs typeface="Yu Gothic"/>
              </a:defRPr>
            </a:lvl6pPr>
            <a:lvl7pPr algn="ctr">
              <a:buNone/>
              <a:defRPr sz="1725" b="1">
                <a:solidFill>
                  <a:srgbClr val="193B59"/>
                </a:solidFill>
                <a:latin typeface="Yu Gothic"/>
                <a:ea typeface="Yu Gothic"/>
                <a:cs typeface="Yu Gothic"/>
              </a:defRPr>
            </a:lvl7pPr>
            <a:lvl8pPr algn="ctr">
              <a:buNone/>
              <a:defRPr sz="1725" b="1">
                <a:solidFill>
                  <a:srgbClr val="193B59"/>
                </a:solidFill>
                <a:latin typeface="Yu Gothic"/>
                <a:ea typeface="Yu Gothic"/>
                <a:cs typeface="Yu Gothic"/>
              </a:defRPr>
            </a:lvl8pPr>
            <a:lvl9pPr algn="ctr">
              <a:buNone/>
              <a:defRPr sz="1725" b="1">
                <a:solidFill>
                  <a:srgbClr val="193B59"/>
                </a:solidFill>
                <a:latin typeface="Yu Gothic"/>
                <a:ea typeface="Yu Gothic"/>
                <a:cs typeface="Yu Gothic"/>
              </a:defRPr>
            </a:lvl9pPr>
          </a:lstStyle>
          <a:p xmlns:a="http://schemas.openxmlformats.org/drawingml/2006/main">
            <a:pPr algn="ctr">
              <a:buNone/>
              <a:defRPr sz="1725" b="1">
                <a:solidFill>
                  <a:srgbClr val="193B59"/>
                </a:solidFill>
                <a:latin typeface="Yu Gothic"/>
                <a:ea typeface="Yu Gothic"/>
                <a:cs typeface="Yu Gothic"/>
              </a:defRPr>
            </a:pPr>
            <a:r>
              <a:rPr sz="1725" b="1">
                <a:solidFill>
                  <a:srgbClr val="193B59"/>
                </a:solidFill>
                <a:latin typeface="Yu Gothic"/>
                <a:ea typeface="Yu Gothic"/>
                <a:cs typeface="Yu Gothic"/>
              </a:rPr>
              <a:t>粘土</a:t>
            </a:r>
          </a:p>
        </p:txBody>
      </p:sp>
      <p:sp>
        <p:nvSpPr>
          <p:cNvPr id="8" name="">
            <a:extLst xmlns:a="http://schemas.openxmlformats.org/drawingml/2006/main">
              <a:ext uri="{FF2B5EF4-FFF2-40B4-BE49-F238E27FC236}">
                <a16:creationId xmlns:a16="http://schemas.microsoft.com/office/drawing/2014/main" id="{292132B7-C1A0-4586-A615-22F60943D425}"/>
              </a:ext>
            </a:extLst>
          </p:cNvPr>
          <p:cNvSpPr>
            <a:spLocks xmlns:a="http://schemas.openxmlformats.org/drawingml/2006/main" noGrp="1"/>
          </p:cNvSpPr>
          <p:nvPr/>
        </p:nvSpPr>
        <p:spPr>
          <a:xfrm xmlns:a="http://schemas.openxmlformats.org/drawingml/2006/main">
            <a:off x="2714625" y="5181600"/>
            <a:ext cx="504825" cy="9525"/>
          </a:xfrm>
          <a:custGeom xmlns:a="http://schemas.openxmlformats.org/drawingml/2006/main">
            <a:pathLst>
              <a:path w="504825" h="9525">
                <a:moveTo>
                  <a:pt x="0" y="0"/>
                </a:moveTo>
                <a:lnTo>
                  <a:pt x="504825" y="0"/>
                </a:lnTo>
              </a:path>
            </a:pathLst>
          </a:custGeom>
          <a:noFill xmlns:a="http://schemas.openxmlformats.org/drawingml/2006/main"/>
          <a:ln xmlns:a="http://schemas.openxmlformats.org/drawingml/2006/main" w="19050">
            <a:solidFill>
              <a:srgbClr val="087E8B"/>
            </a:solidFill>
          </a:ln>
        </p:spPr>
      </p:sp>
      <p:sp>
        <p:nvSpPr>
          <p:cNvPr id="9" name="">
            <a:extLst xmlns:a="http://schemas.openxmlformats.org/drawingml/2006/main">
              <a:ext uri="{FF2B5EF4-FFF2-40B4-BE49-F238E27FC236}">
                <a16:creationId xmlns:a16="http://schemas.microsoft.com/office/drawing/2014/main" id="{AF867590-B9D0-49BF-88B2-74DE4DF53653}"/>
              </a:ext>
            </a:extLst>
          </p:cNvPr>
          <p:cNvSpPr>
            <a:spLocks xmlns:a="http://schemas.openxmlformats.org/drawingml/2006/main" noGrp="1"/>
          </p:cNvSpPr>
          <p:nvPr/>
        </p:nvSpPr>
        <p:spPr>
          <a:xfrm xmlns:a="http://schemas.openxmlformats.org/drawingml/2006/main">
            <a:off x="3105150" y="5133594"/>
            <a:ext cx="114300" cy="96012"/>
          </a:xfrm>
          <a:custGeom xmlns:a="http://schemas.openxmlformats.org/drawingml/2006/main">
            <a:pathLst>
              <a:path w="114300" h="96012">
                <a:moveTo>
                  <a:pt x="114300" y="48006"/>
                </a:moveTo>
                <a:lnTo>
                  <a:pt x="0" y="0"/>
                </a:lnTo>
                <a:lnTo>
                  <a:pt x="0" y="96012"/>
                </a:lnTo>
                <a:close/>
              </a:path>
            </a:pathLst>
          </a:custGeom>
          <a:solidFill xmlns:a="http://schemas.openxmlformats.org/drawingml/2006/main">
            <a:srgbClr val="087E8B"/>
          </a:solidFill>
          <a:ln xmlns:a="http://schemas.openxmlformats.org/drawingml/2006/main" w="4763">
            <a:solidFill>
              <a:srgbClr val="087E8B"/>
            </a:solidFill>
          </a:ln>
        </p:spPr>
      </p:sp>
      <p:sp>
        <p:nvSpPr>
          <p:cNvPr id="10" name="">
            <a:extLst xmlns:a="http://schemas.openxmlformats.org/drawingml/2006/main">
              <a:ext uri="{FF2B5EF4-FFF2-40B4-BE49-F238E27FC236}">
                <a16:creationId xmlns:a16="http://schemas.microsoft.com/office/drawing/2014/main" id="{A76E8356-BF76-4252-A54E-EFA96E005C47}"/>
              </a:ext>
            </a:extLst>
          </p:cNvPr>
          <p:cNvSpPr>
            <a:spLocks xmlns:a="http://schemas.openxmlformats.org/drawingml/2006/main" noGrp="1"/>
          </p:cNvSpPr>
          <p:nvPr/>
        </p:nvSpPr>
        <p:spPr>
          <a:xfrm xmlns:a="http://schemas.openxmlformats.org/drawingml/2006/main">
            <a:off x="3267075" y="4829175"/>
            <a:ext cx="1952625" cy="704850"/>
          </a:xfrm>
          <a:prstGeom xmlns:a="http://schemas.openxmlformats.org/drawingml/2006/main" prst="rect">
            <a:avLst/>
          </a:prstGeom>
          <a:solidFill xmlns:a="http://schemas.openxmlformats.org/drawingml/2006/main">
            <a:srgbClr val="E8F0F4"/>
          </a:solidFill>
          <a:ln xmlns:a="http://schemas.openxmlformats.org/drawingml/2006/main" w="16193">
            <a:solidFill>
              <a:srgbClr val="087E8B"/>
            </a:solidFill>
          </a:ln>
        </p:spPr>
      </p:sp>
      <p:sp>
        <p:nvSpPr>
          <p:cNvPr id="11" name="">
            <a:extLst xmlns:a="http://schemas.openxmlformats.org/drawingml/2006/main">
              <a:ext uri="{FF2B5EF4-FFF2-40B4-BE49-F238E27FC236}">
                <a16:creationId xmlns:a16="http://schemas.microsoft.com/office/drawing/2014/main" id="{180A7552-782E-4B26-BA10-A17B4A860736}"/>
              </a:ext>
            </a:extLst>
          </p:cNvPr>
          <p:cNvSpPr>
            <a:spLocks xmlns:a="http://schemas.openxmlformats.org/drawingml/2006/main" noGrp="1"/>
          </p:cNvSpPr>
          <p:nvPr/>
        </p:nvSpPr>
        <p:spPr>
          <a:xfrm xmlns:a="http://schemas.openxmlformats.org/drawingml/2006/main">
            <a:off x="3267075" y="4886325"/>
            <a:ext cx="19526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725" b="1">
                <a:solidFill>
                  <a:srgbClr val="193B59"/>
                </a:solidFill>
                <a:latin typeface="Yu Gothic"/>
                <a:ea typeface="Yu Gothic"/>
                <a:cs typeface="Yu Gothic"/>
              </a:defRPr>
            </a:defPPr>
            <a:lvl1pPr algn="ctr">
              <a:buNone/>
              <a:defRPr sz="1725" b="1">
                <a:solidFill>
                  <a:srgbClr val="193B59"/>
                </a:solidFill>
                <a:latin typeface="Yu Gothic"/>
                <a:ea typeface="Yu Gothic"/>
                <a:cs typeface="Yu Gothic"/>
              </a:defRPr>
            </a:lvl1pPr>
            <a:lvl2pPr algn="ctr">
              <a:buNone/>
              <a:defRPr sz="1725" b="1">
                <a:solidFill>
                  <a:srgbClr val="193B59"/>
                </a:solidFill>
                <a:latin typeface="Yu Gothic"/>
                <a:ea typeface="Yu Gothic"/>
                <a:cs typeface="Yu Gothic"/>
              </a:defRPr>
            </a:lvl2pPr>
            <a:lvl3pPr algn="ctr">
              <a:buNone/>
              <a:defRPr sz="1725" b="1">
                <a:solidFill>
                  <a:srgbClr val="193B59"/>
                </a:solidFill>
                <a:latin typeface="Yu Gothic"/>
                <a:ea typeface="Yu Gothic"/>
                <a:cs typeface="Yu Gothic"/>
              </a:defRPr>
            </a:lvl3pPr>
            <a:lvl4pPr algn="ctr">
              <a:buNone/>
              <a:defRPr sz="1725" b="1">
                <a:solidFill>
                  <a:srgbClr val="193B59"/>
                </a:solidFill>
                <a:latin typeface="Yu Gothic"/>
                <a:ea typeface="Yu Gothic"/>
                <a:cs typeface="Yu Gothic"/>
              </a:defRPr>
            </a:lvl4pPr>
            <a:lvl5pPr algn="ctr">
              <a:buNone/>
              <a:defRPr sz="1725" b="1">
                <a:solidFill>
                  <a:srgbClr val="193B59"/>
                </a:solidFill>
                <a:latin typeface="Yu Gothic"/>
                <a:ea typeface="Yu Gothic"/>
                <a:cs typeface="Yu Gothic"/>
              </a:defRPr>
            </a:lvl5pPr>
            <a:lvl6pPr algn="ctr">
              <a:buNone/>
              <a:defRPr sz="1725" b="1">
                <a:solidFill>
                  <a:srgbClr val="193B59"/>
                </a:solidFill>
                <a:latin typeface="Yu Gothic"/>
                <a:ea typeface="Yu Gothic"/>
                <a:cs typeface="Yu Gothic"/>
              </a:defRPr>
            </a:lvl6pPr>
            <a:lvl7pPr algn="ctr">
              <a:buNone/>
              <a:defRPr sz="1725" b="1">
                <a:solidFill>
                  <a:srgbClr val="193B59"/>
                </a:solidFill>
                <a:latin typeface="Yu Gothic"/>
                <a:ea typeface="Yu Gothic"/>
                <a:cs typeface="Yu Gothic"/>
              </a:defRPr>
            </a:lvl7pPr>
            <a:lvl8pPr algn="ctr">
              <a:buNone/>
              <a:defRPr sz="1725" b="1">
                <a:solidFill>
                  <a:srgbClr val="193B59"/>
                </a:solidFill>
                <a:latin typeface="Yu Gothic"/>
                <a:ea typeface="Yu Gothic"/>
                <a:cs typeface="Yu Gothic"/>
              </a:defRPr>
            </a:lvl8pPr>
            <a:lvl9pPr algn="ctr">
              <a:buNone/>
              <a:defRPr sz="1725" b="1">
                <a:solidFill>
                  <a:srgbClr val="193B59"/>
                </a:solidFill>
                <a:latin typeface="Yu Gothic"/>
                <a:ea typeface="Yu Gothic"/>
                <a:cs typeface="Yu Gothic"/>
              </a:defRPr>
            </a:lvl9pPr>
          </a:lstStyle>
          <a:p xmlns:a="http://schemas.openxmlformats.org/drawingml/2006/main">
            <a:pPr algn="ctr">
              <a:buNone/>
              <a:defRPr sz="1725" b="1">
                <a:solidFill>
                  <a:srgbClr val="193B59"/>
                </a:solidFill>
                <a:latin typeface="Yu Gothic"/>
                <a:ea typeface="Yu Gothic"/>
                <a:cs typeface="Yu Gothic"/>
              </a:defRPr>
            </a:pPr>
            <a:r>
              <a:rPr sz="1725" b="1">
                <a:solidFill>
                  <a:srgbClr val="193B59"/>
                </a:solidFill>
                <a:latin typeface="Yu Gothic"/>
                <a:ea typeface="Yu Gothic"/>
                <a:cs typeface="Yu Gothic"/>
              </a:rPr>
              <a:t>窯</a:t>
            </a:r>
          </a:p>
        </p:txBody>
      </p:sp>
      <p:sp>
        <p:nvSpPr>
          <p:cNvPr id="12" name="">
            <a:extLst xmlns:a="http://schemas.openxmlformats.org/drawingml/2006/main">
              <a:ext uri="{FF2B5EF4-FFF2-40B4-BE49-F238E27FC236}">
                <a16:creationId xmlns:a16="http://schemas.microsoft.com/office/drawing/2014/main" id="{3A6309D2-6B55-464F-8ACE-D28598EF9C0F}"/>
              </a:ext>
            </a:extLst>
          </p:cNvPr>
          <p:cNvSpPr>
            <a:spLocks xmlns:a="http://schemas.openxmlformats.org/drawingml/2006/main" noGrp="1"/>
          </p:cNvSpPr>
          <p:nvPr/>
        </p:nvSpPr>
        <p:spPr>
          <a:xfrm xmlns:a="http://schemas.openxmlformats.org/drawingml/2006/main">
            <a:off x="5257800" y="5181600"/>
            <a:ext cx="504825" cy="9525"/>
          </a:xfrm>
          <a:custGeom xmlns:a="http://schemas.openxmlformats.org/drawingml/2006/main">
            <a:pathLst>
              <a:path w="504825" h="9525">
                <a:moveTo>
                  <a:pt x="0" y="0"/>
                </a:moveTo>
                <a:lnTo>
                  <a:pt x="504825" y="0"/>
                </a:lnTo>
              </a:path>
            </a:pathLst>
          </a:custGeom>
          <a:noFill xmlns:a="http://schemas.openxmlformats.org/drawingml/2006/main"/>
          <a:ln xmlns:a="http://schemas.openxmlformats.org/drawingml/2006/main" w="19050">
            <a:solidFill>
              <a:srgbClr val="087E8B"/>
            </a:solidFill>
          </a:ln>
        </p:spPr>
      </p:sp>
      <p:sp>
        <p:nvSpPr>
          <p:cNvPr id="13" name="">
            <a:extLst xmlns:a="http://schemas.openxmlformats.org/drawingml/2006/main">
              <a:ext uri="{FF2B5EF4-FFF2-40B4-BE49-F238E27FC236}">
                <a16:creationId xmlns:a16="http://schemas.microsoft.com/office/drawing/2014/main" id="{AE59ECD9-B619-4334-90DC-549B6679D069}"/>
              </a:ext>
            </a:extLst>
          </p:cNvPr>
          <p:cNvSpPr>
            <a:spLocks xmlns:a="http://schemas.openxmlformats.org/drawingml/2006/main" noGrp="1"/>
          </p:cNvSpPr>
          <p:nvPr/>
        </p:nvSpPr>
        <p:spPr>
          <a:xfrm xmlns:a="http://schemas.openxmlformats.org/drawingml/2006/main">
            <a:off x="5648325" y="5133594"/>
            <a:ext cx="114300" cy="96012"/>
          </a:xfrm>
          <a:custGeom xmlns:a="http://schemas.openxmlformats.org/drawingml/2006/main">
            <a:pathLst>
              <a:path w="114300" h="96012">
                <a:moveTo>
                  <a:pt x="114300" y="48006"/>
                </a:moveTo>
                <a:lnTo>
                  <a:pt x="0" y="0"/>
                </a:lnTo>
                <a:lnTo>
                  <a:pt x="0" y="96012"/>
                </a:lnTo>
                <a:close/>
              </a:path>
            </a:pathLst>
          </a:custGeom>
          <a:solidFill xmlns:a="http://schemas.openxmlformats.org/drawingml/2006/main">
            <a:srgbClr val="087E8B"/>
          </a:solidFill>
          <a:ln xmlns:a="http://schemas.openxmlformats.org/drawingml/2006/main" w="4763">
            <a:solidFill>
              <a:srgbClr val="087E8B"/>
            </a:solidFill>
          </a:ln>
        </p:spPr>
      </p:sp>
      <p:sp>
        <p:nvSpPr>
          <p:cNvPr id="14" name="">
            <a:extLst xmlns:a="http://schemas.openxmlformats.org/drawingml/2006/main">
              <a:ext uri="{FF2B5EF4-FFF2-40B4-BE49-F238E27FC236}">
                <a16:creationId xmlns:a16="http://schemas.microsoft.com/office/drawing/2014/main" id="{5877699F-10B6-421B-AACB-6F5A7B43D7B6}"/>
              </a:ext>
            </a:extLst>
          </p:cNvPr>
          <p:cNvSpPr>
            <a:spLocks xmlns:a="http://schemas.openxmlformats.org/drawingml/2006/main" noGrp="1"/>
          </p:cNvSpPr>
          <p:nvPr/>
        </p:nvSpPr>
        <p:spPr>
          <a:xfrm xmlns:a="http://schemas.openxmlformats.org/drawingml/2006/main">
            <a:off x="5810250" y="4829175"/>
            <a:ext cx="1952625" cy="704850"/>
          </a:xfrm>
          <a:prstGeom xmlns:a="http://schemas.openxmlformats.org/drawingml/2006/main" prst="rect">
            <a:avLst/>
          </a:prstGeom>
          <a:solidFill xmlns:a="http://schemas.openxmlformats.org/drawingml/2006/main">
            <a:srgbClr val="EAF4F3"/>
          </a:solidFill>
          <a:ln xmlns:a="http://schemas.openxmlformats.org/drawingml/2006/main" w="16193">
            <a:solidFill>
              <a:srgbClr val="087E8B"/>
            </a:solidFill>
          </a:ln>
        </p:spPr>
      </p:sp>
      <p:sp>
        <p:nvSpPr>
          <p:cNvPr id="15" name="">
            <a:extLst xmlns:a="http://schemas.openxmlformats.org/drawingml/2006/main">
              <a:ext uri="{FF2B5EF4-FFF2-40B4-BE49-F238E27FC236}">
                <a16:creationId xmlns:a16="http://schemas.microsoft.com/office/drawing/2014/main" id="{FD3C21E6-367E-4231-90D5-22B37D774703}"/>
              </a:ext>
            </a:extLst>
          </p:cNvPr>
          <p:cNvSpPr>
            <a:spLocks xmlns:a="http://schemas.openxmlformats.org/drawingml/2006/main" noGrp="1"/>
          </p:cNvSpPr>
          <p:nvPr/>
        </p:nvSpPr>
        <p:spPr>
          <a:xfrm xmlns:a="http://schemas.openxmlformats.org/drawingml/2006/main">
            <a:off x="5810250" y="4886325"/>
            <a:ext cx="19526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725" b="1">
                <a:solidFill>
                  <a:srgbClr val="193B59"/>
                </a:solidFill>
                <a:latin typeface="Yu Gothic"/>
                <a:ea typeface="Yu Gothic"/>
                <a:cs typeface="Yu Gothic"/>
              </a:defRPr>
            </a:defPPr>
            <a:lvl1pPr algn="ctr">
              <a:buNone/>
              <a:defRPr sz="1725" b="1">
                <a:solidFill>
                  <a:srgbClr val="193B59"/>
                </a:solidFill>
                <a:latin typeface="Yu Gothic"/>
                <a:ea typeface="Yu Gothic"/>
                <a:cs typeface="Yu Gothic"/>
              </a:defRPr>
            </a:lvl1pPr>
            <a:lvl2pPr algn="ctr">
              <a:buNone/>
              <a:defRPr sz="1725" b="1">
                <a:solidFill>
                  <a:srgbClr val="193B59"/>
                </a:solidFill>
                <a:latin typeface="Yu Gothic"/>
                <a:ea typeface="Yu Gothic"/>
                <a:cs typeface="Yu Gothic"/>
              </a:defRPr>
            </a:lvl2pPr>
            <a:lvl3pPr algn="ctr">
              <a:buNone/>
              <a:defRPr sz="1725" b="1">
                <a:solidFill>
                  <a:srgbClr val="193B59"/>
                </a:solidFill>
                <a:latin typeface="Yu Gothic"/>
                <a:ea typeface="Yu Gothic"/>
                <a:cs typeface="Yu Gothic"/>
              </a:defRPr>
            </a:lvl3pPr>
            <a:lvl4pPr algn="ctr">
              <a:buNone/>
              <a:defRPr sz="1725" b="1">
                <a:solidFill>
                  <a:srgbClr val="193B59"/>
                </a:solidFill>
                <a:latin typeface="Yu Gothic"/>
                <a:ea typeface="Yu Gothic"/>
                <a:cs typeface="Yu Gothic"/>
              </a:defRPr>
            </a:lvl4pPr>
            <a:lvl5pPr algn="ctr">
              <a:buNone/>
              <a:defRPr sz="1725" b="1">
                <a:solidFill>
                  <a:srgbClr val="193B59"/>
                </a:solidFill>
                <a:latin typeface="Yu Gothic"/>
                <a:ea typeface="Yu Gothic"/>
                <a:cs typeface="Yu Gothic"/>
              </a:defRPr>
            </a:lvl5pPr>
            <a:lvl6pPr algn="ctr">
              <a:buNone/>
              <a:defRPr sz="1725" b="1">
                <a:solidFill>
                  <a:srgbClr val="193B59"/>
                </a:solidFill>
                <a:latin typeface="Yu Gothic"/>
                <a:ea typeface="Yu Gothic"/>
                <a:cs typeface="Yu Gothic"/>
              </a:defRPr>
            </a:lvl6pPr>
            <a:lvl7pPr algn="ctr">
              <a:buNone/>
              <a:defRPr sz="1725" b="1">
                <a:solidFill>
                  <a:srgbClr val="193B59"/>
                </a:solidFill>
                <a:latin typeface="Yu Gothic"/>
                <a:ea typeface="Yu Gothic"/>
                <a:cs typeface="Yu Gothic"/>
              </a:defRPr>
            </a:lvl7pPr>
            <a:lvl8pPr algn="ctr">
              <a:buNone/>
              <a:defRPr sz="1725" b="1">
                <a:solidFill>
                  <a:srgbClr val="193B59"/>
                </a:solidFill>
                <a:latin typeface="Yu Gothic"/>
                <a:ea typeface="Yu Gothic"/>
                <a:cs typeface="Yu Gothic"/>
              </a:defRPr>
            </a:lvl8pPr>
            <a:lvl9pPr algn="ctr">
              <a:buNone/>
              <a:defRPr sz="1725" b="1">
                <a:solidFill>
                  <a:srgbClr val="193B59"/>
                </a:solidFill>
                <a:latin typeface="Yu Gothic"/>
                <a:ea typeface="Yu Gothic"/>
                <a:cs typeface="Yu Gothic"/>
              </a:defRPr>
            </a:lvl9pPr>
          </a:lstStyle>
          <a:p xmlns:a="http://schemas.openxmlformats.org/drawingml/2006/main">
            <a:pPr algn="ctr">
              <a:buNone/>
              <a:defRPr sz="1725" b="1">
                <a:solidFill>
                  <a:srgbClr val="193B59"/>
                </a:solidFill>
                <a:latin typeface="Yu Gothic"/>
                <a:ea typeface="Yu Gothic"/>
                <a:cs typeface="Yu Gothic"/>
              </a:defRPr>
            </a:pPr>
            <a:r>
              <a:rPr sz="1725" b="1">
                <a:solidFill>
                  <a:srgbClr val="193B59"/>
                </a:solidFill>
                <a:latin typeface="Yu Gothic"/>
                <a:ea typeface="Yu Gothic"/>
                <a:cs typeface="Yu Gothic"/>
              </a:rPr>
              <a:t>職人</a:t>
            </a:r>
          </a:p>
        </p:txBody>
      </p:sp>
      <p:sp>
        <p:nvSpPr>
          <p:cNvPr id="16" name="">
            <a:extLst xmlns:a="http://schemas.openxmlformats.org/drawingml/2006/main">
              <a:ext uri="{FF2B5EF4-FFF2-40B4-BE49-F238E27FC236}">
                <a16:creationId xmlns:a16="http://schemas.microsoft.com/office/drawing/2014/main" id="{40F10CED-8964-4F7E-B6E4-A9813E2A622C}"/>
              </a:ext>
            </a:extLst>
          </p:cNvPr>
          <p:cNvSpPr>
            <a:spLocks xmlns:a="http://schemas.openxmlformats.org/drawingml/2006/main" noGrp="1"/>
          </p:cNvSpPr>
          <p:nvPr/>
        </p:nvSpPr>
        <p:spPr>
          <a:xfrm xmlns:a="http://schemas.openxmlformats.org/drawingml/2006/main">
            <a:off x="7800975" y="5181600"/>
            <a:ext cx="504825" cy="9525"/>
          </a:xfrm>
          <a:custGeom xmlns:a="http://schemas.openxmlformats.org/drawingml/2006/main">
            <a:pathLst>
              <a:path w="504825" h="9525">
                <a:moveTo>
                  <a:pt x="0" y="0"/>
                </a:moveTo>
                <a:lnTo>
                  <a:pt x="504825" y="0"/>
                </a:lnTo>
              </a:path>
            </a:pathLst>
          </a:custGeom>
          <a:noFill xmlns:a="http://schemas.openxmlformats.org/drawingml/2006/main"/>
          <a:ln xmlns:a="http://schemas.openxmlformats.org/drawingml/2006/main" w="19050">
            <a:solidFill>
              <a:srgbClr val="087E8B"/>
            </a:solidFill>
          </a:ln>
        </p:spPr>
      </p:sp>
      <p:sp>
        <p:nvSpPr>
          <p:cNvPr id="17" name="">
            <a:extLst xmlns:a="http://schemas.openxmlformats.org/drawingml/2006/main">
              <a:ext uri="{FF2B5EF4-FFF2-40B4-BE49-F238E27FC236}">
                <a16:creationId xmlns:a16="http://schemas.microsoft.com/office/drawing/2014/main" id="{2CA71420-478A-4978-9589-3AFE779E3E52}"/>
              </a:ext>
            </a:extLst>
          </p:cNvPr>
          <p:cNvSpPr>
            <a:spLocks xmlns:a="http://schemas.openxmlformats.org/drawingml/2006/main" noGrp="1"/>
          </p:cNvSpPr>
          <p:nvPr/>
        </p:nvSpPr>
        <p:spPr>
          <a:xfrm xmlns:a="http://schemas.openxmlformats.org/drawingml/2006/main">
            <a:off x="8191500" y="5133594"/>
            <a:ext cx="114300" cy="96012"/>
          </a:xfrm>
          <a:custGeom xmlns:a="http://schemas.openxmlformats.org/drawingml/2006/main">
            <a:pathLst>
              <a:path w="114300" h="96012">
                <a:moveTo>
                  <a:pt x="114300" y="48006"/>
                </a:moveTo>
                <a:lnTo>
                  <a:pt x="0" y="0"/>
                </a:lnTo>
                <a:lnTo>
                  <a:pt x="0" y="96012"/>
                </a:lnTo>
                <a:close/>
              </a:path>
            </a:pathLst>
          </a:custGeom>
          <a:solidFill xmlns:a="http://schemas.openxmlformats.org/drawingml/2006/main">
            <a:srgbClr val="087E8B"/>
          </a:solidFill>
          <a:ln xmlns:a="http://schemas.openxmlformats.org/drawingml/2006/main" w="4763">
            <a:solidFill>
              <a:srgbClr val="087E8B"/>
            </a:solidFill>
          </a:ln>
        </p:spPr>
      </p:sp>
      <p:sp>
        <p:nvSpPr>
          <p:cNvPr id="18" name="">
            <a:extLst xmlns:a="http://schemas.openxmlformats.org/drawingml/2006/main">
              <a:ext uri="{FF2B5EF4-FFF2-40B4-BE49-F238E27FC236}">
                <a16:creationId xmlns:a16="http://schemas.microsoft.com/office/drawing/2014/main" id="{6CDF6278-B4CE-4F94-B652-D342F3165DF0}"/>
              </a:ext>
            </a:extLst>
          </p:cNvPr>
          <p:cNvSpPr>
            <a:spLocks xmlns:a="http://schemas.openxmlformats.org/drawingml/2006/main" noGrp="1"/>
          </p:cNvSpPr>
          <p:nvPr/>
        </p:nvSpPr>
        <p:spPr>
          <a:xfrm xmlns:a="http://schemas.openxmlformats.org/drawingml/2006/main">
            <a:off x="8353425" y="4829175"/>
            <a:ext cx="1952625" cy="704850"/>
          </a:xfrm>
          <a:prstGeom xmlns:a="http://schemas.openxmlformats.org/drawingml/2006/main" prst="rect">
            <a:avLst/>
          </a:prstGeom>
          <a:solidFill xmlns:a="http://schemas.openxmlformats.org/drawingml/2006/main">
            <a:srgbClr val="E8F0F4"/>
          </a:solidFill>
          <a:ln xmlns:a="http://schemas.openxmlformats.org/drawingml/2006/main" w="16193">
            <a:solidFill>
              <a:srgbClr val="087E8B"/>
            </a:solidFill>
          </a:ln>
        </p:spPr>
      </p:sp>
      <p:sp>
        <p:nvSpPr>
          <p:cNvPr id="19" name="">
            <a:extLst xmlns:a="http://schemas.openxmlformats.org/drawingml/2006/main">
              <a:ext uri="{FF2B5EF4-FFF2-40B4-BE49-F238E27FC236}">
                <a16:creationId xmlns:a16="http://schemas.microsoft.com/office/drawing/2014/main" id="{0C94ADCB-70A0-4FDA-9488-C1D5CDD5F8E5}"/>
              </a:ext>
            </a:extLst>
          </p:cNvPr>
          <p:cNvSpPr>
            <a:spLocks xmlns:a="http://schemas.openxmlformats.org/drawingml/2006/main" noGrp="1"/>
          </p:cNvSpPr>
          <p:nvPr/>
        </p:nvSpPr>
        <p:spPr>
          <a:xfrm xmlns:a="http://schemas.openxmlformats.org/drawingml/2006/main">
            <a:off x="8353425" y="4886325"/>
            <a:ext cx="19526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725" b="1">
                <a:solidFill>
                  <a:srgbClr val="193B59"/>
                </a:solidFill>
                <a:latin typeface="Yu Gothic"/>
                <a:ea typeface="Yu Gothic"/>
                <a:cs typeface="Yu Gothic"/>
              </a:defRPr>
            </a:defPPr>
            <a:lvl1pPr algn="ctr">
              <a:buNone/>
              <a:defRPr sz="1725" b="1">
                <a:solidFill>
                  <a:srgbClr val="193B59"/>
                </a:solidFill>
                <a:latin typeface="Yu Gothic"/>
                <a:ea typeface="Yu Gothic"/>
                <a:cs typeface="Yu Gothic"/>
              </a:defRPr>
            </a:lvl1pPr>
            <a:lvl2pPr algn="ctr">
              <a:buNone/>
              <a:defRPr sz="1725" b="1">
                <a:solidFill>
                  <a:srgbClr val="193B59"/>
                </a:solidFill>
                <a:latin typeface="Yu Gothic"/>
                <a:ea typeface="Yu Gothic"/>
                <a:cs typeface="Yu Gothic"/>
              </a:defRPr>
            </a:lvl2pPr>
            <a:lvl3pPr algn="ctr">
              <a:buNone/>
              <a:defRPr sz="1725" b="1">
                <a:solidFill>
                  <a:srgbClr val="193B59"/>
                </a:solidFill>
                <a:latin typeface="Yu Gothic"/>
                <a:ea typeface="Yu Gothic"/>
                <a:cs typeface="Yu Gothic"/>
              </a:defRPr>
            </a:lvl3pPr>
            <a:lvl4pPr algn="ctr">
              <a:buNone/>
              <a:defRPr sz="1725" b="1">
                <a:solidFill>
                  <a:srgbClr val="193B59"/>
                </a:solidFill>
                <a:latin typeface="Yu Gothic"/>
                <a:ea typeface="Yu Gothic"/>
                <a:cs typeface="Yu Gothic"/>
              </a:defRPr>
            </a:lvl4pPr>
            <a:lvl5pPr algn="ctr">
              <a:buNone/>
              <a:defRPr sz="1725" b="1">
                <a:solidFill>
                  <a:srgbClr val="193B59"/>
                </a:solidFill>
                <a:latin typeface="Yu Gothic"/>
                <a:ea typeface="Yu Gothic"/>
                <a:cs typeface="Yu Gothic"/>
              </a:defRPr>
            </a:lvl5pPr>
            <a:lvl6pPr algn="ctr">
              <a:buNone/>
              <a:defRPr sz="1725" b="1">
                <a:solidFill>
                  <a:srgbClr val="193B59"/>
                </a:solidFill>
                <a:latin typeface="Yu Gothic"/>
                <a:ea typeface="Yu Gothic"/>
                <a:cs typeface="Yu Gothic"/>
              </a:defRPr>
            </a:lvl6pPr>
            <a:lvl7pPr algn="ctr">
              <a:buNone/>
              <a:defRPr sz="1725" b="1">
                <a:solidFill>
                  <a:srgbClr val="193B59"/>
                </a:solidFill>
                <a:latin typeface="Yu Gothic"/>
                <a:ea typeface="Yu Gothic"/>
                <a:cs typeface="Yu Gothic"/>
              </a:defRPr>
            </a:lvl7pPr>
            <a:lvl8pPr algn="ctr">
              <a:buNone/>
              <a:defRPr sz="1725" b="1">
                <a:solidFill>
                  <a:srgbClr val="193B59"/>
                </a:solidFill>
                <a:latin typeface="Yu Gothic"/>
                <a:ea typeface="Yu Gothic"/>
                <a:cs typeface="Yu Gothic"/>
              </a:defRPr>
            </a:lvl8pPr>
            <a:lvl9pPr algn="ctr">
              <a:buNone/>
              <a:defRPr sz="1725" b="1">
                <a:solidFill>
                  <a:srgbClr val="193B59"/>
                </a:solidFill>
                <a:latin typeface="Yu Gothic"/>
                <a:ea typeface="Yu Gothic"/>
                <a:cs typeface="Yu Gothic"/>
              </a:defRPr>
            </a:lvl9pPr>
          </a:lstStyle>
          <a:p xmlns:a="http://schemas.openxmlformats.org/drawingml/2006/main">
            <a:pPr algn="ctr">
              <a:buNone/>
              <a:defRPr sz="1725" b="1">
                <a:solidFill>
                  <a:srgbClr val="193B59"/>
                </a:solidFill>
                <a:latin typeface="Yu Gothic"/>
                <a:ea typeface="Yu Gothic"/>
                <a:cs typeface="Yu Gothic"/>
              </a:defRPr>
            </a:pPr>
            <a:r>
              <a:rPr sz="1725" b="1">
                <a:solidFill>
                  <a:srgbClr val="193B59"/>
                </a:solidFill>
                <a:latin typeface="Yu Gothic"/>
                <a:ea typeface="Yu Gothic"/>
                <a:cs typeface="Yu Gothic"/>
              </a:rPr>
              <a:t>屋根</a:t>
            </a:r>
          </a:p>
        </p:txBody>
      </p:sp>
      <p:sp>
        <p:nvSpPr>
          <p:cNvPr id="20" name="">
            <a:extLst xmlns:a="http://schemas.openxmlformats.org/drawingml/2006/main">
              <a:ext uri="{FF2B5EF4-FFF2-40B4-BE49-F238E27FC236}">
                <a16:creationId xmlns:a16="http://schemas.microsoft.com/office/drawing/2014/main" id="{8877FF9B-995F-40E2-A10E-57C0C401A869}"/>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参照 [5・7]</a:t>
            </a:r>
          </a:p>
        </p:txBody>
      </p:sp>
      <p:sp>
        <p:nvSpPr>
          <p:cNvPr id="21" name="">
            <a:extLst xmlns:a="http://schemas.openxmlformats.org/drawingml/2006/main">
              <a:ext uri="{FF2B5EF4-FFF2-40B4-BE49-F238E27FC236}">
                <a16:creationId xmlns:a16="http://schemas.microsoft.com/office/drawing/2014/main" id="{7DA309DF-6918-4CC7-8F1F-CB6D541CEBD3}"/>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発展C</a:t>
            </a:r>
          </a:p>
        </p:txBody>
      </p:sp>
      <p:sp>
        <p:nvSpPr>
          <p:cNvPr id="22" name="">
            <a:extLst xmlns:a="http://schemas.openxmlformats.org/drawingml/2006/main">
              <a:ext uri="{FF2B5EF4-FFF2-40B4-BE49-F238E27FC236}">
                <a16:creationId xmlns:a16="http://schemas.microsoft.com/office/drawing/2014/main" id="{B430B98C-3DA2-4F1B-ADE8-AD588B184788}"/>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14 / 33</a:t>
            </a:r>
          </a:p>
        </p:txBody>
      </p:sp>
    </p:spTree>
    <p:extLst>
      <p:ext uri="{BB962C8B-B14F-4D97-AF65-F5344CB8AC3E}">
        <p14:creationId xmlns:p14="http://schemas.microsoft.com/office/powerpoint/2010/main" val="6452278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66BD8D72-120E-4F45-B1CA-EA7981E76950}"/>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buNone/>
              <a:defRPr sz="2925" b="1">
                <a:solidFill>
                  <a:srgbClr val="193B59"/>
                </a:solidFill>
                <a:latin typeface="Yu Gothic"/>
                <a:ea typeface="Yu Gothic"/>
                <a:cs typeface="Yu Gothic"/>
              </a:defRPr>
            </a:lvl1pPr>
            <a:lvl2pPr>
              <a:buNone/>
              <a:defRPr sz="2925" b="1">
                <a:solidFill>
                  <a:srgbClr val="193B59"/>
                </a:solidFill>
                <a:latin typeface="Yu Gothic"/>
                <a:ea typeface="Yu Gothic"/>
                <a:cs typeface="Yu Gothic"/>
              </a:defRPr>
            </a:lvl2pPr>
            <a:lvl3pPr>
              <a:buNone/>
              <a:defRPr sz="2925" b="1">
                <a:solidFill>
                  <a:srgbClr val="193B59"/>
                </a:solidFill>
                <a:latin typeface="Yu Gothic"/>
                <a:ea typeface="Yu Gothic"/>
                <a:cs typeface="Yu Gothic"/>
              </a:defRPr>
            </a:lvl3pPr>
            <a:lvl4pPr>
              <a:buNone/>
              <a:defRPr sz="2925" b="1">
                <a:solidFill>
                  <a:srgbClr val="193B59"/>
                </a:solidFill>
                <a:latin typeface="Yu Gothic"/>
                <a:ea typeface="Yu Gothic"/>
                <a:cs typeface="Yu Gothic"/>
              </a:defRPr>
            </a:lvl4pPr>
            <a:lvl5pPr>
              <a:buNone/>
              <a:defRPr sz="2925" b="1">
                <a:solidFill>
                  <a:srgbClr val="193B59"/>
                </a:solidFill>
                <a:latin typeface="Yu Gothic"/>
                <a:ea typeface="Yu Gothic"/>
                <a:cs typeface="Yu Gothic"/>
              </a:defRPr>
            </a:lvl5pPr>
            <a:lvl6pPr>
              <a:buNone/>
              <a:defRPr sz="2925" b="1">
                <a:solidFill>
                  <a:srgbClr val="193B59"/>
                </a:solidFill>
                <a:latin typeface="Yu Gothic"/>
                <a:ea typeface="Yu Gothic"/>
                <a:cs typeface="Yu Gothic"/>
              </a:defRPr>
            </a:lvl6pPr>
            <a:lvl7pPr>
              <a:buNone/>
              <a:defRPr sz="2925" b="1">
                <a:solidFill>
                  <a:srgbClr val="193B59"/>
                </a:solidFill>
                <a:latin typeface="Yu Gothic"/>
                <a:ea typeface="Yu Gothic"/>
                <a:cs typeface="Yu Gothic"/>
              </a:defRPr>
            </a:lvl7pPr>
            <a:lvl8pPr>
              <a:buNone/>
              <a:defRPr sz="2925" b="1">
                <a:solidFill>
                  <a:srgbClr val="193B59"/>
                </a:solidFill>
                <a:latin typeface="Yu Gothic"/>
                <a:ea typeface="Yu Gothic"/>
                <a:cs typeface="Yu Gothic"/>
              </a:defRPr>
            </a:lvl8pPr>
            <a:lvl9pPr>
              <a:buNone/>
              <a:defRPr sz="2925" b="1">
                <a:solidFill>
                  <a:srgbClr val="193B59"/>
                </a:solidFill>
                <a:latin typeface="Yu Gothic"/>
                <a:ea typeface="Yu Gothic"/>
                <a:cs typeface="Yu Gothic"/>
              </a:defRPr>
            </a:lvl9pPr>
          </a:lstStyle>
          <a:p xmlns:a="http://schemas.openxmlformats.org/drawingml/2006/main">
            <a:pPr>
              <a:buNone/>
              <a:defRPr sz="2925" b="1">
                <a:solidFill>
                  <a:srgbClr val="193B59"/>
                </a:solidFill>
                <a:latin typeface="Yu Gothic"/>
                <a:ea typeface="Yu Gothic"/>
                <a:cs typeface="Yu Gothic"/>
              </a:defRPr>
            </a:pPr>
            <a:r>
              <a:rPr sz="2925" b="1">
                <a:solidFill>
                  <a:srgbClr val="193B59"/>
                </a:solidFill>
                <a:latin typeface="Yu Gothic"/>
                <a:ea typeface="Yu Gothic"/>
                <a:cs typeface="Yu Gothic"/>
              </a:rPr>
              <a:t>瓦屋根の重さと地盤</a:t>
            </a:r>
          </a:p>
        </p:txBody>
      </p:sp>
      <p:sp>
        <p:nvSpPr>
          <p:cNvPr id="2" name="">
            <a:extLst xmlns:a="http://schemas.openxmlformats.org/drawingml/2006/main">
              <a:ext uri="{FF2B5EF4-FFF2-40B4-BE49-F238E27FC236}">
                <a16:creationId xmlns:a16="http://schemas.microsoft.com/office/drawing/2014/main" id="{067F6125-360E-4A10-9DF3-C3B2BE3048BB}"/>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20" name="">
            <a:extLst xmlns:a="http://schemas.openxmlformats.org/drawingml/2006/main">
              <a:ext uri="{FF2B5EF4-FFF2-40B4-BE49-F238E27FC236}">
                <a16:creationId xmlns:a16="http://schemas.microsoft.com/office/drawing/2014/main" id="{6A08BD50-2F56-4BFA-B6D5-DCA8AB66F7BF}"/>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参照 [7]</a:t>
            </a:r>
          </a:p>
        </p:txBody>
      </p:sp>
      <p:sp>
        <p:nvSpPr>
          <p:cNvPr id="21" name="">
            <a:extLst xmlns:a="http://schemas.openxmlformats.org/drawingml/2006/main">
              <a:ext uri="{FF2B5EF4-FFF2-40B4-BE49-F238E27FC236}">
                <a16:creationId xmlns:a16="http://schemas.microsoft.com/office/drawing/2014/main" id="{D1C98839-4E27-4B26-A361-E5BD86C131A2}"/>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発展C</a:t>
            </a:r>
          </a:p>
        </p:txBody>
      </p:sp>
      <p:sp>
        <p:nvSpPr>
          <p:cNvPr id="22" name="">
            <a:extLst xmlns:a="http://schemas.openxmlformats.org/drawingml/2006/main">
              <a:ext uri="{FF2B5EF4-FFF2-40B4-BE49-F238E27FC236}">
                <a16:creationId xmlns:a16="http://schemas.microsoft.com/office/drawing/2014/main" id="{0FF3F8EE-9AC2-4CE2-80A0-C02F4BBEA6A7}"/>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15 / 33</a:t>
            </a:r>
          </a:p>
        </p:txBody>
      </p:sp>
      <p:sp>
        <p:nvSpPr>
          <p:cNvPr id="24" name="">
            <a:extLst xmlns:a="http://schemas.openxmlformats.org/drawingml/2006/main">
              <a:ext uri="{FF2B5EF4-FFF2-40B4-BE49-F238E27FC236}">
                <a16:creationId xmlns:a16="http://schemas.microsoft.com/office/drawing/2014/main" id="{F94E50BB-2C15-4016-98BA-8829321726DF}"/>
              </a:ext>
            </a:extLst>
          </p:cNvPr>
          <p:cNvSpPr>
            <a:spLocks xmlns:a="http://schemas.openxmlformats.org/drawingml/2006/main" noGrp="1"/>
          </p:cNvSpPr>
          <p:nvPr/>
        </p:nvSpPr>
        <p:spPr>
          <a:xfrm xmlns:a="http://schemas.openxmlformats.org/drawingml/2006/main">
            <a:off x="952500" y="1714500"/>
            <a:ext cx="5143500" cy="1238250"/>
          </a:xfrm>
          <a:custGeom xmlns:a="http://schemas.openxmlformats.org/drawingml/2006/main">
            <a:pathLst>
              <a:path w="5143500" h="1238250">
                <a:moveTo>
                  <a:pt x="0" y="1238250"/>
                </a:moveTo>
                <a:lnTo>
                  <a:pt x="2571750" y="0"/>
                </a:lnTo>
                <a:lnTo>
                  <a:pt x="5143500" y="1238250"/>
                </a:lnTo>
              </a:path>
            </a:pathLst>
          </a:custGeom>
          <a:noFill xmlns:a="http://schemas.openxmlformats.org/drawingml/2006/main"/>
          <a:ln xmlns:a="http://schemas.openxmlformats.org/drawingml/2006/main" w="114300">
            <a:solidFill>
              <a:srgbClr val="AD8760"/>
            </a:solidFill>
          </a:ln>
        </p:spPr>
      </p:sp>
      <p:sp>
        <p:nvSpPr>
          <p:cNvPr id="25" name="">
            <a:extLst xmlns:a="http://schemas.openxmlformats.org/drawingml/2006/main">
              <a:ext uri="{FF2B5EF4-FFF2-40B4-BE49-F238E27FC236}">
                <a16:creationId xmlns:a16="http://schemas.microsoft.com/office/drawing/2014/main" id="{0EF4B525-0289-4B17-B7D4-BCEF41976A9E}"/>
              </a:ext>
            </a:extLst>
          </p:cNvPr>
          <p:cNvSpPr>
            <a:spLocks xmlns:a="http://schemas.openxmlformats.org/drawingml/2006/main" noGrp="1"/>
          </p:cNvSpPr>
          <p:nvPr/>
        </p:nvSpPr>
        <p:spPr>
          <a:xfrm xmlns:a="http://schemas.openxmlformats.org/drawingml/2006/main">
            <a:off x="1524000" y="2952750"/>
            <a:ext cx="4000500" cy="9525"/>
          </a:xfrm>
          <a:custGeom xmlns:a="http://schemas.openxmlformats.org/drawingml/2006/main">
            <a:pathLst>
              <a:path w="4000500" h="9525">
                <a:moveTo>
                  <a:pt x="0" y="0"/>
                </a:moveTo>
                <a:lnTo>
                  <a:pt x="4000500" y="0"/>
                </a:lnTo>
              </a:path>
            </a:pathLst>
          </a:custGeom>
          <a:noFill xmlns:a="http://schemas.openxmlformats.org/drawingml/2006/main"/>
          <a:ln xmlns:a="http://schemas.openxmlformats.org/drawingml/2006/main" w="114300">
            <a:solidFill>
              <a:srgbClr val="193B59"/>
            </a:solidFill>
          </a:ln>
        </p:spPr>
      </p:sp>
      <p:sp>
        <p:nvSpPr>
          <p:cNvPr id="26" name="">
            <a:extLst xmlns:a="http://schemas.openxmlformats.org/drawingml/2006/main">
              <a:ext uri="{FF2B5EF4-FFF2-40B4-BE49-F238E27FC236}">
                <a16:creationId xmlns:a16="http://schemas.microsoft.com/office/drawing/2014/main" id="{81A83189-1E0B-4C3B-9B75-5F5AF3061EE0}"/>
              </a:ext>
            </a:extLst>
          </p:cNvPr>
          <p:cNvSpPr>
            <a:spLocks xmlns:a="http://schemas.openxmlformats.org/drawingml/2006/main" noGrp="1"/>
          </p:cNvSpPr>
          <p:nvPr/>
        </p:nvSpPr>
        <p:spPr>
          <a:xfrm xmlns:a="http://schemas.openxmlformats.org/drawingml/2006/main">
            <a:off x="1714500" y="2952750"/>
            <a:ext cx="9525" cy="1809750"/>
          </a:xfrm>
          <a:custGeom xmlns:a="http://schemas.openxmlformats.org/drawingml/2006/main">
            <a:pathLst>
              <a:path w="9525" h="1809750">
                <a:moveTo>
                  <a:pt x="0" y="0"/>
                </a:moveTo>
                <a:lnTo>
                  <a:pt x="0" y="1809750"/>
                </a:lnTo>
              </a:path>
            </a:pathLst>
          </a:custGeom>
          <a:noFill xmlns:a="http://schemas.openxmlformats.org/drawingml/2006/main"/>
          <a:ln xmlns:a="http://schemas.openxmlformats.org/drawingml/2006/main" w="133350">
            <a:solidFill>
              <a:srgbClr val="193B59"/>
            </a:solidFill>
          </a:ln>
        </p:spPr>
      </p:sp>
      <p:sp>
        <p:nvSpPr>
          <p:cNvPr id="27" name="">
            <a:extLst xmlns:a="http://schemas.openxmlformats.org/drawingml/2006/main">
              <a:ext uri="{FF2B5EF4-FFF2-40B4-BE49-F238E27FC236}">
                <a16:creationId xmlns:a16="http://schemas.microsoft.com/office/drawing/2014/main" id="{0641BE69-2382-411D-BF36-6ECD4049A106}"/>
              </a:ext>
            </a:extLst>
          </p:cNvPr>
          <p:cNvSpPr>
            <a:spLocks xmlns:a="http://schemas.openxmlformats.org/drawingml/2006/main" noGrp="1"/>
          </p:cNvSpPr>
          <p:nvPr/>
        </p:nvSpPr>
        <p:spPr>
          <a:xfrm xmlns:a="http://schemas.openxmlformats.org/drawingml/2006/main">
            <a:off x="5334000" y="2952750"/>
            <a:ext cx="9525" cy="1809750"/>
          </a:xfrm>
          <a:custGeom xmlns:a="http://schemas.openxmlformats.org/drawingml/2006/main">
            <a:pathLst>
              <a:path w="9525" h="1809750">
                <a:moveTo>
                  <a:pt x="0" y="0"/>
                </a:moveTo>
                <a:lnTo>
                  <a:pt x="0" y="1809750"/>
                </a:lnTo>
              </a:path>
            </a:pathLst>
          </a:custGeom>
          <a:noFill xmlns:a="http://schemas.openxmlformats.org/drawingml/2006/main"/>
          <a:ln xmlns:a="http://schemas.openxmlformats.org/drawingml/2006/main" w="133350">
            <a:solidFill>
              <a:srgbClr val="193B59"/>
            </a:solidFill>
          </a:ln>
        </p:spPr>
      </p:sp>
      <p:sp>
        <p:nvSpPr>
          <p:cNvPr id="28" name="">
            <a:extLst xmlns:a="http://schemas.openxmlformats.org/drawingml/2006/main">
              <a:ext uri="{FF2B5EF4-FFF2-40B4-BE49-F238E27FC236}">
                <a16:creationId xmlns:a16="http://schemas.microsoft.com/office/drawing/2014/main" id="{9857C676-1A29-49AA-B825-2AF8DAD49C94}"/>
              </a:ext>
            </a:extLst>
          </p:cNvPr>
          <p:cNvSpPr>
            <a:spLocks xmlns:a="http://schemas.openxmlformats.org/drawingml/2006/main" noGrp="1"/>
          </p:cNvSpPr>
          <p:nvPr/>
        </p:nvSpPr>
        <p:spPr>
          <a:xfrm xmlns:a="http://schemas.openxmlformats.org/drawingml/2006/main">
            <a:off x="1238250" y="4762500"/>
            <a:ext cx="4572000" cy="333375"/>
          </a:xfrm>
          <a:prstGeom xmlns:a="http://schemas.openxmlformats.org/drawingml/2006/main" prst="rect">
            <a:avLst/>
          </a:prstGeom>
          <a:solidFill xmlns:a="http://schemas.openxmlformats.org/drawingml/2006/main">
            <a:srgbClr val="E8F0F4"/>
          </a:solidFill>
          <a:ln xmlns:a="http://schemas.openxmlformats.org/drawingml/2006/main" w="16193">
            <a:solidFill>
              <a:srgbClr val="71818B"/>
            </a:solidFill>
          </a:ln>
        </p:spPr>
      </p:sp>
      <p:sp>
        <p:nvSpPr>
          <p:cNvPr id="29" name="">
            <a:extLst xmlns:a="http://schemas.openxmlformats.org/drawingml/2006/main">
              <a:ext uri="{FF2B5EF4-FFF2-40B4-BE49-F238E27FC236}">
                <a16:creationId xmlns:a16="http://schemas.microsoft.com/office/drawing/2014/main" id="{FB602B9D-6F53-42B1-915B-3EDB250F25C5}"/>
              </a:ext>
            </a:extLst>
          </p:cNvPr>
          <p:cNvSpPr>
            <a:spLocks xmlns:a="http://schemas.openxmlformats.org/drawingml/2006/main" noGrp="1"/>
          </p:cNvSpPr>
          <p:nvPr/>
        </p:nvSpPr>
        <p:spPr>
          <a:xfrm xmlns:a="http://schemas.openxmlformats.org/drawingml/2006/main">
            <a:off x="762000" y="5238750"/>
            <a:ext cx="5810250" cy="9525"/>
          </a:xfrm>
          <a:custGeom xmlns:a="http://schemas.openxmlformats.org/drawingml/2006/main">
            <a:pathLst>
              <a:path w="5810250" h="9525">
                <a:moveTo>
                  <a:pt x="0" y="0"/>
                </a:moveTo>
                <a:lnTo>
                  <a:pt x="5810250" y="0"/>
                </a:lnTo>
              </a:path>
            </a:pathLst>
          </a:custGeom>
          <a:noFill xmlns:a="http://schemas.openxmlformats.org/drawingml/2006/main"/>
          <a:ln xmlns:a="http://schemas.openxmlformats.org/drawingml/2006/main" w="47625">
            <a:solidFill>
              <a:srgbClr val="71818B"/>
            </a:solidFill>
          </a:ln>
        </p:spPr>
      </p:sp>
      <p:sp>
        <p:nvSpPr>
          <p:cNvPr id="30" name="">
            <a:extLst xmlns:a="http://schemas.openxmlformats.org/drawingml/2006/main">
              <a:ext uri="{FF2B5EF4-FFF2-40B4-BE49-F238E27FC236}">
                <a16:creationId xmlns:a16="http://schemas.microsoft.com/office/drawing/2014/main" id="{891C1734-4F99-41B8-91D2-C8BF29F42E68}"/>
              </a:ext>
            </a:extLst>
          </p:cNvPr>
          <p:cNvSpPr>
            <a:spLocks xmlns:a="http://schemas.openxmlformats.org/drawingml/2006/main" noGrp="1"/>
          </p:cNvSpPr>
          <p:nvPr/>
        </p:nvSpPr>
        <p:spPr>
          <a:xfrm xmlns:a="http://schemas.openxmlformats.org/drawingml/2006/main">
            <a:off x="2095500" y="2738438"/>
            <a:ext cx="9525" cy="214313"/>
          </a:xfrm>
          <a:custGeom xmlns:a="http://schemas.openxmlformats.org/drawingml/2006/main">
            <a:pathLst>
              <a:path w="9525" h="214313">
                <a:moveTo>
                  <a:pt x="0" y="0"/>
                </a:moveTo>
                <a:lnTo>
                  <a:pt x="0" y="214313"/>
                </a:lnTo>
              </a:path>
            </a:pathLst>
          </a:custGeom>
          <a:noFill xmlns:a="http://schemas.openxmlformats.org/drawingml/2006/main"/>
          <a:ln xmlns:a="http://schemas.openxmlformats.org/drawingml/2006/main" w="38100">
            <a:solidFill>
              <a:srgbClr val="C4483C"/>
            </a:solidFill>
          </a:ln>
        </p:spPr>
      </p:sp>
      <p:sp>
        <p:nvSpPr>
          <p:cNvPr id="31" name="">
            <a:extLst xmlns:a="http://schemas.openxmlformats.org/drawingml/2006/main">
              <a:ext uri="{FF2B5EF4-FFF2-40B4-BE49-F238E27FC236}">
                <a16:creationId xmlns:a16="http://schemas.microsoft.com/office/drawing/2014/main" id="{0F14BAA2-DE67-4E26-B9F1-720C444D4752}"/>
              </a:ext>
            </a:extLst>
          </p:cNvPr>
          <p:cNvSpPr>
            <a:spLocks xmlns:a="http://schemas.openxmlformats.org/drawingml/2006/main" noGrp="1"/>
          </p:cNvSpPr>
          <p:nvPr/>
        </p:nvSpPr>
        <p:spPr>
          <a:xfrm xmlns:a="http://schemas.openxmlformats.org/drawingml/2006/main">
            <a:off x="2047494" y="2838450"/>
            <a:ext cx="96012" cy="114300"/>
          </a:xfrm>
          <a:custGeom xmlns:a="http://schemas.openxmlformats.org/drawingml/2006/main">
            <a:pathLst>
              <a:path w="96012" h="114300">
                <a:moveTo>
                  <a:pt x="48006" y="114300"/>
                </a:moveTo>
                <a:lnTo>
                  <a:pt x="96012" y="0"/>
                </a:lnTo>
                <a:lnTo>
                  <a:pt x="0" y="0"/>
                </a:lnTo>
                <a:close/>
              </a:path>
            </a:pathLst>
          </a:custGeom>
          <a:solidFill xmlns:a="http://schemas.openxmlformats.org/drawingml/2006/main">
            <a:srgbClr val="C4483C"/>
          </a:solidFill>
          <a:ln xmlns:a="http://schemas.openxmlformats.org/drawingml/2006/main" w="4763">
            <a:solidFill>
              <a:srgbClr val="C4483C"/>
            </a:solidFill>
          </a:ln>
        </p:spPr>
      </p:sp>
      <p:sp>
        <p:nvSpPr>
          <p:cNvPr id="32" name="">
            <a:extLst xmlns:a="http://schemas.openxmlformats.org/drawingml/2006/main">
              <a:ext uri="{FF2B5EF4-FFF2-40B4-BE49-F238E27FC236}">
                <a16:creationId xmlns:a16="http://schemas.microsoft.com/office/drawing/2014/main" id="{7B371981-E175-40D0-B928-613916CC9A34}"/>
              </a:ext>
            </a:extLst>
          </p:cNvPr>
          <p:cNvSpPr>
            <a:spLocks xmlns:a="http://schemas.openxmlformats.org/drawingml/2006/main" noGrp="1"/>
          </p:cNvSpPr>
          <p:nvPr/>
        </p:nvSpPr>
        <p:spPr>
          <a:xfrm xmlns:a="http://schemas.openxmlformats.org/drawingml/2006/main">
            <a:off x="3524250" y="2095500"/>
            <a:ext cx="9525" cy="857250"/>
          </a:xfrm>
          <a:custGeom xmlns:a="http://schemas.openxmlformats.org/drawingml/2006/main">
            <a:pathLst>
              <a:path w="9525" h="857250">
                <a:moveTo>
                  <a:pt x="0" y="0"/>
                </a:moveTo>
                <a:lnTo>
                  <a:pt x="0" y="857250"/>
                </a:lnTo>
              </a:path>
            </a:pathLst>
          </a:custGeom>
          <a:noFill xmlns:a="http://schemas.openxmlformats.org/drawingml/2006/main"/>
          <a:ln xmlns:a="http://schemas.openxmlformats.org/drawingml/2006/main" w="38100">
            <a:solidFill>
              <a:srgbClr val="C4483C"/>
            </a:solidFill>
          </a:ln>
        </p:spPr>
      </p:sp>
      <p:sp>
        <p:nvSpPr>
          <p:cNvPr id="33" name="">
            <a:extLst xmlns:a="http://schemas.openxmlformats.org/drawingml/2006/main">
              <a:ext uri="{FF2B5EF4-FFF2-40B4-BE49-F238E27FC236}">
                <a16:creationId xmlns:a16="http://schemas.microsoft.com/office/drawing/2014/main" id="{448F164A-0710-4F69-970F-D1B5208BBCAE}"/>
              </a:ext>
            </a:extLst>
          </p:cNvPr>
          <p:cNvSpPr>
            <a:spLocks xmlns:a="http://schemas.openxmlformats.org/drawingml/2006/main" noGrp="1"/>
          </p:cNvSpPr>
          <p:nvPr/>
        </p:nvSpPr>
        <p:spPr>
          <a:xfrm xmlns:a="http://schemas.openxmlformats.org/drawingml/2006/main">
            <a:off x="3476244" y="2838450"/>
            <a:ext cx="96012" cy="114300"/>
          </a:xfrm>
          <a:custGeom xmlns:a="http://schemas.openxmlformats.org/drawingml/2006/main">
            <a:pathLst>
              <a:path w="96012" h="114300">
                <a:moveTo>
                  <a:pt x="48006" y="114300"/>
                </a:moveTo>
                <a:lnTo>
                  <a:pt x="96012" y="0"/>
                </a:lnTo>
                <a:lnTo>
                  <a:pt x="0" y="0"/>
                </a:lnTo>
                <a:close/>
              </a:path>
            </a:pathLst>
          </a:custGeom>
          <a:solidFill xmlns:a="http://schemas.openxmlformats.org/drawingml/2006/main">
            <a:srgbClr val="C4483C"/>
          </a:solidFill>
          <a:ln xmlns:a="http://schemas.openxmlformats.org/drawingml/2006/main" w="4763">
            <a:solidFill>
              <a:srgbClr val="C4483C"/>
            </a:solidFill>
          </a:ln>
        </p:spPr>
      </p:sp>
      <p:sp>
        <p:nvSpPr>
          <p:cNvPr id="34" name="">
            <a:extLst xmlns:a="http://schemas.openxmlformats.org/drawingml/2006/main">
              <a:ext uri="{FF2B5EF4-FFF2-40B4-BE49-F238E27FC236}">
                <a16:creationId xmlns:a16="http://schemas.microsoft.com/office/drawing/2014/main" id="{D6C6E52F-15E3-4AB9-BD7A-FFD949DA995E}"/>
              </a:ext>
            </a:extLst>
          </p:cNvPr>
          <p:cNvSpPr>
            <a:spLocks xmlns:a="http://schemas.openxmlformats.org/drawingml/2006/main" noGrp="1"/>
          </p:cNvSpPr>
          <p:nvPr/>
        </p:nvSpPr>
        <p:spPr>
          <a:xfrm xmlns:a="http://schemas.openxmlformats.org/drawingml/2006/main">
            <a:off x="4953000" y="2738438"/>
            <a:ext cx="9525" cy="214313"/>
          </a:xfrm>
          <a:custGeom xmlns:a="http://schemas.openxmlformats.org/drawingml/2006/main">
            <a:pathLst>
              <a:path w="9525" h="214313">
                <a:moveTo>
                  <a:pt x="0" y="0"/>
                </a:moveTo>
                <a:lnTo>
                  <a:pt x="0" y="214313"/>
                </a:lnTo>
              </a:path>
            </a:pathLst>
          </a:custGeom>
          <a:noFill xmlns:a="http://schemas.openxmlformats.org/drawingml/2006/main"/>
          <a:ln xmlns:a="http://schemas.openxmlformats.org/drawingml/2006/main" w="38100">
            <a:solidFill>
              <a:srgbClr val="C4483C"/>
            </a:solidFill>
          </a:ln>
        </p:spPr>
      </p:sp>
      <p:sp>
        <p:nvSpPr>
          <p:cNvPr id="35" name="">
            <a:extLst xmlns:a="http://schemas.openxmlformats.org/drawingml/2006/main">
              <a:ext uri="{FF2B5EF4-FFF2-40B4-BE49-F238E27FC236}">
                <a16:creationId xmlns:a16="http://schemas.microsoft.com/office/drawing/2014/main" id="{BC09C390-8114-4DCF-8BC6-5F0901C414BF}"/>
              </a:ext>
            </a:extLst>
          </p:cNvPr>
          <p:cNvSpPr>
            <a:spLocks xmlns:a="http://schemas.openxmlformats.org/drawingml/2006/main" noGrp="1"/>
          </p:cNvSpPr>
          <p:nvPr/>
        </p:nvSpPr>
        <p:spPr>
          <a:xfrm xmlns:a="http://schemas.openxmlformats.org/drawingml/2006/main">
            <a:off x="4904994" y="2838450"/>
            <a:ext cx="96012" cy="114300"/>
          </a:xfrm>
          <a:custGeom xmlns:a="http://schemas.openxmlformats.org/drawingml/2006/main">
            <a:pathLst>
              <a:path w="96012" h="114300">
                <a:moveTo>
                  <a:pt x="48006" y="114300"/>
                </a:moveTo>
                <a:lnTo>
                  <a:pt x="96012" y="0"/>
                </a:lnTo>
                <a:lnTo>
                  <a:pt x="0" y="0"/>
                </a:lnTo>
                <a:close/>
              </a:path>
            </a:pathLst>
          </a:custGeom>
          <a:solidFill xmlns:a="http://schemas.openxmlformats.org/drawingml/2006/main">
            <a:srgbClr val="C4483C"/>
          </a:solidFill>
          <a:ln xmlns:a="http://schemas.openxmlformats.org/drawingml/2006/main" w="4763">
            <a:solidFill>
              <a:srgbClr val="C4483C"/>
            </a:solidFill>
          </a:ln>
        </p:spPr>
      </p:sp>
      <p:sp>
        <p:nvSpPr>
          <p:cNvPr id="36" name="">
            <a:extLst xmlns:a="http://schemas.openxmlformats.org/drawingml/2006/main">
              <a:ext uri="{FF2B5EF4-FFF2-40B4-BE49-F238E27FC236}">
                <a16:creationId xmlns:a16="http://schemas.microsoft.com/office/drawing/2014/main" id="{5651F898-005A-48A2-B59B-EC487593A37A}"/>
              </a:ext>
            </a:extLst>
          </p:cNvPr>
          <p:cNvSpPr>
            <a:spLocks xmlns:a="http://schemas.openxmlformats.org/drawingml/2006/main" noGrp="1"/>
          </p:cNvSpPr>
          <p:nvPr/>
        </p:nvSpPr>
        <p:spPr>
          <a:xfrm xmlns:a="http://schemas.openxmlformats.org/drawingml/2006/main">
            <a:off x="7715250" y="1809750"/>
            <a:ext cx="3524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defRPr sz="2250" b="1">
                <a:solidFill>
                  <a:srgbClr val="263D4D"/>
                </a:solidFill>
                <a:latin typeface="Yu Gothic"/>
                <a:ea typeface="Yu Gothic"/>
                <a:cs typeface="Yu Gothic"/>
              </a:defRPr>
            </a:lvl1pPr>
            <a:lvl2pPr>
              <a:defRPr sz="2250" b="1">
                <a:solidFill>
                  <a:srgbClr val="263D4D"/>
                </a:solidFill>
                <a:latin typeface="Yu Gothic"/>
                <a:ea typeface="Yu Gothic"/>
                <a:cs typeface="Yu Gothic"/>
              </a:defRPr>
            </a:lvl2pPr>
            <a:lvl3pPr>
              <a:defRPr sz="2250" b="1">
                <a:solidFill>
                  <a:srgbClr val="263D4D"/>
                </a:solidFill>
                <a:latin typeface="Yu Gothic"/>
                <a:ea typeface="Yu Gothic"/>
                <a:cs typeface="Yu Gothic"/>
              </a:defRPr>
            </a:lvl3pPr>
            <a:lvl4pPr>
              <a:defRPr sz="2250" b="1">
                <a:solidFill>
                  <a:srgbClr val="263D4D"/>
                </a:solidFill>
                <a:latin typeface="Yu Gothic"/>
                <a:ea typeface="Yu Gothic"/>
                <a:cs typeface="Yu Gothic"/>
              </a:defRPr>
            </a:lvl4pPr>
            <a:lvl5pPr>
              <a:defRPr sz="2250" b="1">
                <a:solidFill>
                  <a:srgbClr val="263D4D"/>
                </a:solidFill>
                <a:latin typeface="Yu Gothic"/>
                <a:ea typeface="Yu Gothic"/>
                <a:cs typeface="Yu Gothic"/>
              </a:defRPr>
            </a:lvl5pPr>
            <a:lvl6pPr>
              <a:defRPr sz="2250" b="1">
                <a:solidFill>
                  <a:srgbClr val="263D4D"/>
                </a:solidFill>
                <a:latin typeface="Yu Gothic"/>
                <a:ea typeface="Yu Gothic"/>
                <a:cs typeface="Yu Gothic"/>
              </a:defRPr>
            </a:lvl6pPr>
            <a:lvl7pPr>
              <a:defRPr sz="2250" b="1">
                <a:solidFill>
                  <a:srgbClr val="263D4D"/>
                </a:solidFill>
                <a:latin typeface="Yu Gothic"/>
                <a:ea typeface="Yu Gothic"/>
                <a:cs typeface="Yu Gothic"/>
              </a:defRPr>
            </a:lvl7pPr>
            <a:lvl8pPr>
              <a:defRPr sz="2250" b="1">
                <a:solidFill>
                  <a:srgbClr val="263D4D"/>
                </a:solidFill>
                <a:latin typeface="Yu Gothic"/>
                <a:ea typeface="Yu Gothic"/>
                <a:cs typeface="Yu Gothic"/>
              </a:defRPr>
            </a:lvl8pPr>
            <a:lvl9pPr>
              <a:defRPr sz="2250" b="1">
                <a:solidFill>
                  <a:srgbClr val="263D4D"/>
                </a:solidFill>
                <a:latin typeface="Yu Gothic"/>
                <a:ea typeface="Yu Gothic"/>
                <a:cs typeface="Yu Gothic"/>
              </a:defRPr>
            </a:lvl9pPr>
          </a:lstStyle>
          <a:p xmlns:a="http://schemas.openxmlformats.org/drawingml/2006/main">
            <a:pPr>
              <a:defRPr sz="2250" b="1">
                <a:solidFill>
                  <a:srgbClr val="263D4D"/>
                </a:solidFill>
                <a:latin typeface="Yu Gothic"/>
                <a:ea typeface="Yu Gothic"/>
                <a:cs typeface="Yu Gothic"/>
              </a:defRPr>
            </a:pPr>
            <a:r>
              <a:rPr sz="2250" b="1">
                <a:solidFill>
                  <a:srgbClr val="263D4D"/>
                </a:solidFill>
                <a:latin typeface="Yu Gothic"/>
                <a:ea typeface="Yu Gothic"/>
                <a:cs typeface="Yu Gothic"/>
              </a:rPr>
              <a:t>瓦の重さ</a:t>
            </a:r>
          </a:p>
        </p:txBody>
      </p:sp>
      <p:sp>
        <p:nvSpPr>
          <p:cNvPr id="37" name="">
            <a:extLst xmlns:a="http://schemas.openxmlformats.org/drawingml/2006/main">
              <a:ext uri="{FF2B5EF4-FFF2-40B4-BE49-F238E27FC236}">
                <a16:creationId xmlns:a16="http://schemas.microsoft.com/office/drawing/2014/main" id="{DC3E53DB-42F2-4974-807C-EFBE56EF1707}"/>
              </a:ext>
            </a:extLst>
          </p:cNvPr>
          <p:cNvSpPr>
            <a:spLocks xmlns:a="http://schemas.openxmlformats.org/drawingml/2006/main" noGrp="1"/>
          </p:cNvSpPr>
          <p:nvPr/>
        </p:nvSpPr>
        <p:spPr>
          <a:xfrm xmlns:a="http://schemas.openxmlformats.org/drawingml/2006/main">
            <a:off x="7429500" y="2857500"/>
            <a:ext cx="3810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63D4D"/>
                </a:solidFill>
                <a:latin typeface="Yu Gothic"/>
                <a:ea typeface="Yu Gothic"/>
                <a:cs typeface="Yu Gothic"/>
              </a:defRPr>
            </a:defPPr>
            <a:lvl1pPr>
              <a:defRPr sz="2100" b="0">
                <a:solidFill>
                  <a:srgbClr val="263D4D"/>
                </a:solidFill>
                <a:latin typeface="Yu Gothic"/>
                <a:ea typeface="Yu Gothic"/>
                <a:cs typeface="Yu Gothic"/>
              </a:defRPr>
            </a:lvl1pPr>
            <a:lvl2pPr>
              <a:defRPr sz="2100" b="0">
                <a:solidFill>
                  <a:srgbClr val="263D4D"/>
                </a:solidFill>
                <a:latin typeface="Yu Gothic"/>
                <a:ea typeface="Yu Gothic"/>
                <a:cs typeface="Yu Gothic"/>
              </a:defRPr>
            </a:lvl2pPr>
            <a:lvl3pPr>
              <a:defRPr sz="2100" b="0">
                <a:solidFill>
                  <a:srgbClr val="263D4D"/>
                </a:solidFill>
                <a:latin typeface="Yu Gothic"/>
                <a:ea typeface="Yu Gothic"/>
                <a:cs typeface="Yu Gothic"/>
              </a:defRPr>
            </a:lvl3pPr>
            <a:lvl4pPr>
              <a:defRPr sz="2100" b="0">
                <a:solidFill>
                  <a:srgbClr val="263D4D"/>
                </a:solidFill>
                <a:latin typeface="Yu Gothic"/>
                <a:ea typeface="Yu Gothic"/>
                <a:cs typeface="Yu Gothic"/>
              </a:defRPr>
            </a:lvl4pPr>
            <a:lvl5pPr>
              <a:defRPr sz="2100" b="0">
                <a:solidFill>
                  <a:srgbClr val="263D4D"/>
                </a:solidFill>
                <a:latin typeface="Yu Gothic"/>
                <a:ea typeface="Yu Gothic"/>
                <a:cs typeface="Yu Gothic"/>
              </a:defRPr>
            </a:lvl5pPr>
            <a:lvl6pPr>
              <a:defRPr sz="2100" b="0">
                <a:solidFill>
                  <a:srgbClr val="263D4D"/>
                </a:solidFill>
                <a:latin typeface="Yu Gothic"/>
                <a:ea typeface="Yu Gothic"/>
                <a:cs typeface="Yu Gothic"/>
              </a:defRPr>
            </a:lvl6pPr>
            <a:lvl7pPr>
              <a:defRPr sz="2100" b="0">
                <a:solidFill>
                  <a:srgbClr val="263D4D"/>
                </a:solidFill>
                <a:latin typeface="Yu Gothic"/>
                <a:ea typeface="Yu Gothic"/>
                <a:cs typeface="Yu Gothic"/>
              </a:defRPr>
            </a:lvl7pPr>
            <a:lvl8pPr>
              <a:defRPr sz="2100" b="0">
                <a:solidFill>
                  <a:srgbClr val="263D4D"/>
                </a:solidFill>
                <a:latin typeface="Yu Gothic"/>
                <a:ea typeface="Yu Gothic"/>
                <a:cs typeface="Yu Gothic"/>
              </a:defRPr>
            </a:lvl8pPr>
            <a:lvl9pPr>
              <a:defRPr sz="2100" b="0">
                <a:solidFill>
                  <a:srgbClr val="263D4D"/>
                </a:solidFill>
                <a:latin typeface="Yu Gothic"/>
                <a:ea typeface="Yu Gothic"/>
                <a:cs typeface="Yu Gothic"/>
              </a:defRPr>
            </a:lvl9pPr>
          </a:lstStyle>
          <a:p xmlns:a="http://schemas.openxmlformats.org/drawingml/2006/main">
            <a:pPr>
              <a:defRPr sz="2100" b="0">
                <a:solidFill>
                  <a:srgbClr val="263D4D"/>
                </a:solidFill>
                <a:latin typeface="Yu Gothic"/>
                <a:ea typeface="Yu Gothic"/>
                <a:cs typeface="Yu Gothic"/>
              </a:defRPr>
            </a:pPr>
            <a:r>
              <a:rPr sz="2100" b="0">
                <a:solidFill>
                  <a:srgbClr val="263D4D"/>
                </a:solidFill>
                <a:latin typeface="Yu Gothic"/>
                <a:ea typeface="Yu Gothic"/>
                <a:cs typeface="Yu Gothic"/>
              </a:rPr>
              <a:t>屋根 → 梁・柱 → 基礎</a:t>
            </a:r>
          </a:p>
        </p:txBody>
      </p:sp>
      <p:sp>
        <p:nvSpPr>
          <p:cNvPr id="38" name="">
            <a:extLst xmlns:a="http://schemas.openxmlformats.org/drawingml/2006/main">
              <a:ext uri="{FF2B5EF4-FFF2-40B4-BE49-F238E27FC236}">
                <a16:creationId xmlns:a16="http://schemas.microsoft.com/office/drawing/2014/main" id="{DE1D0683-AB31-462E-9692-2F553FBD2B1D}"/>
              </a:ext>
            </a:extLst>
          </p:cNvPr>
          <p:cNvSpPr>
            <a:spLocks xmlns:a="http://schemas.openxmlformats.org/drawingml/2006/main" noGrp="1"/>
          </p:cNvSpPr>
          <p:nvPr/>
        </p:nvSpPr>
        <p:spPr>
          <a:xfrm xmlns:a="http://schemas.openxmlformats.org/drawingml/2006/main">
            <a:off x="7429500" y="4143375"/>
            <a:ext cx="3810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63D4D"/>
                </a:solidFill>
                <a:latin typeface="Yu Gothic"/>
                <a:ea typeface="Yu Gothic"/>
                <a:cs typeface="Yu Gothic"/>
              </a:defRPr>
            </a:defPPr>
            <a:lvl1pPr>
              <a:defRPr sz="2100" b="0">
                <a:solidFill>
                  <a:srgbClr val="263D4D"/>
                </a:solidFill>
                <a:latin typeface="Yu Gothic"/>
                <a:ea typeface="Yu Gothic"/>
                <a:cs typeface="Yu Gothic"/>
              </a:defRPr>
            </a:lvl1pPr>
            <a:lvl2pPr>
              <a:defRPr sz="2100" b="0">
                <a:solidFill>
                  <a:srgbClr val="263D4D"/>
                </a:solidFill>
                <a:latin typeface="Yu Gothic"/>
                <a:ea typeface="Yu Gothic"/>
                <a:cs typeface="Yu Gothic"/>
              </a:defRPr>
            </a:lvl2pPr>
            <a:lvl3pPr>
              <a:defRPr sz="2100" b="0">
                <a:solidFill>
                  <a:srgbClr val="263D4D"/>
                </a:solidFill>
                <a:latin typeface="Yu Gothic"/>
                <a:ea typeface="Yu Gothic"/>
                <a:cs typeface="Yu Gothic"/>
              </a:defRPr>
            </a:lvl3pPr>
            <a:lvl4pPr>
              <a:defRPr sz="2100" b="0">
                <a:solidFill>
                  <a:srgbClr val="263D4D"/>
                </a:solidFill>
                <a:latin typeface="Yu Gothic"/>
                <a:ea typeface="Yu Gothic"/>
                <a:cs typeface="Yu Gothic"/>
              </a:defRPr>
            </a:lvl4pPr>
            <a:lvl5pPr>
              <a:defRPr sz="2100" b="0">
                <a:solidFill>
                  <a:srgbClr val="263D4D"/>
                </a:solidFill>
                <a:latin typeface="Yu Gothic"/>
                <a:ea typeface="Yu Gothic"/>
                <a:cs typeface="Yu Gothic"/>
              </a:defRPr>
            </a:lvl5pPr>
            <a:lvl6pPr>
              <a:defRPr sz="2100" b="0">
                <a:solidFill>
                  <a:srgbClr val="263D4D"/>
                </a:solidFill>
                <a:latin typeface="Yu Gothic"/>
                <a:ea typeface="Yu Gothic"/>
                <a:cs typeface="Yu Gothic"/>
              </a:defRPr>
            </a:lvl6pPr>
            <a:lvl7pPr>
              <a:defRPr sz="2100" b="0">
                <a:solidFill>
                  <a:srgbClr val="263D4D"/>
                </a:solidFill>
                <a:latin typeface="Yu Gothic"/>
                <a:ea typeface="Yu Gothic"/>
                <a:cs typeface="Yu Gothic"/>
              </a:defRPr>
            </a:lvl7pPr>
            <a:lvl8pPr>
              <a:defRPr sz="2100" b="0">
                <a:solidFill>
                  <a:srgbClr val="263D4D"/>
                </a:solidFill>
                <a:latin typeface="Yu Gothic"/>
                <a:ea typeface="Yu Gothic"/>
                <a:cs typeface="Yu Gothic"/>
              </a:defRPr>
            </a:lvl8pPr>
            <a:lvl9pPr>
              <a:defRPr sz="2100" b="0">
                <a:solidFill>
                  <a:srgbClr val="263D4D"/>
                </a:solidFill>
                <a:latin typeface="Yu Gothic"/>
                <a:ea typeface="Yu Gothic"/>
                <a:cs typeface="Yu Gothic"/>
              </a:defRPr>
            </a:lvl9pPr>
          </a:lstStyle>
          <a:p xmlns:a="http://schemas.openxmlformats.org/drawingml/2006/main">
            <a:pPr>
              <a:defRPr sz="2100" b="0">
                <a:solidFill>
                  <a:srgbClr val="263D4D"/>
                </a:solidFill>
                <a:latin typeface="Yu Gothic"/>
                <a:ea typeface="Yu Gothic"/>
                <a:cs typeface="Yu Gothic"/>
              </a:defRPr>
            </a:pPr>
            <a:r>
              <a:rPr sz="2100" b="0">
                <a:solidFill>
                  <a:srgbClr val="263D4D"/>
                </a:solidFill>
                <a:latin typeface="Yu Gothic"/>
                <a:ea typeface="Yu Gothic"/>
                <a:cs typeface="Yu Gothic"/>
              </a:rPr>
              <a:t>地盤まで荷重が伝わる</a:t>
            </a:r>
          </a:p>
        </p:txBody>
      </p:sp>
    </p:spTree>
    <p:extLst>
      <p:ext uri="{BB962C8B-B14F-4D97-AF65-F5344CB8AC3E}">
        <p14:creationId xmlns:p14="http://schemas.microsoft.com/office/powerpoint/2010/main" val="123183459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C84A8B5-1363-40A5-BFA0-5A7B814CE4ED}"/>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buNone/>
              <a:defRPr sz="2925" b="1">
                <a:solidFill>
                  <a:srgbClr val="193B59"/>
                </a:solidFill>
                <a:latin typeface="Yu Gothic"/>
                <a:ea typeface="Yu Gothic"/>
                <a:cs typeface="Yu Gothic"/>
              </a:defRPr>
            </a:lvl1pPr>
            <a:lvl2pPr>
              <a:buNone/>
              <a:defRPr sz="2925" b="1">
                <a:solidFill>
                  <a:srgbClr val="193B59"/>
                </a:solidFill>
                <a:latin typeface="Yu Gothic"/>
                <a:ea typeface="Yu Gothic"/>
                <a:cs typeface="Yu Gothic"/>
              </a:defRPr>
            </a:lvl2pPr>
            <a:lvl3pPr>
              <a:buNone/>
              <a:defRPr sz="2925" b="1">
                <a:solidFill>
                  <a:srgbClr val="193B59"/>
                </a:solidFill>
                <a:latin typeface="Yu Gothic"/>
                <a:ea typeface="Yu Gothic"/>
                <a:cs typeface="Yu Gothic"/>
              </a:defRPr>
            </a:lvl3pPr>
            <a:lvl4pPr>
              <a:buNone/>
              <a:defRPr sz="2925" b="1">
                <a:solidFill>
                  <a:srgbClr val="193B59"/>
                </a:solidFill>
                <a:latin typeface="Yu Gothic"/>
                <a:ea typeface="Yu Gothic"/>
                <a:cs typeface="Yu Gothic"/>
              </a:defRPr>
            </a:lvl4pPr>
            <a:lvl5pPr>
              <a:buNone/>
              <a:defRPr sz="2925" b="1">
                <a:solidFill>
                  <a:srgbClr val="193B59"/>
                </a:solidFill>
                <a:latin typeface="Yu Gothic"/>
                <a:ea typeface="Yu Gothic"/>
                <a:cs typeface="Yu Gothic"/>
              </a:defRPr>
            </a:lvl5pPr>
            <a:lvl6pPr>
              <a:buNone/>
              <a:defRPr sz="2925" b="1">
                <a:solidFill>
                  <a:srgbClr val="193B59"/>
                </a:solidFill>
                <a:latin typeface="Yu Gothic"/>
                <a:ea typeface="Yu Gothic"/>
                <a:cs typeface="Yu Gothic"/>
              </a:defRPr>
            </a:lvl6pPr>
            <a:lvl7pPr>
              <a:buNone/>
              <a:defRPr sz="2925" b="1">
                <a:solidFill>
                  <a:srgbClr val="193B59"/>
                </a:solidFill>
                <a:latin typeface="Yu Gothic"/>
                <a:ea typeface="Yu Gothic"/>
                <a:cs typeface="Yu Gothic"/>
              </a:defRPr>
            </a:lvl7pPr>
            <a:lvl8pPr>
              <a:buNone/>
              <a:defRPr sz="2925" b="1">
                <a:solidFill>
                  <a:srgbClr val="193B59"/>
                </a:solidFill>
                <a:latin typeface="Yu Gothic"/>
                <a:ea typeface="Yu Gothic"/>
                <a:cs typeface="Yu Gothic"/>
              </a:defRPr>
            </a:lvl8pPr>
            <a:lvl9pPr>
              <a:buNone/>
              <a:defRPr sz="2925" b="1">
                <a:solidFill>
                  <a:srgbClr val="193B59"/>
                </a:solidFill>
                <a:latin typeface="Yu Gothic"/>
                <a:ea typeface="Yu Gothic"/>
                <a:cs typeface="Yu Gothic"/>
              </a:defRPr>
            </a:lvl9pPr>
          </a:lstStyle>
          <a:p xmlns:a="http://schemas.openxmlformats.org/drawingml/2006/main">
            <a:pPr>
              <a:buNone/>
              <a:defRPr sz="2925" b="1">
                <a:solidFill>
                  <a:srgbClr val="193B59"/>
                </a:solidFill>
                <a:latin typeface="Yu Gothic"/>
                <a:ea typeface="Yu Gothic"/>
                <a:cs typeface="Yu Gothic"/>
              </a:defRPr>
            </a:pPr>
            <a:r>
              <a:rPr sz="2925" b="1">
                <a:solidFill>
                  <a:srgbClr val="193B59"/>
                </a:solidFill>
                <a:latin typeface="Yu Gothic"/>
                <a:ea typeface="Yu Gothic"/>
                <a:cs typeface="Yu Gothic"/>
              </a:rPr>
              <a:t>瓦の大量生産：量と品質</a:t>
            </a:r>
          </a:p>
        </p:txBody>
      </p:sp>
      <p:sp>
        <p:nvSpPr>
          <p:cNvPr id="2" name="">
            <a:extLst xmlns:a="http://schemas.openxmlformats.org/drawingml/2006/main">
              <a:ext uri="{FF2B5EF4-FFF2-40B4-BE49-F238E27FC236}">
                <a16:creationId xmlns:a16="http://schemas.microsoft.com/office/drawing/2014/main" id="{AEB44A49-3EF6-4C0C-B59D-3A3F8A741368}"/>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716978DF-7C00-44ED-89B9-5A39FF8E42D6}"/>
              </a:ext>
            </a:extLst>
          </p:cNvPr>
          <p:cNvSpPr>
            <a:spLocks xmlns:a="http://schemas.openxmlformats.org/drawingml/2006/main" noGrp="1"/>
          </p:cNvSpPr>
          <p:nvPr/>
        </p:nvSpPr>
        <p:spPr>
          <a:xfrm xmlns:a="http://schemas.openxmlformats.org/drawingml/2006/main">
            <a:off x="809625" y="173355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buNone/>
              <a:defRPr sz="2250" b="1">
                <a:solidFill>
                  <a:srgbClr val="263D4D"/>
                </a:solidFill>
                <a:latin typeface="Yu Gothic"/>
                <a:ea typeface="Yu Gothic"/>
                <a:cs typeface="Yu Gothic"/>
              </a:defRPr>
            </a:lvl1pPr>
            <a:lvl2pPr>
              <a:buNone/>
              <a:defRPr sz="2250" b="1">
                <a:solidFill>
                  <a:srgbClr val="263D4D"/>
                </a:solidFill>
                <a:latin typeface="Yu Gothic"/>
                <a:ea typeface="Yu Gothic"/>
                <a:cs typeface="Yu Gothic"/>
              </a:defRPr>
            </a:lvl2pPr>
            <a:lvl3pPr>
              <a:buNone/>
              <a:defRPr sz="2250" b="1">
                <a:solidFill>
                  <a:srgbClr val="263D4D"/>
                </a:solidFill>
                <a:latin typeface="Yu Gothic"/>
                <a:ea typeface="Yu Gothic"/>
                <a:cs typeface="Yu Gothic"/>
              </a:defRPr>
            </a:lvl3pPr>
            <a:lvl4pPr>
              <a:buNone/>
              <a:defRPr sz="2250" b="1">
                <a:solidFill>
                  <a:srgbClr val="263D4D"/>
                </a:solidFill>
                <a:latin typeface="Yu Gothic"/>
                <a:ea typeface="Yu Gothic"/>
                <a:cs typeface="Yu Gothic"/>
              </a:defRPr>
            </a:lvl4pPr>
            <a:lvl5pPr>
              <a:buNone/>
              <a:defRPr sz="2250" b="1">
                <a:solidFill>
                  <a:srgbClr val="263D4D"/>
                </a:solidFill>
                <a:latin typeface="Yu Gothic"/>
                <a:ea typeface="Yu Gothic"/>
                <a:cs typeface="Yu Gothic"/>
              </a:defRPr>
            </a:lvl5pPr>
            <a:lvl6pPr>
              <a:buNone/>
              <a:defRPr sz="2250" b="1">
                <a:solidFill>
                  <a:srgbClr val="263D4D"/>
                </a:solidFill>
                <a:latin typeface="Yu Gothic"/>
                <a:ea typeface="Yu Gothic"/>
                <a:cs typeface="Yu Gothic"/>
              </a:defRPr>
            </a:lvl6pPr>
            <a:lvl7pPr>
              <a:buNone/>
              <a:defRPr sz="2250" b="1">
                <a:solidFill>
                  <a:srgbClr val="263D4D"/>
                </a:solidFill>
                <a:latin typeface="Yu Gothic"/>
                <a:ea typeface="Yu Gothic"/>
                <a:cs typeface="Yu Gothic"/>
              </a:defRPr>
            </a:lvl7pPr>
            <a:lvl8pPr>
              <a:buNone/>
              <a:defRPr sz="2250" b="1">
                <a:solidFill>
                  <a:srgbClr val="263D4D"/>
                </a:solidFill>
                <a:latin typeface="Yu Gothic"/>
                <a:ea typeface="Yu Gothic"/>
                <a:cs typeface="Yu Gothic"/>
              </a:defRPr>
            </a:lvl8pPr>
            <a:lvl9pPr>
              <a:buNone/>
              <a:defRPr sz="2250" b="1">
                <a:solidFill>
                  <a:srgbClr val="263D4D"/>
                </a:solidFill>
                <a:latin typeface="Yu Gothic"/>
                <a:ea typeface="Yu Gothic"/>
                <a:cs typeface="Yu Gothic"/>
              </a:defRPr>
            </a:lvl9pPr>
          </a:lstStyle>
          <a:p xmlns:a="http://schemas.openxmlformats.org/drawingml/2006/main">
            <a:pPr>
              <a:buNone/>
              <a:defRPr sz="2250" b="1">
                <a:solidFill>
                  <a:srgbClr val="263D4D"/>
                </a:solidFill>
                <a:latin typeface="Yu Gothic"/>
                <a:ea typeface="Yu Gothic"/>
                <a:cs typeface="Yu Gothic"/>
              </a:defRPr>
            </a:pPr>
            <a:r>
              <a:rPr sz="2250" b="1">
                <a:solidFill>
                  <a:srgbClr val="263D4D"/>
                </a:solidFill>
                <a:latin typeface="Yu Gothic"/>
                <a:ea typeface="Yu Gothic"/>
                <a:cs typeface="Yu Gothic"/>
              </a:rPr>
              <a:t>窯・原料・職人・輸送を組み合わせる</a:t>
            </a:r>
          </a:p>
        </p:txBody>
      </p:sp>
      <p:sp>
        <p:nvSpPr>
          <p:cNvPr id="4" name="">
            <a:extLst xmlns:a="http://schemas.openxmlformats.org/drawingml/2006/main">
              <a:ext uri="{FF2B5EF4-FFF2-40B4-BE49-F238E27FC236}">
                <a16:creationId xmlns:a16="http://schemas.microsoft.com/office/drawing/2014/main" id="{B3A94B63-B5A2-42CC-871F-BF9ED0CB6676}"/>
              </a:ext>
            </a:extLst>
          </p:cNvPr>
          <p:cNvSpPr>
            <a:spLocks xmlns:a="http://schemas.openxmlformats.org/drawingml/2006/main" noGrp="1"/>
          </p:cNvSpPr>
          <p:nvPr/>
        </p:nvSpPr>
        <p:spPr>
          <a:xfrm xmlns:a="http://schemas.openxmlformats.org/drawingml/2006/main">
            <a:off x="809625" y="2790825"/>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短期間の需要は品質管理を難しくする</a:t>
            </a:r>
          </a:p>
        </p:txBody>
      </p:sp>
      <p:sp>
        <p:nvSpPr>
          <p:cNvPr id="5" name="">
            <a:extLst xmlns:a="http://schemas.openxmlformats.org/drawingml/2006/main">
              <a:ext uri="{FF2B5EF4-FFF2-40B4-BE49-F238E27FC236}">
                <a16:creationId xmlns:a16="http://schemas.microsoft.com/office/drawing/2014/main" id="{91DA69DD-1F5F-4258-9EB5-30B320EBB055}"/>
              </a:ext>
            </a:extLst>
          </p:cNvPr>
          <p:cNvSpPr>
            <a:spLocks xmlns:a="http://schemas.openxmlformats.org/drawingml/2006/main" noGrp="1"/>
          </p:cNvSpPr>
          <p:nvPr/>
        </p:nvSpPr>
        <p:spPr>
          <a:xfrm xmlns:a="http://schemas.openxmlformats.org/drawingml/2006/main">
            <a:off x="809625" y="384810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古い瓦の再利用・補修の痕跡を読む</a:t>
            </a:r>
          </a:p>
        </p:txBody>
      </p:sp>
      <p:sp>
        <p:nvSpPr>
          <p:cNvPr id="6" name="">
            <a:extLst xmlns:a="http://schemas.openxmlformats.org/drawingml/2006/main">
              <a:ext uri="{FF2B5EF4-FFF2-40B4-BE49-F238E27FC236}">
                <a16:creationId xmlns:a16="http://schemas.microsoft.com/office/drawing/2014/main" id="{72C3F459-B497-4B14-9B87-B06E43C4D17E}"/>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参照 [6・15]</a:t>
            </a:r>
          </a:p>
        </p:txBody>
      </p:sp>
      <p:sp>
        <p:nvSpPr>
          <p:cNvPr id="7" name="">
            <a:extLst xmlns:a="http://schemas.openxmlformats.org/drawingml/2006/main">
              <a:ext uri="{FF2B5EF4-FFF2-40B4-BE49-F238E27FC236}">
                <a16:creationId xmlns:a16="http://schemas.microsoft.com/office/drawing/2014/main" id="{5BA2A81A-8295-42FF-B44B-6E538A91FA8A}"/>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発展C</a:t>
            </a:r>
          </a:p>
        </p:txBody>
      </p:sp>
      <p:sp>
        <p:nvSpPr>
          <p:cNvPr id="8" name="">
            <a:extLst xmlns:a="http://schemas.openxmlformats.org/drawingml/2006/main">
              <a:ext uri="{FF2B5EF4-FFF2-40B4-BE49-F238E27FC236}">
                <a16:creationId xmlns:a16="http://schemas.microsoft.com/office/drawing/2014/main" id="{8DB94C34-A02F-439D-9E79-306FCD071580}"/>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16 / 33</a:t>
            </a:r>
          </a:p>
        </p:txBody>
      </p:sp>
    </p:spTree>
    <p:extLst>
      <p:ext uri="{BB962C8B-B14F-4D97-AF65-F5344CB8AC3E}">
        <p14:creationId xmlns:p14="http://schemas.microsoft.com/office/powerpoint/2010/main" val="13739456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DE57417-DFD3-40CE-9F78-F4B38BB471CF}"/>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buNone/>
              <a:defRPr sz="2925" b="1">
                <a:solidFill>
                  <a:srgbClr val="193B59"/>
                </a:solidFill>
                <a:latin typeface="Yu Gothic"/>
                <a:ea typeface="Yu Gothic"/>
                <a:cs typeface="Yu Gothic"/>
              </a:defRPr>
            </a:lvl1pPr>
            <a:lvl2pPr>
              <a:buNone/>
              <a:defRPr sz="2925" b="1">
                <a:solidFill>
                  <a:srgbClr val="193B59"/>
                </a:solidFill>
                <a:latin typeface="Yu Gothic"/>
                <a:ea typeface="Yu Gothic"/>
                <a:cs typeface="Yu Gothic"/>
              </a:defRPr>
            </a:lvl2pPr>
            <a:lvl3pPr>
              <a:buNone/>
              <a:defRPr sz="2925" b="1">
                <a:solidFill>
                  <a:srgbClr val="193B59"/>
                </a:solidFill>
                <a:latin typeface="Yu Gothic"/>
                <a:ea typeface="Yu Gothic"/>
                <a:cs typeface="Yu Gothic"/>
              </a:defRPr>
            </a:lvl3pPr>
            <a:lvl4pPr>
              <a:buNone/>
              <a:defRPr sz="2925" b="1">
                <a:solidFill>
                  <a:srgbClr val="193B59"/>
                </a:solidFill>
                <a:latin typeface="Yu Gothic"/>
                <a:ea typeface="Yu Gothic"/>
                <a:cs typeface="Yu Gothic"/>
              </a:defRPr>
            </a:lvl4pPr>
            <a:lvl5pPr>
              <a:buNone/>
              <a:defRPr sz="2925" b="1">
                <a:solidFill>
                  <a:srgbClr val="193B59"/>
                </a:solidFill>
                <a:latin typeface="Yu Gothic"/>
                <a:ea typeface="Yu Gothic"/>
                <a:cs typeface="Yu Gothic"/>
              </a:defRPr>
            </a:lvl5pPr>
            <a:lvl6pPr>
              <a:buNone/>
              <a:defRPr sz="2925" b="1">
                <a:solidFill>
                  <a:srgbClr val="193B59"/>
                </a:solidFill>
                <a:latin typeface="Yu Gothic"/>
                <a:ea typeface="Yu Gothic"/>
                <a:cs typeface="Yu Gothic"/>
              </a:defRPr>
            </a:lvl6pPr>
            <a:lvl7pPr>
              <a:buNone/>
              <a:defRPr sz="2925" b="1">
                <a:solidFill>
                  <a:srgbClr val="193B59"/>
                </a:solidFill>
                <a:latin typeface="Yu Gothic"/>
                <a:ea typeface="Yu Gothic"/>
                <a:cs typeface="Yu Gothic"/>
              </a:defRPr>
            </a:lvl7pPr>
            <a:lvl8pPr>
              <a:buNone/>
              <a:defRPr sz="2925" b="1">
                <a:solidFill>
                  <a:srgbClr val="193B59"/>
                </a:solidFill>
                <a:latin typeface="Yu Gothic"/>
                <a:ea typeface="Yu Gothic"/>
                <a:cs typeface="Yu Gothic"/>
              </a:defRPr>
            </a:lvl8pPr>
            <a:lvl9pPr>
              <a:buNone/>
              <a:defRPr sz="2925" b="1">
                <a:solidFill>
                  <a:srgbClr val="193B59"/>
                </a:solidFill>
                <a:latin typeface="Yu Gothic"/>
                <a:ea typeface="Yu Gothic"/>
                <a:cs typeface="Yu Gothic"/>
              </a:defRPr>
            </a:lvl9pPr>
          </a:lstStyle>
          <a:p xmlns:a="http://schemas.openxmlformats.org/drawingml/2006/main">
            <a:pPr>
              <a:buNone/>
              <a:defRPr sz="2925" b="1">
                <a:solidFill>
                  <a:srgbClr val="193B59"/>
                </a:solidFill>
                <a:latin typeface="Yu Gothic"/>
                <a:ea typeface="Yu Gothic"/>
                <a:cs typeface="Yu Gothic"/>
              </a:defRPr>
            </a:pPr>
            <a:r>
              <a:rPr sz="2925" b="1">
                <a:solidFill>
                  <a:srgbClr val="193B59"/>
                </a:solidFill>
                <a:latin typeface="Yu Gothic"/>
                <a:ea typeface="Yu Gothic"/>
                <a:cs typeface="Yu Gothic"/>
              </a:rPr>
              <a:t>金属は鉱石だけから生まれない</a:t>
            </a:r>
          </a:p>
        </p:txBody>
      </p:sp>
      <p:sp>
        <p:nvSpPr>
          <p:cNvPr id="2" name="">
            <a:extLst xmlns:a="http://schemas.openxmlformats.org/drawingml/2006/main">
              <a:ext uri="{FF2B5EF4-FFF2-40B4-BE49-F238E27FC236}">
                <a16:creationId xmlns:a16="http://schemas.microsoft.com/office/drawing/2014/main" id="{B4072ABE-684F-4FF1-9D64-1350DE79F745}"/>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EEF5AB78-14AC-4E94-A7DA-D2DF63AD364E}"/>
              </a:ext>
            </a:extLst>
          </p:cNvPr>
          <p:cNvSpPr>
            <a:spLocks xmlns:a="http://schemas.openxmlformats.org/drawingml/2006/main" noGrp="1"/>
          </p:cNvSpPr>
          <p:nvPr/>
        </p:nvSpPr>
        <p:spPr>
          <a:xfrm xmlns:a="http://schemas.openxmlformats.org/drawingml/2006/main">
            <a:off x="809625" y="173355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buNone/>
              <a:defRPr sz="2250" b="1">
                <a:solidFill>
                  <a:srgbClr val="263D4D"/>
                </a:solidFill>
                <a:latin typeface="Yu Gothic"/>
                <a:ea typeface="Yu Gothic"/>
                <a:cs typeface="Yu Gothic"/>
              </a:defRPr>
            </a:lvl1pPr>
            <a:lvl2pPr>
              <a:buNone/>
              <a:defRPr sz="2250" b="1">
                <a:solidFill>
                  <a:srgbClr val="263D4D"/>
                </a:solidFill>
                <a:latin typeface="Yu Gothic"/>
                <a:ea typeface="Yu Gothic"/>
                <a:cs typeface="Yu Gothic"/>
              </a:defRPr>
            </a:lvl2pPr>
            <a:lvl3pPr>
              <a:buNone/>
              <a:defRPr sz="2250" b="1">
                <a:solidFill>
                  <a:srgbClr val="263D4D"/>
                </a:solidFill>
                <a:latin typeface="Yu Gothic"/>
                <a:ea typeface="Yu Gothic"/>
                <a:cs typeface="Yu Gothic"/>
              </a:defRPr>
            </a:lvl3pPr>
            <a:lvl4pPr>
              <a:buNone/>
              <a:defRPr sz="2250" b="1">
                <a:solidFill>
                  <a:srgbClr val="263D4D"/>
                </a:solidFill>
                <a:latin typeface="Yu Gothic"/>
                <a:ea typeface="Yu Gothic"/>
                <a:cs typeface="Yu Gothic"/>
              </a:defRPr>
            </a:lvl4pPr>
            <a:lvl5pPr>
              <a:buNone/>
              <a:defRPr sz="2250" b="1">
                <a:solidFill>
                  <a:srgbClr val="263D4D"/>
                </a:solidFill>
                <a:latin typeface="Yu Gothic"/>
                <a:ea typeface="Yu Gothic"/>
                <a:cs typeface="Yu Gothic"/>
              </a:defRPr>
            </a:lvl5pPr>
            <a:lvl6pPr>
              <a:buNone/>
              <a:defRPr sz="2250" b="1">
                <a:solidFill>
                  <a:srgbClr val="263D4D"/>
                </a:solidFill>
                <a:latin typeface="Yu Gothic"/>
                <a:ea typeface="Yu Gothic"/>
                <a:cs typeface="Yu Gothic"/>
              </a:defRPr>
            </a:lvl6pPr>
            <a:lvl7pPr>
              <a:buNone/>
              <a:defRPr sz="2250" b="1">
                <a:solidFill>
                  <a:srgbClr val="263D4D"/>
                </a:solidFill>
                <a:latin typeface="Yu Gothic"/>
                <a:ea typeface="Yu Gothic"/>
                <a:cs typeface="Yu Gothic"/>
              </a:defRPr>
            </a:lvl7pPr>
            <a:lvl8pPr>
              <a:buNone/>
              <a:defRPr sz="2250" b="1">
                <a:solidFill>
                  <a:srgbClr val="263D4D"/>
                </a:solidFill>
                <a:latin typeface="Yu Gothic"/>
                <a:ea typeface="Yu Gothic"/>
                <a:cs typeface="Yu Gothic"/>
              </a:defRPr>
            </a:lvl8pPr>
            <a:lvl9pPr>
              <a:buNone/>
              <a:defRPr sz="2250" b="1">
                <a:solidFill>
                  <a:srgbClr val="263D4D"/>
                </a:solidFill>
                <a:latin typeface="Yu Gothic"/>
                <a:ea typeface="Yu Gothic"/>
                <a:cs typeface="Yu Gothic"/>
              </a:defRPr>
            </a:lvl9pPr>
          </a:lstStyle>
          <a:p xmlns:a="http://schemas.openxmlformats.org/drawingml/2006/main">
            <a:pPr>
              <a:buNone/>
              <a:defRPr sz="2250" b="1">
                <a:solidFill>
                  <a:srgbClr val="263D4D"/>
                </a:solidFill>
                <a:latin typeface="Yu Gothic"/>
                <a:ea typeface="Yu Gothic"/>
                <a:cs typeface="Yu Gothic"/>
              </a:defRPr>
            </a:pPr>
            <a:r>
              <a:rPr sz="2250" b="1">
                <a:solidFill>
                  <a:srgbClr val="263D4D"/>
                </a:solidFill>
                <a:latin typeface="Yu Gothic"/>
                <a:ea typeface="Yu Gothic"/>
                <a:cs typeface="Yu Gothic"/>
              </a:rPr>
              <a:t>原料、燃料、送風、炉、工具が必要</a:t>
            </a:r>
          </a:p>
        </p:txBody>
      </p:sp>
      <p:sp>
        <p:nvSpPr>
          <p:cNvPr id="4" name="">
            <a:extLst xmlns:a="http://schemas.openxmlformats.org/drawingml/2006/main">
              <a:ext uri="{FF2B5EF4-FFF2-40B4-BE49-F238E27FC236}">
                <a16:creationId xmlns:a16="http://schemas.microsoft.com/office/drawing/2014/main" id="{7B4AF5D5-A5F8-4AE6-99C3-22D3B70712CF}"/>
              </a:ext>
            </a:extLst>
          </p:cNvPr>
          <p:cNvSpPr>
            <a:spLocks xmlns:a="http://schemas.openxmlformats.org/drawingml/2006/main" noGrp="1"/>
          </p:cNvSpPr>
          <p:nvPr/>
        </p:nvSpPr>
        <p:spPr>
          <a:xfrm xmlns:a="http://schemas.openxmlformats.org/drawingml/2006/main">
            <a:off x="809625" y="2790825"/>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温度と雰囲気で得られる材が変わる</a:t>
            </a:r>
          </a:p>
        </p:txBody>
      </p:sp>
      <p:sp>
        <p:nvSpPr>
          <p:cNvPr id="5" name="">
            <a:extLst xmlns:a="http://schemas.openxmlformats.org/drawingml/2006/main">
              <a:ext uri="{FF2B5EF4-FFF2-40B4-BE49-F238E27FC236}">
                <a16:creationId xmlns:a16="http://schemas.microsoft.com/office/drawing/2014/main" id="{85B995B8-A0F8-4386-83BE-6B5AF4B7D876}"/>
              </a:ext>
            </a:extLst>
          </p:cNvPr>
          <p:cNvSpPr>
            <a:spLocks xmlns:a="http://schemas.openxmlformats.org/drawingml/2006/main" noGrp="1"/>
          </p:cNvSpPr>
          <p:nvPr/>
        </p:nvSpPr>
        <p:spPr>
          <a:xfrm xmlns:a="http://schemas.openxmlformats.org/drawingml/2006/main">
            <a:off x="809625" y="384810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加工と熱処理で用途に合わせる</a:t>
            </a:r>
          </a:p>
        </p:txBody>
      </p:sp>
      <p:sp>
        <p:nvSpPr>
          <p:cNvPr id="6" name="">
            <a:extLst xmlns:a="http://schemas.openxmlformats.org/drawingml/2006/main">
              <a:ext uri="{FF2B5EF4-FFF2-40B4-BE49-F238E27FC236}">
                <a16:creationId xmlns:a16="http://schemas.microsoft.com/office/drawing/2014/main" id="{8CB11B46-355C-400E-99F9-4F176D84C79B}"/>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参照 [8・9・10]</a:t>
            </a:r>
          </a:p>
        </p:txBody>
      </p:sp>
      <p:sp>
        <p:nvSpPr>
          <p:cNvPr id="7" name="">
            <a:extLst xmlns:a="http://schemas.openxmlformats.org/drawingml/2006/main">
              <a:ext uri="{FF2B5EF4-FFF2-40B4-BE49-F238E27FC236}">
                <a16:creationId xmlns:a16="http://schemas.microsoft.com/office/drawing/2014/main" id="{B8B67FEC-C01B-4AB9-A80C-11C0E7932B2D}"/>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発展C</a:t>
            </a:r>
          </a:p>
        </p:txBody>
      </p:sp>
      <p:sp>
        <p:nvSpPr>
          <p:cNvPr id="8" name="">
            <a:extLst xmlns:a="http://schemas.openxmlformats.org/drawingml/2006/main">
              <a:ext uri="{FF2B5EF4-FFF2-40B4-BE49-F238E27FC236}">
                <a16:creationId xmlns:a16="http://schemas.microsoft.com/office/drawing/2014/main" id="{F8C6D17C-7AFB-4B6F-8A11-43E232B36260}"/>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17 / 33</a:t>
            </a:r>
          </a:p>
        </p:txBody>
      </p:sp>
    </p:spTree>
    <p:extLst>
      <p:ext uri="{BB962C8B-B14F-4D97-AF65-F5344CB8AC3E}">
        <p14:creationId xmlns:p14="http://schemas.microsoft.com/office/powerpoint/2010/main" val="112722970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CCB4ECB0-6290-4D11-AA03-B772518476E4}"/>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buNone/>
              <a:defRPr sz="2925" b="1">
                <a:solidFill>
                  <a:srgbClr val="193B59"/>
                </a:solidFill>
                <a:latin typeface="Yu Gothic"/>
                <a:ea typeface="Yu Gothic"/>
                <a:cs typeface="Yu Gothic"/>
              </a:defRPr>
            </a:lvl1pPr>
            <a:lvl2pPr>
              <a:buNone/>
              <a:defRPr sz="2925" b="1">
                <a:solidFill>
                  <a:srgbClr val="193B59"/>
                </a:solidFill>
                <a:latin typeface="Yu Gothic"/>
                <a:ea typeface="Yu Gothic"/>
                <a:cs typeface="Yu Gothic"/>
              </a:defRPr>
            </a:lvl2pPr>
            <a:lvl3pPr>
              <a:buNone/>
              <a:defRPr sz="2925" b="1">
                <a:solidFill>
                  <a:srgbClr val="193B59"/>
                </a:solidFill>
                <a:latin typeface="Yu Gothic"/>
                <a:ea typeface="Yu Gothic"/>
                <a:cs typeface="Yu Gothic"/>
              </a:defRPr>
            </a:lvl3pPr>
            <a:lvl4pPr>
              <a:buNone/>
              <a:defRPr sz="2925" b="1">
                <a:solidFill>
                  <a:srgbClr val="193B59"/>
                </a:solidFill>
                <a:latin typeface="Yu Gothic"/>
                <a:ea typeface="Yu Gothic"/>
                <a:cs typeface="Yu Gothic"/>
              </a:defRPr>
            </a:lvl4pPr>
            <a:lvl5pPr>
              <a:buNone/>
              <a:defRPr sz="2925" b="1">
                <a:solidFill>
                  <a:srgbClr val="193B59"/>
                </a:solidFill>
                <a:latin typeface="Yu Gothic"/>
                <a:ea typeface="Yu Gothic"/>
                <a:cs typeface="Yu Gothic"/>
              </a:defRPr>
            </a:lvl5pPr>
            <a:lvl6pPr>
              <a:buNone/>
              <a:defRPr sz="2925" b="1">
                <a:solidFill>
                  <a:srgbClr val="193B59"/>
                </a:solidFill>
                <a:latin typeface="Yu Gothic"/>
                <a:ea typeface="Yu Gothic"/>
                <a:cs typeface="Yu Gothic"/>
              </a:defRPr>
            </a:lvl6pPr>
            <a:lvl7pPr>
              <a:buNone/>
              <a:defRPr sz="2925" b="1">
                <a:solidFill>
                  <a:srgbClr val="193B59"/>
                </a:solidFill>
                <a:latin typeface="Yu Gothic"/>
                <a:ea typeface="Yu Gothic"/>
                <a:cs typeface="Yu Gothic"/>
              </a:defRPr>
            </a:lvl7pPr>
            <a:lvl8pPr>
              <a:buNone/>
              <a:defRPr sz="2925" b="1">
                <a:solidFill>
                  <a:srgbClr val="193B59"/>
                </a:solidFill>
                <a:latin typeface="Yu Gothic"/>
                <a:ea typeface="Yu Gothic"/>
                <a:cs typeface="Yu Gothic"/>
              </a:defRPr>
            </a:lvl8pPr>
            <a:lvl9pPr>
              <a:buNone/>
              <a:defRPr sz="2925" b="1">
                <a:solidFill>
                  <a:srgbClr val="193B59"/>
                </a:solidFill>
                <a:latin typeface="Yu Gothic"/>
                <a:ea typeface="Yu Gothic"/>
                <a:cs typeface="Yu Gothic"/>
              </a:defRPr>
            </a:lvl9pPr>
          </a:lstStyle>
          <a:p xmlns:a="http://schemas.openxmlformats.org/drawingml/2006/main">
            <a:pPr>
              <a:buNone/>
              <a:defRPr sz="2925" b="1">
                <a:solidFill>
                  <a:srgbClr val="193B59"/>
                </a:solidFill>
                <a:latin typeface="Yu Gothic"/>
                <a:ea typeface="Yu Gothic"/>
                <a:cs typeface="Yu Gothic"/>
              </a:defRPr>
            </a:pPr>
            <a:r>
              <a:rPr sz="2925" b="1">
                <a:solidFill>
                  <a:srgbClr val="193B59"/>
                </a:solidFill>
                <a:latin typeface="Yu Gothic"/>
                <a:ea typeface="Yu Gothic"/>
                <a:cs typeface="Yu Gothic"/>
              </a:rPr>
              <a:t>たたら：砂鉄と木炭の結び付き</a:t>
            </a:r>
          </a:p>
        </p:txBody>
      </p:sp>
      <p:sp>
        <p:nvSpPr>
          <p:cNvPr id="2" name="">
            <a:extLst xmlns:a="http://schemas.openxmlformats.org/drawingml/2006/main">
              <a:ext uri="{FF2B5EF4-FFF2-40B4-BE49-F238E27FC236}">
                <a16:creationId xmlns:a16="http://schemas.microsoft.com/office/drawing/2014/main" id="{B36E6590-4CE9-4BC8-9430-24A7C34A87FA}"/>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20" name="">
            <a:extLst xmlns:a="http://schemas.openxmlformats.org/drawingml/2006/main">
              <a:ext uri="{FF2B5EF4-FFF2-40B4-BE49-F238E27FC236}">
                <a16:creationId xmlns:a16="http://schemas.microsoft.com/office/drawing/2014/main" id="{FB6A9E46-4F5A-4BA3-AF3A-75B9D44E7E79}"/>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参照 [8・9・10]</a:t>
            </a:r>
          </a:p>
        </p:txBody>
      </p:sp>
      <p:sp>
        <p:nvSpPr>
          <p:cNvPr id="21" name="">
            <a:extLst xmlns:a="http://schemas.openxmlformats.org/drawingml/2006/main">
              <a:ext uri="{FF2B5EF4-FFF2-40B4-BE49-F238E27FC236}">
                <a16:creationId xmlns:a16="http://schemas.microsoft.com/office/drawing/2014/main" id="{A0FA5CE2-BF62-45C2-966C-C6BA1DC13D2D}"/>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発展C</a:t>
            </a:r>
          </a:p>
        </p:txBody>
      </p:sp>
      <p:sp>
        <p:nvSpPr>
          <p:cNvPr id="22" name="">
            <a:extLst xmlns:a="http://schemas.openxmlformats.org/drawingml/2006/main">
              <a:ext uri="{FF2B5EF4-FFF2-40B4-BE49-F238E27FC236}">
                <a16:creationId xmlns:a16="http://schemas.microsoft.com/office/drawing/2014/main" id="{4ADCEEBC-96BD-4CC7-9997-0437520BF501}"/>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18 / 33</a:t>
            </a:r>
          </a:p>
        </p:txBody>
      </p:sp>
      <p:sp>
        <p:nvSpPr>
          <p:cNvPr id="24" name="">
            <a:extLst xmlns:a="http://schemas.openxmlformats.org/drawingml/2006/main">
              <a:ext uri="{FF2B5EF4-FFF2-40B4-BE49-F238E27FC236}">
                <a16:creationId xmlns:a16="http://schemas.microsoft.com/office/drawing/2014/main" id="{080F1082-4516-4AD1-B95B-1E05354D7F93}"/>
              </a:ext>
            </a:extLst>
          </p:cNvPr>
          <p:cNvSpPr>
            <a:spLocks xmlns:a="http://schemas.openxmlformats.org/drawingml/2006/main" noGrp="1"/>
          </p:cNvSpPr>
          <p:nvPr/>
        </p:nvSpPr>
        <p:spPr>
          <a:xfrm xmlns:a="http://schemas.openxmlformats.org/drawingml/2006/main">
            <a:off x="857250" y="1809750"/>
            <a:ext cx="2857500" cy="952500"/>
          </a:xfrm>
          <a:prstGeom xmlns:a="http://schemas.openxmlformats.org/drawingml/2006/main" prst="rect">
            <a:avLst/>
          </a:prstGeom>
          <a:solidFill xmlns:a="http://schemas.openxmlformats.org/drawingml/2006/main">
            <a:srgbClr val="F3EBDD"/>
          </a:solidFill>
          <a:ln xmlns:a="http://schemas.openxmlformats.org/drawingml/2006/main" w="16193">
            <a:solidFill>
              <a:srgbClr val="AD8760"/>
            </a:solidFill>
          </a:ln>
        </p:spPr>
      </p:sp>
      <p:sp>
        <p:nvSpPr>
          <p:cNvPr id="25" name="">
            <a:extLst xmlns:a="http://schemas.openxmlformats.org/drawingml/2006/main">
              <a:ext uri="{FF2B5EF4-FFF2-40B4-BE49-F238E27FC236}">
                <a16:creationId xmlns:a16="http://schemas.microsoft.com/office/drawing/2014/main" id="{2ECEA2DB-CE0B-43F9-B7B0-7803EB65FBA5}"/>
              </a:ext>
            </a:extLst>
          </p:cNvPr>
          <p:cNvSpPr>
            <a:spLocks xmlns:a="http://schemas.openxmlformats.org/drawingml/2006/main" noGrp="1"/>
          </p:cNvSpPr>
          <p:nvPr/>
        </p:nvSpPr>
        <p:spPr>
          <a:xfrm xmlns:a="http://schemas.openxmlformats.org/drawingml/2006/main">
            <a:off x="857250" y="2000250"/>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100" b="1">
                <a:solidFill>
                  <a:srgbClr val="263D4D"/>
                </a:solidFill>
                <a:latin typeface="Yu Gothic"/>
                <a:ea typeface="Yu Gothic"/>
                <a:cs typeface="Yu Gothic"/>
              </a:defRPr>
            </a:defPPr>
            <a:lvl1pPr algn="ctr">
              <a:defRPr sz="2100" b="1">
                <a:solidFill>
                  <a:srgbClr val="263D4D"/>
                </a:solidFill>
                <a:latin typeface="Yu Gothic"/>
                <a:ea typeface="Yu Gothic"/>
                <a:cs typeface="Yu Gothic"/>
              </a:defRPr>
            </a:lvl1pPr>
            <a:lvl2pPr algn="ctr">
              <a:defRPr sz="2100" b="1">
                <a:solidFill>
                  <a:srgbClr val="263D4D"/>
                </a:solidFill>
                <a:latin typeface="Yu Gothic"/>
                <a:ea typeface="Yu Gothic"/>
                <a:cs typeface="Yu Gothic"/>
              </a:defRPr>
            </a:lvl2pPr>
            <a:lvl3pPr algn="ctr">
              <a:defRPr sz="2100" b="1">
                <a:solidFill>
                  <a:srgbClr val="263D4D"/>
                </a:solidFill>
                <a:latin typeface="Yu Gothic"/>
                <a:ea typeface="Yu Gothic"/>
                <a:cs typeface="Yu Gothic"/>
              </a:defRPr>
            </a:lvl3pPr>
            <a:lvl4pPr algn="ctr">
              <a:defRPr sz="2100" b="1">
                <a:solidFill>
                  <a:srgbClr val="263D4D"/>
                </a:solidFill>
                <a:latin typeface="Yu Gothic"/>
                <a:ea typeface="Yu Gothic"/>
                <a:cs typeface="Yu Gothic"/>
              </a:defRPr>
            </a:lvl4pPr>
            <a:lvl5pPr algn="ctr">
              <a:defRPr sz="2100" b="1">
                <a:solidFill>
                  <a:srgbClr val="263D4D"/>
                </a:solidFill>
                <a:latin typeface="Yu Gothic"/>
                <a:ea typeface="Yu Gothic"/>
                <a:cs typeface="Yu Gothic"/>
              </a:defRPr>
            </a:lvl5pPr>
            <a:lvl6pPr algn="ctr">
              <a:defRPr sz="2100" b="1">
                <a:solidFill>
                  <a:srgbClr val="263D4D"/>
                </a:solidFill>
                <a:latin typeface="Yu Gothic"/>
                <a:ea typeface="Yu Gothic"/>
                <a:cs typeface="Yu Gothic"/>
              </a:defRPr>
            </a:lvl6pPr>
            <a:lvl7pPr algn="ctr">
              <a:defRPr sz="2100" b="1">
                <a:solidFill>
                  <a:srgbClr val="263D4D"/>
                </a:solidFill>
                <a:latin typeface="Yu Gothic"/>
                <a:ea typeface="Yu Gothic"/>
                <a:cs typeface="Yu Gothic"/>
              </a:defRPr>
            </a:lvl7pPr>
            <a:lvl8pPr algn="ctr">
              <a:defRPr sz="2100" b="1">
                <a:solidFill>
                  <a:srgbClr val="263D4D"/>
                </a:solidFill>
                <a:latin typeface="Yu Gothic"/>
                <a:ea typeface="Yu Gothic"/>
                <a:cs typeface="Yu Gothic"/>
              </a:defRPr>
            </a:lvl8pPr>
            <a:lvl9pPr algn="ctr">
              <a:defRPr sz="2100" b="1">
                <a:solidFill>
                  <a:srgbClr val="263D4D"/>
                </a:solidFill>
                <a:latin typeface="Yu Gothic"/>
                <a:ea typeface="Yu Gothic"/>
                <a:cs typeface="Yu Gothic"/>
              </a:defRPr>
            </a:lvl9pPr>
          </a:lstStyle>
          <a:p xmlns:a="http://schemas.openxmlformats.org/drawingml/2006/main">
            <a:pPr algn="ctr">
              <a:defRPr sz="2100" b="1">
                <a:solidFill>
                  <a:srgbClr val="263D4D"/>
                </a:solidFill>
                <a:latin typeface="Yu Gothic"/>
                <a:ea typeface="Yu Gothic"/>
                <a:cs typeface="Yu Gothic"/>
              </a:defRPr>
            </a:pPr>
            <a:r>
              <a:rPr sz="2100" b="1">
                <a:solidFill>
                  <a:srgbClr val="263D4D"/>
                </a:solidFill>
                <a:latin typeface="Yu Gothic"/>
                <a:ea typeface="Yu Gothic"/>
                <a:cs typeface="Yu Gothic"/>
              </a:rPr>
              <a:t>砂鉄：原料</a:t>
            </a:r>
          </a:p>
        </p:txBody>
      </p:sp>
      <p:sp>
        <p:nvSpPr>
          <p:cNvPr id="26" name="">
            <a:extLst xmlns:a="http://schemas.openxmlformats.org/drawingml/2006/main">
              <a:ext uri="{FF2B5EF4-FFF2-40B4-BE49-F238E27FC236}">
                <a16:creationId xmlns:a16="http://schemas.microsoft.com/office/drawing/2014/main" id="{D6D21716-8265-417C-A721-4A8649E69C6F}"/>
              </a:ext>
            </a:extLst>
          </p:cNvPr>
          <p:cNvSpPr>
            <a:spLocks xmlns:a="http://schemas.openxmlformats.org/drawingml/2006/main" noGrp="1"/>
          </p:cNvSpPr>
          <p:nvPr/>
        </p:nvSpPr>
        <p:spPr>
          <a:xfrm xmlns:a="http://schemas.openxmlformats.org/drawingml/2006/main">
            <a:off x="857250" y="3619500"/>
            <a:ext cx="2857500" cy="952500"/>
          </a:xfrm>
          <a:prstGeom xmlns:a="http://schemas.openxmlformats.org/drawingml/2006/main" prst="rect">
            <a:avLst/>
          </a:prstGeom>
          <a:solidFill xmlns:a="http://schemas.openxmlformats.org/drawingml/2006/main">
            <a:srgbClr val="E5EFE4"/>
          </a:solidFill>
          <a:ln xmlns:a="http://schemas.openxmlformats.org/drawingml/2006/main" w="16193">
            <a:solidFill>
              <a:srgbClr val="087E8B"/>
            </a:solidFill>
          </a:ln>
        </p:spPr>
      </p:sp>
      <p:sp>
        <p:nvSpPr>
          <p:cNvPr id="27" name="">
            <a:extLst xmlns:a="http://schemas.openxmlformats.org/drawingml/2006/main">
              <a:ext uri="{FF2B5EF4-FFF2-40B4-BE49-F238E27FC236}">
                <a16:creationId xmlns:a16="http://schemas.microsoft.com/office/drawing/2014/main" id="{6F538D2B-80DA-4EB9-B037-ACFF749A21D9}"/>
              </a:ext>
            </a:extLst>
          </p:cNvPr>
          <p:cNvSpPr>
            <a:spLocks xmlns:a="http://schemas.openxmlformats.org/drawingml/2006/main" noGrp="1"/>
          </p:cNvSpPr>
          <p:nvPr/>
        </p:nvSpPr>
        <p:spPr>
          <a:xfrm xmlns:a="http://schemas.openxmlformats.org/drawingml/2006/main">
            <a:off x="857250" y="3810000"/>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100" b="1">
                <a:solidFill>
                  <a:srgbClr val="263D4D"/>
                </a:solidFill>
                <a:latin typeface="Yu Gothic"/>
                <a:ea typeface="Yu Gothic"/>
                <a:cs typeface="Yu Gothic"/>
              </a:defRPr>
            </a:defPPr>
            <a:lvl1pPr algn="ctr">
              <a:defRPr sz="2100" b="1">
                <a:solidFill>
                  <a:srgbClr val="263D4D"/>
                </a:solidFill>
                <a:latin typeface="Yu Gothic"/>
                <a:ea typeface="Yu Gothic"/>
                <a:cs typeface="Yu Gothic"/>
              </a:defRPr>
            </a:lvl1pPr>
            <a:lvl2pPr algn="ctr">
              <a:defRPr sz="2100" b="1">
                <a:solidFill>
                  <a:srgbClr val="263D4D"/>
                </a:solidFill>
                <a:latin typeface="Yu Gothic"/>
                <a:ea typeface="Yu Gothic"/>
                <a:cs typeface="Yu Gothic"/>
              </a:defRPr>
            </a:lvl2pPr>
            <a:lvl3pPr algn="ctr">
              <a:defRPr sz="2100" b="1">
                <a:solidFill>
                  <a:srgbClr val="263D4D"/>
                </a:solidFill>
                <a:latin typeface="Yu Gothic"/>
                <a:ea typeface="Yu Gothic"/>
                <a:cs typeface="Yu Gothic"/>
              </a:defRPr>
            </a:lvl3pPr>
            <a:lvl4pPr algn="ctr">
              <a:defRPr sz="2100" b="1">
                <a:solidFill>
                  <a:srgbClr val="263D4D"/>
                </a:solidFill>
                <a:latin typeface="Yu Gothic"/>
                <a:ea typeface="Yu Gothic"/>
                <a:cs typeface="Yu Gothic"/>
              </a:defRPr>
            </a:lvl4pPr>
            <a:lvl5pPr algn="ctr">
              <a:defRPr sz="2100" b="1">
                <a:solidFill>
                  <a:srgbClr val="263D4D"/>
                </a:solidFill>
                <a:latin typeface="Yu Gothic"/>
                <a:ea typeface="Yu Gothic"/>
                <a:cs typeface="Yu Gothic"/>
              </a:defRPr>
            </a:lvl5pPr>
            <a:lvl6pPr algn="ctr">
              <a:defRPr sz="2100" b="1">
                <a:solidFill>
                  <a:srgbClr val="263D4D"/>
                </a:solidFill>
                <a:latin typeface="Yu Gothic"/>
                <a:ea typeface="Yu Gothic"/>
                <a:cs typeface="Yu Gothic"/>
              </a:defRPr>
            </a:lvl6pPr>
            <a:lvl7pPr algn="ctr">
              <a:defRPr sz="2100" b="1">
                <a:solidFill>
                  <a:srgbClr val="263D4D"/>
                </a:solidFill>
                <a:latin typeface="Yu Gothic"/>
                <a:ea typeface="Yu Gothic"/>
                <a:cs typeface="Yu Gothic"/>
              </a:defRPr>
            </a:lvl7pPr>
            <a:lvl8pPr algn="ctr">
              <a:defRPr sz="2100" b="1">
                <a:solidFill>
                  <a:srgbClr val="263D4D"/>
                </a:solidFill>
                <a:latin typeface="Yu Gothic"/>
                <a:ea typeface="Yu Gothic"/>
                <a:cs typeface="Yu Gothic"/>
              </a:defRPr>
            </a:lvl8pPr>
            <a:lvl9pPr algn="ctr">
              <a:defRPr sz="2100" b="1">
                <a:solidFill>
                  <a:srgbClr val="263D4D"/>
                </a:solidFill>
                <a:latin typeface="Yu Gothic"/>
                <a:ea typeface="Yu Gothic"/>
                <a:cs typeface="Yu Gothic"/>
              </a:defRPr>
            </a:lvl9pPr>
          </a:lstStyle>
          <a:p xmlns:a="http://schemas.openxmlformats.org/drawingml/2006/main">
            <a:pPr algn="ctr">
              <a:defRPr sz="2100" b="1">
                <a:solidFill>
                  <a:srgbClr val="263D4D"/>
                </a:solidFill>
                <a:latin typeface="Yu Gothic"/>
                <a:ea typeface="Yu Gothic"/>
                <a:cs typeface="Yu Gothic"/>
              </a:defRPr>
            </a:pPr>
            <a:r>
              <a:rPr sz="2100" b="1">
                <a:solidFill>
                  <a:srgbClr val="263D4D"/>
                </a:solidFill>
                <a:latin typeface="Yu Gothic"/>
                <a:ea typeface="Yu Gothic"/>
                <a:cs typeface="Yu Gothic"/>
              </a:rPr>
              <a:t>森林 → 木炭</a:t>
            </a:r>
          </a:p>
        </p:txBody>
      </p:sp>
      <p:sp>
        <p:nvSpPr>
          <p:cNvPr id="28" name="">
            <a:extLst xmlns:a="http://schemas.openxmlformats.org/drawingml/2006/main">
              <a:ext uri="{FF2B5EF4-FFF2-40B4-BE49-F238E27FC236}">
                <a16:creationId xmlns:a16="http://schemas.microsoft.com/office/drawing/2014/main" id="{B9A74882-2799-4768-B1C6-D5EFFA99387A}"/>
              </a:ext>
            </a:extLst>
          </p:cNvPr>
          <p:cNvSpPr>
            <a:spLocks xmlns:a="http://schemas.openxmlformats.org/drawingml/2006/main" noGrp="1"/>
          </p:cNvSpPr>
          <p:nvPr/>
        </p:nvSpPr>
        <p:spPr>
          <a:xfrm xmlns:a="http://schemas.openxmlformats.org/drawingml/2006/main">
            <a:off x="5143500" y="2286000"/>
            <a:ext cx="2000250" cy="2095500"/>
          </a:xfrm>
          <a:custGeom xmlns:a="http://schemas.openxmlformats.org/drawingml/2006/main">
            <a:pathLst>
              <a:path w="2000250" h="2095500">
                <a:moveTo>
                  <a:pt x="0" y="2095500"/>
                </a:moveTo>
                <a:lnTo>
                  <a:pt x="285750" y="0"/>
                </a:lnTo>
                <a:lnTo>
                  <a:pt x="1714500" y="0"/>
                </a:lnTo>
                <a:lnTo>
                  <a:pt x="2000250" y="2095500"/>
                </a:lnTo>
                <a:close/>
              </a:path>
            </a:pathLst>
          </a:custGeom>
          <a:solidFill xmlns:a="http://schemas.openxmlformats.org/drawingml/2006/main">
            <a:srgbClr val="F3EBDD"/>
          </a:solidFill>
          <a:ln xmlns:a="http://schemas.openxmlformats.org/drawingml/2006/main" w="47625">
            <a:solidFill>
              <a:srgbClr val="AD8760"/>
            </a:solidFill>
          </a:ln>
        </p:spPr>
      </p:sp>
      <p:sp>
        <p:nvSpPr>
          <p:cNvPr id="29" name="">
            <a:extLst xmlns:a="http://schemas.openxmlformats.org/drawingml/2006/main">
              <a:ext uri="{FF2B5EF4-FFF2-40B4-BE49-F238E27FC236}">
                <a16:creationId xmlns:a16="http://schemas.microsoft.com/office/drawing/2014/main" id="{5AC831EA-AA67-43EF-9738-2C95095C8BED}"/>
              </a:ext>
            </a:extLst>
          </p:cNvPr>
          <p:cNvSpPr>
            <a:spLocks xmlns:a="http://schemas.openxmlformats.org/drawingml/2006/main" noGrp="1"/>
          </p:cNvSpPr>
          <p:nvPr/>
        </p:nvSpPr>
        <p:spPr>
          <a:xfrm xmlns:a="http://schemas.openxmlformats.org/drawingml/2006/main">
            <a:off x="3810000" y="2286000"/>
            <a:ext cx="1428750" cy="762000"/>
          </a:xfrm>
          <a:custGeom xmlns:a="http://schemas.openxmlformats.org/drawingml/2006/main">
            <a:pathLst>
              <a:path w="1428750" h="762000">
                <a:moveTo>
                  <a:pt x="0" y="0"/>
                </a:moveTo>
                <a:lnTo>
                  <a:pt x="1428750" y="762000"/>
                </a:lnTo>
              </a:path>
            </a:pathLst>
          </a:custGeom>
          <a:noFill xmlns:a="http://schemas.openxmlformats.org/drawingml/2006/main"/>
          <a:ln xmlns:a="http://schemas.openxmlformats.org/drawingml/2006/main" w="28575">
            <a:solidFill>
              <a:srgbClr val="C4483C"/>
            </a:solidFill>
          </a:ln>
        </p:spPr>
      </p:sp>
      <p:sp>
        <p:nvSpPr>
          <p:cNvPr id="30" name="">
            <a:extLst xmlns:a="http://schemas.openxmlformats.org/drawingml/2006/main">
              <a:ext uri="{FF2B5EF4-FFF2-40B4-BE49-F238E27FC236}">
                <a16:creationId xmlns:a16="http://schemas.microsoft.com/office/drawing/2014/main" id="{793DC180-A658-441F-BEA9-B3CD77210EA9}"/>
              </a:ext>
            </a:extLst>
          </p:cNvPr>
          <p:cNvSpPr>
            <a:spLocks xmlns:a="http://schemas.openxmlformats.org/drawingml/2006/main" noGrp="1"/>
          </p:cNvSpPr>
          <p:nvPr/>
        </p:nvSpPr>
        <p:spPr>
          <a:xfrm xmlns:a="http://schemas.openxmlformats.org/drawingml/2006/main">
            <a:off x="5115306" y="2951854"/>
            <a:ext cx="123444" cy="96146"/>
          </a:xfrm>
          <a:custGeom xmlns:a="http://schemas.openxmlformats.org/drawingml/2006/main">
            <a:pathLst>
              <a:path w="123444" h="96146">
                <a:moveTo>
                  <a:pt x="123444" y="96146"/>
                </a:moveTo>
                <a:lnTo>
                  <a:pt x="45182" y="0"/>
                </a:lnTo>
                <a:lnTo>
                  <a:pt x="0" y="84716"/>
                </a:lnTo>
                <a:close/>
              </a:path>
            </a:pathLst>
          </a:custGeom>
          <a:solidFill xmlns:a="http://schemas.openxmlformats.org/drawingml/2006/main">
            <a:srgbClr val="C4483C"/>
          </a:solidFill>
          <a:ln xmlns:a="http://schemas.openxmlformats.org/drawingml/2006/main" w="4763">
            <a:solidFill>
              <a:srgbClr val="C4483C"/>
            </a:solidFill>
          </a:ln>
        </p:spPr>
      </p:sp>
      <p:sp>
        <p:nvSpPr>
          <p:cNvPr id="31" name="">
            <a:extLst xmlns:a="http://schemas.openxmlformats.org/drawingml/2006/main">
              <a:ext uri="{FF2B5EF4-FFF2-40B4-BE49-F238E27FC236}">
                <a16:creationId xmlns:a16="http://schemas.microsoft.com/office/drawing/2014/main" id="{5F728B6E-661E-4B0D-8DAB-6F2AC8D7100E}"/>
              </a:ext>
            </a:extLst>
          </p:cNvPr>
          <p:cNvSpPr>
            <a:spLocks xmlns:a="http://schemas.openxmlformats.org/drawingml/2006/main" noGrp="1"/>
          </p:cNvSpPr>
          <p:nvPr/>
        </p:nvSpPr>
        <p:spPr>
          <a:xfrm xmlns:a="http://schemas.openxmlformats.org/drawingml/2006/main">
            <a:off x="3810000" y="3810000"/>
            <a:ext cx="1333500" cy="285750"/>
          </a:xfrm>
          <a:custGeom xmlns:a="http://schemas.openxmlformats.org/drawingml/2006/main">
            <a:pathLst>
              <a:path w="1333500" h="285750">
                <a:moveTo>
                  <a:pt x="0" y="285750"/>
                </a:moveTo>
                <a:lnTo>
                  <a:pt x="1333500" y="0"/>
                </a:lnTo>
              </a:path>
            </a:pathLst>
          </a:custGeom>
          <a:noFill xmlns:a="http://schemas.openxmlformats.org/drawingml/2006/main"/>
          <a:ln xmlns:a="http://schemas.openxmlformats.org/drawingml/2006/main" w="28575">
            <a:solidFill>
              <a:srgbClr val="C4483C"/>
            </a:solidFill>
          </a:ln>
        </p:spPr>
      </p:sp>
      <p:sp>
        <p:nvSpPr>
          <p:cNvPr id="32" name="">
            <a:extLst xmlns:a="http://schemas.openxmlformats.org/drawingml/2006/main">
              <a:ext uri="{FF2B5EF4-FFF2-40B4-BE49-F238E27FC236}">
                <a16:creationId xmlns:a16="http://schemas.microsoft.com/office/drawing/2014/main" id="{CDAEF7DC-F1A3-491F-952E-AB8592D36667}"/>
              </a:ext>
            </a:extLst>
          </p:cNvPr>
          <p:cNvSpPr>
            <a:spLocks xmlns:a="http://schemas.openxmlformats.org/drawingml/2006/main" noGrp="1"/>
          </p:cNvSpPr>
          <p:nvPr/>
        </p:nvSpPr>
        <p:spPr>
          <a:xfrm xmlns:a="http://schemas.openxmlformats.org/drawingml/2006/main">
            <a:off x="5021679" y="3787009"/>
            <a:ext cx="121821" cy="93881"/>
          </a:xfrm>
          <a:custGeom xmlns:a="http://schemas.openxmlformats.org/drawingml/2006/main">
            <a:pathLst>
              <a:path w="121821" h="93881">
                <a:moveTo>
                  <a:pt x="121821" y="22991"/>
                </a:moveTo>
                <a:lnTo>
                  <a:pt x="0" y="0"/>
                </a:lnTo>
                <a:lnTo>
                  <a:pt x="20117" y="93881"/>
                </a:lnTo>
                <a:close/>
              </a:path>
            </a:pathLst>
          </a:custGeom>
          <a:solidFill xmlns:a="http://schemas.openxmlformats.org/drawingml/2006/main">
            <a:srgbClr val="C4483C"/>
          </a:solidFill>
          <a:ln xmlns:a="http://schemas.openxmlformats.org/drawingml/2006/main" w="4763">
            <a:solidFill>
              <a:srgbClr val="C4483C"/>
            </a:solidFill>
          </a:ln>
        </p:spPr>
      </p:sp>
      <p:sp>
        <p:nvSpPr>
          <p:cNvPr id="33" name="">
            <a:extLst xmlns:a="http://schemas.openxmlformats.org/drawingml/2006/main">
              <a:ext uri="{FF2B5EF4-FFF2-40B4-BE49-F238E27FC236}">
                <a16:creationId xmlns:a16="http://schemas.microsoft.com/office/drawing/2014/main" id="{6B345E24-B64B-4B62-B5A7-B744D647B15C}"/>
              </a:ext>
            </a:extLst>
          </p:cNvPr>
          <p:cNvSpPr>
            <a:spLocks xmlns:a="http://schemas.openxmlformats.org/drawingml/2006/main" noGrp="1"/>
          </p:cNvSpPr>
          <p:nvPr/>
        </p:nvSpPr>
        <p:spPr>
          <a:xfrm xmlns:a="http://schemas.openxmlformats.org/drawingml/2006/main">
            <a:off x="6191250" y="4381500"/>
            <a:ext cx="9525" cy="762000"/>
          </a:xfrm>
          <a:custGeom xmlns:a="http://schemas.openxmlformats.org/drawingml/2006/main">
            <a:pathLst>
              <a:path w="9525" h="762000">
                <a:moveTo>
                  <a:pt x="0" y="762000"/>
                </a:moveTo>
                <a:lnTo>
                  <a:pt x="0" y="0"/>
                </a:lnTo>
              </a:path>
            </a:pathLst>
          </a:custGeom>
          <a:noFill xmlns:a="http://schemas.openxmlformats.org/drawingml/2006/main"/>
          <a:ln xmlns:a="http://schemas.openxmlformats.org/drawingml/2006/main" w="28575">
            <a:solidFill>
              <a:srgbClr val="087E8B"/>
            </a:solidFill>
          </a:ln>
        </p:spPr>
      </p:sp>
      <p:sp>
        <p:nvSpPr>
          <p:cNvPr id="34" name="">
            <a:extLst xmlns:a="http://schemas.openxmlformats.org/drawingml/2006/main">
              <a:ext uri="{FF2B5EF4-FFF2-40B4-BE49-F238E27FC236}">
                <a16:creationId xmlns:a16="http://schemas.microsoft.com/office/drawing/2014/main" id="{87003941-AEB6-4630-859C-1BD0052B927C}"/>
              </a:ext>
            </a:extLst>
          </p:cNvPr>
          <p:cNvSpPr>
            <a:spLocks xmlns:a="http://schemas.openxmlformats.org/drawingml/2006/main" noGrp="1"/>
          </p:cNvSpPr>
          <p:nvPr/>
        </p:nvSpPr>
        <p:spPr>
          <a:xfrm xmlns:a="http://schemas.openxmlformats.org/drawingml/2006/main">
            <a:off x="6143244" y="4381500"/>
            <a:ext cx="96012" cy="114300"/>
          </a:xfrm>
          <a:custGeom xmlns:a="http://schemas.openxmlformats.org/drawingml/2006/main">
            <a:pathLst>
              <a:path w="96012" h="114300">
                <a:moveTo>
                  <a:pt x="48006" y="0"/>
                </a:moveTo>
                <a:lnTo>
                  <a:pt x="0" y="114300"/>
                </a:lnTo>
                <a:lnTo>
                  <a:pt x="96012" y="114300"/>
                </a:lnTo>
                <a:close/>
              </a:path>
            </a:pathLst>
          </a:custGeom>
          <a:solidFill xmlns:a="http://schemas.openxmlformats.org/drawingml/2006/main">
            <a:srgbClr val="087E8B"/>
          </a:solidFill>
          <a:ln xmlns:a="http://schemas.openxmlformats.org/drawingml/2006/main" w="4763">
            <a:solidFill>
              <a:srgbClr val="087E8B"/>
            </a:solidFill>
          </a:ln>
        </p:spPr>
      </p:sp>
      <p:sp>
        <p:nvSpPr>
          <p:cNvPr id="35" name="">
            <a:extLst xmlns:a="http://schemas.openxmlformats.org/drawingml/2006/main">
              <a:ext uri="{FF2B5EF4-FFF2-40B4-BE49-F238E27FC236}">
                <a16:creationId xmlns:a16="http://schemas.microsoft.com/office/drawing/2014/main" id="{B1894DFA-2C99-4665-8148-933F8A975CDD}"/>
              </a:ext>
            </a:extLst>
          </p:cNvPr>
          <p:cNvSpPr>
            <a:spLocks xmlns:a="http://schemas.openxmlformats.org/drawingml/2006/main" noGrp="1"/>
          </p:cNvSpPr>
          <p:nvPr/>
        </p:nvSpPr>
        <p:spPr>
          <a:xfrm xmlns:a="http://schemas.openxmlformats.org/drawingml/2006/main">
            <a:off x="5715000" y="5191125"/>
            <a:ext cx="190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263D4D"/>
                </a:solidFill>
                <a:latin typeface="Yu Gothic"/>
                <a:ea typeface="Yu Gothic"/>
                <a:cs typeface="Yu Gothic"/>
              </a:defRPr>
            </a:defPPr>
            <a:lvl1pPr>
              <a:defRPr sz="1875" b="1">
                <a:solidFill>
                  <a:srgbClr val="263D4D"/>
                </a:solidFill>
                <a:latin typeface="Yu Gothic"/>
                <a:ea typeface="Yu Gothic"/>
                <a:cs typeface="Yu Gothic"/>
              </a:defRPr>
            </a:lvl1pPr>
            <a:lvl2pPr>
              <a:defRPr sz="1875" b="1">
                <a:solidFill>
                  <a:srgbClr val="263D4D"/>
                </a:solidFill>
                <a:latin typeface="Yu Gothic"/>
                <a:ea typeface="Yu Gothic"/>
                <a:cs typeface="Yu Gothic"/>
              </a:defRPr>
            </a:lvl2pPr>
            <a:lvl3pPr>
              <a:defRPr sz="1875" b="1">
                <a:solidFill>
                  <a:srgbClr val="263D4D"/>
                </a:solidFill>
                <a:latin typeface="Yu Gothic"/>
                <a:ea typeface="Yu Gothic"/>
                <a:cs typeface="Yu Gothic"/>
              </a:defRPr>
            </a:lvl3pPr>
            <a:lvl4pPr>
              <a:defRPr sz="1875" b="1">
                <a:solidFill>
                  <a:srgbClr val="263D4D"/>
                </a:solidFill>
                <a:latin typeface="Yu Gothic"/>
                <a:ea typeface="Yu Gothic"/>
                <a:cs typeface="Yu Gothic"/>
              </a:defRPr>
            </a:lvl4pPr>
            <a:lvl5pPr>
              <a:defRPr sz="1875" b="1">
                <a:solidFill>
                  <a:srgbClr val="263D4D"/>
                </a:solidFill>
                <a:latin typeface="Yu Gothic"/>
                <a:ea typeface="Yu Gothic"/>
                <a:cs typeface="Yu Gothic"/>
              </a:defRPr>
            </a:lvl5pPr>
            <a:lvl6pPr>
              <a:defRPr sz="1875" b="1">
                <a:solidFill>
                  <a:srgbClr val="263D4D"/>
                </a:solidFill>
                <a:latin typeface="Yu Gothic"/>
                <a:ea typeface="Yu Gothic"/>
                <a:cs typeface="Yu Gothic"/>
              </a:defRPr>
            </a:lvl6pPr>
            <a:lvl7pPr>
              <a:defRPr sz="1875" b="1">
                <a:solidFill>
                  <a:srgbClr val="263D4D"/>
                </a:solidFill>
                <a:latin typeface="Yu Gothic"/>
                <a:ea typeface="Yu Gothic"/>
                <a:cs typeface="Yu Gothic"/>
              </a:defRPr>
            </a:lvl7pPr>
            <a:lvl8pPr>
              <a:defRPr sz="1875" b="1">
                <a:solidFill>
                  <a:srgbClr val="263D4D"/>
                </a:solidFill>
                <a:latin typeface="Yu Gothic"/>
                <a:ea typeface="Yu Gothic"/>
                <a:cs typeface="Yu Gothic"/>
              </a:defRPr>
            </a:lvl8pPr>
            <a:lvl9pPr>
              <a:defRPr sz="1875" b="1">
                <a:solidFill>
                  <a:srgbClr val="263D4D"/>
                </a:solidFill>
                <a:latin typeface="Yu Gothic"/>
                <a:ea typeface="Yu Gothic"/>
                <a:cs typeface="Yu Gothic"/>
              </a:defRPr>
            </a:lvl9pPr>
          </a:lstStyle>
          <a:p xmlns:a="http://schemas.openxmlformats.org/drawingml/2006/main">
            <a:pPr>
              <a:defRPr sz="1875" b="1">
                <a:solidFill>
                  <a:srgbClr val="263D4D"/>
                </a:solidFill>
                <a:latin typeface="Yu Gothic"/>
                <a:ea typeface="Yu Gothic"/>
                <a:cs typeface="Yu Gothic"/>
              </a:defRPr>
            </a:pPr>
            <a:r>
              <a:rPr sz="1875" b="1">
                <a:solidFill>
                  <a:srgbClr val="263D4D"/>
                </a:solidFill>
                <a:latin typeface="Yu Gothic"/>
                <a:ea typeface="Yu Gothic"/>
                <a:cs typeface="Yu Gothic"/>
              </a:rPr>
              <a:t>送風</a:t>
            </a:r>
          </a:p>
        </p:txBody>
      </p:sp>
      <p:sp>
        <p:nvSpPr>
          <p:cNvPr id="36" name="">
            <a:extLst xmlns:a="http://schemas.openxmlformats.org/drawingml/2006/main">
              <a:ext uri="{FF2B5EF4-FFF2-40B4-BE49-F238E27FC236}">
                <a16:creationId xmlns:a16="http://schemas.microsoft.com/office/drawing/2014/main" id="{5421FBE2-A660-45B2-9D42-40409247B379}"/>
              </a:ext>
            </a:extLst>
          </p:cNvPr>
          <p:cNvSpPr>
            <a:spLocks xmlns:a="http://schemas.openxmlformats.org/drawingml/2006/main" noGrp="1"/>
          </p:cNvSpPr>
          <p:nvPr/>
        </p:nvSpPr>
        <p:spPr>
          <a:xfrm xmlns:a="http://schemas.openxmlformats.org/drawingml/2006/main">
            <a:off x="7239000" y="3429000"/>
            <a:ext cx="1047750" cy="9525"/>
          </a:xfrm>
          <a:custGeom xmlns:a="http://schemas.openxmlformats.org/drawingml/2006/main">
            <a:pathLst>
              <a:path w="1047750" h="9525">
                <a:moveTo>
                  <a:pt x="0" y="0"/>
                </a:moveTo>
                <a:lnTo>
                  <a:pt x="1047750" y="0"/>
                </a:lnTo>
              </a:path>
            </a:pathLst>
          </a:custGeom>
          <a:noFill xmlns:a="http://schemas.openxmlformats.org/drawingml/2006/main"/>
          <a:ln xmlns:a="http://schemas.openxmlformats.org/drawingml/2006/main" w="28575">
            <a:solidFill>
              <a:srgbClr val="087E8B"/>
            </a:solidFill>
          </a:ln>
        </p:spPr>
      </p:sp>
      <p:sp>
        <p:nvSpPr>
          <p:cNvPr id="37" name="">
            <a:extLst xmlns:a="http://schemas.openxmlformats.org/drawingml/2006/main">
              <a:ext uri="{FF2B5EF4-FFF2-40B4-BE49-F238E27FC236}">
                <a16:creationId xmlns:a16="http://schemas.microsoft.com/office/drawing/2014/main" id="{7C742390-1147-4771-AE55-513CC174CBB6}"/>
              </a:ext>
            </a:extLst>
          </p:cNvPr>
          <p:cNvSpPr>
            <a:spLocks xmlns:a="http://schemas.openxmlformats.org/drawingml/2006/main" noGrp="1"/>
          </p:cNvSpPr>
          <p:nvPr/>
        </p:nvSpPr>
        <p:spPr>
          <a:xfrm xmlns:a="http://schemas.openxmlformats.org/drawingml/2006/main">
            <a:off x="8172450" y="3380994"/>
            <a:ext cx="114300" cy="96012"/>
          </a:xfrm>
          <a:custGeom xmlns:a="http://schemas.openxmlformats.org/drawingml/2006/main">
            <a:pathLst>
              <a:path w="114300" h="96012">
                <a:moveTo>
                  <a:pt x="114300" y="48006"/>
                </a:moveTo>
                <a:lnTo>
                  <a:pt x="0" y="0"/>
                </a:lnTo>
                <a:lnTo>
                  <a:pt x="0" y="96012"/>
                </a:lnTo>
                <a:close/>
              </a:path>
            </a:pathLst>
          </a:custGeom>
          <a:solidFill xmlns:a="http://schemas.openxmlformats.org/drawingml/2006/main">
            <a:srgbClr val="087E8B"/>
          </a:solidFill>
          <a:ln xmlns:a="http://schemas.openxmlformats.org/drawingml/2006/main" w="4763">
            <a:solidFill>
              <a:srgbClr val="087E8B"/>
            </a:solidFill>
          </a:ln>
        </p:spPr>
      </p:sp>
      <p:sp>
        <p:nvSpPr>
          <p:cNvPr id="38" name="">
            <a:extLst xmlns:a="http://schemas.openxmlformats.org/drawingml/2006/main">
              <a:ext uri="{FF2B5EF4-FFF2-40B4-BE49-F238E27FC236}">
                <a16:creationId xmlns:a16="http://schemas.microsoft.com/office/drawing/2014/main" id="{60AF5870-7B8B-4684-BF45-AC7A14F2B21D}"/>
              </a:ext>
            </a:extLst>
          </p:cNvPr>
          <p:cNvSpPr>
            <a:spLocks xmlns:a="http://schemas.openxmlformats.org/drawingml/2006/main" noGrp="1"/>
          </p:cNvSpPr>
          <p:nvPr/>
        </p:nvSpPr>
        <p:spPr>
          <a:xfrm xmlns:a="http://schemas.openxmlformats.org/drawingml/2006/main">
            <a:off x="8477250" y="2857500"/>
            <a:ext cx="2381250" cy="1047750"/>
          </a:xfrm>
          <a:prstGeom xmlns:a="http://schemas.openxmlformats.org/drawingml/2006/main" prst="rect">
            <a:avLst/>
          </a:prstGeom>
          <a:solidFill xmlns:a="http://schemas.openxmlformats.org/drawingml/2006/main">
            <a:srgbClr val="E8F0F4"/>
          </a:solidFill>
          <a:ln xmlns:a="http://schemas.openxmlformats.org/drawingml/2006/main" w="16193">
            <a:solidFill>
              <a:srgbClr val="2876A8"/>
            </a:solidFill>
          </a:ln>
        </p:spPr>
      </p:sp>
      <p:sp>
        <p:nvSpPr>
          <p:cNvPr id="39" name="">
            <a:extLst xmlns:a="http://schemas.openxmlformats.org/drawingml/2006/main">
              <a:ext uri="{FF2B5EF4-FFF2-40B4-BE49-F238E27FC236}">
                <a16:creationId xmlns:a16="http://schemas.microsoft.com/office/drawing/2014/main" id="{48AEF343-ABF1-449C-99F9-67838D922E4C}"/>
              </a:ext>
            </a:extLst>
          </p:cNvPr>
          <p:cNvSpPr>
            <a:spLocks xmlns:a="http://schemas.openxmlformats.org/drawingml/2006/main" noGrp="1"/>
          </p:cNvSpPr>
          <p:nvPr/>
        </p:nvSpPr>
        <p:spPr>
          <a:xfrm xmlns:a="http://schemas.openxmlformats.org/drawingml/2006/main">
            <a:off x="8477250" y="3048000"/>
            <a:ext cx="238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250" b="1">
                <a:solidFill>
                  <a:srgbClr val="263D4D"/>
                </a:solidFill>
                <a:latin typeface="Yu Gothic"/>
                <a:ea typeface="Yu Gothic"/>
                <a:cs typeface="Yu Gothic"/>
              </a:defRPr>
            </a:defPPr>
            <a:lvl1pPr algn="ctr">
              <a:defRPr sz="2250" b="1">
                <a:solidFill>
                  <a:srgbClr val="263D4D"/>
                </a:solidFill>
                <a:latin typeface="Yu Gothic"/>
                <a:ea typeface="Yu Gothic"/>
                <a:cs typeface="Yu Gothic"/>
              </a:defRPr>
            </a:lvl1pPr>
            <a:lvl2pPr algn="ctr">
              <a:defRPr sz="2250" b="1">
                <a:solidFill>
                  <a:srgbClr val="263D4D"/>
                </a:solidFill>
                <a:latin typeface="Yu Gothic"/>
                <a:ea typeface="Yu Gothic"/>
                <a:cs typeface="Yu Gothic"/>
              </a:defRPr>
            </a:lvl2pPr>
            <a:lvl3pPr algn="ctr">
              <a:defRPr sz="2250" b="1">
                <a:solidFill>
                  <a:srgbClr val="263D4D"/>
                </a:solidFill>
                <a:latin typeface="Yu Gothic"/>
                <a:ea typeface="Yu Gothic"/>
                <a:cs typeface="Yu Gothic"/>
              </a:defRPr>
            </a:lvl3pPr>
            <a:lvl4pPr algn="ctr">
              <a:defRPr sz="2250" b="1">
                <a:solidFill>
                  <a:srgbClr val="263D4D"/>
                </a:solidFill>
                <a:latin typeface="Yu Gothic"/>
                <a:ea typeface="Yu Gothic"/>
                <a:cs typeface="Yu Gothic"/>
              </a:defRPr>
            </a:lvl4pPr>
            <a:lvl5pPr algn="ctr">
              <a:defRPr sz="2250" b="1">
                <a:solidFill>
                  <a:srgbClr val="263D4D"/>
                </a:solidFill>
                <a:latin typeface="Yu Gothic"/>
                <a:ea typeface="Yu Gothic"/>
                <a:cs typeface="Yu Gothic"/>
              </a:defRPr>
            </a:lvl5pPr>
            <a:lvl6pPr algn="ctr">
              <a:defRPr sz="2250" b="1">
                <a:solidFill>
                  <a:srgbClr val="263D4D"/>
                </a:solidFill>
                <a:latin typeface="Yu Gothic"/>
                <a:ea typeface="Yu Gothic"/>
                <a:cs typeface="Yu Gothic"/>
              </a:defRPr>
            </a:lvl6pPr>
            <a:lvl7pPr algn="ctr">
              <a:defRPr sz="2250" b="1">
                <a:solidFill>
                  <a:srgbClr val="263D4D"/>
                </a:solidFill>
                <a:latin typeface="Yu Gothic"/>
                <a:ea typeface="Yu Gothic"/>
                <a:cs typeface="Yu Gothic"/>
              </a:defRPr>
            </a:lvl7pPr>
            <a:lvl8pPr algn="ctr">
              <a:defRPr sz="2250" b="1">
                <a:solidFill>
                  <a:srgbClr val="263D4D"/>
                </a:solidFill>
                <a:latin typeface="Yu Gothic"/>
                <a:ea typeface="Yu Gothic"/>
                <a:cs typeface="Yu Gothic"/>
              </a:defRPr>
            </a:lvl8pPr>
            <a:lvl9pPr algn="ctr">
              <a:defRPr sz="2250" b="1">
                <a:solidFill>
                  <a:srgbClr val="263D4D"/>
                </a:solidFill>
                <a:latin typeface="Yu Gothic"/>
                <a:ea typeface="Yu Gothic"/>
                <a:cs typeface="Yu Gothic"/>
              </a:defRPr>
            </a:lvl9pPr>
          </a:lstStyle>
          <a:p xmlns:a="http://schemas.openxmlformats.org/drawingml/2006/main">
            <a:pPr algn="ctr">
              <a:defRPr sz="2250" b="1">
                <a:solidFill>
                  <a:srgbClr val="263D4D"/>
                </a:solidFill>
                <a:latin typeface="Yu Gothic"/>
                <a:ea typeface="Yu Gothic"/>
                <a:cs typeface="Yu Gothic"/>
              </a:defRPr>
            </a:pPr>
            <a:r>
              <a:rPr sz="2250" b="1">
                <a:solidFill>
                  <a:srgbClr val="263D4D"/>
                </a:solidFill>
                <a:latin typeface="Yu Gothic"/>
                <a:ea typeface="Yu Gothic"/>
                <a:cs typeface="Yu Gothic"/>
              </a:rPr>
              <a:t>鉄を得る</a:t>
            </a:r>
          </a:p>
        </p:txBody>
      </p:sp>
      <p:sp>
        <p:nvSpPr>
          <p:cNvPr id="40" name="">
            <a:extLst xmlns:a="http://schemas.openxmlformats.org/drawingml/2006/main">
              <a:ext uri="{FF2B5EF4-FFF2-40B4-BE49-F238E27FC236}">
                <a16:creationId xmlns:a16="http://schemas.microsoft.com/office/drawing/2014/main" id="{D89DBCE6-0245-4BFD-8877-9FC9CFAAB490}"/>
              </a:ext>
            </a:extLst>
          </p:cNvPr>
          <p:cNvSpPr>
            <a:spLocks xmlns:a="http://schemas.openxmlformats.org/drawingml/2006/main" noGrp="1"/>
          </p:cNvSpPr>
          <p:nvPr/>
        </p:nvSpPr>
        <p:spPr>
          <a:xfrm xmlns:a="http://schemas.openxmlformats.org/drawingml/2006/main">
            <a:off x="809625" y="13811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0">
                <a:solidFill>
                  <a:srgbClr val="263D4D"/>
                </a:solidFill>
                <a:latin typeface="Yu Gothic"/>
                <a:ea typeface="Yu Gothic"/>
                <a:cs typeface="Yu Gothic"/>
              </a:defRPr>
            </a:defPPr>
            <a:lvl1pPr>
              <a:defRPr sz="1800" b="0">
                <a:solidFill>
                  <a:srgbClr val="263D4D"/>
                </a:solidFill>
                <a:latin typeface="Yu Gothic"/>
                <a:ea typeface="Yu Gothic"/>
                <a:cs typeface="Yu Gothic"/>
              </a:defRPr>
            </a:lvl1pPr>
            <a:lvl2pPr>
              <a:defRPr sz="1800" b="0">
                <a:solidFill>
                  <a:srgbClr val="263D4D"/>
                </a:solidFill>
                <a:latin typeface="Yu Gothic"/>
                <a:ea typeface="Yu Gothic"/>
                <a:cs typeface="Yu Gothic"/>
              </a:defRPr>
            </a:lvl2pPr>
            <a:lvl3pPr>
              <a:defRPr sz="1800" b="0">
                <a:solidFill>
                  <a:srgbClr val="263D4D"/>
                </a:solidFill>
                <a:latin typeface="Yu Gothic"/>
                <a:ea typeface="Yu Gothic"/>
                <a:cs typeface="Yu Gothic"/>
              </a:defRPr>
            </a:lvl3pPr>
            <a:lvl4pPr>
              <a:defRPr sz="1800" b="0">
                <a:solidFill>
                  <a:srgbClr val="263D4D"/>
                </a:solidFill>
                <a:latin typeface="Yu Gothic"/>
                <a:ea typeface="Yu Gothic"/>
                <a:cs typeface="Yu Gothic"/>
              </a:defRPr>
            </a:lvl4pPr>
            <a:lvl5pPr>
              <a:defRPr sz="1800" b="0">
                <a:solidFill>
                  <a:srgbClr val="263D4D"/>
                </a:solidFill>
                <a:latin typeface="Yu Gothic"/>
                <a:ea typeface="Yu Gothic"/>
                <a:cs typeface="Yu Gothic"/>
              </a:defRPr>
            </a:lvl5pPr>
            <a:lvl6pPr>
              <a:defRPr sz="1800" b="0">
                <a:solidFill>
                  <a:srgbClr val="263D4D"/>
                </a:solidFill>
                <a:latin typeface="Yu Gothic"/>
                <a:ea typeface="Yu Gothic"/>
                <a:cs typeface="Yu Gothic"/>
              </a:defRPr>
            </a:lvl6pPr>
            <a:lvl7pPr>
              <a:defRPr sz="1800" b="0">
                <a:solidFill>
                  <a:srgbClr val="263D4D"/>
                </a:solidFill>
                <a:latin typeface="Yu Gothic"/>
                <a:ea typeface="Yu Gothic"/>
                <a:cs typeface="Yu Gothic"/>
              </a:defRPr>
            </a:lvl7pPr>
            <a:lvl8pPr>
              <a:defRPr sz="1800" b="0">
                <a:solidFill>
                  <a:srgbClr val="263D4D"/>
                </a:solidFill>
                <a:latin typeface="Yu Gothic"/>
                <a:ea typeface="Yu Gothic"/>
                <a:cs typeface="Yu Gothic"/>
              </a:defRPr>
            </a:lvl8pPr>
            <a:lvl9pPr>
              <a:defRPr sz="1800" b="0">
                <a:solidFill>
                  <a:srgbClr val="263D4D"/>
                </a:solidFill>
                <a:latin typeface="Yu Gothic"/>
                <a:ea typeface="Yu Gothic"/>
                <a:cs typeface="Yu Gothic"/>
              </a:defRPr>
            </a:lvl9pPr>
          </a:lstStyle>
          <a:p xmlns:a="http://schemas.openxmlformats.org/drawingml/2006/main">
            <a:pPr>
              <a:defRPr sz="1800" b="0">
                <a:solidFill>
                  <a:srgbClr val="263D4D"/>
                </a:solidFill>
                <a:latin typeface="Yu Gothic"/>
                <a:ea typeface="Yu Gothic"/>
                <a:cs typeface="Yu Gothic"/>
              </a:defRPr>
            </a:pPr>
            <a:r>
              <a:rPr sz="1800" b="0">
                <a:solidFill>
                  <a:srgbClr val="263D4D"/>
                </a:solidFill>
                <a:latin typeface="Yu Gothic"/>
                <a:ea typeface="Yu Gothic"/>
                <a:cs typeface="Yu Gothic"/>
              </a:rPr>
              <a:t>原料・燃料・炉・送風を支える、地域の資源と人の仕事</a:t>
            </a:r>
          </a:p>
        </p:txBody>
      </p:sp>
    </p:spTree>
    <p:extLst>
      <p:ext uri="{BB962C8B-B14F-4D97-AF65-F5344CB8AC3E}">
        <p14:creationId xmlns:p14="http://schemas.microsoft.com/office/powerpoint/2010/main" val="39607160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EE2EE84-0CB5-47EB-AD3F-33210AAC801C}"/>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buNone/>
              <a:defRPr sz="2925" b="1">
                <a:solidFill>
                  <a:srgbClr val="193B59"/>
                </a:solidFill>
                <a:latin typeface="Yu Gothic"/>
                <a:ea typeface="Yu Gothic"/>
                <a:cs typeface="Yu Gothic"/>
              </a:defRPr>
            </a:lvl1pPr>
            <a:lvl2pPr>
              <a:buNone/>
              <a:defRPr sz="2925" b="1">
                <a:solidFill>
                  <a:srgbClr val="193B59"/>
                </a:solidFill>
                <a:latin typeface="Yu Gothic"/>
                <a:ea typeface="Yu Gothic"/>
                <a:cs typeface="Yu Gothic"/>
              </a:defRPr>
            </a:lvl2pPr>
            <a:lvl3pPr>
              <a:buNone/>
              <a:defRPr sz="2925" b="1">
                <a:solidFill>
                  <a:srgbClr val="193B59"/>
                </a:solidFill>
                <a:latin typeface="Yu Gothic"/>
                <a:ea typeface="Yu Gothic"/>
                <a:cs typeface="Yu Gothic"/>
              </a:defRPr>
            </a:lvl3pPr>
            <a:lvl4pPr>
              <a:buNone/>
              <a:defRPr sz="2925" b="1">
                <a:solidFill>
                  <a:srgbClr val="193B59"/>
                </a:solidFill>
                <a:latin typeface="Yu Gothic"/>
                <a:ea typeface="Yu Gothic"/>
                <a:cs typeface="Yu Gothic"/>
              </a:defRPr>
            </a:lvl4pPr>
            <a:lvl5pPr>
              <a:buNone/>
              <a:defRPr sz="2925" b="1">
                <a:solidFill>
                  <a:srgbClr val="193B59"/>
                </a:solidFill>
                <a:latin typeface="Yu Gothic"/>
                <a:ea typeface="Yu Gothic"/>
                <a:cs typeface="Yu Gothic"/>
              </a:defRPr>
            </a:lvl5pPr>
            <a:lvl6pPr>
              <a:buNone/>
              <a:defRPr sz="2925" b="1">
                <a:solidFill>
                  <a:srgbClr val="193B59"/>
                </a:solidFill>
                <a:latin typeface="Yu Gothic"/>
                <a:ea typeface="Yu Gothic"/>
                <a:cs typeface="Yu Gothic"/>
              </a:defRPr>
            </a:lvl6pPr>
            <a:lvl7pPr>
              <a:buNone/>
              <a:defRPr sz="2925" b="1">
                <a:solidFill>
                  <a:srgbClr val="193B59"/>
                </a:solidFill>
                <a:latin typeface="Yu Gothic"/>
                <a:ea typeface="Yu Gothic"/>
                <a:cs typeface="Yu Gothic"/>
              </a:defRPr>
            </a:lvl7pPr>
            <a:lvl8pPr>
              <a:buNone/>
              <a:defRPr sz="2925" b="1">
                <a:solidFill>
                  <a:srgbClr val="193B59"/>
                </a:solidFill>
                <a:latin typeface="Yu Gothic"/>
                <a:ea typeface="Yu Gothic"/>
                <a:cs typeface="Yu Gothic"/>
              </a:defRPr>
            </a:lvl8pPr>
            <a:lvl9pPr>
              <a:buNone/>
              <a:defRPr sz="2925" b="1">
                <a:solidFill>
                  <a:srgbClr val="193B59"/>
                </a:solidFill>
                <a:latin typeface="Yu Gothic"/>
                <a:ea typeface="Yu Gothic"/>
                <a:cs typeface="Yu Gothic"/>
              </a:defRPr>
            </a:lvl9pPr>
          </a:lstStyle>
          <a:p xmlns:a="http://schemas.openxmlformats.org/drawingml/2006/main">
            <a:pPr>
              <a:buNone/>
              <a:defRPr sz="2925" b="1">
                <a:solidFill>
                  <a:srgbClr val="193B59"/>
                </a:solidFill>
                <a:latin typeface="Yu Gothic"/>
                <a:ea typeface="Yu Gothic"/>
                <a:cs typeface="Yu Gothic"/>
              </a:defRPr>
            </a:pPr>
            <a:r>
              <a:rPr sz="2925" b="1">
                <a:solidFill>
                  <a:srgbClr val="193B59"/>
                </a:solidFill>
                <a:latin typeface="Yu Gothic"/>
                <a:ea typeface="Yu Gothic"/>
                <a:cs typeface="Yu Gothic"/>
              </a:rPr>
              <a:t>木炭は「木材の別用途」</a:t>
            </a:r>
          </a:p>
        </p:txBody>
      </p:sp>
      <p:sp>
        <p:nvSpPr>
          <p:cNvPr id="2" name="">
            <a:extLst xmlns:a="http://schemas.openxmlformats.org/drawingml/2006/main">
              <a:ext uri="{FF2B5EF4-FFF2-40B4-BE49-F238E27FC236}">
                <a16:creationId xmlns:a16="http://schemas.microsoft.com/office/drawing/2014/main" id="{4F063DA8-4FBD-4817-B2AE-D3E2504CA0BE}"/>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D023D852-1322-4418-BEBC-E47617533272}"/>
              </a:ext>
            </a:extLst>
          </p:cNvPr>
          <p:cNvSpPr>
            <a:spLocks xmlns:a="http://schemas.openxmlformats.org/drawingml/2006/main" noGrp="1"/>
          </p:cNvSpPr>
          <p:nvPr/>
        </p:nvSpPr>
        <p:spPr>
          <a:xfrm xmlns:a="http://schemas.openxmlformats.org/drawingml/2006/main">
            <a:off x="809625" y="173355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buNone/>
              <a:defRPr sz="2250" b="1">
                <a:solidFill>
                  <a:srgbClr val="263D4D"/>
                </a:solidFill>
                <a:latin typeface="Yu Gothic"/>
                <a:ea typeface="Yu Gothic"/>
                <a:cs typeface="Yu Gothic"/>
              </a:defRPr>
            </a:lvl1pPr>
            <a:lvl2pPr>
              <a:buNone/>
              <a:defRPr sz="2250" b="1">
                <a:solidFill>
                  <a:srgbClr val="263D4D"/>
                </a:solidFill>
                <a:latin typeface="Yu Gothic"/>
                <a:ea typeface="Yu Gothic"/>
                <a:cs typeface="Yu Gothic"/>
              </a:defRPr>
            </a:lvl2pPr>
            <a:lvl3pPr>
              <a:buNone/>
              <a:defRPr sz="2250" b="1">
                <a:solidFill>
                  <a:srgbClr val="263D4D"/>
                </a:solidFill>
                <a:latin typeface="Yu Gothic"/>
                <a:ea typeface="Yu Gothic"/>
                <a:cs typeface="Yu Gothic"/>
              </a:defRPr>
            </a:lvl3pPr>
            <a:lvl4pPr>
              <a:buNone/>
              <a:defRPr sz="2250" b="1">
                <a:solidFill>
                  <a:srgbClr val="263D4D"/>
                </a:solidFill>
                <a:latin typeface="Yu Gothic"/>
                <a:ea typeface="Yu Gothic"/>
                <a:cs typeface="Yu Gothic"/>
              </a:defRPr>
            </a:lvl4pPr>
            <a:lvl5pPr>
              <a:buNone/>
              <a:defRPr sz="2250" b="1">
                <a:solidFill>
                  <a:srgbClr val="263D4D"/>
                </a:solidFill>
                <a:latin typeface="Yu Gothic"/>
                <a:ea typeface="Yu Gothic"/>
                <a:cs typeface="Yu Gothic"/>
              </a:defRPr>
            </a:lvl5pPr>
            <a:lvl6pPr>
              <a:buNone/>
              <a:defRPr sz="2250" b="1">
                <a:solidFill>
                  <a:srgbClr val="263D4D"/>
                </a:solidFill>
                <a:latin typeface="Yu Gothic"/>
                <a:ea typeface="Yu Gothic"/>
                <a:cs typeface="Yu Gothic"/>
              </a:defRPr>
            </a:lvl6pPr>
            <a:lvl7pPr>
              <a:buNone/>
              <a:defRPr sz="2250" b="1">
                <a:solidFill>
                  <a:srgbClr val="263D4D"/>
                </a:solidFill>
                <a:latin typeface="Yu Gothic"/>
                <a:ea typeface="Yu Gothic"/>
                <a:cs typeface="Yu Gothic"/>
              </a:defRPr>
            </a:lvl7pPr>
            <a:lvl8pPr>
              <a:buNone/>
              <a:defRPr sz="2250" b="1">
                <a:solidFill>
                  <a:srgbClr val="263D4D"/>
                </a:solidFill>
                <a:latin typeface="Yu Gothic"/>
                <a:ea typeface="Yu Gothic"/>
                <a:cs typeface="Yu Gothic"/>
              </a:defRPr>
            </a:lvl8pPr>
            <a:lvl9pPr>
              <a:buNone/>
              <a:defRPr sz="2250" b="1">
                <a:solidFill>
                  <a:srgbClr val="263D4D"/>
                </a:solidFill>
                <a:latin typeface="Yu Gothic"/>
                <a:ea typeface="Yu Gothic"/>
                <a:cs typeface="Yu Gothic"/>
              </a:defRPr>
            </a:lvl9pPr>
          </a:lstStyle>
          <a:p xmlns:a="http://schemas.openxmlformats.org/drawingml/2006/main">
            <a:pPr>
              <a:buNone/>
              <a:defRPr sz="2250" b="1">
                <a:solidFill>
                  <a:srgbClr val="263D4D"/>
                </a:solidFill>
                <a:latin typeface="Yu Gothic"/>
                <a:ea typeface="Yu Gothic"/>
                <a:cs typeface="Yu Gothic"/>
              </a:defRPr>
            </a:pPr>
            <a:r>
              <a:rPr sz="2250" b="1">
                <a:solidFill>
                  <a:srgbClr val="263D4D"/>
                </a:solidFill>
                <a:latin typeface="Yu Gothic"/>
                <a:ea typeface="Yu Gothic"/>
                <a:cs typeface="Yu Gothic"/>
              </a:rPr>
              <a:t>建築材にする木と燃料にする木</a:t>
            </a:r>
          </a:p>
        </p:txBody>
      </p:sp>
      <p:sp>
        <p:nvSpPr>
          <p:cNvPr id="4" name="">
            <a:extLst xmlns:a="http://schemas.openxmlformats.org/drawingml/2006/main">
              <a:ext uri="{FF2B5EF4-FFF2-40B4-BE49-F238E27FC236}">
                <a16:creationId xmlns:a16="http://schemas.microsoft.com/office/drawing/2014/main" id="{D85D22F7-D2C6-4D11-9474-5E76A12F732D}"/>
              </a:ext>
            </a:extLst>
          </p:cNvPr>
          <p:cNvSpPr>
            <a:spLocks xmlns:a="http://schemas.openxmlformats.org/drawingml/2006/main" noGrp="1"/>
          </p:cNvSpPr>
          <p:nvPr/>
        </p:nvSpPr>
        <p:spPr>
          <a:xfrm xmlns:a="http://schemas.openxmlformats.org/drawingml/2006/main">
            <a:off x="809625" y="2790825"/>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必要な量・場所・更新の時間が違う</a:t>
            </a:r>
          </a:p>
        </p:txBody>
      </p:sp>
      <p:sp>
        <p:nvSpPr>
          <p:cNvPr id="5" name="">
            <a:extLst xmlns:a="http://schemas.openxmlformats.org/drawingml/2006/main">
              <a:ext uri="{FF2B5EF4-FFF2-40B4-BE49-F238E27FC236}">
                <a16:creationId xmlns:a16="http://schemas.microsoft.com/office/drawing/2014/main" id="{C63127A9-D472-4D96-A2B3-95F075780041}"/>
              </a:ext>
            </a:extLst>
          </p:cNvPr>
          <p:cNvSpPr>
            <a:spLocks xmlns:a="http://schemas.openxmlformats.org/drawingml/2006/main" noGrp="1"/>
          </p:cNvSpPr>
          <p:nvPr/>
        </p:nvSpPr>
        <p:spPr>
          <a:xfrm xmlns:a="http://schemas.openxmlformats.org/drawingml/2006/main">
            <a:off x="809625" y="384810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金属の歴史は森林の歴史と交わる</a:t>
            </a:r>
          </a:p>
        </p:txBody>
      </p:sp>
      <p:sp>
        <p:nvSpPr>
          <p:cNvPr id="6" name="">
            <a:extLst xmlns:a="http://schemas.openxmlformats.org/drawingml/2006/main">
              <a:ext uri="{FF2B5EF4-FFF2-40B4-BE49-F238E27FC236}">
                <a16:creationId xmlns:a16="http://schemas.microsoft.com/office/drawing/2014/main" id="{46319C3A-B969-4234-9FF6-AE7A93B93915}"/>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参照 [9・10]</a:t>
            </a:r>
          </a:p>
        </p:txBody>
      </p:sp>
      <p:sp>
        <p:nvSpPr>
          <p:cNvPr id="7" name="">
            <a:extLst xmlns:a="http://schemas.openxmlformats.org/drawingml/2006/main">
              <a:ext uri="{FF2B5EF4-FFF2-40B4-BE49-F238E27FC236}">
                <a16:creationId xmlns:a16="http://schemas.microsoft.com/office/drawing/2014/main" id="{569B7EC3-74C8-400B-8E6D-925B37358907}"/>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発展C</a:t>
            </a:r>
          </a:p>
        </p:txBody>
      </p:sp>
      <p:sp>
        <p:nvSpPr>
          <p:cNvPr id="8" name="">
            <a:extLst xmlns:a="http://schemas.openxmlformats.org/drawingml/2006/main">
              <a:ext uri="{FF2B5EF4-FFF2-40B4-BE49-F238E27FC236}">
                <a16:creationId xmlns:a16="http://schemas.microsoft.com/office/drawing/2014/main" id="{5A2D3157-8F3D-42CC-B0C7-5C122C5161E8}"/>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19 / 33</a:t>
            </a:r>
          </a:p>
        </p:txBody>
      </p:sp>
    </p:spTree>
    <p:extLst>
      <p:ext uri="{BB962C8B-B14F-4D97-AF65-F5344CB8AC3E}">
        <p14:creationId xmlns:p14="http://schemas.microsoft.com/office/powerpoint/2010/main" val="3017181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FF28C5FF-B39D-4CDE-87B0-BC17A737A6B6}"/>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buNone/>
              <a:defRPr sz="2925" b="1">
                <a:solidFill>
                  <a:srgbClr val="193B59"/>
                </a:solidFill>
                <a:latin typeface="Yu Gothic"/>
                <a:ea typeface="Yu Gothic"/>
                <a:cs typeface="Yu Gothic"/>
              </a:defRPr>
            </a:lvl1pPr>
            <a:lvl2pPr>
              <a:buNone/>
              <a:defRPr sz="2925" b="1">
                <a:solidFill>
                  <a:srgbClr val="193B59"/>
                </a:solidFill>
                <a:latin typeface="Yu Gothic"/>
                <a:ea typeface="Yu Gothic"/>
                <a:cs typeface="Yu Gothic"/>
              </a:defRPr>
            </a:lvl2pPr>
            <a:lvl3pPr>
              <a:buNone/>
              <a:defRPr sz="2925" b="1">
                <a:solidFill>
                  <a:srgbClr val="193B59"/>
                </a:solidFill>
                <a:latin typeface="Yu Gothic"/>
                <a:ea typeface="Yu Gothic"/>
                <a:cs typeface="Yu Gothic"/>
              </a:defRPr>
            </a:lvl3pPr>
            <a:lvl4pPr>
              <a:buNone/>
              <a:defRPr sz="2925" b="1">
                <a:solidFill>
                  <a:srgbClr val="193B59"/>
                </a:solidFill>
                <a:latin typeface="Yu Gothic"/>
                <a:ea typeface="Yu Gothic"/>
                <a:cs typeface="Yu Gothic"/>
              </a:defRPr>
            </a:lvl4pPr>
            <a:lvl5pPr>
              <a:buNone/>
              <a:defRPr sz="2925" b="1">
                <a:solidFill>
                  <a:srgbClr val="193B59"/>
                </a:solidFill>
                <a:latin typeface="Yu Gothic"/>
                <a:ea typeface="Yu Gothic"/>
                <a:cs typeface="Yu Gothic"/>
              </a:defRPr>
            </a:lvl5pPr>
            <a:lvl6pPr>
              <a:buNone/>
              <a:defRPr sz="2925" b="1">
                <a:solidFill>
                  <a:srgbClr val="193B59"/>
                </a:solidFill>
                <a:latin typeface="Yu Gothic"/>
                <a:ea typeface="Yu Gothic"/>
                <a:cs typeface="Yu Gothic"/>
              </a:defRPr>
            </a:lvl6pPr>
            <a:lvl7pPr>
              <a:buNone/>
              <a:defRPr sz="2925" b="1">
                <a:solidFill>
                  <a:srgbClr val="193B59"/>
                </a:solidFill>
                <a:latin typeface="Yu Gothic"/>
                <a:ea typeface="Yu Gothic"/>
                <a:cs typeface="Yu Gothic"/>
              </a:defRPr>
            </a:lvl7pPr>
            <a:lvl8pPr>
              <a:buNone/>
              <a:defRPr sz="2925" b="1">
                <a:solidFill>
                  <a:srgbClr val="193B59"/>
                </a:solidFill>
                <a:latin typeface="Yu Gothic"/>
                <a:ea typeface="Yu Gothic"/>
                <a:cs typeface="Yu Gothic"/>
              </a:defRPr>
            </a:lvl8pPr>
            <a:lvl9pPr>
              <a:buNone/>
              <a:defRPr sz="2925" b="1">
                <a:solidFill>
                  <a:srgbClr val="193B59"/>
                </a:solidFill>
                <a:latin typeface="Yu Gothic"/>
                <a:ea typeface="Yu Gothic"/>
                <a:cs typeface="Yu Gothic"/>
              </a:defRPr>
            </a:lvl9pPr>
          </a:lstStyle>
          <a:p xmlns:a="http://schemas.openxmlformats.org/drawingml/2006/main">
            <a:pPr>
              <a:buNone/>
              <a:defRPr sz="2925" b="1">
                <a:solidFill>
                  <a:srgbClr val="193B59"/>
                </a:solidFill>
                <a:latin typeface="Yu Gothic"/>
                <a:ea typeface="Yu Gothic"/>
                <a:cs typeface="Yu Gothic"/>
              </a:defRPr>
            </a:pPr>
            <a:r>
              <a:rPr sz="2925" b="1">
                <a:solidFill>
                  <a:srgbClr val="193B59"/>
                </a:solidFill>
                <a:latin typeface="Yu Gothic"/>
                <a:ea typeface="Yu Gothic"/>
                <a:cs typeface="Yu Gothic"/>
              </a:rPr>
              <a:t>近代の製鋼：量と均一性の要求</a:t>
            </a:r>
          </a:p>
        </p:txBody>
      </p:sp>
      <p:sp>
        <p:nvSpPr>
          <p:cNvPr id="2" name="">
            <a:extLst xmlns:a="http://schemas.openxmlformats.org/drawingml/2006/main">
              <a:ext uri="{FF2B5EF4-FFF2-40B4-BE49-F238E27FC236}">
                <a16:creationId xmlns:a16="http://schemas.microsoft.com/office/drawing/2014/main" id="{5871DC2C-054D-420A-B358-9AEE25FBFFF9}"/>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A3D512B0-903D-41CF-B7B5-A281DD46105F}"/>
              </a:ext>
            </a:extLst>
          </p:cNvPr>
          <p:cNvSpPr>
            <a:spLocks xmlns:a="http://schemas.openxmlformats.org/drawingml/2006/main" noGrp="1"/>
          </p:cNvSpPr>
          <p:nvPr/>
        </p:nvSpPr>
        <p:spPr>
          <a:xfrm xmlns:a="http://schemas.openxmlformats.org/drawingml/2006/main">
            <a:off x="809625" y="173355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buNone/>
              <a:defRPr sz="2250" b="1">
                <a:solidFill>
                  <a:srgbClr val="263D4D"/>
                </a:solidFill>
                <a:latin typeface="Yu Gothic"/>
                <a:ea typeface="Yu Gothic"/>
                <a:cs typeface="Yu Gothic"/>
              </a:defRPr>
            </a:lvl1pPr>
            <a:lvl2pPr>
              <a:buNone/>
              <a:defRPr sz="2250" b="1">
                <a:solidFill>
                  <a:srgbClr val="263D4D"/>
                </a:solidFill>
                <a:latin typeface="Yu Gothic"/>
                <a:ea typeface="Yu Gothic"/>
                <a:cs typeface="Yu Gothic"/>
              </a:defRPr>
            </a:lvl2pPr>
            <a:lvl3pPr>
              <a:buNone/>
              <a:defRPr sz="2250" b="1">
                <a:solidFill>
                  <a:srgbClr val="263D4D"/>
                </a:solidFill>
                <a:latin typeface="Yu Gothic"/>
                <a:ea typeface="Yu Gothic"/>
                <a:cs typeface="Yu Gothic"/>
              </a:defRPr>
            </a:lvl3pPr>
            <a:lvl4pPr>
              <a:buNone/>
              <a:defRPr sz="2250" b="1">
                <a:solidFill>
                  <a:srgbClr val="263D4D"/>
                </a:solidFill>
                <a:latin typeface="Yu Gothic"/>
                <a:ea typeface="Yu Gothic"/>
                <a:cs typeface="Yu Gothic"/>
              </a:defRPr>
            </a:lvl4pPr>
            <a:lvl5pPr>
              <a:buNone/>
              <a:defRPr sz="2250" b="1">
                <a:solidFill>
                  <a:srgbClr val="263D4D"/>
                </a:solidFill>
                <a:latin typeface="Yu Gothic"/>
                <a:ea typeface="Yu Gothic"/>
                <a:cs typeface="Yu Gothic"/>
              </a:defRPr>
            </a:lvl5pPr>
            <a:lvl6pPr>
              <a:buNone/>
              <a:defRPr sz="2250" b="1">
                <a:solidFill>
                  <a:srgbClr val="263D4D"/>
                </a:solidFill>
                <a:latin typeface="Yu Gothic"/>
                <a:ea typeface="Yu Gothic"/>
                <a:cs typeface="Yu Gothic"/>
              </a:defRPr>
            </a:lvl6pPr>
            <a:lvl7pPr>
              <a:buNone/>
              <a:defRPr sz="2250" b="1">
                <a:solidFill>
                  <a:srgbClr val="263D4D"/>
                </a:solidFill>
                <a:latin typeface="Yu Gothic"/>
                <a:ea typeface="Yu Gothic"/>
                <a:cs typeface="Yu Gothic"/>
              </a:defRPr>
            </a:lvl7pPr>
            <a:lvl8pPr>
              <a:buNone/>
              <a:defRPr sz="2250" b="1">
                <a:solidFill>
                  <a:srgbClr val="263D4D"/>
                </a:solidFill>
                <a:latin typeface="Yu Gothic"/>
                <a:ea typeface="Yu Gothic"/>
                <a:cs typeface="Yu Gothic"/>
              </a:defRPr>
            </a:lvl8pPr>
            <a:lvl9pPr>
              <a:buNone/>
              <a:defRPr sz="2250" b="1">
                <a:solidFill>
                  <a:srgbClr val="263D4D"/>
                </a:solidFill>
                <a:latin typeface="Yu Gothic"/>
                <a:ea typeface="Yu Gothic"/>
                <a:cs typeface="Yu Gothic"/>
              </a:defRPr>
            </a:lvl9pPr>
          </a:lstStyle>
          <a:p xmlns:a="http://schemas.openxmlformats.org/drawingml/2006/main">
            <a:pPr>
              <a:buNone/>
              <a:defRPr sz="2250" b="1">
                <a:solidFill>
                  <a:srgbClr val="263D4D"/>
                </a:solidFill>
                <a:latin typeface="Yu Gothic"/>
                <a:ea typeface="Yu Gothic"/>
                <a:cs typeface="Yu Gothic"/>
              </a:defRPr>
            </a:pPr>
            <a:r>
              <a:rPr sz="2250" b="1">
                <a:solidFill>
                  <a:srgbClr val="263D4D"/>
                </a:solidFill>
                <a:latin typeface="Yu Gothic"/>
                <a:ea typeface="Yu Gothic"/>
                <a:cs typeface="Yu Gothic"/>
              </a:rPr>
              <a:t>製法の変化が大量生産を可能にする</a:t>
            </a:r>
          </a:p>
        </p:txBody>
      </p:sp>
      <p:sp>
        <p:nvSpPr>
          <p:cNvPr id="4" name="">
            <a:extLst xmlns:a="http://schemas.openxmlformats.org/drawingml/2006/main">
              <a:ext uri="{FF2B5EF4-FFF2-40B4-BE49-F238E27FC236}">
                <a16:creationId xmlns:a16="http://schemas.microsoft.com/office/drawing/2014/main" id="{93D3CBF3-6082-4AF0-8230-90F8378B9A84}"/>
              </a:ext>
            </a:extLst>
          </p:cNvPr>
          <p:cNvSpPr>
            <a:spLocks xmlns:a="http://schemas.openxmlformats.org/drawingml/2006/main" noGrp="1"/>
          </p:cNvSpPr>
          <p:nvPr/>
        </p:nvSpPr>
        <p:spPr>
          <a:xfrm xmlns:a="http://schemas.openxmlformats.org/drawingml/2006/main">
            <a:off x="809625" y="2790825"/>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規格化した部材が建設・機械で使われる</a:t>
            </a:r>
          </a:p>
        </p:txBody>
      </p:sp>
      <p:sp>
        <p:nvSpPr>
          <p:cNvPr id="5" name="">
            <a:extLst xmlns:a="http://schemas.openxmlformats.org/drawingml/2006/main">
              <a:ext uri="{FF2B5EF4-FFF2-40B4-BE49-F238E27FC236}">
                <a16:creationId xmlns:a16="http://schemas.microsoft.com/office/drawing/2014/main" id="{9031FAEA-2939-45E0-9A2C-ADF32D7A10EA}"/>
              </a:ext>
            </a:extLst>
          </p:cNvPr>
          <p:cNvSpPr>
            <a:spLocks xmlns:a="http://schemas.openxmlformats.org/drawingml/2006/main" noGrp="1"/>
          </p:cNvSpPr>
          <p:nvPr/>
        </p:nvSpPr>
        <p:spPr>
          <a:xfrm xmlns:a="http://schemas.openxmlformats.org/drawingml/2006/main">
            <a:off x="809625" y="384810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古い製法も用途によって残る</a:t>
            </a:r>
          </a:p>
        </p:txBody>
      </p:sp>
      <p:sp>
        <p:nvSpPr>
          <p:cNvPr id="6" name="">
            <a:extLst xmlns:a="http://schemas.openxmlformats.org/drawingml/2006/main">
              <a:ext uri="{FF2B5EF4-FFF2-40B4-BE49-F238E27FC236}">
                <a16:creationId xmlns:a16="http://schemas.microsoft.com/office/drawing/2014/main" id="{9D5901B0-8492-4E6C-8F08-AAB2080AF1D4}"/>
              </a:ext>
            </a:extLst>
          </p:cNvPr>
          <p:cNvSpPr>
            <a:spLocks xmlns:a="http://schemas.openxmlformats.org/drawingml/2006/main" noGrp="1"/>
          </p:cNvSpPr>
          <p:nvPr/>
        </p:nvSpPr>
        <p:spPr>
          <a:xfrm xmlns:a="http://schemas.openxmlformats.org/drawingml/2006/main">
            <a:off x="723900" y="4829175"/>
            <a:ext cx="1952625" cy="704850"/>
          </a:xfrm>
          <a:prstGeom xmlns:a="http://schemas.openxmlformats.org/drawingml/2006/main" prst="rect">
            <a:avLst/>
          </a:prstGeom>
          <a:solidFill xmlns:a="http://schemas.openxmlformats.org/drawingml/2006/main">
            <a:srgbClr val="EAF4F3"/>
          </a:solidFill>
          <a:ln xmlns:a="http://schemas.openxmlformats.org/drawingml/2006/main" w="16193">
            <a:solidFill>
              <a:srgbClr val="087E8B"/>
            </a:solidFill>
          </a:ln>
        </p:spPr>
      </p:sp>
      <p:sp>
        <p:nvSpPr>
          <p:cNvPr id="7" name="">
            <a:extLst xmlns:a="http://schemas.openxmlformats.org/drawingml/2006/main">
              <a:ext uri="{FF2B5EF4-FFF2-40B4-BE49-F238E27FC236}">
                <a16:creationId xmlns:a16="http://schemas.microsoft.com/office/drawing/2014/main" id="{1E64323C-A379-4294-AAE0-2A4812824F1F}"/>
              </a:ext>
            </a:extLst>
          </p:cNvPr>
          <p:cNvSpPr>
            <a:spLocks xmlns:a="http://schemas.openxmlformats.org/drawingml/2006/main" noGrp="1"/>
          </p:cNvSpPr>
          <p:nvPr/>
        </p:nvSpPr>
        <p:spPr>
          <a:xfrm xmlns:a="http://schemas.openxmlformats.org/drawingml/2006/main">
            <a:off x="723900" y="4886325"/>
            <a:ext cx="19526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725" b="1">
                <a:solidFill>
                  <a:srgbClr val="193B59"/>
                </a:solidFill>
                <a:latin typeface="Yu Gothic"/>
                <a:ea typeface="Yu Gothic"/>
                <a:cs typeface="Yu Gothic"/>
              </a:defRPr>
            </a:defPPr>
            <a:lvl1pPr algn="ctr">
              <a:buNone/>
              <a:defRPr sz="1725" b="1">
                <a:solidFill>
                  <a:srgbClr val="193B59"/>
                </a:solidFill>
                <a:latin typeface="Yu Gothic"/>
                <a:ea typeface="Yu Gothic"/>
                <a:cs typeface="Yu Gothic"/>
              </a:defRPr>
            </a:lvl1pPr>
            <a:lvl2pPr algn="ctr">
              <a:buNone/>
              <a:defRPr sz="1725" b="1">
                <a:solidFill>
                  <a:srgbClr val="193B59"/>
                </a:solidFill>
                <a:latin typeface="Yu Gothic"/>
                <a:ea typeface="Yu Gothic"/>
                <a:cs typeface="Yu Gothic"/>
              </a:defRPr>
            </a:lvl2pPr>
            <a:lvl3pPr algn="ctr">
              <a:buNone/>
              <a:defRPr sz="1725" b="1">
                <a:solidFill>
                  <a:srgbClr val="193B59"/>
                </a:solidFill>
                <a:latin typeface="Yu Gothic"/>
                <a:ea typeface="Yu Gothic"/>
                <a:cs typeface="Yu Gothic"/>
              </a:defRPr>
            </a:lvl3pPr>
            <a:lvl4pPr algn="ctr">
              <a:buNone/>
              <a:defRPr sz="1725" b="1">
                <a:solidFill>
                  <a:srgbClr val="193B59"/>
                </a:solidFill>
                <a:latin typeface="Yu Gothic"/>
                <a:ea typeface="Yu Gothic"/>
                <a:cs typeface="Yu Gothic"/>
              </a:defRPr>
            </a:lvl4pPr>
            <a:lvl5pPr algn="ctr">
              <a:buNone/>
              <a:defRPr sz="1725" b="1">
                <a:solidFill>
                  <a:srgbClr val="193B59"/>
                </a:solidFill>
                <a:latin typeface="Yu Gothic"/>
                <a:ea typeface="Yu Gothic"/>
                <a:cs typeface="Yu Gothic"/>
              </a:defRPr>
            </a:lvl5pPr>
            <a:lvl6pPr algn="ctr">
              <a:buNone/>
              <a:defRPr sz="1725" b="1">
                <a:solidFill>
                  <a:srgbClr val="193B59"/>
                </a:solidFill>
                <a:latin typeface="Yu Gothic"/>
                <a:ea typeface="Yu Gothic"/>
                <a:cs typeface="Yu Gothic"/>
              </a:defRPr>
            </a:lvl6pPr>
            <a:lvl7pPr algn="ctr">
              <a:buNone/>
              <a:defRPr sz="1725" b="1">
                <a:solidFill>
                  <a:srgbClr val="193B59"/>
                </a:solidFill>
                <a:latin typeface="Yu Gothic"/>
                <a:ea typeface="Yu Gothic"/>
                <a:cs typeface="Yu Gothic"/>
              </a:defRPr>
            </a:lvl7pPr>
            <a:lvl8pPr algn="ctr">
              <a:buNone/>
              <a:defRPr sz="1725" b="1">
                <a:solidFill>
                  <a:srgbClr val="193B59"/>
                </a:solidFill>
                <a:latin typeface="Yu Gothic"/>
                <a:ea typeface="Yu Gothic"/>
                <a:cs typeface="Yu Gothic"/>
              </a:defRPr>
            </a:lvl8pPr>
            <a:lvl9pPr algn="ctr">
              <a:buNone/>
              <a:defRPr sz="1725" b="1">
                <a:solidFill>
                  <a:srgbClr val="193B59"/>
                </a:solidFill>
                <a:latin typeface="Yu Gothic"/>
                <a:ea typeface="Yu Gothic"/>
                <a:cs typeface="Yu Gothic"/>
              </a:defRPr>
            </a:lvl9pPr>
          </a:lstStyle>
          <a:p xmlns:a="http://schemas.openxmlformats.org/drawingml/2006/main">
            <a:pPr algn="ctr">
              <a:buNone/>
              <a:defRPr sz="1725" b="1">
                <a:solidFill>
                  <a:srgbClr val="193B59"/>
                </a:solidFill>
                <a:latin typeface="Yu Gothic"/>
                <a:ea typeface="Yu Gothic"/>
                <a:cs typeface="Yu Gothic"/>
              </a:defRPr>
            </a:pPr>
            <a:r>
              <a:rPr sz="1725" b="1">
                <a:solidFill>
                  <a:srgbClr val="193B59"/>
                </a:solidFill>
                <a:latin typeface="Yu Gothic"/>
                <a:ea typeface="Yu Gothic"/>
                <a:cs typeface="Yu Gothic"/>
              </a:rPr>
              <a:t>製法</a:t>
            </a:r>
          </a:p>
        </p:txBody>
      </p:sp>
      <p:sp>
        <p:nvSpPr>
          <p:cNvPr id="8" name="">
            <a:extLst xmlns:a="http://schemas.openxmlformats.org/drawingml/2006/main">
              <a:ext uri="{FF2B5EF4-FFF2-40B4-BE49-F238E27FC236}">
                <a16:creationId xmlns:a16="http://schemas.microsoft.com/office/drawing/2014/main" id="{0A2E32B8-0515-43C2-A099-81B15E8CD2E1}"/>
              </a:ext>
            </a:extLst>
          </p:cNvPr>
          <p:cNvSpPr>
            <a:spLocks xmlns:a="http://schemas.openxmlformats.org/drawingml/2006/main" noGrp="1"/>
          </p:cNvSpPr>
          <p:nvPr/>
        </p:nvSpPr>
        <p:spPr>
          <a:xfrm xmlns:a="http://schemas.openxmlformats.org/drawingml/2006/main">
            <a:off x="2714625" y="5181600"/>
            <a:ext cx="504825" cy="9525"/>
          </a:xfrm>
          <a:custGeom xmlns:a="http://schemas.openxmlformats.org/drawingml/2006/main">
            <a:pathLst>
              <a:path w="504825" h="9525">
                <a:moveTo>
                  <a:pt x="0" y="0"/>
                </a:moveTo>
                <a:lnTo>
                  <a:pt x="504825" y="0"/>
                </a:lnTo>
              </a:path>
            </a:pathLst>
          </a:custGeom>
          <a:noFill xmlns:a="http://schemas.openxmlformats.org/drawingml/2006/main"/>
          <a:ln xmlns:a="http://schemas.openxmlformats.org/drawingml/2006/main" w="19050">
            <a:solidFill>
              <a:srgbClr val="087E8B"/>
            </a:solidFill>
          </a:ln>
        </p:spPr>
      </p:sp>
      <p:sp>
        <p:nvSpPr>
          <p:cNvPr id="9" name="">
            <a:extLst xmlns:a="http://schemas.openxmlformats.org/drawingml/2006/main">
              <a:ext uri="{FF2B5EF4-FFF2-40B4-BE49-F238E27FC236}">
                <a16:creationId xmlns:a16="http://schemas.microsoft.com/office/drawing/2014/main" id="{06E6F96B-74C4-4FC2-8A44-1B3BD0B970C5}"/>
              </a:ext>
            </a:extLst>
          </p:cNvPr>
          <p:cNvSpPr>
            <a:spLocks xmlns:a="http://schemas.openxmlformats.org/drawingml/2006/main" noGrp="1"/>
          </p:cNvSpPr>
          <p:nvPr/>
        </p:nvSpPr>
        <p:spPr>
          <a:xfrm xmlns:a="http://schemas.openxmlformats.org/drawingml/2006/main">
            <a:off x="3105150" y="5133594"/>
            <a:ext cx="114300" cy="96012"/>
          </a:xfrm>
          <a:custGeom xmlns:a="http://schemas.openxmlformats.org/drawingml/2006/main">
            <a:pathLst>
              <a:path w="114300" h="96012">
                <a:moveTo>
                  <a:pt x="114300" y="48006"/>
                </a:moveTo>
                <a:lnTo>
                  <a:pt x="0" y="0"/>
                </a:lnTo>
                <a:lnTo>
                  <a:pt x="0" y="96012"/>
                </a:lnTo>
                <a:close/>
              </a:path>
            </a:pathLst>
          </a:custGeom>
          <a:solidFill xmlns:a="http://schemas.openxmlformats.org/drawingml/2006/main">
            <a:srgbClr val="087E8B"/>
          </a:solidFill>
          <a:ln xmlns:a="http://schemas.openxmlformats.org/drawingml/2006/main" w="4763">
            <a:solidFill>
              <a:srgbClr val="087E8B"/>
            </a:solidFill>
          </a:ln>
        </p:spPr>
      </p:sp>
      <p:sp>
        <p:nvSpPr>
          <p:cNvPr id="10" name="">
            <a:extLst xmlns:a="http://schemas.openxmlformats.org/drawingml/2006/main">
              <a:ext uri="{FF2B5EF4-FFF2-40B4-BE49-F238E27FC236}">
                <a16:creationId xmlns:a16="http://schemas.microsoft.com/office/drawing/2014/main" id="{7A91ADD9-7360-484C-9819-CF2EE03B7B43}"/>
              </a:ext>
            </a:extLst>
          </p:cNvPr>
          <p:cNvSpPr>
            <a:spLocks xmlns:a="http://schemas.openxmlformats.org/drawingml/2006/main" noGrp="1"/>
          </p:cNvSpPr>
          <p:nvPr/>
        </p:nvSpPr>
        <p:spPr>
          <a:xfrm xmlns:a="http://schemas.openxmlformats.org/drawingml/2006/main">
            <a:off x="3267075" y="4829175"/>
            <a:ext cx="1952625" cy="704850"/>
          </a:xfrm>
          <a:prstGeom xmlns:a="http://schemas.openxmlformats.org/drawingml/2006/main" prst="rect">
            <a:avLst/>
          </a:prstGeom>
          <a:solidFill xmlns:a="http://schemas.openxmlformats.org/drawingml/2006/main">
            <a:srgbClr val="E8F0F4"/>
          </a:solidFill>
          <a:ln xmlns:a="http://schemas.openxmlformats.org/drawingml/2006/main" w="16193">
            <a:solidFill>
              <a:srgbClr val="087E8B"/>
            </a:solidFill>
          </a:ln>
        </p:spPr>
      </p:sp>
      <p:sp>
        <p:nvSpPr>
          <p:cNvPr id="11" name="">
            <a:extLst xmlns:a="http://schemas.openxmlformats.org/drawingml/2006/main">
              <a:ext uri="{FF2B5EF4-FFF2-40B4-BE49-F238E27FC236}">
                <a16:creationId xmlns:a16="http://schemas.microsoft.com/office/drawing/2014/main" id="{6B5B44DF-3637-48FA-8E07-4FC919B5BB04}"/>
              </a:ext>
            </a:extLst>
          </p:cNvPr>
          <p:cNvSpPr>
            <a:spLocks xmlns:a="http://schemas.openxmlformats.org/drawingml/2006/main" noGrp="1"/>
          </p:cNvSpPr>
          <p:nvPr/>
        </p:nvSpPr>
        <p:spPr>
          <a:xfrm xmlns:a="http://schemas.openxmlformats.org/drawingml/2006/main">
            <a:off x="3267075" y="4886325"/>
            <a:ext cx="19526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725" b="1">
                <a:solidFill>
                  <a:srgbClr val="193B59"/>
                </a:solidFill>
                <a:latin typeface="Yu Gothic"/>
                <a:ea typeface="Yu Gothic"/>
                <a:cs typeface="Yu Gothic"/>
              </a:defRPr>
            </a:defPPr>
            <a:lvl1pPr algn="ctr">
              <a:buNone/>
              <a:defRPr sz="1725" b="1">
                <a:solidFill>
                  <a:srgbClr val="193B59"/>
                </a:solidFill>
                <a:latin typeface="Yu Gothic"/>
                <a:ea typeface="Yu Gothic"/>
                <a:cs typeface="Yu Gothic"/>
              </a:defRPr>
            </a:lvl1pPr>
            <a:lvl2pPr algn="ctr">
              <a:buNone/>
              <a:defRPr sz="1725" b="1">
                <a:solidFill>
                  <a:srgbClr val="193B59"/>
                </a:solidFill>
                <a:latin typeface="Yu Gothic"/>
                <a:ea typeface="Yu Gothic"/>
                <a:cs typeface="Yu Gothic"/>
              </a:defRPr>
            </a:lvl2pPr>
            <a:lvl3pPr algn="ctr">
              <a:buNone/>
              <a:defRPr sz="1725" b="1">
                <a:solidFill>
                  <a:srgbClr val="193B59"/>
                </a:solidFill>
                <a:latin typeface="Yu Gothic"/>
                <a:ea typeface="Yu Gothic"/>
                <a:cs typeface="Yu Gothic"/>
              </a:defRPr>
            </a:lvl3pPr>
            <a:lvl4pPr algn="ctr">
              <a:buNone/>
              <a:defRPr sz="1725" b="1">
                <a:solidFill>
                  <a:srgbClr val="193B59"/>
                </a:solidFill>
                <a:latin typeface="Yu Gothic"/>
                <a:ea typeface="Yu Gothic"/>
                <a:cs typeface="Yu Gothic"/>
              </a:defRPr>
            </a:lvl4pPr>
            <a:lvl5pPr algn="ctr">
              <a:buNone/>
              <a:defRPr sz="1725" b="1">
                <a:solidFill>
                  <a:srgbClr val="193B59"/>
                </a:solidFill>
                <a:latin typeface="Yu Gothic"/>
                <a:ea typeface="Yu Gothic"/>
                <a:cs typeface="Yu Gothic"/>
              </a:defRPr>
            </a:lvl5pPr>
            <a:lvl6pPr algn="ctr">
              <a:buNone/>
              <a:defRPr sz="1725" b="1">
                <a:solidFill>
                  <a:srgbClr val="193B59"/>
                </a:solidFill>
                <a:latin typeface="Yu Gothic"/>
                <a:ea typeface="Yu Gothic"/>
                <a:cs typeface="Yu Gothic"/>
              </a:defRPr>
            </a:lvl6pPr>
            <a:lvl7pPr algn="ctr">
              <a:buNone/>
              <a:defRPr sz="1725" b="1">
                <a:solidFill>
                  <a:srgbClr val="193B59"/>
                </a:solidFill>
                <a:latin typeface="Yu Gothic"/>
                <a:ea typeface="Yu Gothic"/>
                <a:cs typeface="Yu Gothic"/>
              </a:defRPr>
            </a:lvl7pPr>
            <a:lvl8pPr algn="ctr">
              <a:buNone/>
              <a:defRPr sz="1725" b="1">
                <a:solidFill>
                  <a:srgbClr val="193B59"/>
                </a:solidFill>
                <a:latin typeface="Yu Gothic"/>
                <a:ea typeface="Yu Gothic"/>
                <a:cs typeface="Yu Gothic"/>
              </a:defRPr>
            </a:lvl8pPr>
            <a:lvl9pPr algn="ctr">
              <a:buNone/>
              <a:defRPr sz="1725" b="1">
                <a:solidFill>
                  <a:srgbClr val="193B59"/>
                </a:solidFill>
                <a:latin typeface="Yu Gothic"/>
                <a:ea typeface="Yu Gothic"/>
                <a:cs typeface="Yu Gothic"/>
              </a:defRPr>
            </a:lvl9pPr>
          </a:lstStyle>
          <a:p xmlns:a="http://schemas.openxmlformats.org/drawingml/2006/main">
            <a:pPr algn="ctr">
              <a:buNone/>
              <a:defRPr sz="1725" b="1">
                <a:solidFill>
                  <a:srgbClr val="193B59"/>
                </a:solidFill>
                <a:latin typeface="Yu Gothic"/>
                <a:ea typeface="Yu Gothic"/>
                <a:cs typeface="Yu Gothic"/>
              </a:defRPr>
            </a:pPr>
            <a:r>
              <a:rPr sz="1725" b="1">
                <a:solidFill>
                  <a:srgbClr val="193B59"/>
                </a:solidFill>
                <a:latin typeface="Yu Gothic"/>
                <a:ea typeface="Yu Gothic"/>
                <a:cs typeface="Yu Gothic"/>
              </a:rPr>
              <a:t>生産量</a:t>
            </a:r>
          </a:p>
        </p:txBody>
      </p:sp>
      <p:sp>
        <p:nvSpPr>
          <p:cNvPr id="12" name="">
            <a:extLst xmlns:a="http://schemas.openxmlformats.org/drawingml/2006/main">
              <a:ext uri="{FF2B5EF4-FFF2-40B4-BE49-F238E27FC236}">
                <a16:creationId xmlns:a16="http://schemas.microsoft.com/office/drawing/2014/main" id="{5F95EA9A-0FE1-472A-BAD7-3E18401C4D0F}"/>
              </a:ext>
            </a:extLst>
          </p:cNvPr>
          <p:cNvSpPr>
            <a:spLocks xmlns:a="http://schemas.openxmlformats.org/drawingml/2006/main" noGrp="1"/>
          </p:cNvSpPr>
          <p:nvPr/>
        </p:nvSpPr>
        <p:spPr>
          <a:xfrm xmlns:a="http://schemas.openxmlformats.org/drawingml/2006/main">
            <a:off x="5257800" y="5181600"/>
            <a:ext cx="504825" cy="9525"/>
          </a:xfrm>
          <a:custGeom xmlns:a="http://schemas.openxmlformats.org/drawingml/2006/main">
            <a:pathLst>
              <a:path w="504825" h="9525">
                <a:moveTo>
                  <a:pt x="0" y="0"/>
                </a:moveTo>
                <a:lnTo>
                  <a:pt x="504825" y="0"/>
                </a:lnTo>
              </a:path>
            </a:pathLst>
          </a:custGeom>
          <a:noFill xmlns:a="http://schemas.openxmlformats.org/drawingml/2006/main"/>
          <a:ln xmlns:a="http://schemas.openxmlformats.org/drawingml/2006/main" w="19050">
            <a:solidFill>
              <a:srgbClr val="087E8B"/>
            </a:solidFill>
          </a:ln>
        </p:spPr>
      </p:sp>
      <p:sp>
        <p:nvSpPr>
          <p:cNvPr id="13" name="">
            <a:extLst xmlns:a="http://schemas.openxmlformats.org/drawingml/2006/main">
              <a:ext uri="{FF2B5EF4-FFF2-40B4-BE49-F238E27FC236}">
                <a16:creationId xmlns:a16="http://schemas.microsoft.com/office/drawing/2014/main" id="{D913CD9B-A81B-4A9A-A657-BF47CD97238C}"/>
              </a:ext>
            </a:extLst>
          </p:cNvPr>
          <p:cNvSpPr>
            <a:spLocks xmlns:a="http://schemas.openxmlformats.org/drawingml/2006/main" noGrp="1"/>
          </p:cNvSpPr>
          <p:nvPr/>
        </p:nvSpPr>
        <p:spPr>
          <a:xfrm xmlns:a="http://schemas.openxmlformats.org/drawingml/2006/main">
            <a:off x="5648325" y="5133594"/>
            <a:ext cx="114300" cy="96012"/>
          </a:xfrm>
          <a:custGeom xmlns:a="http://schemas.openxmlformats.org/drawingml/2006/main">
            <a:pathLst>
              <a:path w="114300" h="96012">
                <a:moveTo>
                  <a:pt x="114300" y="48006"/>
                </a:moveTo>
                <a:lnTo>
                  <a:pt x="0" y="0"/>
                </a:lnTo>
                <a:lnTo>
                  <a:pt x="0" y="96012"/>
                </a:lnTo>
                <a:close/>
              </a:path>
            </a:pathLst>
          </a:custGeom>
          <a:solidFill xmlns:a="http://schemas.openxmlformats.org/drawingml/2006/main">
            <a:srgbClr val="087E8B"/>
          </a:solidFill>
          <a:ln xmlns:a="http://schemas.openxmlformats.org/drawingml/2006/main" w="4763">
            <a:solidFill>
              <a:srgbClr val="087E8B"/>
            </a:solidFill>
          </a:ln>
        </p:spPr>
      </p:sp>
      <p:sp>
        <p:nvSpPr>
          <p:cNvPr id="14" name="">
            <a:extLst xmlns:a="http://schemas.openxmlformats.org/drawingml/2006/main">
              <a:ext uri="{FF2B5EF4-FFF2-40B4-BE49-F238E27FC236}">
                <a16:creationId xmlns:a16="http://schemas.microsoft.com/office/drawing/2014/main" id="{C9CBB5E6-A6D3-4268-9F0F-22B75FD80A4A}"/>
              </a:ext>
            </a:extLst>
          </p:cNvPr>
          <p:cNvSpPr>
            <a:spLocks xmlns:a="http://schemas.openxmlformats.org/drawingml/2006/main" noGrp="1"/>
          </p:cNvSpPr>
          <p:nvPr/>
        </p:nvSpPr>
        <p:spPr>
          <a:xfrm xmlns:a="http://schemas.openxmlformats.org/drawingml/2006/main">
            <a:off x="5810250" y="4829175"/>
            <a:ext cx="1952625" cy="704850"/>
          </a:xfrm>
          <a:prstGeom xmlns:a="http://schemas.openxmlformats.org/drawingml/2006/main" prst="rect">
            <a:avLst/>
          </a:prstGeom>
          <a:solidFill xmlns:a="http://schemas.openxmlformats.org/drawingml/2006/main">
            <a:srgbClr val="EAF4F3"/>
          </a:solidFill>
          <a:ln xmlns:a="http://schemas.openxmlformats.org/drawingml/2006/main" w="16193">
            <a:solidFill>
              <a:srgbClr val="087E8B"/>
            </a:solidFill>
          </a:ln>
        </p:spPr>
      </p:sp>
      <p:sp>
        <p:nvSpPr>
          <p:cNvPr id="15" name="">
            <a:extLst xmlns:a="http://schemas.openxmlformats.org/drawingml/2006/main">
              <a:ext uri="{FF2B5EF4-FFF2-40B4-BE49-F238E27FC236}">
                <a16:creationId xmlns:a16="http://schemas.microsoft.com/office/drawing/2014/main" id="{CF227011-4083-49D1-83A9-025713E03BE3}"/>
              </a:ext>
            </a:extLst>
          </p:cNvPr>
          <p:cNvSpPr>
            <a:spLocks xmlns:a="http://schemas.openxmlformats.org/drawingml/2006/main" noGrp="1"/>
          </p:cNvSpPr>
          <p:nvPr/>
        </p:nvSpPr>
        <p:spPr>
          <a:xfrm xmlns:a="http://schemas.openxmlformats.org/drawingml/2006/main">
            <a:off x="5810250" y="4886325"/>
            <a:ext cx="19526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725" b="1">
                <a:solidFill>
                  <a:srgbClr val="193B59"/>
                </a:solidFill>
                <a:latin typeface="Yu Gothic"/>
                <a:ea typeface="Yu Gothic"/>
                <a:cs typeface="Yu Gothic"/>
              </a:defRPr>
            </a:defPPr>
            <a:lvl1pPr algn="ctr">
              <a:buNone/>
              <a:defRPr sz="1725" b="1">
                <a:solidFill>
                  <a:srgbClr val="193B59"/>
                </a:solidFill>
                <a:latin typeface="Yu Gothic"/>
                <a:ea typeface="Yu Gothic"/>
                <a:cs typeface="Yu Gothic"/>
              </a:defRPr>
            </a:lvl1pPr>
            <a:lvl2pPr algn="ctr">
              <a:buNone/>
              <a:defRPr sz="1725" b="1">
                <a:solidFill>
                  <a:srgbClr val="193B59"/>
                </a:solidFill>
                <a:latin typeface="Yu Gothic"/>
                <a:ea typeface="Yu Gothic"/>
                <a:cs typeface="Yu Gothic"/>
              </a:defRPr>
            </a:lvl2pPr>
            <a:lvl3pPr algn="ctr">
              <a:buNone/>
              <a:defRPr sz="1725" b="1">
                <a:solidFill>
                  <a:srgbClr val="193B59"/>
                </a:solidFill>
                <a:latin typeface="Yu Gothic"/>
                <a:ea typeface="Yu Gothic"/>
                <a:cs typeface="Yu Gothic"/>
              </a:defRPr>
            </a:lvl3pPr>
            <a:lvl4pPr algn="ctr">
              <a:buNone/>
              <a:defRPr sz="1725" b="1">
                <a:solidFill>
                  <a:srgbClr val="193B59"/>
                </a:solidFill>
                <a:latin typeface="Yu Gothic"/>
                <a:ea typeface="Yu Gothic"/>
                <a:cs typeface="Yu Gothic"/>
              </a:defRPr>
            </a:lvl4pPr>
            <a:lvl5pPr algn="ctr">
              <a:buNone/>
              <a:defRPr sz="1725" b="1">
                <a:solidFill>
                  <a:srgbClr val="193B59"/>
                </a:solidFill>
                <a:latin typeface="Yu Gothic"/>
                <a:ea typeface="Yu Gothic"/>
                <a:cs typeface="Yu Gothic"/>
              </a:defRPr>
            </a:lvl5pPr>
            <a:lvl6pPr algn="ctr">
              <a:buNone/>
              <a:defRPr sz="1725" b="1">
                <a:solidFill>
                  <a:srgbClr val="193B59"/>
                </a:solidFill>
                <a:latin typeface="Yu Gothic"/>
                <a:ea typeface="Yu Gothic"/>
                <a:cs typeface="Yu Gothic"/>
              </a:defRPr>
            </a:lvl6pPr>
            <a:lvl7pPr algn="ctr">
              <a:buNone/>
              <a:defRPr sz="1725" b="1">
                <a:solidFill>
                  <a:srgbClr val="193B59"/>
                </a:solidFill>
                <a:latin typeface="Yu Gothic"/>
                <a:ea typeface="Yu Gothic"/>
                <a:cs typeface="Yu Gothic"/>
              </a:defRPr>
            </a:lvl7pPr>
            <a:lvl8pPr algn="ctr">
              <a:buNone/>
              <a:defRPr sz="1725" b="1">
                <a:solidFill>
                  <a:srgbClr val="193B59"/>
                </a:solidFill>
                <a:latin typeface="Yu Gothic"/>
                <a:ea typeface="Yu Gothic"/>
                <a:cs typeface="Yu Gothic"/>
              </a:defRPr>
            </a:lvl8pPr>
            <a:lvl9pPr algn="ctr">
              <a:buNone/>
              <a:defRPr sz="1725" b="1">
                <a:solidFill>
                  <a:srgbClr val="193B59"/>
                </a:solidFill>
                <a:latin typeface="Yu Gothic"/>
                <a:ea typeface="Yu Gothic"/>
                <a:cs typeface="Yu Gothic"/>
              </a:defRPr>
            </a:lvl9pPr>
          </a:lstStyle>
          <a:p xmlns:a="http://schemas.openxmlformats.org/drawingml/2006/main">
            <a:pPr algn="ctr">
              <a:buNone/>
              <a:defRPr sz="1725" b="1">
                <a:solidFill>
                  <a:srgbClr val="193B59"/>
                </a:solidFill>
                <a:latin typeface="Yu Gothic"/>
                <a:ea typeface="Yu Gothic"/>
                <a:cs typeface="Yu Gothic"/>
              </a:defRPr>
            </a:pPr>
            <a:r>
              <a:rPr sz="1725" b="1">
                <a:solidFill>
                  <a:srgbClr val="193B59"/>
                </a:solidFill>
                <a:latin typeface="Yu Gothic"/>
                <a:ea typeface="Yu Gothic"/>
                <a:cs typeface="Yu Gothic"/>
              </a:rPr>
              <a:t>品質</a:t>
            </a:r>
          </a:p>
        </p:txBody>
      </p:sp>
      <p:sp>
        <p:nvSpPr>
          <p:cNvPr id="16" name="">
            <a:extLst xmlns:a="http://schemas.openxmlformats.org/drawingml/2006/main">
              <a:ext uri="{FF2B5EF4-FFF2-40B4-BE49-F238E27FC236}">
                <a16:creationId xmlns:a16="http://schemas.microsoft.com/office/drawing/2014/main" id="{6596F267-9D14-4CC5-8AA4-98E9B46417B0}"/>
              </a:ext>
            </a:extLst>
          </p:cNvPr>
          <p:cNvSpPr>
            <a:spLocks xmlns:a="http://schemas.openxmlformats.org/drawingml/2006/main" noGrp="1"/>
          </p:cNvSpPr>
          <p:nvPr/>
        </p:nvSpPr>
        <p:spPr>
          <a:xfrm xmlns:a="http://schemas.openxmlformats.org/drawingml/2006/main">
            <a:off x="7800975" y="5181600"/>
            <a:ext cx="504825" cy="9525"/>
          </a:xfrm>
          <a:custGeom xmlns:a="http://schemas.openxmlformats.org/drawingml/2006/main">
            <a:pathLst>
              <a:path w="504825" h="9525">
                <a:moveTo>
                  <a:pt x="0" y="0"/>
                </a:moveTo>
                <a:lnTo>
                  <a:pt x="504825" y="0"/>
                </a:lnTo>
              </a:path>
            </a:pathLst>
          </a:custGeom>
          <a:noFill xmlns:a="http://schemas.openxmlformats.org/drawingml/2006/main"/>
          <a:ln xmlns:a="http://schemas.openxmlformats.org/drawingml/2006/main" w="19050">
            <a:solidFill>
              <a:srgbClr val="087E8B"/>
            </a:solidFill>
          </a:ln>
        </p:spPr>
      </p:sp>
      <p:sp>
        <p:nvSpPr>
          <p:cNvPr id="17" name="">
            <a:extLst xmlns:a="http://schemas.openxmlformats.org/drawingml/2006/main">
              <a:ext uri="{FF2B5EF4-FFF2-40B4-BE49-F238E27FC236}">
                <a16:creationId xmlns:a16="http://schemas.microsoft.com/office/drawing/2014/main" id="{E5225D5F-6BA2-4FE7-89C5-DC31A99B5E4D}"/>
              </a:ext>
            </a:extLst>
          </p:cNvPr>
          <p:cNvSpPr>
            <a:spLocks xmlns:a="http://schemas.openxmlformats.org/drawingml/2006/main" noGrp="1"/>
          </p:cNvSpPr>
          <p:nvPr/>
        </p:nvSpPr>
        <p:spPr>
          <a:xfrm xmlns:a="http://schemas.openxmlformats.org/drawingml/2006/main">
            <a:off x="8191500" y="5133594"/>
            <a:ext cx="114300" cy="96012"/>
          </a:xfrm>
          <a:custGeom xmlns:a="http://schemas.openxmlformats.org/drawingml/2006/main">
            <a:pathLst>
              <a:path w="114300" h="96012">
                <a:moveTo>
                  <a:pt x="114300" y="48006"/>
                </a:moveTo>
                <a:lnTo>
                  <a:pt x="0" y="0"/>
                </a:lnTo>
                <a:lnTo>
                  <a:pt x="0" y="96012"/>
                </a:lnTo>
                <a:close/>
              </a:path>
            </a:pathLst>
          </a:custGeom>
          <a:solidFill xmlns:a="http://schemas.openxmlformats.org/drawingml/2006/main">
            <a:srgbClr val="087E8B"/>
          </a:solidFill>
          <a:ln xmlns:a="http://schemas.openxmlformats.org/drawingml/2006/main" w="4763">
            <a:solidFill>
              <a:srgbClr val="087E8B"/>
            </a:solidFill>
          </a:ln>
        </p:spPr>
      </p:sp>
      <p:sp>
        <p:nvSpPr>
          <p:cNvPr id="18" name="">
            <a:extLst xmlns:a="http://schemas.openxmlformats.org/drawingml/2006/main">
              <a:ext uri="{FF2B5EF4-FFF2-40B4-BE49-F238E27FC236}">
                <a16:creationId xmlns:a16="http://schemas.microsoft.com/office/drawing/2014/main" id="{8199DC78-4C32-4B53-A614-7BF0B17D2A47}"/>
              </a:ext>
            </a:extLst>
          </p:cNvPr>
          <p:cNvSpPr>
            <a:spLocks xmlns:a="http://schemas.openxmlformats.org/drawingml/2006/main" noGrp="1"/>
          </p:cNvSpPr>
          <p:nvPr/>
        </p:nvSpPr>
        <p:spPr>
          <a:xfrm xmlns:a="http://schemas.openxmlformats.org/drawingml/2006/main">
            <a:off x="8353425" y="4829175"/>
            <a:ext cx="1952625" cy="704850"/>
          </a:xfrm>
          <a:prstGeom xmlns:a="http://schemas.openxmlformats.org/drawingml/2006/main" prst="rect">
            <a:avLst/>
          </a:prstGeom>
          <a:solidFill xmlns:a="http://schemas.openxmlformats.org/drawingml/2006/main">
            <a:srgbClr val="E8F0F4"/>
          </a:solidFill>
          <a:ln xmlns:a="http://schemas.openxmlformats.org/drawingml/2006/main" w="16193">
            <a:solidFill>
              <a:srgbClr val="087E8B"/>
            </a:solidFill>
          </a:ln>
        </p:spPr>
      </p:sp>
      <p:sp>
        <p:nvSpPr>
          <p:cNvPr id="19" name="">
            <a:extLst xmlns:a="http://schemas.openxmlformats.org/drawingml/2006/main">
              <a:ext uri="{FF2B5EF4-FFF2-40B4-BE49-F238E27FC236}">
                <a16:creationId xmlns:a16="http://schemas.microsoft.com/office/drawing/2014/main" id="{E80C86EB-8CAD-4DDC-A6CE-A7352D2C04A7}"/>
              </a:ext>
            </a:extLst>
          </p:cNvPr>
          <p:cNvSpPr>
            <a:spLocks xmlns:a="http://schemas.openxmlformats.org/drawingml/2006/main" noGrp="1"/>
          </p:cNvSpPr>
          <p:nvPr/>
        </p:nvSpPr>
        <p:spPr>
          <a:xfrm xmlns:a="http://schemas.openxmlformats.org/drawingml/2006/main">
            <a:off x="8353425" y="4886325"/>
            <a:ext cx="19526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725" b="1">
                <a:solidFill>
                  <a:srgbClr val="193B59"/>
                </a:solidFill>
                <a:latin typeface="Yu Gothic"/>
                <a:ea typeface="Yu Gothic"/>
                <a:cs typeface="Yu Gothic"/>
              </a:defRPr>
            </a:defPPr>
            <a:lvl1pPr algn="ctr">
              <a:buNone/>
              <a:defRPr sz="1725" b="1">
                <a:solidFill>
                  <a:srgbClr val="193B59"/>
                </a:solidFill>
                <a:latin typeface="Yu Gothic"/>
                <a:ea typeface="Yu Gothic"/>
                <a:cs typeface="Yu Gothic"/>
              </a:defRPr>
            </a:lvl1pPr>
            <a:lvl2pPr algn="ctr">
              <a:buNone/>
              <a:defRPr sz="1725" b="1">
                <a:solidFill>
                  <a:srgbClr val="193B59"/>
                </a:solidFill>
                <a:latin typeface="Yu Gothic"/>
                <a:ea typeface="Yu Gothic"/>
                <a:cs typeface="Yu Gothic"/>
              </a:defRPr>
            </a:lvl2pPr>
            <a:lvl3pPr algn="ctr">
              <a:buNone/>
              <a:defRPr sz="1725" b="1">
                <a:solidFill>
                  <a:srgbClr val="193B59"/>
                </a:solidFill>
                <a:latin typeface="Yu Gothic"/>
                <a:ea typeface="Yu Gothic"/>
                <a:cs typeface="Yu Gothic"/>
              </a:defRPr>
            </a:lvl3pPr>
            <a:lvl4pPr algn="ctr">
              <a:buNone/>
              <a:defRPr sz="1725" b="1">
                <a:solidFill>
                  <a:srgbClr val="193B59"/>
                </a:solidFill>
                <a:latin typeface="Yu Gothic"/>
                <a:ea typeface="Yu Gothic"/>
                <a:cs typeface="Yu Gothic"/>
              </a:defRPr>
            </a:lvl4pPr>
            <a:lvl5pPr algn="ctr">
              <a:buNone/>
              <a:defRPr sz="1725" b="1">
                <a:solidFill>
                  <a:srgbClr val="193B59"/>
                </a:solidFill>
                <a:latin typeface="Yu Gothic"/>
                <a:ea typeface="Yu Gothic"/>
                <a:cs typeface="Yu Gothic"/>
              </a:defRPr>
            </a:lvl5pPr>
            <a:lvl6pPr algn="ctr">
              <a:buNone/>
              <a:defRPr sz="1725" b="1">
                <a:solidFill>
                  <a:srgbClr val="193B59"/>
                </a:solidFill>
                <a:latin typeface="Yu Gothic"/>
                <a:ea typeface="Yu Gothic"/>
                <a:cs typeface="Yu Gothic"/>
              </a:defRPr>
            </a:lvl6pPr>
            <a:lvl7pPr algn="ctr">
              <a:buNone/>
              <a:defRPr sz="1725" b="1">
                <a:solidFill>
                  <a:srgbClr val="193B59"/>
                </a:solidFill>
                <a:latin typeface="Yu Gothic"/>
                <a:ea typeface="Yu Gothic"/>
                <a:cs typeface="Yu Gothic"/>
              </a:defRPr>
            </a:lvl7pPr>
            <a:lvl8pPr algn="ctr">
              <a:buNone/>
              <a:defRPr sz="1725" b="1">
                <a:solidFill>
                  <a:srgbClr val="193B59"/>
                </a:solidFill>
                <a:latin typeface="Yu Gothic"/>
                <a:ea typeface="Yu Gothic"/>
                <a:cs typeface="Yu Gothic"/>
              </a:defRPr>
            </a:lvl8pPr>
            <a:lvl9pPr algn="ctr">
              <a:buNone/>
              <a:defRPr sz="1725" b="1">
                <a:solidFill>
                  <a:srgbClr val="193B59"/>
                </a:solidFill>
                <a:latin typeface="Yu Gothic"/>
                <a:ea typeface="Yu Gothic"/>
                <a:cs typeface="Yu Gothic"/>
              </a:defRPr>
            </a:lvl9pPr>
          </a:lstStyle>
          <a:p xmlns:a="http://schemas.openxmlformats.org/drawingml/2006/main">
            <a:pPr algn="ctr">
              <a:buNone/>
              <a:defRPr sz="1725" b="1">
                <a:solidFill>
                  <a:srgbClr val="193B59"/>
                </a:solidFill>
                <a:latin typeface="Yu Gothic"/>
                <a:ea typeface="Yu Gothic"/>
                <a:cs typeface="Yu Gothic"/>
              </a:defRPr>
            </a:pPr>
            <a:r>
              <a:rPr sz="1725" b="1">
                <a:solidFill>
                  <a:srgbClr val="193B59"/>
                </a:solidFill>
                <a:latin typeface="Yu Gothic"/>
                <a:ea typeface="Yu Gothic"/>
                <a:cs typeface="Yu Gothic"/>
              </a:rPr>
              <a:t>用途</a:t>
            </a:r>
          </a:p>
        </p:txBody>
      </p:sp>
      <p:sp>
        <p:nvSpPr>
          <p:cNvPr id="20" name="">
            <a:extLst xmlns:a="http://schemas.openxmlformats.org/drawingml/2006/main">
              <a:ext uri="{FF2B5EF4-FFF2-40B4-BE49-F238E27FC236}">
                <a16:creationId xmlns:a16="http://schemas.microsoft.com/office/drawing/2014/main" id="{1EF44F37-2052-4C3B-A54C-E0199A4FEDE2}"/>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参照 [11]</a:t>
            </a:r>
          </a:p>
        </p:txBody>
      </p:sp>
      <p:sp>
        <p:nvSpPr>
          <p:cNvPr id="21" name="">
            <a:extLst xmlns:a="http://schemas.openxmlformats.org/drawingml/2006/main">
              <a:ext uri="{FF2B5EF4-FFF2-40B4-BE49-F238E27FC236}">
                <a16:creationId xmlns:a16="http://schemas.microsoft.com/office/drawing/2014/main" id="{82EA7703-32BD-4878-8CA2-B9CACB62CCF1}"/>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発展C</a:t>
            </a:r>
          </a:p>
        </p:txBody>
      </p:sp>
      <p:sp>
        <p:nvSpPr>
          <p:cNvPr id="22" name="">
            <a:extLst xmlns:a="http://schemas.openxmlformats.org/drawingml/2006/main">
              <a:ext uri="{FF2B5EF4-FFF2-40B4-BE49-F238E27FC236}">
                <a16:creationId xmlns:a16="http://schemas.microsoft.com/office/drawing/2014/main" id="{69926C39-95B5-4F96-89F6-295234B963FA}"/>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20 / 33</a:t>
            </a:r>
          </a:p>
        </p:txBody>
      </p:sp>
    </p:spTree>
    <p:extLst>
      <p:ext uri="{BB962C8B-B14F-4D97-AF65-F5344CB8AC3E}">
        <p14:creationId xmlns:p14="http://schemas.microsoft.com/office/powerpoint/2010/main" val="1503317406"/>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0865223-4EAB-478B-8BDC-81573FA87A2F}"/>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buNone/>
              <a:defRPr sz="2925" b="1">
                <a:solidFill>
                  <a:srgbClr val="193B59"/>
                </a:solidFill>
                <a:latin typeface="Yu Gothic"/>
                <a:ea typeface="Yu Gothic"/>
                <a:cs typeface="Yu Gothic"/>
              </a:defRPr>
            </a:lvl1pPr>
            <a:lvl2pPr>
              <a:buNone/>
              <a:defRPr sz="2925" b="1">
                <a:solidFill>
                  <a:srgbClr val="193B59"/>
                </a:solidFill>
                <a:latin typeface="Yu Gothic"/>
                <a:ea typeface="Yu Gothic"/>
                <a:cs typeface="Yu Gothic"/>
              </a:defRPr>
            </a:lvl2pPr>
            <a:lvl3pPr>
              <a:buNone/>
              <a:defRPr sz="2925" b="1">
                <a:solidFill>
                  <a:srgbClr val="193B59"/>
                </a:solidFill>
                <a:latin typeface="Yu Gothic"/>
                <a:ea typeface="Yu Gothic"/>
                <a:cs typeface="Yu Gothic"/>
              </a:defRPr>
            </a:lvl3pPr>
            <a:lvl4pPr>
              <a:buNone/>
              <a:defRPr sz="2925" b="1">
                <a:solidFill>
                  <a:srgbClr val="193B59"/>
                </a:solidFill>
                <a:latin typeface="Yu Gothic"/>
                <a:ea typeface="Yu Gothic"/>
                <a:cs typeface="Yu Gothic"/>
              </a:defRPr>
            </a:lvl4pPr>
            <a:lvl5pPr>
              <a:buNone/>
              <a:defRPr sz="2925" b="1">
                <a:solidFill>
                  <a:srgbClr val="193B59"/>
                </a:solidFill>
                <a:latin typeface="Yu Gothic"/>
                <a:ea typeface="Yu Gothic"/>
                <a:cs typeface="Yu Gothic"/>
              </a:defRPr>
            </a:lvl5pPr>
            <a:lvl6pPr>
              <a:buNone/>
              <a:defRPr sz="2925" b="1">
                <a:solidFill>
                  <a:srgbClr val="193B59"/>
                </a:solidFill>
                <a:latin typeface="Yu Gothic"/>
                <a:ea typeface="Yu Gothic"/>
                <a:cs typeface="Yu Gothic"/>
              </a:defRPr>
            </a:lvl6pPr>
            <a:lvl7pPr>
              <a:buNone/>
              <a:defRPr sz="2925" b="1">
                <a:solidFill>
                  <a:srgbClr val="193B59"/>
                </a:solidFill>
                <a:latin typeface="Yu Gothic"/>
                <a:ea typeface="Yu Gothic"/>
                <a:cs typeface="Yu Gothic"/>
              </a:defRPr>
            </a:lvl7pPr>
            <a:lvl8pPr>
              <a:buNone/>
              <a:defRPr sz="2925" b="1">
                <a:solidFill>
                  <a:srgbClr val="193B59"/>
                </a:solidFill>
                <a:latin typeface="Yu Gothic"/>
                <a:ea typeface="Yu Gothic"/>
                <a:cs typeface="Yu Gothic"/>
              </a:defRPr>
            </a:lvl8pPr>
            <a:lvl9pPr>
              <a:buNone/>
              <a:defRPr sz="2925" b="1">
                <a:solidFill>
                  <a:srgbClr val="193B59"/>
                </a:solidFill>
                <a:latin typeface="Yu Gothic"/>
                <a:ea typeface="Yu Gothic"/>
                <a:cs typeface="Yu Gothic"/>
              </a:defRPr>
            </a:lvl9pPr>
          </a:lstStyle>
          <a:p xmlns:a="http://schemas.openxmlformats.org/drawingml/2006/main">
            <a:pPr>
              <a:buNone/>
              <a:defRPr sz="2925" b="1">
                <a:solidFill>
                  <a:srgbClr val="193B59"/>
                </a:solidFill>
                <a:latin typeface="Yu Gothic"/>
                <a:ea typeface="Yu Gothic"/>
                <a:cs typeface="Yu Gothic"/>
              </a:defRPr>
            </a:pPr>
            <a:r>
              <a:rPr sz="2925" b="1">
                <a:solidFill>
                  <a:srgbClr val="193B59"/>
                </a:solidFill>
                <a:latin typeface="Yu Gothic"/>
                <a:ea typeface="Yu Gothic"/>
                <a:cs typeface="Yu Gothic"/>
              </a:rPr>
              <a:t>材料が循環する経路</a:t>
            </a:r>
          </a:p>
        </p:txBody>
      </p:sp>
      <p:sp>
        <p:nvSpPr>
          <p:cNvPr id="2" name="">
            <a:extLst xmlns:a="http://schemas.openxmlformats.org/drawingml/2006/main">
              <a:ext uri="{FF2B5EF4-FFF2-40B4-BE49-F238E27FC236}">
                <a16:creationId xmlns:a16="http://schemas.microsoft.com/office/drawing/2014/main" id="{27808299-271C-4C58-9B0D-31640419FF14}"/>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455BA33F-8FE2-4244-96B9-F9BBCE7D7008}"/>
              </a:ext>
            </a:extLst>
          </p:cNvPr>
          <p:cNvSpPr>
            <a:spLocks xmlns:a="http://schemas.openxmlformats.org/drawingml/2006/main" noGrp="1"/>
          </p:cNvSpPr>
          <p:nvPr/>
        </p:nvSpPr>
        <p:spPr>
          <a:xfrm xmlns:a="http://schemas.openxmlformats.org/drawingml/2006/main">
            <a:off x="809625" y="173355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buNone/>
              <a:defRPr sz="2250" b="1">
                <a:solidFill>
                  <a:srgbClr val="263D4D"/>
                </a:solidFill>
                <a:latin typeface="Yu Gothic"/>
                <a:ea typeface="Yu Gothic"/>
                <a:cs typeface="Yu Gothic"/>
              </a:defRPr>
            </a:lvl1pPr>
            <a:lvl2pPr>
              <a:buNone/>
              <a:defRPr sz="2250" b="1">
                <a:solidFill>
                  <a:srgbClr val="263D4D"/>
                </a:solidFill>
                <a:latin typeface="Yu Gothic"/>
                <a:ea typeface="Yu Gothic"/>
                <a:cs typeface="Yu Gothic"/>
              </a:defRPr>
            </a:lvl2pPr>
            <a:lvl3pPr>
              <a:buNone/>
              <a:defRPr sz="2250" b="1">
                <a:solidFill>
                  <a:srgbClr val="263D4D"/>
                </a:solidFill>
                <a:latin typeface="Yu Gothic"/>
                <a:ea typeface="Yu Gothic"/>
                <a:cs typeface="Yu Gothic"/>
              </a:defRPr>
            </a:lvl3pPr>
            <a:lvl4pPr>
              <a:buNone/>
              <a:defRPr sz="2250" b="1">
                <a:solidFill>
                  <a:srgbClr val="263D4D"/>
                </a:solidFill>
                <a:latin typeface="Yu Gothic"/>
                <a:ea typeface="Yu Gothic"/>
                <a:cs typeface="Yu Gothic"/>
              </a:defRPr>
            </a:lvl4pPr>
            <a:lvl5pPr>
              <a:buNone/>
              <a:defRPr sz="2250" b="1">
                <a:solidFill>
                  <a:srgbClr val="263D4D"/>
                </a:solidFill>
                <a:latin typeface="Yu Gothic"/>
                <a:ea typeface="Yu Gothic"/>
                <a:cs typeface="Yu Gothic"/>
              </a:defRPr>
            </a:lvl5pPr>
            <a:lvl6pPr>
              <a:buNone/>
              <a:defRPr sz="2250" b="1">
                <a:solidFill>
                  <a:srgbClr val="263D4D"/>
                </a:solidFill>
                <a:latin typeface="Yu Gothic"/>
                <a:ea typeface="Yu Gothic"/>
                <a:cs typeface="Yu Gothic"/>
              </a:defRPr>
            </a:lvl6pPr>
            <a:lvl7pPr>
              <a:buNone/>
              <a:defRPr sz="2250" b="1">
                <a:solidFill>
                  <a:srgbClr val="263D4D"/>
                </a:solidFill>
                <a:latin typeface="Yu Gothic"/>
                <a:ea typeface="Yu Gothic"/>
                <a:cs typeface="Yu Gothic"/>
              </a:defRPr>
            </a:lvl7pPr>
            <a:lvl8pPr>
              <a:buNone/>
              <a:defRPr sz="2250" b="1">
                <a:solidFill>
                  <a:srgbClr val="263D4D"/>
                </a:solidFill>
                <a:latin typeface="Yu Gothic"/>
                <a:ea typeface="Yu Gothic"/>
                <a:cs typeface="Yu Gothic"/>
              </a:defRPr>
            </a:lvl8pPr>
            <a:lvl9pPr>
              <a:buNone/>
              <a:defRPr sz="2250" b="1">
                <a:solidFill>
                  <a:srgbClr val="263D4D"/>
                </a:solidFill>
                <a:latin typeface="Yu Gothic"/>
                <a:ea typeface="Yu Gothic"/>
                <a:cs typeface="Yu Gothic"/>
              </a:defRPr>
            </a:lvl9pPr>
          </a:lstStyle>
          <a:p xmlns:a="http://schemas.openxmlformats.org/drawingml/2006/main">
            <a:pPr>
              <a:buNone/>
              <a:defRPr sz="2250" b="1">
                <a:solidFill>
                  <a:srgbClr val="263D4D"/>
                </a:solidFill>
                <a:latin typeface="Yu Gothic"/>
                <a:ea typeface="Yu Gothic"/>
                <a:cs typeface="Yu Gothic"/>
              </a:defRPr>
            </a:pPr>
            <a:r>
              <a:rPr sz="2250" b="1">
                <a:solidFill>
                  <a:srgbClr val="263D4D"/>
                </a:solidFill>
                <a:latin typeface="Yu Gothic"/>
                <a:ea typeface="Yu Gothic"/>
                <a:cs typeface="Yu Gothic"/>
              </a:rPr>
              <a:t>回収と再溶融、修理と再使用を区別</a:t>
            </a:r>
          </a:p>
        </p:txBody>
      </p:sp>
      <p:sp>
        <p:nvSpPr>
          <p:cNvPr id="4" name="">
            <a:extLst xmlns:a="http://schemas.openxmlformats.org/drawingml/2006/main">
              <a:ext uri="{FF2B5EF4-FFF2-40B4-BE49-F238E27FC236}">
                <a16:creationId xmlns:a16="http://schemas.microsoft.com/office/drawing/2014/main" id="{9D467267-6F77-479F-868D-79E09BDCCA61}"/>
              </a:ext>
            </a:extLst>
          </p:cNvPr>
          <p:cNvSpPr>
            <a:spLocks xmlns:a="http://schemas.openxmlformats.org/drawingml/2006/main" noGrp="1"/>
          </p:cNvSpPr>
          <p:nvPr/>
        </p:nvSpPr>
        <p:spPr>
          <a:xfrm xmlns:a="http://schemas.openxmlformats.org/drawingml/2006/main">
            <a:off x="809625" y="2790825"/>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古材や瓦の再利用は歴史にも見られる</a:t>
            </a:r>
          </a:p>
        </p:txBody>
      </p:sp>
      <p:sp>
        <p:nvSpPr>
          <p:cNvPr id="5" name="">
            <a:extLst xmlns:a="http://schemas.openxmlformats.org/drawingml/2006/main">
              <a:ext uri="{FF2B5EF4-FFF2-40B4-BE49-F238E27FC236}">
                <a16:creationId xmlns:a16="http://schemas.microsoft.com/office/drawing/2014/main" id="{DA4B093A-9292-4DA0-AE29-47C9795D4915}"/>
              </a:ext>
            </a:extLst>
          </p:cNvPr>
          <p:cNvSpPr>
            <a:spLocks xmlns:a="http://schemas.openxmlformats.org/drawingml/2006/main" noGrp="1"/>
          </p:cNvSpPr>
          <p:nvPr/>
        </p:nvSpPr>
        <p:spPr>
          <a:xfrm xmlns:a="http://schemas.openxmlformats.org/drawingml/2006/main">
            <a:off x="809625" y="384810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同じ材料でも回収条件が違う</a:t>
            </a:r>
          </a:p>
        </p:txBody>
      </p:sp>
      <p:sp>
        <p:nvSpPr>
          <p:cNvPr id="6" name="">
            <a:extLst xmlns:a="http://schemas.openxmlformats.org/drawingml/2006/main">
              <a:ext uri="{FF2B5EF4-FFF2-40B4-BE49-F238E27FC236}">
                <a16:creationId xmlns:a16="http://schemas.microsoft.com/office/drawing/2014/main" id="{6C502B18-8240-441F-8917-87F44BD29609}"/>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参照 [15]</a:t>
            </a:r>
          </a:p>
        </p:txBody>
      </p:sp>
      <p:sp>
        <p:nvSpPr>
          <p:cNvPr id="7" name="">
            <a:extLst xmlns:a="http://schemas.openxmlformats.org/drawingml/2006/main">
              <a:ext uri="{FF2B5EF4-FFF2-40B4-BE49-F238E27FC236}">
                <a16:creationId xmlns:a16="http://schemas.microsoft.com/office/drawing/2014/main" id="{CE94BEEE-1059-48F7-B89B-0B9A44862CBC}"/>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発展C</a:t>
            </a:r>
          </a:p>
        </p:txBody>
      </p:sp>
      <p:sp>
        <p:nvSpPr>
          <p:cNvPr id="8" name="">
            <a:extLst xmlns:a="http://schemas.openxmlformats.org/drawingml/2006/main">
              <a:ext uri="{FF2B5EF4-FFF2-40B4-BE49-F238E27FC236}">
                <a16:creationId xmlns:a16="http://schemas.microsoft.com/office/drawing/2014/main" id="{B9A2D3D6-C130-4D84-B0E9-E7CD81ABE354}"/>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21 / 33</a:t>
            </a:r>
          </a:p>
        </p:txBody>
      </p:sp>
    </p:spTree>
    <p:extLst>
      <p:ext uri="{BB962C8B-B14F-4D97-AF65-F5344CB8AC3E}">
        <p14:creationId xmlns:p14="http://schemas.microsoft.com/office/powerpoint/2010/main" val="2075180358"/>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4CB900D1-4867-4748-A261-4B889DEAA8C9}"/>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buNone/>
              <a:defRPr sz="2925" b="1">
                <a:solidFill>
                  <a:srgbClr val="193B59"/>
                </a:solidFill>
                <a:latin typeface="Yu Gothic"/>
                <a:ea typeface="Yu Gothic"/>
                <a:cs typeface="Yu Gothic"/>
              </a:defRPr>
            </a:lvl1pPr>
            <a:lvl2pPr>
              <a:buNone/>
              <a:defRPr sz="2925" b="1">
                <a:solidFill>
                  <a:srgbClr val="193B59"/>
                </a:solidFill>
                <a:latin typeface="Yu Gothic"/>
                <a:ea typeface="Yu Gothic"/>
                <a:cs typeface="Yu Gothic"/>
              </a:defRPr>
            </a:lvl2pPr>
            <a:lvl3pPr>
              <a:buNone/>
              <a:defRPr sz="2925" b="1">
                <a:solidFill>
                  <a:srgbClr val="193B59"/>
                </a:solidFill>
                <a:latin typeface="Yu Gothic"/>
                <a:ea typeface="Yu Gothic"/>
                <a:cs typeface="Yu Gothic"/>
              </a:defRPr>
            </a:lvl3pPr>
            <a:lvl4pPr>
              <a:buNone/>
              <a:defRPr sz="2925" b="1">
                <a:solidFill>
                  <a:srgbClr val="193B59"/>
                </a:solidFill>
                <a:latin typeface="Yu Gothic"/>
                <a:ea typeface="Yu Gothic"/>
                <a:cs typeface="Yu Gothic"/>
              </a:defRPr>
            </a:lvl4pPr>
            <a:lvl5pPr>
              <a:buNone/>
              <a:defRPr sz="2925" b="1">
                <a:solidFill>
                  <a:srgbClr val="193B59"/>
                </a:solidFill>
                <a:latin typeface="Yu Gothic"/>
                <a:ea typeface="Yu Gothic"/>
                <a:cs typeface="Yu Gothic"/>
              </a:defRPr>
            </a:lvl5pPr>
            <a:lvl6pPr>
              <a:buNone/>
              <a:defRPr sz="2925" b="1">
                <a:solidFill>
                  <a:srgbClr val="193B59"/>
                </a:solidFill>
                <a:latin typeface="Yu Gothic"/>
                <a:ea typeface="Yu Gothic"/>
                <a:cs typeface="Yu Gothic"/>
              </a:defRPr>
            </a:lvl6pPr>
            <a:lvl7pPr>
              <a:buNone/>
              <a:defRPr sz="2925" b="1">
                <a:solidFill>
                  <a:srgbClr val="193B59"/>
                </a:solidFill>
                <a:latin typeface="Yu Gothic"/>
                <a:ea typeface="Yu Gothic"/>
                <a:cs typeface="Yu Gothic"/>
              </a:defRPr>
            </a:lvl7pPr>
            <a:lvl8pPr>
              <a:buNone/>
              <a:defRPr sz="2925" b="1">
                <a:solidFill>
                  <a:srgbClr val="193B59"/>
                </a:solidFill>
                <a:latin typeface="Yu Gothic"/>
                <a:ea typeface="Yu Gothic"/>
                <a:cs typeface="Yu Gothic"/>
              </a:defRPr>
            </a:lvl8pPr>
            <a:lvl9pPr>
              <a:buNone/>
              <a:defRPr sz="2925" b="1">
                <a:solidFill>
                  <a:srgbClr val="193B59"/>
                </a:solidFill>
                <a:latin typeface="Yu Gothic"/>
                <a:ea typeface="Yu Gothic"/>
                <a:cs typeface="Yu Gothic"/>
              </a:defRPr>
            </a:lvl9pPr>
          </a:lstStyle>
          <a:p xmlns:a="http://schemas.openxmlformats.org/drawingml/2006/main">
            <a:pPr>
              <a:buNone/>
              <a:defRPr sz="2925" b="1">
                <a:solidFill>
                  <a:srgbClr val="193B59"/>
                </a:solidFill>
                <a:latin typeface="Yu Gothic"/>
                <a:ea typeface="Yu Gothic"/>
                <a:cs typeface="Yu Gothic"/>
              </a:defRPr>
            </a:pPr>
            <a:r>
              <a:rPr sz="2925" b="1">
                <a:solidFill>
                  <a:srgbClr val="193B59"/>
                </a:solidFill>
                <a:latin typeface="Yu Gothic"/>
                <a:ea typeface="Yu Gothic"/>
                <a:cs typeface="Yu Gothic"/>
              </a:rPr>
              <a:t>樹脂の歴史は天然高分子から</a:t>
            </a:r>
          </a:p>
        </p:txBody>
      </p:sp>
      <p:sp>
        <p:nvSpPr>
          <p:cNvPr id="2" name="">
            <a:extLst xmlns:a="http://schemas.openxmlformats.org/drawingml/2006/main">
              <a:ext uri="{FF2B5EF4-FFF2-40B4-BE49-F238E27FC236}">
                <a16:creationId xmlns:a16="http://schemas.microsoft.com/office/drawing/2014/main" id="{4DF7D60C-04EC-4725-9345-D370EFA8E8AE}"/>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2800B132-93D1-43C6-80F4-A06B63B7B9CD}"/>
              </a:ext>
            </a:extLst>
          </p:cNvPr>
          <p:cNvSpPr>
            <a:spLocks xmlns:a="http://schemas.openxmlformats.org/drawingml/2006/main" noGrp="1"/>
          </p:cNvSpPr>
          <p:nvPr/>
        </p:nvSpPr>
        <p:spPr>
          <a:xfrm xmlns:a="http://schemas.openxmlformats.org/drawingml/2006/main">
            <a:off x="809625" y="173355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buNone/>
              <a:defRPr sz="2250" b="1">
                <a:solidFill>
                  <a:srgbClr val="263D4D"/>
                </a:solidFill>
                <a:latin typeface="Yu Gothic"/>
                <a:ea typeface="Yu Gothic"/>
                <a:cs typeface="Yu Gothic"/>
              </a:defRPr>
            </a:lvl1pPr>
            <a:lvl2pPr>
              <a:buNone/>
              <a:defRPr sz="2250" b="1">
                <a:solidFill>
                  <a:srgbClr val="263D4D"/>
                </a:solidFill>
                <a:latin typeface="Yu Gothic"/>
                <a:ea typeface="Yu Gothic"/>
                <a:cs typeface="Yu Gothic"/>
              </a:defRPr>
            </a:lvl2pPr>
            <a:lvl3pPr>
              <a:buNone/>
              <a:defRPr sz="2250" b="1">
                <a:solidFill>
                  <a:srgbClr val="263D4D"/>
                </a:solidFill>
                <a:latin typeface="Yu Gothic"/>
                <a:ea typeface="Yu Gothic"/>
                <a:cs typeface="Yu Gothic"/>
              </a:defRPr>
            </a:lvl3pPr>
            <a:lvl4pPr>
              <a:buNone/>
              <a:defRPr sz="2250" b="1">
                <a:solidFill>
                  <a:srgbClr val="263D4D"/>
                </a:solidFill>
                <a:latin typeface="Yu Gothic"/>
                <a:ea typeface="Yu Gothic"/>
                <a:cs typeface="Yu Gothic"/>
              </a:defRPr>
            </a:lvl4pPr>
            <a:lvl5pPr>
              <a:buNone/>
              <a:defRPr sz="2250" b="1">
                <a:solidFill>
                  <a:srgbClr val="263D4D"/>
                </a:solidFill>
                <a:latin typeface="Yu Gothic"/>
                <a:ea typeface="Yu Gothic"/>
                <a:cs typeface="Yu Gothic"/>
              </a:defRPr>
            </a:lvl5pPr>
            <a:lvl6pPr>
              <a:buNone/>
              <a:defRPr sz="2250" b="1">
                <a:solidFill>
                  <a:srgbClr val="263D4D"/>
                </a:solidFill>
                <a:latin typeface="Yu Gothic"/>
                <a:ea typeface="Yu Gothic"/>
                <a:cs typeface="Yu Gothic"/>
              </a:defRPr>
            </a:lvl6pPr>
            <a:lvl7pPr>
              <a:buNone/>
              <a:defRPr sz="2250" b="1">
                <a:solidFill>
                  <a:srgbClr val="263D4D"/>
                </a:solidFill>
                <a:latin typeface="Yu Gothic"/>
                <a:ea typeface="Yu Gothic"/>
                <a:cs typeface="Yu Gothic"/>
              </a:defRPr>
            </a:lvl7pPr>
            <a:lvl8pPr>
              <a:buNone/>
              <a:defRPr sz="2250" b="1">
                <a:solidFill>
                  <a:srgbClr val="263D4D"/>
                </a:solidFill>
                <a:latin typeface="Yu Gothic"/>
                <a:ea typeface="Yu Gothic"/>
                <a:cs typeface="Yu Gothic"/>
              </a:defRPr>
            </a:lvl8pPr>
            <a:lvl9pPr>
              <a:buNone/>
              <a:defRPr sz="2250" b="1">
                <a:solidFill>
                  <a:srgbClr val="263D4D"/>
                </a:solidFill>
                <a:latin typeface="Yu Gothic"/>
                <a:ea typeface="Yu Gothic"/>
                <a:cs typeface="Yu Gothic"/>
              </a:defRPr>
            </a:lvl9pPr>
          </a:lstStyle>
          <a:p xmlns:a="http://schemas.openxmlformats.org/drawingml/2006/main">
            <a:pPr>
              <a:buNone/>
              <a:defRPr sz="2250" b="1">
                <a:solidFill>
                  <a:srgbClr val="263D4D"/>
                </a:solidFill>
                <a:latin typeface="Yu Gothic"/>
                <a:ea typeface="Yu Gothic"/>
                <a:cs typeface="Yu Gothic"/>
              </a:defRPr>
            </a:pPr>
            <a:r>
              <a:rPr sz="2250" b="1">
                <a:solidFill>
                  <a:srgbClr val="263D4D"/>
                </a:solidFill>
                <a:latin typeface="Yu Gothic"/>
                <a:ea typeface="Yu Gothic"/>
                <a:cs typeface="Yu Gothic"/>
              </a:rPr>
              <a:t>セルロースなど天然の高分子を利用</a:t>
            </a:r>
          </a:p>
        </p:txBody>
      </p:sp>
      <p:sp>
        <p:nvSpPr>
          <p:cNvPr id="4" name="">
            <a:extLst xmlns:a="http://schemas.openxmlformats.org/drawingml/2006/main">
              <a:ext uri="{FF2B5EF4-FFF2-40B4-BE49-F238E27FC236}">
                <a16:creationId xmlns:a16="http://schemas.microsoft.com/office/drawing/2014/main" id="{71C1950F-BC3A-4BA9-B1C9-525F2E670035}"/>
              </a:ext>
            </a:extLst>
          </p:cNvPr>
          <p:cNvSpPr>
            <a:spLocks xmlns:a="http://schemas.openxmlformats.org/drawingml/2006/main" noGrp="1"/>
          </p:cNvSpPr>
          <p:nvPr/>
        </p:nvSpPr>
        <p:spPr>
          <a:xfrm xmlns:a="http://schemas.openxmlformats.org/drawingml/2006/main">
            <a:off x="809625" y="2790825"/>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改質して新しい性質を得る</a:t>
            </a:r>
          </a:p>
        </p:txBody>
      </p:sp>
      <p:sp>
        <p:nvSpPr>
          <p:cNvPr id="5" name="">
            <a:extLst xmlns:a="http://schemas.openxmlformats.org/drawingml/2006/main">
              <a:ext uri="{FF2B5EF4-FFF2-40B4-BE49-F238E27FC236}">
                <a16:creationId xmlns:a16="http://schemas.microsoft.com/office/drawing/2014/main" id="{45D85942-FCA6-4ED8-87E9-A34989E3CBF5}"/>
              </a:ext>
            </a:extLst>
          </p:cNvPr>
          <p:cNvSpPr>
            <a:spLocks xmlns:a="http://schemas.openxmlformats.org/drawingml/2006/main" noGrp="1"/>
          </p:cNvSpPr>
          <p:nvPr/>
        </p:nvSpPr>
        <p:spPr>
          <a:xfrm xmlns:a="http://schemas.openxmlformats.org/drawingml/2006/main">
            <a:off x="809625" y="384810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完全合成の樹脂は別の段階で登場</a:t>
            </a:r>
          </a:p>
        </p:txBody>
      </p:sp>
      <p:sp>
        <p:nvSpPr>
          <p:cNvPr id="6" name="">
            <a:extLst xmlns:a="http://schemas.openxmlformats.org/drawingml/2006/main">
              <a:ext uri="{FF2B5EF4-FFF2-40B4-BE49-F238E27FC236}">
                <a16:creationId xmlns:a16="http://schemas.microsoft.com/office/drawing/2014/main" id="{EB2EA118-CC4E-447C-86EC-EA2C7F3EC097}"/>
              </a:ext>
            </a:extLst>
          </p:cNvPr>
          <p:cNvSpPr>
            <a:spLocks xmlns:a="http://schemas.openxmlformats.org/drawingml/2006/main" noGrp="1"/>
          </p:cNvSpPr>
          <p:nvPr/>
        </p:nvSpPr>
        <p:spPr>
          <a:xfrm xmlns:a="http://schemas.openxmlformats.org/drawingml/2006/main">
            <a:off x="723900" y="4829175"/>
            <a:ext cx="1952625" cy="704850"/>
          </a:xfrm>
          <a:prstGeom xmlns:a="http://schemas.openxmlformats.org/drawingml/2006/main" prst="rect">
            <a:avLst/>
          </a:prstGeom>
          <a:solidFill xmlns:a="http://schemas.openxmlformats.org/drawingml/2006/main">
            <a:srgbClr val="EAF4F3"/>
          </a:solidFill>
          <a:ln xmlns:a="http://schemas.openxmlformats.org/drawingml/2006/main" w="16193">
            <a:solidFill>
              <a:srgbClr val="087E8B"/>
            </a:solidFill>
          </a:ln>
        </p:spPr>
      </p:sp>
      <p:sp>
        <p:nvSpPr>
          <p:cNvPr id="7" name="">
            <a:extLst xmlns:a="http://schemas.openxmlformats.org/drawingml/2006/main">
              <a:ext uri="{FF2B5EF4-FFF2-40B4-BE49-F238E27FC236}">
                <a16:creationId xmlns:a16="http://schemas.microsoft.com/office/drawing/2014/main" id="{870EEA43-1698-4052-A79B-3CB4E9210089}"/>
              </a:ext>
            </a:extLst>
          </p:cNvPr>
          <p:cNvSpPr>
            <a:spLocks xmlns:a="http://schemas.openxmlformats.org/drawingml/2006/main" noGrp="1"/>
          </p:cNvSpPr>
          <p:nvPr/>
        </p:nvSpPr>
        <p:spPr>
          <a:xfrm xmlns:a="http://schemas.openxmlformats.org/drawingml/2006/main">
            <a:off x="723900" y="4886325"/>
            <a:ext cx="19526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725" b="1">
                <a:solidFill>
                  <a:srgbClr val="193B59"/>
                </a:solidFill>
                <a:latin typeface="Yu Gothic"/>
                <a:ea typeface="Yu Gothic"/>
                <a:cs typeface="Yu Gothic"/>
              </a:defRPr>
            </a:defPPr>
            <a:lvl1pPr algn="ctr">
              <a:buNone/>
              <a:defRPr sz="1725" b="1">
                <a:solidFill>
                  <a:srgbClr val="193B59"/>
                </a:solidFill>
                <a:latin typeface="Yu Gothic"/>
                <a:ea typeface="Yu Gothic"/>
                <a:cs typeface="Yu Gothic"/>
              </a:defRPr>
            </a:lvl1pPr>
            <a:lvl2pPr algn="ctr">
              <a:buNone/>
              <a:defRPr sz="1725" b="1">
                <a:solidFill>
                  <a:srgbClr val="193B59"/>
                </a:solidFill>
                <a:latin typeface="Yu Gothic"/>
                <a:ea typeface="Yu Gothic"/>
                <a:cs typeface="Yu Gothic"/>
              </a:defRPr>
            </a:lvl2pPr>
            <a:lvl3pPr algn="ctr">
              <a:buNone/>
              <a:defRPr sz="1725" b="1">
                <a:solidFill>
                  <a:srgbClr val="193B59"/>
                </a:solidFill>
                <a:latin typeface="Yu Gothic"/>
                <a:ea typeface="Yu Gothic"/>
                <a:cs typeface="Yu Gothic"/>
              </a:defRPr>
            </a:lvl3pPr>
            <a:lvl4pPr algn="ctr">
              <a:buNone/>
              <a:defRPr sz="1725" b="1">
                <a:solidFill>
                  <a:srgbClr val="193B59"/>
                </a:solidFill>
                <a:latin typeface="Yu Gothic"/>
                <a:ea typeface="Yu Gothic"/>
                <a:cs typeface="Yu Gothic"/>
              </a:defRPr>
            </a:lvl4pPr>
            <a:lvl5pPr algn="ctr">
              <a:buNone/>
              <a:defRPr sz="1725" b="1">
                <a:solidFill>
                  <a:srgbClr val="193B59"/>
                </a:solidFill>
                <a:latin typeface="Yu Gothic"/>
                <a:ea typeface="Yu Gothic"/>
                <a:cs typeface="Yu Gothic"/>
              </a:defRPr>
            </a:lvl5pPr>
            <a:lvl6pPr algn="ctr">
              <a:buNone/>
              <a:defRPr sz="1725" b="1">
                <a:solidFill>
                  <a:srgbClr val="193B59"/>
                </a:solidFill>
                <a:latin typeface="Yu Gothic"/>
                <a:ea typeface="Yu Gothic"/>
                <a:cs typeface="Yu Gothic"/>
              </a:defRPr>
            </a:lvl6pPr>
            <a:lvl7pPr algn="ctr">
              <a:buNone/>
              <a:defRPr sz="1725" b="1">
                <a:solidFill>
                  <a:srgbClr val="193B59"/>
                </a:solidFill>
                <a:latin typeface="Yu Gothic"/>
                <a:ea typeface="Yu Gothic"/>
                <a:cs typeface="Yu Gothic"/>
              </a:defRPr>
            </a:lvl7pPr>
            <a:lvl8pPr algn="ctr">
              <a:buNone/>
              <a:defRPr sz="1725" b="1">
                <a:solidFill>
                  <a:srgbClr val="193B59"/>
                </a:solidFill>
                <a:latin typeface="Yu Gothic"/>
                <a:ea typeface="Yu Gothic"/>
                <a:cs typeface="Yu Gothic"/>
              </a:defRPr>
            </a:lvl8pPr>
            <a:lvl9pPr algn="ctr">
              <a:buNone/>
              <a:defRPr sz="1725" b="1">
                <a:solidFill>
                  <a:srgbClr val="193B59"/>
                </a:solidFill>
                <a:latin typeface="Yu Gothic"/>
                <a:ea typeface="Yu Gothic"/>
                <a:cs typeface="Yu Gothic"/>
              </a:defRPr>
            </a:lvl9pPr>
          </a:lstStyle>
          <a:p xmlns:a="http://schemas.openxmlformats.org/drawingml/2006/main">
            <a:pPr algn="ctr">
              <a:buNone/>
              <a:defRPr sz="1725" b="1">
                <a:solidFill>
                  <a:srgbClr val="193B59"/>
                </a:solidFill>
                <a:latin typeface="Yu Gothic"/>
                <a:ea typeface="Yu Gothic"/>
                <a:cs typeface="Yu Gothic"/>
              </a:defRPr>
            </a:pPr>
            <a:r>
              <a:rPr sz="1725" b="1">
                <a:solidFill>
                  <a:srgbClr val="193B59"/>
                </a:solidFill>
                <a:latin typeface="Yu Gothic"/>
                <a:ea typeface="Yu Gothic"/>
                <a:cs typeface="Yu Gothic"/>
              </a:rPr>
              <a:t>天然高分子</a:t>
            </a:r>
          </a:p>
        </p:txBody>
      </p:sp>
      <p:sp>
        <p:nvSpPr>
          <p:cNvPr id="8" name="">
            <a:extLst xmlns:a="http://schemas.openxmlformats.org/drawingml/2006/main">
              <a:ext uri="{FF2B5EF4-FFF2-40B4-BE49-F238E27FC236}">
                <a16:creationId xmlns:a16="http://schemas.microsoft.com/office/drawing/2014/main" id="{30512C7B-2A47-434B-8F61-7ECFAA4D9AB6}"/>
              </a:ext>
            </a:extLst>
          </p:cNvPr>
          <p:cNvSpPr>
            <a:spLocks xmlns:a="http://schemas.openxmlformats.org/drawingml/2006/main" noGrp="1"/>
          </p:cNvSpPr>
          <p:nvPr/>
        </p:nvSpPr>
        <p:spPr>
          <a:xfrm xmlns:a="http://schemas.openxmlformats.org/drawingml/2006/main">
            <a:off x="2714625" y="5181600"/>
            <a:ext cx="504825" cy="9525"/>
          </a:xfrm>
          <a:custGeom xmlns:a="http://schemas.openxmlformats.org/drawingml/2006/main">
            <a:pathLst>
              <a:path w="504825" h="9525">
                <a:moveTo>
                  <a:pt x="0" y="0"/>
                </a:moveTo>
                <a:lnTo>
                  <a:pt x="504825" y="0"/>
                </a:lnTo>
              </a:path>
            </a:pathLst>
          </a:custGeom>
          <a:noFill xmlns:a="http://schemas.openxmlformats.org/drawingml/2006/main"/>
          <a:ln xmlns:a="http://schemas.openxmlformats.org/drawingml/2006/main" w="19050">
            <a:solidFill>
              <a:srgbClr val="087E8B"/>
            </a:solidFill>
          </a:ln>
        </p:spPr>
      </p:sp>
      <p:sp>
        <p:nvSpPr>
          <p:cNvPr id="9" name="">
            <a:extLst xmlns:a="http://schemas.openxmlformats.org/drawingml/2006/main">
              <a:ext uri="{FF2B5EF4-FFF2-40B4-BE49-F238E27FC236}">
                <a16:creationId xmlns:a16="http://schemas.microsoft.com/office/drawing/2014/main" id="{9B18BDE0-8721-41BA-86C6-8453A289F79E}"/>
              </a:ext>
            </a:extLst>
          </p:cNvPr>
          <p:cNvSpPr>
            <a:spLocks xmlns:a="http://schemas.openxmlformats.org/drawingml/2006/main" noGrp="1"/>
          </p:cNvSpPr>
          <p:nvPr/>
        </p:nvSpPr>
        <p:spPr>
          <a:xfrm xmlns:a="http://schemas.openxmlformats.org/drawingml/2006/main">
            <a:off x="3105150" y="5133594"/>
            <a:ext cx="114300" cy="96012"/>
          </a:xfrm>
          <a:custGeom xmlns:a="http://schemas.openxmlformats.org/drawingml/2006/main">
            <a:pathLst>
              <a:path w="114300" h="96012">
                <a:moveTo>
                  <a:pt x="114300" y="48006"/>
                </a:moveTo>
                <a:lnTo>
                  <a:pt x="0" y="0"/>
                </a:lnTo>
                <a:lnTo>
                  <a:pt x="0" y="96012"/>
                </a:lnTo>
                <a:close/>
              </a:path>
            </a:pathLst>
          </a:custGeom>
          <a:solidFill xmlns:a="http://schemas.openxmlformats.org/drawingml/2006/main">
            <a:srgbClr val="087E8B"/>
          </a:solidFill>
          <a:ln xmlns:a="http://schemas.openxmlformats.org/drawingml/2006/main" w="4763">
            <a:solidFill>
              <a:srgbClr val="087E8B"/>
            </a:solidFill>
          </a:ln>
        </p:spPr>
      </p:sp>
      <p:sp>
        <p:nvSpPr>
          <p:cNvPr id="10" name="">
            <a:extLst xmlns:a="http://schemas.openxmlformats.org/drawingml/2006/main">
              <a:ext uri="{FF2B5EF4-FFF2-40B4-BE49-F238E27FC236}">
                <a16:creationId xmlns:a16="http://schemas.microsoft.com/office/drawing/2014/main" id="{CEBABAD5-3939-4C9A-90A2-7EB4CAF298CA}"/>
              </a:ext>
            </a:extLst>
          </p:cNvPr>
          <p:cNvSpPr>
            <a:spLocks xmlns:a="http://schemas.openxmlformats.org/drawingml/2006/main" noGrp="1"/>
          </p:cNvSpPr>
          <p:nvPr/>
        </p:nvSpPr>
        <p:spPr>
          <a:xfrm xmlns:a="http://schemas.openxmlformats.org/drawingml/2006/main">
            <a:off x="3267075" y="4829175"/>
            <a:ext cx="1952625" cy="704850"/>
          </a:xfrm>
          <a:prstGeom xmlns:a="http://schemas.openxmlformats.org/drawingml/2006/main" prst="rect">
            <a:avLst/>
          </a:prstGeom>
          <a:solidFill xmlns:a="http://schemas.openxmlformats.org/drawingml/2006/main">
            <a:srgbClr val="E8F0F4"/>
          </a:solidFill>
          <a:ln xmlns:a="http://schemas.openxmlformats.org/drawingml/2006/main" w="16193">
            <a:solidFill>
              <a:srgbClr val="087E8B"/>
            </a:solidFill>
          </a:ln>
        </p:spPr>
      </p:sp>
      <p:sp>
        <p:nvSpPr>
          <p:cNvPr id="11" name="">
            <a:extLst xmlns:a="http://schemas.openxmlformats.org/drawingml/2006/main">
              <a:ext uri="{FF2B5EF4-FFF2-40B4-BE49-F238E27FC236}">
                <a16:creationId xmlns:a16="http://schemas.microsoft.com/office/drawing/2014/main" id="{FBF9AA8F-D6B7-437B-A230-063C2BCEA986}"/>
              </a:ext>
            </a:extLst>
          </p:cNvPr>
          <p:cNvSpPr>
            <a:spLocks xmlns:a="http://schemas.openxmlformats.org/drawingml/2006/main" noGrp="1"/>
          </p:cNvSpPr>
          <p:nvPr/>
        </p:nvSpPr>
        <p:spPr>
          <a:xfrm xmlns:a="http://schemas.openxmlformats.org/drawingml/2006/main">
            <a:off x="3267075" y="4886325"/>
            <a:ext cx="19526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725" b="1">
                <a:solidFill>
                  <a:srgbClr val="193B59"/>
                </a:solidFill>
                <a:latin typeface="Yu Gothic"/>
                <a:ea typeface="Yu Gothic"/>
                <a:cs typeface="Yu Gothic"/>
              </a:defRPr>
            </a:defPPr>
            <a:lvl1pPr algn="ctr">
              <a:buNone/>
              <a:defRPr sz="1725" b="1">
                <a:solidFill>
                  <a:srgbClr val="193B59"/>
                </a:solidFill>
                <a:latin typeface="Yu Gothic"/>
                <a:ea typeface="Yu Gothic"/>
                <a:cs typeface="Yu Gothic"/>
              </a:defRPr>
            </a:lvl1pPr>
            <a:lvl2pPr algn="ctr">
              <a:buNone/>
              <a:defRPr sz="1725" b="1">
                <a:solidFill>
                  <a:srgbClr val="193B59"/>
                </a:solidFill>
                <a:latin typeface="Yu Gothic"/>
                <a:ea typeface="Yu Gothic"/>
                <a:cs typeface="Yu Gothic"/>
              </a:defRPr>
            </a:lvl2pPr>
            <a:lvl3pPr algn="ctr">
              <a:buNone/>
              <a:defRPr sz="1725" b="1">
                <a:solidFill>
                  <a:srgbClr val="193B59"/>
                </a:solidFill>
                <a:latin typeface="Yu Gothic"/>
                <a:ea typeface="Yu Gothic"/>
                <a:cs typeface="Yu Gothic"/>
              </a:defRPr>
            </a:lvl3pPr>
            <a:lvl4pPr algn="ctr">
              <a:buNone/>
              <a:defRPr sz="1725" b="1">
                <a:solidFill>
                  <a:srgbClr val="193B59"/>
                </a:solidFill>
                <a:latin typeface="Yu Gothic"/>
                <a:ea typeface="Yu Gothic"/>
                <a:cs typeface="Yu Gothic"/>
              </a:defRPr>
            </a:lvl4pPr>
            <a:lvl5pPr algn="ctr">
              <a:buNone/>
              <a:defRPr sz="1725" b="1">
                <a:solidFill>
                  <a:srgbClr val="193B59"/>
                </a:solidFill>
                <a:latin typeface="Yu Gothic"/>
                <a:ea typeface="Yu Gothic"/>
                <a:cs typeface="Yu Gothic"/>
              </a:defRPr>
            </a:lvl5pPr>
            <a:lvl6pPr algn="ctr">
              <a:buNone/>
              <a:defRPr sz="1725" b="1">
                <a:solidFill>
                  <a:srgbClr val="193B59"/>
                </a:solidFill>
                <a:latin typeface="Yu Gothic"/>
                <a:ea typeface="Yu Gothic"/>
                <a:cs typeface="Yu Gothic"/>
              </a:defRPr>
            </a:lvl6pPr>
            <a:lvl7pPr algn="ctr">
              <a:buNone/>
              <a:defRPr sz="1725" b="1">
                <a:solidFill>
                  <a:srgbClr val="193B59"/>
                </a:solidFill>
                <a:latin typeface="Yu Gothic"/>
                <a:ea typeface="Yu Gothic"/>
                <a:cs typeface="Yu Gothic"/>
              </a:defRPr>
            </a:lvl7pPr>
            <a:lvl8pPr algn="ctr">
              <a:buNone/>
              <a:defRPr sz="1725" b="1">
                <a:solidFill>
                  <a:srgbClr val="193B59"/>
                </a:solidFill>
                <a:latin typeface="Yu Gothic"/>
                <a:ea typeface="Yu Gothic"/>
                <a:cs typeface="Yu Gothic"/>
              </a:defRPr>
            </a:lvl8pPr>
            <a:lvl9pPr algn="ctr">
              <a:buNone/>
              <a:defRPr sz="1725" b="1">
                <a:solidFill>
                  <a:srgbClr val="193B59"/>
                </a:solidFill>
                <a:latin typeface="Yu Gothic"/>
                <a:ea typeface="Yu Gothic"/>
                <a:cs typeface="Yu Gothic"/>
              </a:defRPr>
            </a:lvl9pPr>
          </a:lstStyle>
          <a:p xmlns:a="http://schemas.openxmlformats.org/drawingml/2006/main">
            <a:pPr algn="ctr">
              <a:buNone/>
              <a:defRPr sz="1725" b="1">
                <a:solidFill>
                  <a:srgbClr val="193B59"/>
                </a:solidFill>
                <a:latin typeface="Yu Gothic"/>
                <a:ea typeface="Yu Gothic"/>
                <a:cs typeface="Yu Gothic"/>
              </a:defRPr>
            </a:pPr>
            <a:r>
              <a:rPr sz="1725" b="1">
                <a:solidFill>
                  <a:srgbClr val="193B59"/>
                </a:solidFill>
                <a:latin typeface="Yu Gothic"/>
                <a:ea typeface="Yu Gothic"/>
                <a:cs typeface="Yu Gothic"/>
              </a:rPr>
              <a:t>改質</a:t>
            </a:r>
          </a:p>
        </p:txBody>
      </p:sp>
      <p:sp>
        <p:nvSpPr>
          <p:cNvPr id="12" name="">
            <a:extLst xmlns:a="http://schemas.openxmlformats.org/drawingml/2006/main">
              <a:ext uri="{FF2B5EF4-FFF2-40B4-BE49-F238E27FC236}">
                <a16:creationId xmlns:a16="http://schemas.microsoft.com/office/drawing/2014/main" id="{12ADC58E-9814-4F6D-8ADB-B32561586EC3}"/>
              </a:ext>
            </a:extLst>
          </p:cNvPr>
          <p:cNvSpPr>
            <a:spLocks xmlns:a="http://schemas.openxmlformats.org/drawingml/2006/main" noGrp="1"/>
          </p:cNvSpPr>
          <p:nvPr/>
        </p:nvSpPr>
        <p:spPr>
          <a:xfrm xmlns:a="http://schemas.openxmlformats.org/drawingml/2006/main">
            <a:off x="5257800" y="5181600"/>
            <a:ext cx="504825" cy="9525"/>
          </a:xfrm>
          <a:custGeom xmlns:a="http://schemas.openxmlformats.org/drawingml/2006/main">
            <a:pathLst>
              <a:path w="504825" h="9525">
                <a:moveTo>
                  <a:pt x="0" y="0"/>
                </a:moveTo>
                <a:lnTo>
                  <a:pt x="504825" y="0"/>
                </a:lnTo>
              </a:path>
            </a:pathLst>
          </a:custGeom>
          <a:noFill xmlns:a="http://schemas.openxmlformats.org/drawingml/2006/main"/>
          <a:ln xmlns:a="http://schemas.openxmlformats.org/drawingml/2006/main" w="19050">
            <a:solidFill>
              <a:srgbClr val="087E8B"/>
            </a:solidFill>
          </a:ln>
        </p:spPr>
      </p:sp>
      <p:sp>
        <p:nvSpPr>
          <p:cNvPr id="13" name="">
            <a:extLst xmlns:a="http://schemas.openxmlformats.org/drawingml/2006/main">
              <a:ext uri="{FF2B5EF4-FFF2-40B4-BE49-F238E27FC236}">
                <a16:creationId xmlns:a16="http://schemas.microsoft.com/office/drawing/2014/main" id="{87FBB51C-83EB-4102-A7B2-5B99C859D807}"/>
              </a:ext>
            </a:extLst>
          </p:cNvPr>
          <p:cNvSpPr>
            <a:spLocks xmlns:a="http://schemas.openxmlformats.org/drawingml/2006/main" noGrp="1"/>
          </p:cNvSpPr>
          <p:nvPr/>
        </p:nvSpPr>
        <p:spPr>
          <a:xfrm xmlns:a="http://schemas.openxmlformats.org/drawingml/2006/main">
            <a:off x="5648325" y="5133594"/>
            <a:ext cx="114300" cy="96012"/>
          </a:xfrm>
          <a:custGeom xmlns:a="http://schemas.openxmlformats.org/drawingml/2006/main">
            <a:pathLst>
              <a:path w="114300" h="96012">
                <a:moveTo>
                  <a:pt x="114300" y="48006"/>
                </a:moveTo>
                <a:lnTo>
                  <a:pt x="0" y="0"/>
                </a:lnTo>
                <a:lnTo>
                  <a:pt x="0" y="96012"/>
                </a:lnTo>
                <a:close/>
              </a:path>
            </a:pathLst>
          </a:custGeom>
          <a:solidFill xmlns:a="http://schemas.openxmlformats.org/drawingml/2006/main">
            <a:srgbClr val="087E8B"/>
          </a:solidFill>
          <a:ln xmlns:a="http://schemas.openxmlformats.org/drawingml/2006/main" w="4763">
            <a:solidFill>
              <a:srgbClr val="087E8B"/>
            </a:solidFill>
          </a:ln>
        </p:spPr>
      </p:sp>
      <p:sp>
        <p:nvSpPr>
          <p:cNvPr id="14" name="">
            <a:extLst xmlns:a="http://schemas.openxmlformats.org/drawingml/2006/main">
              <a:ext uri="{FF2B5EF4-FFF2-40B4-BE49-F238E27FC236}">
                <a16:creationId xmlns:a16="http://schemas.microsoft.com/office/drawing/2014/main" id="{30997A7D-4848-46C7-9FB8-AADB152E5F4A}"/>
              </a:ext>
            </a:extLst>
          </p:cNvPr>
          <p:cNvSpPr>
            <a:spLocks xmlns:a="http://schemas.openxmlformats.org/drawingml/2006/main" noGrp="1"/>
          </p:cNvSpPr>
          <p:nvPr/>
        </p:nvSpPr>
        <p:spPr>
          <a:xfrm xmlns:a="http://schemas.openxmlformats.org/drawingml/2006/main">
            <a:off x="5810250" y="4829175"/>
            <a:ext cx="1952625" cy="704850"/>
          </a:xfrm>
          <a:prstGeom xmlns:a="http://schemas.openxmlformats.org/drawingml/2006/main" prst="rect">
            <a:avLst/>
          </a:prstGeom>
          <a:solidFill xmlns:a="http://schemas.openxmlformats.org/drawingml/2006/main">
            <a:srgbClr val="EAF4F3"/>
          </a:solidFill>
          <a:ln xmlns:a="http://schemas.openxmlformats.org/drawingml/2006/main" w="16193">
            <a:solidFill>
              <a:srgbClr val="087E8B"/>
            </a:solidFill>
          </a:ln>
        </p:spPr>
      </p:sp>
      <p:sp>
        <p:nvSpPr>
          <p:cNvPr id="15" name="">
            <a:extLst xmlns:a="http://schemas.openxmlformats.org/drawingml/2006/main">
              <a:ext uri="{FF2B5EF4-FFF2-40B4-BE49-F238E27FC236}">
                <a16:creationId xmlns:a16="http://schemas.microsoft.com/office/drawing/2014/main" id="{EA9C37CC-004E-4D5B-9A5E-B1A6AA42033B}"/>
              </a:ext>
            </a:extLst>
          </p:cNvPr>
          <p:cNvSpPr>
            <a:spLocks xmlns:a="http://schemas.openxmlformats.org/drawingml/2006/main" noGrp="1"/>
          </p:cNvSpPr>
          <p:nvPr/>
        </p:nvSpPr>
        <p:spPr>
          <a:xfrm xmlns:a="http://schemas.openxmlformats.org/drawingml/2006/main">
            <a:off x="5810250" y="4886325"/>
            <a:ext cx="19526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725" b="1">
                <a:solidFill>
                  <a:srgbClr val="193B59"/>
                </a:solidFill>
                <a:latin typeface="Yu Gothic"/>
                <a:ea typeface="Yu Gothic"/>
                <a:cs typeface="Yu Gothic"/>
              </a:defRPr>
            </a:defPPr>
            <a:lvl1pPr algn="ctr">
              <a:buNone/>
              <a:defRPr sz="1725" b="1">
                <a:solidFill>
                  <a:srgbClr val="193B59"/>
                </a:solidFill>
                <a:latin typeface="Yu Gothic"/>
                <a:ea typeface="Yu Gothic"/>
                <a:cs typeface="Yu Gothic"/>
              </a:defRPr>
            </a:lvl1pPr>
            <a:lvl2pPr algn="ctr">
              <a:buNone/>
              <a:defRPr sz="1725" b="1">
                <a:solidFill>
                  <a:srgbClr val="193B59"/>
                </a:solidFill>
                <a:latin typeface="Yu Gothic"/>
                <a:ea typeface="Yu Gothic"/>
                <a:cs typeface="Yu Gothic"/>
              </a:defRPr>
            </a:lvl2pPr>
            <a:lvl3pPr algn="ctr">
              <a:buNone/>
              <a:defRPr sz="1725" b="1">
                <a:solidFill>
                  <a:srgbClr val="193B59"/>
                </a:solidFill>
                <a:latin typeface="Yu Gothic"/>
                <a:ea typeface="Yu Gothic"/>
                <a:cs typeface="Yu Gothic"/>
              </a:defRPr>
            </a:lvl3pPr>
            <a:lvl4pPr algn="ctr">
              <a:buNone/>
              <a:defRPr sz="1725" b="1">
                <a:solidFill>
                  <a:srgbClr val="193B59"/>
                </a:solidFill>
                <a:latin typeface="Yu Gothic"/>
                <a:ea typeface="Yu Gothic"/>
                <a:cs typeface="Yu Gothic"/>
              </a:defRPr>
            </a:lvl4pPr>
            <a:lvl5pPr algn="ctr">
              <a:buNone/>
              <a:defRPr sz="1725" b="1">
                <a:solidFill>
                  <a:srgbClr val="193B59"/>
                </a:solidFill>
                <a:latin typeface="Yu Gothic"/>
                <a:ea typeface="Yu Gothic"/>
                <a:cs typeface="Yu Gothic"/>
              </a:defRPr>
            </a:lvl5pPr>
            <a:lvl6pPr algn="ctr">
              <a:buNone/>
              <a:defRPr sz="1725" b="1">
                <a:solidFill>
                  <a:srgbClr val="193B59"/>
                </a:solidFill>
                <a:latin typeface="Yu Gothic"/>
                <a:ea typeface="Yu Gothic"/>
                <a:cs typeface="Yu Gothic"/>
              </a:defRPr>
            </a:lvl6pPr>
            <a:lvl7pPr algn="ctr">
              <a:buNone/>
              <a:defRPr sz="1725" b="1">
                <a:solidFill>
                  <a:srgbClr val="193B59"/>
                </a:solidFill>
                <a:latin typeface="Yu Gothic"/>
                <a:ea typeface="Yu Gothic"/>
                <a:cs typeface="Yu Gothic"/>
              </a:defRPr>
            </a:lvl7pPr>
            <a:lvl8pPr algn="ctr">
              <a:buNone/>
              <a:defRPr sz="1725" b="1">
                <a:solidFill>
                  <a:srgbClr val="193B59"/>
                </a:solidFill>
                <a:latin typeface="Yu Gothic"/>
                <a:ea typeface="Yu Gothic"/>
                <a:cs typeface="Yu Gothic"/>
              </a:defRPr>
            </a:lvl8pPr>
            <a:lvl9pPr algn="ctr">
              <a:buNone/>
              <a:defRPr sz="1725" b="1">
                <a:solidFill>
                  <a:srgbClr val="193B59"/>
                </a:solidFill>
                <a:latin typeface="Yu Gothic"/>
                <a:ea typeface="Yu Gothic"/>
                <a:cs typeface="Yu Gothic"/>
              </a:defRPr>
            </a:lvl9pPr>
          </a:lstStyle>
          <a:p xmlns:a="http://schemas.openxmlformats.org/drawingml/2006/main">
            <a:pPr algn="ctr">
              <a:buNone/>
              <a:defRPr sz="1725" b="1">
                <a:solidFill>
                  <a:srgbClr val="193B59"/>
                </a:solidFill>
                <a:latin typeface="Yu Gothic"/>
                <a:ea typeface="Yu Gothic"/>
                <a:cs typeface="Yu Gothic"/>
              </a:defRPr>
            </a:pPr>
            <a:r>
              <a:rPr sz="1725" b="1">
                <a:solidFill>
                  <a:srgbClr val="193B59"/>
                </a:solidFill>
                <a:latin typeface="Yu Gothic"/>
                <a:ea typeface="Yu Gothic"/>
                <a:cs typeface="Yu Gothic"/>
              </a:rPr>
              <a:t>成形</a:t>
            </a:r>
          </a:p>
        </p:txBody>
      </p:sp>
      <p:sp>
        <p:nvSpPr>
          <p:cNvPr id="16" name="">
            <a:extLst xmlns:a="http://schemas.openxmlformats.org/drawingml/2006/main">
              <a:ext uri="{FF2B5EF4-FFF2-40B4-BE49-F238E27FC236}">
                <a16:creationId xmlns:a16="http://schemas.microsoft.com/office/drawing/2014/main" id="{9DD00614-0195-4F6D-BC24-85D71ED81AA0}"/>
              </a:ext>
            </a:extLst>
          </p:cNvPr>
          <p:cNvSpPr>
            <a:spLocks xmlns:a="http://schemas.openxmlformats.org/drawingml/2006/main" noGrp="1"/>
          </p:cNvSpPr>
          <p:nvPr/>
        </p:nvSpPr>
        <p:spPr>
          <a:xfrm xmlns:a="http://schemas.openxmlformats.org/drawingml/2006/main">
            <a:off x="7800975" y="5181600"/>
            <a:ext cx="504825" cy="9525"/>
          </a:xfrm>
          <a:custGeom xmlns:a="http://schemas.openxmlformats.org/drawingml/2006/main">
            <a:pathLst>
              <a:path w="504825" h="9525">
                <a:moveTo>
                  <a:pt x="0" y="0"/>
                </a:moveTo>
                <a:lnTo>
                  <a:pt x="504825" y="0"/>
                </a:lnTo>
              </a:path>
            </a:pathLst>
          </a:custGeom>
          <a:noFill xmlns:a="http://schemas.openxmlformats.org/drawingml/2006/main"/>
          <a:ln xmlns:a="http://schemas.openxmlformats.org/drawingml/2006/main" w="19050">
            <a:solidFill>
              <a:srgbClr val="087E8B"/>
            </a:solidFill>
          </a:ln>
        </p:spPr>
      </p:sp>
      <p:sp>
        <p:nvSpPr>
          <p:cNvPr id="17" name="">
            <a:extLst xmlns:a="http://schemas.openxmlformats.org/drawingml/2006/main">
              <a:ext uri="{FF2B5EF4-FFF2-40B4-BE49-F238E27FC236}">
                <a16:creationId xmlns:a16="http://schemas.microsoft.com/office/drawing/2014/main" id="{1023DF1C-4BC0-4653-B23E-588C254C7634}"/>
              </a:ext>
            </a:extLst>
          </p:cNvPr>
          <p:cNvSpPr>
            <a:spLocks xmlns:a="http://schemas.openxmlformats.org/drawingml/2006/main" noGrp="1"/>
          </p:cNvSpPr>
          <p:nvPr/>
        </p:nvSpPr>
        <p:spPr>
          <a:xfrm xmlns:a="http://schemas.openxmlformats.org/drawingml/2006/main">
            <a:off x="8191500" y="5133594"/>
            <a:ext cx="114300" cy="96012"/>
          </a:xfrm>
          <a:custGeom xmlns:a="http://schemas.openxmlformats.org/drawingml/2006/main">
            <a:pathLst>
              <a:path w="114300" h="96012">
                <a:moveTo>
                  <a:pt x="114300" y="48006"/>
                </a:moveTo>
                <a:lnTo>
                  <a:pt x="0" y="0"/>
                </a:lnTo>
                <a:lnTo>
                  <a:pt x="0" y="96012"/>
                </a:lnTo>
                <a:close/>
              </a:path>
            </a:pathLst>
          </a:custGeom>
          <a:solidFill xmlns:a="http://schemas.openxmlformats.org/drawingml/2006/main">
            <a:srgbClr val="087E8B"/>
          </a:solidFill>
          <a:ln xmlns:a="http://schemas.openxmlformats.org/drawingml/2006/main" w="4763">
            <a:solidFill>
              <a:srgbClr val="087E8B"/>
            </a:solidFill>
          </a:ln>
        </p:spPr>
      </p:sp>
      <p:sp>
        <p:nvSpPr>
          <p:cNvPr id="18" name="">
            <a:extLst xmlns:a="http://schemas.openxmlformats.org/drawingml/2006/main">
              <a:ext uri="{FF2B5EF4-FFF2-40B4-BE49-F238E27FC236}">
                <a16:creationId xmlns:a16="http://schemas.microsoft.com/office/drawing/2014/main" id="{F0A6AEA8-DC15-46F1-8A98-C0F0455D95A3}"/>
              </a:ext>
            </a:extLst>
          </p:cNvPr>
          <p:cNvSpPr>
            <a:spLocks xmlns:a="http://schemas.openxmlformats.org/drawingml/2006/main" noGrp="1"/>
          </p:cNvSpPr>
          <p:nvPr/>
        </p:nvSpPr>
        <p:spPr>
          <a:xfrm xmlns:a="http://schemas.openxmlformats.org/drawingml/2006/main">
            <a:off x="8353425" y="4829175"/>
            <a:ext cx="1952625" cy="704850"/>
          </a:xfrm>
          <a:prstGeom xmlns:a="http://schemas.openxmlformats.org/drawingml/2006/main" prst="rect">
            <a:avLst/>
          </a:prstGeom>
          <a:solidFill xmlns:a="http://schemas.openxmlformats.org/drawingml/2006/main">
            <a:srgbClr val="E8F0F4"/>
          </a:solidFill>
          <a:ln xmlns:a="http://schemas.openxmlformats.org/drawingml/2006/main" w="16193">
            <a:solidFill>
              <a:srgbClr val="087E8B"/>
            </a:solidFill>
          </a:ln>
        </p:spPr>
      </p:sp>
      <p:sp>
        <p:nvSpPr>
          <p:cNvPr id="19" name="">
            <a:extLst xmlns:a="http://schemas.openxmlformats.org/drawingml/2006/main">
              <a:ext uri="{FF2B5EF4-FFF2-40B4-BE49-F238E27FC236}">
                <a16:creationId xmlns:a16="http://schemas.microsoft.com/office/drawing/2014/main" id="{DCA45845-13FD-430E-A56E-6D23E61EB9C4}"/>
              </a:ext>
            </a:extLst>
          </p:cNvPr>
          <p:cNvSpPr>
            <a:spLocks xmlns:a="http://schemas.openxmlformats.org/drawingml/2006/main" noGrp="1"/>
          </p:cNvSpPr>
          <p:nvPr/>
        </p:nvSpPr>
        <p:spPr>
          <a:xfrm xmlns:a="http://schemas.openxmlformats.org/drawingml/2006/main">
            <a:off x="8353425" y="4886325"/>
            <a:ext cx="19526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725" b="1">
                <a:solidFill>
                  <a:srgbClr val="193B59"/>
                </a:solidFill>
                <a:latin typeface="Yu Gothic"/>
                <a:ea typeface="Yu Gothic"/>
                <a:cs typeface="Yu Gothic"/>
              </a:defRPr>
            </a:defPPr>
            <a:lvl1pPr algn="ctr">
              <a:buNone/>
              <a:defRPr sz="1725" b="1">
                <a:solidFill>
                  <a:srgbClr val="193B59"/>
                </a:solidFill>
                <a:latin typeface="Yu Gothic"/>
                <a:ea typeface="Yu Gothic"/>
                <a:cs typeface="Yu Gothic"/>
              </a:defRPr>
            </a:lvl1pPr>
            <a:lvl2pPr algn="ctr">
              <a:buNone/>
              <a:defRPr sz="1725" b="1">
                <a:solidFill>
                  <a:srgbClr val="193B59"/>
                </a:solidFill>
                <a:latin typeface="Yu Gothic"/>
                <a:ea typeface="Yu Gothic"/>
                <a:cs typeface="Yu Gothic"/>
              </a:defRPr>
            </a:lvl2pPr>
            <a:lvl3pPr algn="ctr">
              <a:buNone/>
              <a:defRPr sz="1725" b="1">
                <a:solidFill>
                  <a:srgbClr val="193B59"/>
                </a:solidFill>
                <a:latin typeface="Yu Gothic"/>
                <a:ea typeface="Yu Gothic"/>
                <a:cs typeface="Yu Gothic"/>
              </a:defRPr>
            </a:lvl3pPr>
            <a:lvl4pPr algn="ctr">
              <a:buNone/>
              <a:defRPr sz="1725" b="1">
                <a:solidFill>
                  <a:srgbClr val="193B59"/>
                </a:solidFill>
                <a:latin typeface="Yu Gothic"/>
                <a:ea typeface="Yu Gothic"/>
                <a:cs typeface="Yu Gothic"/>
              </a:defRPr>
            </a:lvl4pPr>
            <a:lvl5pPr algn="ctr">
              <a:buNone/>
              <a:defRPr sz="1725" b="1">
                <a:solidFill>
                  <a:srgbClr val="193B59"/>
                </a:solidFill>
                <a:latin typeface="Yu Gothic"/>
                <a:ea typeface="Yu Gothic"/>
                <a:cs typeface="Yu Gothic"/>
              </a:defRPr>
            </a:lvl5pPr>
            <a:lvl6pPr algn="ctr">
              <a:buNone/>
              <a:defRPr sz="1725" b="1">
                <a:solidFill>
                  <a:srgbClr val="193B59"/>
                </a:solidFill>
                <a:latin typeface="Yu Gothic"/>
                <a:ea typeface="Yu Gothic"/>
                <a:cs typeface="Yu Gothic"/>
              </a:defRPr>
            </a:lvl6pPr>
            <a:lvl7pPr algn="ctr">
              <a:buNone/>
              <a:defRPr sz="1725" b="1">
                <a:solidFill>
                  <a:srgbClr val="193B59"/>
                </a:solidFill>
                <a:latin typeface="Yu Gothic"/>
                <a:ea typeface="Yu Gothic"/>
                <a:cs typeface="Yu Gothic"/>
              </a:defRPr>
            </a:lvl7pPr>
            <a:lvl8pPr algn="ctr">
              <a:buNone/>
              <a:defRPr sz="1725" b="1">
                <a:solidFill>
                  <a:srgbClr val="193B59"/>
                </a:solidFill>
                <a:latin typeface="Yu Gothic"/>
                <a:ea typeface="Yu Gothic"/>
                <a:cs typeface="Yu Gothic"/>
              </a:defRPr>
            </a:lvl8pPr>
            <a:lvl9pPr algn="ctr">
              <a:buNone/>
              <a:defRPr sz="1725" b="1">
                <a:solidFill>
                  <a:srgbClr val="193B59"/>
                </a:solidFill>
                <a:latin typeface="Yu Gothic"/>
                <a:ea typeface="Yu Gothic"/>
                <a:cs typeface="Yu Gothic"/>
              </a:defRPr>
            </a:lvl9pPr>
          </a:lstStyle>
          <a:p xmlns:a="http://schemas.openxmlformats.org/drawingml/2006/main">
            <a:pPr algn="ctr">
              <a:buNone/>
              <a:defRPr sz="1725" b="1">
                <a:solidFill>
                  <a:srgbClr val="193B59"/>
                </a:solidFill>
                <a:latin typeface="Yu Gothic"/>
                <a:ea typeface="Yu Gothic"/>
                <a:cs typeface="Yu Gothic"/>
              </a:defRPr>
            </a:pPr>
            <a:r>
              <a:rPr sz="1725" b="1">
                <a:solidFill>
                  <a:srgbClr val="193B59"/>
                </a:solidFill>
                <a:latin typeface="Yu Gothic"/>
                <a:ea typeface="Yu Gothic"/>
                <a:cs typeface="Yu Gothic"/>
              </a:rPr>
              <a:t>用途</a:t>
            </a:r>
          </a:p>
        </p:txBody>
      </p:sp>
      <p:sp>
        <p:nvSpPr>
          <p:cNvPr id="20" name="">
            <a:extLst xmlns:a="http://schemas.openxmlformats.org/drawingml/2006/main">
              <a:ext uri="{FF2B5EF4-FFF2-40B4-BE49-F238E27FC236}">
                <a16:creationId xmlns:a16="http://schemas.microsoft.com/office/drawing/2014/main" id="{C4B24905-63DB-47C5-9C46-204977B94CF7}"/>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参照 [12]</a:t>
            </a:r>
          </a:p>
        </p:txBody>
      </p:sp>
      <p:sp>
        <p:nvSpPr>
          <p:cNvPr id="21" name="">
            <a:extLst xmlns:a="http://schemas.openxmlformats.org/drawingml/2006/main">
              <a:ext uri="{FF2B5EF4-FFF2-40B4-BE49-F238E27FC236}">
                <a16:creationId xmlns:a16="http://schemas.microsoft.com/office/drawing/2014/main" id="{AF00D85B-8E81-402C-B244-86ED9E1CF841}"/>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発展C</a:t>
            </a:r>
          </a:p>
        </p:txBody>
      </p:sp>
      <p:sp>
        <p:nvSpPr>
          <p:cNvPr id="22" name="">
            <a:extLst xmlns:a="http://schemas.openxmlformats.org/drawingml/2006/main">
              <a:ext uri="{FF2B5EF4-FFF2-40B4-BE49-F238E27FC236}">
                <a16:creationId xmlns:a16="http://schemas.microsoft.com/office/drawing/2014/main" id="{DF0AF3B7-E6AE-49F9-864F-2A2B9A875C9F}"/>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22 / 33</a:t>
            </a:r>
          </a:p>
        </p:txBody>
      </p:sp>
    </p:spTree>
    <p:extLst>
      <p:ext uri="{BB962C8B-B14F-4D97-AF65-F5344CB8AC3E}">
        <p14:creationId xmlns:p14="http://schemas.microsoft.com/office/powerpoint/2010/main" val="450898545"/>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60C80EF-CADB-4D19-80D4-DC8A71B1EFAF}"/>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buNone/>
              <a:defRPr sz="2925" b="1">
                <a:solidFill>
                  <a:srgbClr val="193B59"/>
                </a:solidFill>
                <a:latin typeface="Yu Gothic"/>
                <a:ea typeface="Yu Gothic"/>
                <a:cs typeface="Yu Gothic"/>
              </a:defRPr>
            </a:lvl1pPr>
            <a:lvl2pPr>
              <a:buNone/>
              <a:defRPr sz="2925" b="1">
                <a:solidFill>
                  <a:srgbClr val="193B59"/>
                </a:solidFill>
                <a:latin typeface="Yu Gothic"/>
                <a:ea typeface="Yu Gothic"/>
                <a:cs typeface="Yu Gothic"/>
              </a:defRPr>
            </a:lvl2pPr>
            <a:lvl3pPr>
              <a:buNone/>
              <a:defRPr sz="2925" b="1">
                <a:solidFill>
                  <a:srgbClr val="193B59"/>
                </a:solidFill>
                <a:latin typeface="Yu Gothic"/>
                <a:ea typeface="Yu Gothic"/>
                <a:cs typeface="Yu Gothic"/>
              </a:defRPr>
            </a:lvl3pPr>
            <a:lvl4pPr>
              <a:buNone/>
              <a:defRPr sz="2925" b="1">
                <a:solidFill>
                  <a:srgbClr val="193B59"/>
                </a:solidFill>
                <a:latin typeface="Yu Gothic"/>
                <a:ea typeface="Yu Gothic"/>
                <a:cs typeface="Yu Gothic"/>
              </a:defRPr>
            </a:lvl4pPr>
            <a:lvl5pPr>
              <a:buNone/>
              <a:defRPr sz="2925" b="1">
                <a:solidFill>
                  <a:srgbClr val="193B59"/>
                </a:solidFill>
                <a:latin typeface="Yu Gothic"/>
                <a:ea typeface="Yu Gothic"/>
                <a:cs typeface="Yu Gothic"/>
              </a:defRPr>
            </a:lvl5pPr>
            <a:lvl6pPr>
              <a:buNone/>
              <a:defRPr sz="2925" b="1">
                <a:solidFill>
                  <a:srgbClr val="193B59"/>
                </a:solidFill>
                <a:latin typeface="Yu Gothic"/>
                <a:ea typeface="Yu Gothic"/>
                <a:cs typeface="Yu Gothic"/>
              </a:defRPr>
            </a:lvl6pPr>
            <a:lvl7pPr>
              <a:buNone/>
              <a:defRPr sz="2925" b="1">
                <a:solidFill>
                  <a:srgbClr val="193B59"/>
                </a:solidFill>
                <a:latin typeface="Yu Gothic"/>
                <a:ea typeface="Yu Gothic"/>
                <a:cs typeface="Yu Gothic"/>
              </a:defRPr>
            </a:lvl7pPr>
            <a:lvl8pPr>
              <a:buNone/>
              <a:defRPr sz="2925" b="1">
                <a:solidFill>
                  <a:srgbClr val="193B59"/>
                </a:solidFill>
                <a:latin typeface="Yu Gothic"/>
                <a:ea typeface="Yu Gothic"/>
                <a:cs typeface="Yu Gothic"/>
              </a:defRPr>
            </a:lvl8pPr>
            <a:lvl9pPr>
              <a:buNone/>
              <a:defRPr sz="2925" b="1">
                <a:solidFill>
                  <a:srgbClr val="193B59"/>
                </a:solidFill>
                <a:latin typeface="Yu Gothic"/>
                <a:ea typeface="Yu Gothic"/>
                <a:cs typeface="Yu Gothic"/>
              </a:defRPr>
            </a:lvl9pPr>
          </a:lstStyle>
          <a:p xmlns:a="http://schemas.openxmlformats.org/drawingml/2006/main">
            <a:pPr>
              <a:buNone/>
              <a:defRPr sz="2925" b="1">
                <a:solidFill>
                  <a:srgbClr val="193B59"/>
                </a:solidFill>
                <a:latin typeface="Yu Gothic"/>
                <a:ea typeface="Yu Gothic"/>
                <a:cs typeface="Yu Gothic"/>
              </a:defRPr>
            </a:pPr>
            <a:r>
              <a:rPr sz="2925" b="1">
                <a:solidFill>
                  <a:srgbClr val="193B59"/>
                </a:solidFill>
                <a:latin typeface="Yu Gothic"/>
                <a:ea typeface="Yu Gothic"/>
                <a:cs typeface="Yu Gothic"/>
              </a:rPr>
              <a:t>セルロイド：天然由来原料の改質</a:t>
            </a:r>
          </a:p>
        </p:txBody>
      </p:sp>
      <p:sp>
        <p:nvSpPr>
          <p:cNvPr id="2" name="">
            <a:extLst xmlns:a="http://schemas.openxmlformats.org/drawingml/2006/main">
              <a:ext uri="{FF2B5EF4-FFF2-40B4-BE49-F238E27FC236}">
                <a16:creationId xmlns:a16="http://schemas.microsoft.com/office/drawing/2014/main" id="{43EFD313-5BF0-4209-88FA-EFF1D9AE1380}"/>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1694F569-47C2-42AD-826F-D0D885890780}"/>
              </a:ext>
            </a:extLst>
          </p:cNvPr>
          <p:cNvSpPr>
            <a:spLocks xmlns:a="http://schemas.openxmlformats.org/drawingml/2006/main" noGrp="1"/>
          </p:cNvSpPr>
          <p:nvPr/>
        </p:nvSpPr>
        <p:spPr>
          <a:xfrm xmlns:a="http://schemas.openxmlformats.org/drawingml/2006/main">
            <a:off x="809625" y="173355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buNone/>
              <a:defRPr sz="2250" b="1">
                <a:solidFill>
                  <a:srgbClr val="263D4D"/>
                </a:solidFill>
                <a:latin typeface="Yu Gothic"/>
                <a:ea typeface="Yu Gothic"/>
                <a:cs typeface="Yu Gothic"/>
              </a:defRPr>
            </a:lvl1pPr>
            <a:lvl2pPr>
              <a:buNone/>
              <a:defRPr sz="2250" b="1">
                <a:solidFill>
                  <a:srgbClr val="263D4D"/>
                </a:solidFill>
                <a:latin typeface="Yu Gothic"/>
                <a:ea typeface="Yu Gothic"/>
                <a:cs typeface="Yu Gothic"/>
              </a:defRPr>
            </a:lvl2pPr>
            <a:lvl3pPr>
              <a:buNone/>
              <a:defRPr sz="2250" b="1">
                <a:solidFill>
                  <a:srgbClr val="263D4D"/>
                </a:solidFill>
                <a:latin typeface="Yu Gothic"/>
                <a:ea typeface="Yu Gothic"/>
                <a:cs typeface="Yu Gothic"/>
              </a:defRPr>
            </a:lvl3pPr>
            <a:lvl4pPr>
              <a:buNone/>
              <a:defRPr sz="2250" b="1">
                <a:solidFill>
                  <a:srgbClr val="263D4D"/>
                </a:solidFill>
                <a:latin typeface="Yu Gothic"/>
                <a:ea typeface="Yu Gothic"/>
                <a:cs typeface="Yu Gothic"/>
              </a:defRPr>
            </a:lvl4pPr>
            <a:lvl5pPr>
              <a:buNone/>
              <a:defRPr sz="2250" b="1">
                <a:solidFill>
                  <a:srgbClr val="263D4D"/>
                </a:solidFill>
                <a:latin typeface="Yu Gothic"/>
                <a:ea typeface="Yu Gothic"/>
                <a:cs typeface="Yu Gothic"/>
              </a:defRPr>
            </a:lvl5pPr>
            <a:lvl6pPr>
              <a:buNone/>
              <a:defRPr sz="2250" b="1">
                <a:solidFill>
                  <a:srgbClr val="263D4D"/>
                </a:solidFill>
                <a:latin typeface="Yu Gothic"/>
                <a:ea typeface="Yu Gothic"/>
                <a:cs typeface="Yu Gothic"/>
              </a:defRPr>
            </a:lvl6pPr>
            <a:lvl7pPr>
              <a:buNone/>
              <a:defRPr sz="2250" b="1">
                <a:solidFill>
                  <a:srgbClr val="263D4D"/>
                </a:solidFill>
                <a:latin typeface="Yu Gothic"/>
                <a:ea typeface="Yu Gothic"/>
                <a:cs typeface="Yu Gothic"/>
              </a:defRPr>
            </a:lvl7pPr>
            <a:lvl8pPr>
              <a:buNone/>
              <a:defRPr sz="2250" b="1">
                <a:solidFill>
                  <a:srgbClr val="263D4D"/>
                </a:solidFill>
                <a:latin typeface="Yu Gothic"/>
                <a:ea typeface="Yu Gothic"/>
                <a:cs typeface="Yu Gothic"/>
              </a:defRPr>
            </a:lvl8pPr>
            <a:lvl9pPr>
              <a:buNone/>
              <a:defRPr sz="2250" b="1">
                <a:solidFill>
                  <a:srgbClr val="263D4D"/>
                </a:solidFill>
                <a:latin typeface="Yu Gothic"/>
                <a:ea typeface="Yu Gothic"/>
                <a:cs typeface="Yu Gothic"/>
              </a:defRPr>
            </a:lvl9pPr>
          </a:lstStyle>
          <a:p xmlns:a="http://schemas.openxmlformats.org/drawingml/2006/main">
            <a:pPr>
              <a:buNone/>
              <a:defRPr sz="2250" b="1">
                <a:solidFill>
                  <a:srgbClr val="263D4D"/>
                </a:solidFill>
                <a:latin typeface="Yu Gothic"/>
                <a:ea typeface="Yu Gothic"/>
                <a:cs typeface="Yu Gothic"/>
              </a:defRPr>
            </a:pPr>
            <a:r>
              <a:rPr sz="2250" b="1">
                <a:solidFill>
                  <a:srgbClr val="263D4D"/>
                </a:solidFill>
                <a:latin typeface="Yu Gothic"/>
                <a:ea typeface="Yu Gothic"/>
                <a:cs typeface="Yu Gothic"/>
              </a:rPr>
              <a:t>象牙などの代替品として開発された</a:t>
            </a:r>
          </a:p>
        </p:txBody>
      </p:sp>
      <p:sp>
        <p:nvSpPr>
          <p:cNvPr id="4" name="">
            <a:extLst xmlns:a="http://schemas.openxmlformats.org/drawingml/2006/main">
              <a:ext uri="{FF2B5EF4-FFF2-40B4-BE49-F238E27FC236}">
                <a16:creationId xmlns:a16="http://schemas.microsoft.com/office/drawing/2014/main" id="{7AA99258-47E7-40F2-82A0-AC1D09D4906F}"/>
              </a:ext>
            </a:extLst>
          </p:cNvPr>
          <p:cNvSpPr>
            <a:spLocks xmlns:a="http://schemas.openxmlformats.org/drawingml/2006/main" noGrp="1"/>
          </p:cNvSpPr>
          <p:nvPr/>
        </p:nvSpPr>
        <p:spPr>
          <a:xfrm xmlns:a="http://schemas.openxmlformats.org/drawingml/2006/main">
            <a:off x="809625" y="2790825"/>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成形できることが用途を広げた</a:t>
            </a:r>
          </a:p>
        </p:txBody>
      </p:sp>
      <p:sp>
        <p:nvSpPr>
          <p:cNvPr id="5" name="">
            <a:extLst xmlns:a="http://schemas.openxmlformats.org/drawingml/2006/main">
              <a:ext uri="{FF2B5EF4-FFF2-40B4-BE49-F238E27FC236}">
                <a16:creationId xmlns:a16="http://schemas.microsoft.com/office/drawing/2014/main" id="{663F1712-F344-4A30-9311-795D5141C5F1}"/>
              </a:ext>
            </a:extLst>
          </p:cNvPr>
          <p:cNvSpPr>
            <a:spLocks xmlns:a="http://schemas.openxmlformats.org/drawingml/2006/main" noGrp="1"/>
          </p:cNvSpPr>
          <p:nvPr/>
        </p:nvSpPr>
        <p:spPr>
          <a:xfrm xmlns:a="http://schemas.openxmlformats.org/drawingml/2006/main">
            <a:off x="809625" y="384810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置換には安全・耐久・供給の新たな条件</a:t>
            </a:r>
          </a:p>
        </p:txBody>
      </p:sp>
      <p:sp>
        <p:nvSpPr>
          <p:cNvPr id="6" name="">
            <a:extLst xmlns:a="http://schemas.openxmlformats.org/drawingml/2006/main">
              <a:ext uri="{FF2B5EF4-FFF2-40B4-BE49-F238E27FC236}">
                <a16:creationId xmlns:a16="http://schemas.microsoft.com/office/drawing/2014/main" id="{9228914E-EBCC-4B01-A1E8-9F127F483711}"/>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参照 [12]</a:t>
            </a:r>
          </a:p>
        </p:txBody>
      </p:sp>
      <p:sp>
        <p:nvSpPr>
          <p:cNvPr id="7" name="">
            <a:extLst xmlns:a="http://schemas.openxmlformats.org/drawingml/2006/main">
              <a:ext uri="{FF2B5EF4-FFF2-40B4-BE49-F238E27FC236}">
                <a16:creationId xmlns:a16="http://schemas.microsoft.com/office/drawing/2014/main" id="{0859A46A-0C78-4D63-9A53-679005B342A4}"/>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発展C</a:t>
            </a:r>
          </a:p>
        </p:txBody>
      </p:sp>
      <p:sp>
        <p:nvSpPr>
          <p:cNvPr id="8" name="">
            <a:extLst xmlns:a="http://schemas.openxmlformats.org/drawingml/2006/main">
              <a:ext uri="{FF2B5EF4-FFF2-40B4-BE49-F238E27FC236}">
                <a16:creationId xmlns:a16="http://schemas.microsoft.com/office/drawing/2014/main" id="{9F5CF730-4DC1-4EA5-9A0F-6570A63B24D4}"/>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23 / 33</a:t>
            </a:r>
          </a:p>
        </p:txBody>
      </p:sp>
    </p:spTree>
    <p:extLst>
      <p:ext uri="{BB962C8B-B14F-4D97-AF65-F5344CB8AC3E}">
        <p14:creationId xmlns:p14="http://schemas.microsoft.com/office/powerpoint/2010/main" val="1789235479"/>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08EE7002-FF1D-4B13-8EE5-68E139246C5A}"/>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buNone/>
              <a:defRPr sz="2925" b="1">
                <a:solidFill>
                  <a:srgbClr val="193B59"/>
                </a:solidFill>
                <a:latin typeface="Yu Gothic"/>
                <a:ea typeface="Yu Gothic"/>
                <a:cs typeface="Yu Gothic"/>
              </a:defRPr>
            </a:lvl1pPr>
            <a:lvl2pPr>
              <a:buNone/>
              <a:defRPr sz="2925" b="1">
                <a:solidFill>
                  <a:srgbClr val="193B59"/>
                </a:solidFill>
                <a:latin typeface="Yu Gothic"/>
                <a:ea typeface="Yu Gothic"/>
                <a:cs typeface="Yu Gothic"/>
              </a:defRPr>
            </a:lvl2pPr>
            <a:lvl3pPr>
              <a:buNone/>
              <a:defRPr sz="2925" b="1">
                <a:solidFill>
                  <a:srgbClr val="193B59"/>
                </a:solidFill>
                <a:latin typeface="Yu Gothic"/>
                <a:ea typeface="Yu Gothic"/>
                <a:cs typeface="Yu Gothic"/>
              </a:defRPr>
            </a:lvl3pPr>
            <a:lvl4pPr>
              <a:buNone/>
              <a:defRPr sz="2925" b="1">
                <a:solidFill>
                  <a:srgbClr val="193B59"/>
                </a:solidFill>
                <a:latin typeface="Yu Gothic"/>
                <a:ea typeface="Yu Gothic"/>
                <a:cs typeface="Yu Gothic"/>
              </a:defRPr>
            </a:lvl4pPr>
            <a:lvl5pPr>
              <a:buNone/>
              <a:defRPr sz="2925" b="1">
                <a:solidFill>
                  <a:srgbClr val="193B59"/>
                </a:solidFill>
                <a:latin typeface="Yu Gothic"/>
                <a:ea typeface="Yu Gothic"/>
                <a:cs typeface="Yu Gothic"/>
              </a:defRPr>
            </a:lvl5pPr>
            <a:lvl6pPr>
              <a:buNone/>
              <a:defRPr sz="2925" b="1">
                <a:solidFill>
                  <a:srgbClr val="193B59"/>
                </a:solidFill>
                <a:latin typeface="Yu Gothic"/>
                <a:ea typeface="Yu Gothic"/>
                <a:cs typeface="Yu Gothic"/>
              </a:defRPr>
            </a:lvl6pPr>
            <a:lvl7pPr>
              <a:buNone/>
              <a:defRPr sz="2925" b="1">
                <a:solidFill>
                  <a:srgbClr val="193B59"/>
                </a:solidFill>
                <a:latin typeface="Yu Gothic"/>
                <a:ea typeface="Yu Gothic"/>
                <a:cs typeface="Yu Gothic"/>
              </a:defRPr>
            </a:lvl7pPr>
            <a:lvl8pPr>
              <a:buNone/>
              <a:defRPr sz="2925" b="1">
                <a:solidFill>
                  <a:srgbClr val="193B59"/>
                </a:solidFill>
                <a:latin typeface="Yu Gothic"/>
                <a:ea typeface="Yu Gothic"/>
                <a:cs typeface="Yu Gothic"/>
              </a:defRPr>
            </a:lvl8pPr>
            <a:lvl9pPr>
              <a:buNone/>
              <a:defRPr sz="2925" b="1">
                <a:solidFill>
                  <a:srgbClr val="193B59"/>
                </a:solidFill>
                <a:latin typeface="Yu Gothic"/>
                <a:ea typeface="Yu Gothic"/>
                <a:cs typeface="Yu Gothic"/>
              </a:defRPr>
            </a:lvl9pPr>
          </a:lstStyle>
          <a:p xmlns:a="http://schemas.openxmlformats.org/drawingml/2006/main">
            <a:pPr>
              <a:buNone/>
              <a:defRPr sz="2925" b="1">
                <a:solidFill>
                  <a:srgbClr val="193B59"/>
                </a:solidFill>
                <a:latin typeface="Yu Gothic"/>
                <a:ea typeface="Yu Gothic"/>
                <a:cs typeface="Yu Gothic"/>
              </a:defRPr>
            </a:pPr>
            <a:r>
              <a:rPr sz="2925" b="1">
                <a:solidFill>
                  <a:srgbClr val="193B59"/>
                </a:solidFill>
                <a:latin typeface="Yu Gothic"/>
                <a:ea typeface="Yu Gothic"/>
                <a:cs typeface="Yu Gothic"/>
              </a:rPr>
              <a:t>ベークライト：電化と絶縁</a:t>
            </a:r>
          </a:p>
        </p:txBody>
      </p:sp>
      <p:sp>
        <p:nvSpPr>
          <p:cNvPr id="2" name="">
            <a:extLst xmlns:a="http://schemas.openxmlformats.org/drawingml/2006/main">
              <a:ext uri="{FF2B5EF4-FFF2-40B4-BE49-F238E27FC236}">
                <a16:creationId xmlns:a16="http://schemas.microsoft.com/office/drawing/2014/main" id="{82685463-70C4-4404-8D4C-D0E03FFCE62A}"/>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229BB4EE-2467-41B4-9311-69018AD875FD}"/>
              </a:ext>
            </a:extLst>
          </p:cNvPr>
          <p:cNvSpPr>
            <a:spLocks xmlns:a="http://schemas.openxmlformats.org/drawingml/2006/main" noGrp="1"/>
          </p:cNvSpPr>
          <p:nvPr/>
        </p:nvSpPr>
        <p:spPr>
          <a:xfrm xmlns:a="http://schemas.openxmlformats.org/drawingml/2006/main">
            <a:off x="809625" y="173355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buNone/>
              <a:defRPr sz="2250" b="1">
                <a:solidFill>
                  <a:srgbClr val="263D4D"/>
                </a:solidFill>
                <a:latin typeface="Yu Gothic"/>
                <a:ea typeface="Yu Gothic"/>
                <a:cs typeface="Yu Gothic"/>
              </a:defRPr>
            </a:lvl1pPr>
            <a:lvl2pPr>
              <a:buNone/>
              <a:defRPr sz="2250" b="1">
                <a:solidFill>
                  <a:srgbClr val="263D4D"/>
                </a:solidFill>
                <a:latin typeface="Yu Gothic"/>
                <a:ea typeface="Yu Gothic"/>
                <a:cs typeface="Yu Gothic"/>
              </a:defRPr>
            </a:lvl2pPr>
            <a:lvl3pPr>
              <a:buNone/>
              <a:defRPr sz="2250" b="1">
                <a:solidFill>
                  <a:srgbClr val="263D4D"/>
                </a:solidFill>
                <a:latin typeface="Yu Gothic"/>
                <a:ea typeface="Yu Gothic"/>
                <a:cs typeface="Yu Gothic"/>
              </a:defRPr>
            </a:lvl3pPr>
            <a:lvl4pPr>
              <a:buNone/>
              <a:defRPr sz="2250" b="1">
                <a:solidFill>
                  <a:srgbClr val="263D4D"/>
                </a:solidFill>
                <a:latin typeface="Yu Gothic"/>
                <a:ea typeface="Yu Gothic"/>
                <a:cs typeface="Yu Gothic"/>
              </a:defRPr>
            </a:lvl4pPr>
            <a:lvl5pPr>
              <a:buNone/>
              <a:defRPr sz="2250" b="1">
                <a:solidFill>
                  <a:srgbClr val="263D4D"/>
                </a:solidFill>
                <a:latin typeface="Yu Gothic"/>
                <a:ea typeface="Yu Gothic"/>
                <a:cs typeface="Yu Gothic"/>
              </a:defRPr>
            </a:lvl5pPr>
            <a:lvl6pPr>
              <a:buNone/>
              <a:defRPr sz="2250" b="1">
                <a:solidFill>
                  <a:srgbClr val="263D4D"/>
                </a:solidFill>
                <a:latin typeface="Yu Gothic"/>
                <a:ea typeface="Yu Gothic"/>
                <a:cs typeface="Yu Gothic"/>
              </a:defRPr>
            </a:lvl6pPr>
            <a:lvl7pPr>
              <a:buNone/>
              <a:defRPr sz="2250" b="1">
                <a:solidFill>
                  <a:srgbClr val="263D4D"/>
                </a:solidFill>
                <a:latin typeface="Yu Gothic"/>
                <a:ea typeface="Yu Gothic"/>
                <a:cs typeface="Yu Gothic"/>
              </a:defRPr>
            </a:lvl7pPr>
            <a:lvl8pPr>
              <a:buNone/>
              <a:defRPr sz="2250" b="1">
                <a:solidFill>
                  <a:srgbClr val="263D4D"/>
                </a:solidFill>
                <a:latin typeface="Yu Gothic"/>
                <a:ea typeface="Yu Gothic"/>
                <a:cs typeface="Yu Gothic"/>
              </a:defRPr>
            </a:lvl8pPr>
            <a:lvl9pPr>
              <a:buNone/>
              <a:defRPr sz="2250" b="1">
                <a:solidFill>
                  <a:srgbClr val="263D4D"/>
                </a:solidFill>
                <a:latin typeface="Yu Gothic"/>
                <a:ea typeface="Yu Gothic"/>
                <a:cs typeface="Yu Gothic"/>
              </a:defRPr>
            </a:lvl9pPr>
          </a:lstStyle>
          <a:p xmlns:a="http://schemas.openxmlformats.org/drawingml/2006/main">
            <a:pPr>
              <a:buNone/>
              <a:defRPr sz="2250" b="1">
                <a:solidFill>
                  <a:srgbClr val="263D4D"/>
                </a:solidFill>
                <a:latin typeface="Yu Gothic"/>
                <a:ea typeface="Yu Gothic"/>
                <a:cs typeface="Yu Gothic"/>
              </a:defRPr>
            </a:pPr>
            <a:r>
              <a:rPr sz="2250" b="1">
                <a:solidFill>
                  <a:srgbClr val="263D4D"/>
                </a:solidFill>
                <a:latin typeface="Yu Gothic"/>
                <a:ea typeface="Yu Gothic"/>
                <a:cs typeface="Yu Gothic"/>
              </a:rPr>
              <a:t>1907年の完全合成樹脂の開発例</a:t>
            </a:r>
          </a:p>
        </p:txBody>
      </p:sp>
      <p:sp>
        <p:nvSpPr>
          <p:cNvPr id="4" name="">
            <a:extLst xmlns:a="http://schemas.openxmlformats.org/drawingml/2006/main">
              <a:ext uri="{FF2B5EF4-FFF2-40B4-BE49-F238E27FC236}">
                <a16:creationId xmlns:a16="http://schemas.microsoft.com/office/drawing/2014/main" id="{9B86BA9F-D190-4616-8E43-E1036435FE0B}"/>
              </a:ext>
            </a:extLst>
          </p:cNvPr>
          <p:cNvSpPr>
            <a:spLocks xmlns:a="http://schemas.openxmlformats.org/drawingml/2006/main" noGrp="1"/>
          </p:cNvSpPr>
          <p:nvPr/>
        </p:nvSpPr>
        <p:spPr>
          <a:xfrm xmlns:a="http://schemas.openxmlformats.org/drawingml/2006/main">
            <a:off x="809625" y="2790825"/>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絶縁・耐熱・成形が用途と合致</a:t>
            </a:r>
          </a:p>
        </p:txBody>
      </p:sp>
      <p:sp>
        <p:nvSpPr>
          <p:cNvPr id="5" name="">
            <a:extLst xmlns:a="http://schemas.openxmlformats.org/drawingml/2006/main">
              <a:ext uri="{FF2B5EF4-FFF2-40B4-BE49-F238E27FC236}">
                <a16:creationId xmlns:a16="http://schemas.microsoft.com/office/drawing/2014/main" id="{83F1E919-9D6C-4B22-87AD-1E3B3FFAF815}"/>
              </a:ext>
            </a:extLst>
          </p:cNvPr>
          <p:cNvSpPr>
            <a:spLocks xmlns:a="http://schemas.openxmlformats.org/drawingml/2006/main" noGrp="1"/>
          </p:cNvSpPr>
          <p:nvPr/>
        </p:nvSpPr>
        <p:spPr>
          <a:xfrm xmlns:a="http://schemas.openxmlformats.org/drawingml/2006/main">
            <a:off x="809625" y="384810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材料の発明と量産・製品化を分ける</a:t>
            </a:r>
          </a:p>
        </p:txBody>
      </p:sp>
      <p:sp>
        <p:nvSpPr>
          <p:cNvPr id="6" name="">
            <a:extLst xmlns:a="http://schemas.openxmlformats.org/drawingml/2006/main">
              <a:ext uri="{FF2B5EF4-FFF2-40B4-BE49-F238E27FC236}">
                <a16:creationId xmlns:a16="http://schemas.microsoft.com/office/drawing/2014/main" id="{B96AB60B-0CDF-430F-A36D-4088C42B083D}"/>
              </a:ext>
            </a:extLst>
          </p:cNvPr>
          <p:cNvSpPr>
            <a:spLocks xmlns:a="http://schemas.openxmlformats.org/drawingml/2006/main" noGrp="1"/>
          </p:cNvSpPr>
          <p:nvPr/>
        </p:nvSpPr>
        <p:spPr>
          <a:xfrm xmlns:a="http://schemas.openxmlformats.org/drawingml/2006/main">
            <a:off x="723900" y="4829175"/>
            <a:ext cx="1952625" cy="704850"/>
          </a:xfrm>
          <a:prstGeom xmlns:a="http://schemas.openxmlformats.org/drawingml/2006/main" prst="rect">
            <a:avLst/>
          </a:prstGeom>
          <a:solidFill xmlns:a="http://schemas.openxmlformats.org/drawingml/2006/main">
            <a:srgbClr val="EAF4F3"/>
          </a:solidFill>
          <a:ln xmlns:a="http://schemas.openxmlformats.org/drawingml/2006/main" w="16193">
            <a:solidFill>
              <a:srgbClr val="087E8B"/>
            </a:solidFill>
          </a:ln>
        </p:spPr>
      </p:sp>
      <p:sp>
        <p:nvSpPr>
          <p:cNvPr id="7" name="">
            <a:extLst xmlns:a="http://schemas.openxmlformats.org/drawingml/2006/main">
              <a:ext uri="{FF2B5EF4-FFF2-40B4-BE49-F238E27FC236}">
                <a16:creationId xmlns:a16="http://schemas.microsoft.com/office/drawing/2014/main" id="{DAC37AD7-2FCF-4923-AB44-1FD098E1FD06}"/>
              </a:ext>
            </a:extLst>
          </p:cNvPr>
          <p:cNvSpPr>
            <a:spLocks xmlns:a="http://schemas.openxmlformats.org/drawingml/2006/main" noGrp="1"/>
          </p:cNvSpPr>
          <p:nvPr/>
        </p:nvSpPr>
        <p:spPr>
          <a:xfrm xmlns:a="http://schemas.openxmlformats.org/drawingml/2006/main">
            <a:off x="723900" y="4886325"/>
            <a:ext cx="19526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725" b="1">
                <a:solidFill>
                  <a:srgbClr val="193B59"/>
                </a:solidFill>
                <a:latin typeface="Yu Gothic"/>
                <a:ea typeface="Yu Gothic"/>
                <a:cs typeface="Yu Gothic"/>
              </a:defRPr>
            </a:defPPr>
            <a:lvl1pPr algn="ctr">
              <a:buNone/>
              <a:defRPr sz="1725" b="1">
                <a:solidFill>
                  <a:srgbClr val="193B59"/>
                </a:solidFill>
                <a:latin typeface="Yu Gothic"/>
                <a:ea typeface="Yu Gothic"/>
                <a:cs typeface="Yu Gothic"/>
              </a:defRPr>
            </a:lvl1pPr>
            <a:lvl2pPr algn="ctr">
              <a:buNone/>
              <a:defRPr sz="1725" b="1">
                <a:solidFill>
                  <a:srgbClr val="193B59"/>
                </a:solidFill>
                <a:latin typeface="Yu Gothic"/>
                <a:ea typeface="Yu Gothic"/>
                <a:cs typeface="Yu Gothic"/>
              </a:defRPr>
            </a:lvl2pPr>
            <a:lvl3pPr algn="ctr">
              <a:buNone/>
              <a:defRPr sz="1725" b="1">
                <a:solidFill>
                  <a:srgbClr val="193B59"/>
                </a:solidFill>
                <a:latin typeface="Yu Gothic"/>
                <a:ea typeface="Yu Gothic"/>
                <a:cs typeface="Yu Gothic"/>
              </a:defRPr>
            </a:lvl3pPr>
            <a:lvl4pPr algn="ctr">
              <a:buNone/>
              <a:defRPr sz="1725" b="1">
                <a:solidFill>
                  <a:srgbClr val="193B59"/>
                </a:solidFill>
                <a:latin typeface="Yu Gothic"/>
                <a:ea typeface="Yu Gothic"/>
                <a:cs typeface="Yu Gothic"/>
              </a:defRPr>
            </a:lvl4pPr>
            <a:lvl5pPr algn="ctr">
              <a:buNone/>
              <a:defRPr sz="1725" b="1">
                <a:solidFill>
                  <a:srgbClr val="193B59"/>
                </a:solidFill>
                <a:latin typeface="Yu Gothic"/>
                <a:ea typeface="Yu Gothic"/>
                <a:cs typeface="Yu Gothic"/>
              </a:defRPr>
            </a:lvl5pPr>
            <a:lvl6pPr algn="ctr">
              <a:buNone/>
              <a:defRPr sz="1725" b="1">
                <a:solidFill>
                  <a:srgbClr val="193B59"/>
                </a:solidFill>
                <a:latin typeface="Yu Gothic"/>
                <a:ea typeface="Yu Gothic"/>
                <a:cs typeface="Yu Gothic"/>
              </a:defRPr>
            </a:lvl6pPr>
            <a:lvl7pPr algn="ctr">
              <a:buNone/>
              <a:defRPr sz="1725" b="1">
                <a:solidFill>
                  <a:srgbClr val="193B59"/>
                </a:solidFill>
                <a:latin typeface="Yu Gothic"/>
                <a:ea typeface="Yu Gothic"/>
                <a:cs typeface="Yu Gothic"/>
              </a:defRPr>
            </a:lvl7pPr>
            <a:lvl8pPr algn="ctr">
              <a:buNone/>
              <a:defRPr sz="1725" b="1">
                <a:solidFill>
                  <a:srgbClr val="193B59"/>
                </a:solidFill>
                <a:latin typeface="Yu Gothic"/>
                <a:ea typeface="Yu Gothic"/>
                <a:cs typeface="Yu Gothic"/>
              </a:defRPr>
            </a:lvl8pPr>
            <a:lvl9pPr algn="ctr">
              <a:buNone/>
              <a:defRPr sz="1725" b="1">
                <a:solidFill>
                  <a:srgbClr val="193B59"/>
                </a:solidFill>
                <a:latin typeface="Yu Gothic"/>
                <a:ea typeface="Yu Gothic"/>
                <a:cs typeface="Yu Gothic"/>
              </a:defRPr>
            </a:lvl9pPr>
          </a:lstStyle>
          <a:p xmlns:a="http://schemas.openxmlformats.org/drawingml/2006/main">
            <a:pPr algn="ctr">
              <a:buNone/>
              <a:defRPr sz="1725" b="1">
                <a:solidFill>
                  <a:srgbClr val="193B59"/>
                </a:solidFill>
                <a:latin typeface="Yu Gothic"/>
                <a:ea typeface="Yu Gothic"/>
                <a:cs typeface="Yu Gothic"/>
              </a:defRPr>
            </a:pPr>
            <a:r>
              <a:rPr sz="1725" b="1">
                <a:solidFill>
                  <a:srgbClr val="193B59"/>
                </a:solidFill>
                <a:latin typeface="Yu Gothic"/>
                <a:ea typeface="Yu Gothic"/>
                <a:cs typeface="Yu Gothic"/>
              </a:rPr>
              <a:t>電化</a:t>
            </a:r>
          </a:p>
        </p:txBody>
      </p:sp>
      <p:sp>
        <p:nvSpPr>
          <p:cNvPr id="8" name="">
            <a:extLst xmlns:a="http://schemas.openxmlformats.org/drawingml/2006/main">
              <a:ext uri="{FF2B5EF4-FFF2-40B4-BE49-F238E27FC236}">
                <a16:creationId xmlns:a16="http://schemas.microsoft.com/office/drawing/2014/main" id="{DBA5A208-5D0C-4F01-A04F-076B8EFDA569}"/>
              </a:ext>
            </a:extLst>
          </p:cNvPr>
          <p:cNvSpPr>
            <a:spLocks xmlns:a="http://schemas.openxmlformats.org/drawingml/2006/main" noGrp="1"/>
          </p:cNvSpPr>
          <p:nvPr/>
        </p:nvSpPr>
        <p:spPr>
          <a:xfrm xmlns:a="http://schemas.openxmlformats.org/drawingml/2006/main">
            <a:off x="2714625" y="5181600"/>
            <a:ext cx="504825" cy="9525"/>
          </a:xfrm>
          <a:custGeom xmlns:a="http://schemas.openxmlformats.org/drawingml/2006/main">
            <a:pathLst>
              <a:path w="504825" h="9525">
                <a:moveTo>
                  <a:pt x="0" y="0"/>
                </a:moveTo>
                <a:lnTo>
                  <a:pt x="504825" y="0"/>
                </a:lnTo>
              </a:path>
            </a:pathLst>
          </a:custGeom>
          <a:noFill xmlns:a="http://schemas.openxmlformats.org/drawingml/2006/main"/>
          <a:ln xmlns:a="http://schemas.openxmlformats.org/drawingml/2006/main" w="19050">
            <a:solidFill>
              <a:srgbClr val="087E8B"/>
            </a:solidFill>
          </a:ln>
        </p:spPr>
      </p:sp>
      <p:sp>
        <p:nvSpPr>
          <p:cNvPr id="9" name="">
            <a:extLst xmlns:a="http://schemas.openxmlformats.org/drawingml/2006/main">
              <a:ext uri="{FF2B5EF4-FFF2-40B4-BE49-F238E27FC236}">
                <a16:creationId xmlns:a16="http://schemas.microsoft.com/office/drawing/2014/main" id="{88D3125C-7161-416A-BB97-8FE8CD66BEC9}"/>
              </a:ext>
            </a:extLst>
          </p:cNvPr>
          <p:cNvSpPr>
            <a:spLocks xmlns:a="http://schemas.openxmlformats.org/drawingml/2006/main" noGrp="1"/>
          </p:cNvSpPr>
          <p:nvPr/>
        </p:nvSpPr>
        <p:spPr>
          <a:xfrm xmlns:a="http://schemas.openxmlformats.org/drawingml/2006/main">
            <a:off x="3105150" y="5133594"/>
            <a:ext cx="114300" cy="96012"/>
          </a:xfrm>
          <a:custGeom xmlns:a="http://schemas.openxmlformats.org/drawingml/2006/main">
            <a:pathLst>
              <a:path w="114300" h="96012">
                <a:moveTo>
                  <a:pt x="114300" y="48006"/>
                </a:moveTo>
                <a:lnTo>
                  <a:pt x="0" y="0"/>
                </a:lnTo>
                <a:lnTo>
                  <a:pt x="0" y="96012"/>
                </a:lnTo>
                <a:close/>
              </a:path>
            </a:pathLst>
          </a:custGeom>
          <a:solidFill xmlns:a="http://schemas.openxmlformats.org/drawingml/2006/main">
            <a:srgbClr val="087E8B"/>
          </a:solidFill>
          <a:ln xmlns:a="http://schemas.openxmlformats.org/drawingml/2006/main" w="4763">
            <a:solidFill>
              <a:srgbClr val="087E8B"/>
            </a:solidFill>
          </a:ln>
        </p:spPr>
      </p:sp>
      <p:sp>
        <p:nvSpPr>
          <p:cNvPr id="10" name="">
            <a:extLst xmlns:a="http://schemas.openxmlformats.org/drawingml/2006/main">
              <a:ext uri="{FF2B5EF4-FFF2-40B4-BE49-F238E27FC236}">
                <a16:creationId xmlns:a16="http://schemas.microsoft.com/office/drawing/2014/main" id="{83A95D06-A116-491E-9421-6547642FDDED}"/>
              </a:ext>
            </a:extLst>
          </p:cNvPr>
          <p:cNvSpPr>
            <a:spLocks xmlns:a="http://schemas.openxmlformats.org/drawingml/2006/main" noGrp="1"/>
          </p:cNvSpPr>
          <p:nvPr/>
        </p:nvSpPr>
        <p:spPr>
          <a:xfrm xmlns:a="http://schemas.openxmlformats.org/drawingml/2006/main">
            <a:off x="3267075" y="4829175"/>
            <a:ext cx="1952625" cy="704850"/>
          </a:xfrm>
          <a:prstGeom xmlns:a="http://schemas.openxmlformats.org/drawingml/2006/main" prst="rect">
            <a:avLst/>
          </a:prstGeom>
          <a:solidFill xmlns:a="http://schemas.openxmlformats.org/drawingml/2006/main">
            <a:srgbClr val="E8F0F4"/>
          </a:solidFill>
          <a:ln xmlns:a="http://schemas.openxmlformats.org/drawingml/2006/main" w="16193">
            <a:solidFill>
              <a:srgbClr val="087E8B"/>
            </a:solidFill>
          </a:ln>
        </p:spPr>
      </p:sp>
      <p:sp>
        <p:nvSpPr>
          <p:cNvPr id="11" name="">
            <a:extLst xmlns:a="http://schemas.openxmlformats.org/drawingml/2006/main">
              <a:ext uri="{FF2B5EF4-FFF2-40B4-BE49-F238E27FC236}">
                <a16:creationId xmlns:a16="http://schemas.microsoft.com/office/drawing/2014/main" id="{916C9AA5-2CC7-46AA-B3B6-9AD6E5F1759B}"/>
              </a:ext>
            </a:extLst>
          </p:cNvPr>
          <p:cNvSpPr>
            <a:spLocks xmlns:a="http://schemas.openxmlformats.org/drawingml/2006/main" noGrp="1"/>
          </p:cNvSpPr>
          <p:nvPr/>
        </p:nvSpPr>
        <p:spPr>
          <a:xfrm xmlns:a="http://schemas.openxmlformats.org/drawingml/2006/main">
            <a:off x="3267075" y="4886325"/>
            <a:ext cx="19526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725" b="1">
                <a:solidFill>
                  <a:srgbClr val="193B59"/>
                </a:solidFill>
                <a:latin typeface="Yu Gothic"/>
                <a:ea typeface="Yu Gothic"/>
                <a:cs typeface="Yu Gothic"/>
              </a:defRPr>
            </a:defPPr>
            <a:lvl1pPr algn="ctr">
              <a:buNone/>
              <a:defRPr sz="1725" b="1">
                <a:solidFill>
                  <a:srgbClr val="193B59"/>
                </a:solidFill>
                <a:latin typeface="Yu Gothic"/>
                <a:ea typeface="Yu Gothic"/>
                <a:cs typeface="Yu Gothic"/>
              </a:defRPr>
            </a:lvl1pPr>
            <a:lvl2pPr algn="ctr">
              <a:buNone/>
              <a:defRPr sz="1725" b="1">
                <a:solidFill>
                  <a:srgbClr val="193B59"/>
                </a:solidFill>
                <a:latin typeface="Yu Gothic"/>
                <a:ea typeface="Yu Gothic"/>
                <a:cs typeface="Yu Gothic"/>
              </a:defRPr>
            </a:lvl2pPr>
            <a:lvl3pPr algn="ctr">
              <a:buNone/>
              <a:defRPr sz="1725" b="1">
                <a:solidFill>
                  <a:srgbClr val="193B59"/>
                </a:solidFill>
                <a:latin typeface="Yu Gothic"/>
                <a:ea typeface="Yu Gothic"/>
                <a:cs typeface="Yu Gothic"/>
              </a:defRPr>
            </a:lvl3pPr>
            <a:lvl4pPr algn="ctr">
              <a:buNone/>
              <a:defRPr sz="1725" b="1">
                <a:solidFill>
                  <a:srgbClr val="193B59"/>
                </a:solidFill>
                <a:latin typeface="Yu Gothic"/>
                <a:ea typeface="Yu Gothic"/>
                <a:cs typeface="Yu Gothic"/>
              </a:defRPr>
            </a:lvl4pPr>
            <a:lvl5pPr algn="ctr">
              <a:buNone/>
              <a:defRPr sz="1725" b="1">
                <a:solidFill>
                  <a:srgbClr val="193B59"/>
                </a:solidFill>
                <a:latin typeface="Yu Gothic"/>
                <a:ea typeface="Yu Gothic"/>
                <a:cs typeface="Yu Gothic"/>
              </a:defRPr>
            </a:lvl5pPr>
            <a:lvl6pPr algn="ctr">
              <a:buNone/>
              <a:defRPr sz="1725" b="1">
                <a:solidFill>
                  <a:srgbClr val="193B59"/>
                </a:solidFill>
                <a:latin typeface="Yu Gothic"/>
                <a:ea typeface="Yu Gothic"/>
                <a:cs typeface="Yu Gothic"/>
              </a:defRPr>
            </a:lvl6pPr>
            <a:lvl7pPr algn="ctr">
              <a:buNone/>
              <a:defRPr sz="1725" b="1">
                <a:solidFill>
                  <a:srgbClr val="193B59"/>
                </a:solidFill>
                <a:latin typeface="Yu Gothic"/>
                <a:ea typeface="Yu Gothic"/>
                <a:cs typeface="Yu Gothic"/>
              </a:defRPr>
            </a:lvl7pPr>
            <a:lvl8pPr algn="ctr">
              <a:buNone/>
              <a:defRPr sz="1725" b="1">
                <a:solidFill>
                  <a:srgbClr val="193B59"/>
                </a:solidFill>
                <a:latin typeface="Yu Gothic"/>
                <a:ea typeface="Yu Gothic"/>
                <a:cs typeface="Yu Gothic"/>
              </a:defRPr>
            </a:lvl8pPr>
            <a:lvl9pPr algn="ctr">
              <a:buNone/>
              <a:defRPr sz="1725" b="1">
                <a:solidFill>
                  <a:srgbClr val="193B59"/>
                </a:solidFill>
                <a:latin typeface="Yu Gothic"/>
                <a:ea typeface="Yu Gothic"/>
                <a:cs typeface="Yu Gothic"/>
              </a:defRPr>
            </a:lvl9pPr>
          </a:lstStyle>
          <a:p xmlns:a="http://schemas.openxmlformats.org/drawingml/2006/main">
            <a:pPr algn="ctr">
              <a:buNone/>
              <a:defRPr sz="1725" b="1">
                <a:solidFill>
                  <a:srgbClr val="193B59"/>
                </a:solidFill>
                <a:latin typeface="Yu Gothic"/>
                <a:ea typeface="Yu Gothic"/>
                <a:cs typeface="Yu Gothic"/>
              </a:defRPr>
            </a:pPr>
            <a:r>
              <a:rPr sz="1725" b="1">
                <a:solidFill>
                  <a:srgbClr val="193B59"/>
                </a:solidFill>
                <a:latin typeface="Yu Gothic"/>
                <a:ea typeface="Yu Gothic"/>
                <a:cs typeface="Yu Gothic"/>
              </a:rPr>
              <a:t>絶縁</a:t>
            </a:r>
          </a:p>
        </p:txBody>
      </p:sp>
      <p:sp>
        <p:nvSpPr>
          <p:cNvPr id="12" name="">
            <a:extLst xmlns:a="http://schemas.openxmlformats.org/drawingml/2006/main">
              <a:ext uri="{FF2B5EF4-FFF2-40B4-BE49-F238E27FC236}">
                <a16:creationId xmlns:a16="http://schemas.microsoft.com/office/drawing/2014/main" id="{961470B7-3C46-4F4A-A25D-515CA1710F70}"/>
              </a:ext>
            </a:extLst>
          </p:cNvPr>
          <p:cNvSpPr>
            <a:spLocks xmlns:a="http://schemas.openxmlformats.org/drawingml/2006/main" noGrp="1"/>
          </p:cNvSpPr>
          <p:nvPr/>
        </p:nvSpPr>
        <p:spPr>
          <a:xfrm xmlns:a="http://schemas.openxmlformats.org/drawingml/2006/main">
            <a:off x="5257800" y="5181600"/>
            <a:ext cx="504825" cy="9525"/>
          </a:xfrm>
          <a:custGeom xmlns:a="http://schemas.openxmlformats.org/drawingml/2006/main">
            <a:pathLst>
              <a:path w="504825" h="9525">
                <a:moveTo>
                  <a:pt x="0" y="0"/>
                </a:moveTo>
                <a:lnTo>
                  <a:pt x="504825" y="0"/>
                </a:lnTo>
              </a:path>
            </a:pathLst>
          </a:custGeom>
          <a:noFill xmlns:a="http://schemas.openxmlformats.org/drawingml/2006/main"/>
          <a:ln xmlns:a="http://schemas.openxmlformats.org/drawingml/2006/main" w="19050">
            <a:solidFill>
              <a:srgbClr val="087E8B"/>
            </a:solidFill>
          </a:ln>
        </p:spPr>
      </p:sp>
      <p:sp>
        <p:nvSpPr>
          <p:cNvPr id="13" name="">
            <a:extLst xmlns:a="http://schemas.openxmlformats.org/drawingml/2006/main">
              <a:ext uri="{FF2B5EF4-FFF2-40B4-BE49-F238E27FC236}">
                <a16:creationId xmlns:a16="http://schemas.microsoft.com/office/drawing/2014/main" id="{53118DB7-C167-48BA-8F13-E431D95C380E}"/>
              </a:ext>
            </a:extLst>
          </p:cNvPr>
          <p:cNvSpPr>
            <a:spLocks xmlns:a="http://schemas.openxmlformats.org/drawingml/2006/main" noGrp="1"/>
          </p:cNvSpPr>
          <p:nvPr/>
        </p:nvSpPr>
        <p:spPr>
          <a:xfrm xmlns:a="http://schemas.openxmlformats.org/drawingml/2006/main">
            <a:off x="5648325" y="5133594"/>
            <a:ext cx="114300" cy="96012"/>
          </a:xfrm>
          <a:custGeom xmlns:a="http://schemas.openxmlformats.org/drawingml/2006/main">
            <a:pathLst>
              <a:path w="114300" h="96012">
                <a:moveTo>
                  <a:pt x="114300" y="48006"/>
                </a:moveTo>
                <a:lnTo>
                  <a:pt x="0" y="0"/>
                </a:lnTo>
                <a:lnTo>
                  <a:pt x="0" y="96012"/>
                </a:lnTo>
                <a:close/>
              </a:path>
            </a:pathLst>
          </a:custGeom>
          <a:solidFill xmlns:a="http://schemas.openxmlformats.org/drawingml/2006/main">
            <a:srgbClr val="087E8B"/>
          </a:solidFill>
          <a:ln xmlns:a="http://schemas.openxmlformats.org/drawingml/2006/main" w="4763">
            <a:solidFill>
              <a:srgbClr val="087E8B"/>
            </a:solidFill>
          </a:ln>
        </p:spPr>
      </p:sp>
      <p:sp>
        <p:nvSpPr>
          <p:cNvPr id="14" name="">
            <a:extLst xmlns:a="http://schemas.openxmlformats.org/drawingml/2006/main">
              <a:ext uri="{FF2B5EF4-FFF2-40B4-BE49-F238E27FC236}">
                <a16:creationId xmlns:a16="http://schemas.microsoft.com/office/drawing/2014/main" id="{5D803B87-1D31-4903-ADE4-C2B5F7E6F332}"/>
              </a:ext>
            </a:extLst>
          </p:cNvPr>
          <p:cNvSpPr>
            <a:spLocks xmlns:a="http://schemas.openxmlformats.org/drawingml/2006/main" noGrp="1"/>
          </p:cNvSpPr>
          <p:nvPr/>
        </p:nvSpPr>
        <p:spPr>
          <a:xfrm xmlns:a="http://schemas.openxmlformats.org/drawingml/2006/main">
            <a:off x="5810250" y="4829175"/>
            <a:ext cx="1952625" cy="704850"/>
          </a:xfrm>
          <a:prstGeom xmlns:a="http://schemas.openxmlformats.org/drawingml/2006/main" prst="rect">
            <a:avLst/>
          </a:prstGeom>
          <a:solidFill xmlns:a="http://schemas.openxmlformats.org/drawingml/2006/main">
            <a:srgbClr val="EAF4F3"/>
          </a:solidFill>
          <a:ln xmlns:a="http://schemas.openxmlformats.org/drawingml/2006/main" w="16193">
            <a:solidFill>
              <a:srgbClr val="087E8B"/>
            </a:solidFill>
          </a:ln>
        </p:spPr>
      </p:sp>
      <p:sp>
        <p:nvSpPr>
          <p:cNvPr id="15" name="">
            <a:extLst xmlns:a="http://schemas.openxmlformats.org/drawingml/2006/main">
              <a:ext uri="{FF2B5EF4-FFF2-40B4-BE49-F238E27FC236}">
                <a16:creationId xmlns:a16="http://schemas.microsoft.com/office/drawing/2014/main" id="{686EA3BB-E759-459A-88ED-AEE7B1682B4F}"/>
              </a:ext>
            </a:extLst>
          </p:cNvPr>
          <p:cNvSpPr>
            <a:spLocks xmlns:a="http://schemas.openxmlformats.org/drawingml/2006/main" noGrp="1"/>
          </p:cNvSpPr>
          <p:nvPr/>
        </p:nvSpPr>
        <p:spPr>
          <a:xfrm xmlns:a="http://schemas.openxmlformats.org/drawingml/2006/main">
            <a:off x="5810250" y="4886325"/>
            <a:ext cx="19526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725" b="1">
                <a:solidFill>
                  <a:srgbClr val="193B59"/>
                </a:solidFill>
                <a:latin typeface="Yu Gothic"/>
                <a:ea typeface="Yu Gothic"/>
                <a:cs typeface="Yu Gothic"/>
              </a:defRPr>
            </a:defPPr>
            <a:lvl1pPr algn="ctr">
              <a:buNone/>
              <a:defRPr sz="1725" b="1">
                <a:solidFill>
                  <a:srgbClr val="193B59"/>
                </a:solidFill>
                <a:latin typeface="Yu Gothic"/>
                <a:ea typeface="Yu Gothic"/>
                <a:cs typeface="Yu Gothic"/>
              </a:defRPr>
            </a:lvl1pPr>
            <a:lvl2pPr algn="ctr">
              <a:buNone/>
              <a:defRPr sz="1725" b="1">
                <a:solidFill>
                  <a:srgbClr val="193B59"/>
                </a:solidFill>
                <a:latin typeface="Yu Gothic"/>
                <a:ea typeface="Yu Gothic"/>
                <a:cs typeface="Yu Gothic"/>
              </a:defRPr>
            </a:lvl2pPr>
            <a:lvl3pPr algn="ctr">
              <a:buNone/>
              <a:defRPr sz="1725" b="1">
                <a:solidFill>
                  <a:srgbClr val="193B59"/>
                </a:solidFill>
                <a:latin typeface="Yu Gothic"/>
                <a:ea typeface="Yu Gothic"/>
                <a:cs typeface="Yu Gothic"/>
              </a:defRPr>
            </a:lvl3pPr>
            <a:lvl4pPr algn="ctr">
              <a:buNone/>
              <a:defRPr sz="1725" b="1">
                <a:solidFill>
                  <a:srgbClr val="193B59"/>
                </a:solidFill>
                <a:latin typeface="Yu Gothic"/>
                <a:ea typeface="Yu Gothic"/>
                <a:cs typeface="Yu Gothic"/>
              </a:defRPr>
            </a:lvl4pPr>
            <a:lvl5pPr algn="ctr">
              <a:buNone/>
              <a:defRPr sz="1725" b="1">
                <a:solidFill>
                  <a:srgbClr val="193B59"/>
                </a:solidFill>
                <a:latin typeface="Yu Gothic"/>
                <a:ea typeface="Yu Gothic"/>
                <a:cs typeface="Yu Gothic"/>
              </a:defRPr>
            </a:lvl5pPr>
            <a:lvl6pPr algn="ctr">
              <a:buNone/>
              <a:defRPr sz="1725" b="1">
                <a:solidFill>
                  <a:srgbClr val="193B59"/>
                </a:solidFill>
                <a:latin typeface="Yu Gothic"/>
                <a:ea typeface="Yu Gothic"/>
                <a:cs typeface="Yu Gothic"/>
              </a:defRPr>
            </a:lvl6pPr>
            <a:lvl7pPr algn="ctr">
              <a:buNone/>
              <a:defRPr sz="1725" b="1">
                <a:solidFill>
                  <a:srgbClr val="193B59"/>
                </a:solidFill>
                <a:latin typeface="Yu Gothic"/>
                <a:ea typeface="Yu Gothic"/>
                <a:cs typeface="Yu Gothic"/>
              </a:defRPr>
            </a:lvl7pPr>
            <a:lvl8pPr algn="ctr">
              <a:buNone/>
              <a:defRPr sz="1725" b="1">
                <a:solidFill>
                  <a:srgbClr val="193B59"/>
                </a:solidFill>
                <a:latin typeface="Yu Gothic"/>
                <a:ea typeface="Yu Gothic"/>
                <a:cs typeface="Yu Gothic"/>
              </a:defRPr>
            </a:lvl8pPr>
            <a:lvl9pPr algn="ctr">
              <a:buNone/>
              <a:defRPr sz="1725" b="1">
                <a:solidFill>
                  <a:srgbClr val="193B59"/>
                </a:solidFill>
                <a:latin typeface="Yu Gothic"/>
                <a:ea typeface="Yu Gothic"/>
                <a:cs typeface="Yu Gothic"/>
              </a:defRPr>
            </a:lvl9pPr>
          </a:lstStyle>
          <a:p xmlns:a="http://schemas.openxmlformats.org/drawingml/2006/main">
            <a:pPr algn="ctr">
              <a:buNone/>
              <a:defRPr sz="1725" b="1">
                <a:solidFill>
                  <a:srgbClr val="193B59"/>
                </a:solidFill>
                <a:latin typeface="Yu Gothic"/>
                <a:ea typeface="Yu Gothic"/>
                <a:cs typeface="Yu Gothic"/>
              </a:defRPr>
            </a:pPr>
            <a:r>
              <a:rPr sz="1725" b="1">
                <a:solidFill>
                  <a:srgbClr val="193B59"/>
                </a:solidFill>
                <a:latin typeface="Yu Gothic"/>
                <a:ea typeface="Yu Gothic"/>
                <a:cs typeface="Yu Gothic"/>
              </a:rPr>
              <a:t>成形</a:t>
            </a:r>
          </a:p>
        </p:txBody>
      </p:sp>
      <p:sp>
        <p:nvSpPr>
          <p:cNvPr id="16" name="">
            <a:extLst xmlns:a="http://schemas.openxmlformats.org/drawingml/2006/main">
              <a:ext uri="{FF2B5EF4-FFF2-40B4-BE49-F238E27FC236}">
                <a16:creationId xmlns:a16="http://schemas.microsoft.com/office/drawing/2014/main" id="{E04723C8-9F50-4E55-A5F4-A6F854C64794}"/>
              </a:ext>
            </a:extLst>
          </p:cNvPr>
          <p:cNvSpPr>
            <a:spLocks xmlns:a="http://schemas.openxmlformats.org/drawingml/2006/main" noGrp="1"/>
          </p:cNvSpPr>
          <p:nvPr/>
        </p:nvSpPr>
        <p:spPr>
          <a:xfrm xmlns:a="http://schemas.openxmlformats.org/drawingml/2006/main">
            <a:off x="7800975" y="5181600"/>
            <a:ext cx="504825" cy="9525"/>
          </a:xfrm>
          <a:custGeom xmlns:a="http://schemas.openxmlformats.org/drawingml/2006/main">
            <a:pathLst>
              <a:path w="504825" h="9525">
                <a:moveTo>
                  <a:pt x="0" y="0"/>
                </a:moveTo>
                <a:lnTo>
                  <a:pt x="504825" y="0"/>
                </a:lnTo>
              </a:path>
            </a:pathLst>
          </a:custGeom>
          <a:noFill xmlns:a="http://schemas.openxmlformats.org/drawingml/2006/main"/>
          <a:ln xmlns:a="http://schemas.openxmlformats.org/drawingml/2006/main" w="19050">
            <a:solidFill>
              <a:srgbClr val="087E8B"/>
            </a:solidFill>
          </a:ln>
        </p:spPr>
      </p:sp>
      <p:sp>
        <p:nvSpPr>
          <p:cNvPr id="17" name="">
            <a:extLst xmlns:a="http://schemas.openxmlformats.org/drawingml/2006/main">
              <a:ext uri="{FF2B5EF4-FFF2-40B4-BE49-F238E27FC236}">
                <a16:creationId xmlns:a16="http://schemas.microsoft.com/office/drawing/2014/main" id="{4EF84C52-8E43-4A54-B736-397952DE9D0D}"/>
              </a:ext>
            </a:extLst>
          </p:cNvPr>
          <p:cNvSpPr>
            <a:spLocks xmlns:a="http://schemas.openxmlformats.org/drawingml/2006/main" noGrp="1"/>
          </p:cNvSpPr>
          <p:nvPr/>
        </p:nvSpPr>
        <p:spPr>
          <a:xfrm xmlns:a="http://schemas.openxmlformats.org/drawingml/2006/main">
            <a:off x="8191500" y="5133594"/>
            <a:ext cx="114300" cy="96012"/>
          </a:xfrm>
          <a:custGeom xmlns:a="http://schemas.openxmlformats.org/drawingml/2006/main">
            <a:pathLst>
              <a:path w="114300" h="96012">
                <a:moveTo>
                  <a:pt x="114300" y="48006"/>
                </a:moveTo>
                <a:lnTo>
                  <a:pt x="0" y="0"/>
                </a:lnTo>
                <a:lnTo>
                  <a:pt x="0" y="96012"/>
                </a:lnTo>
                <a:close/>
              </a:path>
            </a:pathLst>
          </a:custGeom>
          <a:solidFill xmlns:a="http://schemas.openxmlformats.org/drawingml/2006/main">
            <a:srgbClr val="087E8B"/>
          </a:solidFill>
          <a:ln xmlns:a="http://schemas.openxmlformats.org/drawingml/2006/main" w="4763">
            <a:solidFill>
              <a:srgbClr val="087E8B"/>
            </a:solidFill>
          </a:ln>
        </p:spPr>
      </p:sp>
      <p:sp>
        <p:nvSpPr>
          <p:cNvPr id="18" name="">
            <a:extLst xmlns:a="http://schemas.openxmlformats.org/drawingml/2006/main">
              <a:ext uri="{FF2B5EF4-FFF2-40B4-BE49-F238E27FC236}">
                <a16:creationId xmlns:a16="http://schemas.microsoft.com/office/drawing/2014/main" id="{2BA3BF41-18A3-44D9-9697-3478BD4F07CF}"/>
              </a:ext>
            </a:extLst>
          </p:cNvPr>
          <p:cNvSpPr>
            <a:spLocks xmlns:a="http://schemas.openxmlformats.org/drawingml/2006/main" noGrp="1"/>
          </p:cNvSpPr>
          <p:nvPr/>
        </p:nvSpPr>
        <p:spPr>
          <a:xfrm xmlns:a="http://schemas.openxmlformats.org/drawingml/2006/main">
            <a:off x="8353425" y="4829175"/>
            <a:ext cx="1952625" cy="704850"/>
          </a:xfrm>
          <a:prstGeom xmlns:a="http://schemas.openxmlformats.org/drawingml/2006/main" prst="rect">
            <a:avLst/>
          </a:prstGeom>
          <a:solidFill xmlns:a="http://schemas.openxmlformats.org/drawingml/2006/main">
            <a:srgbClr val="E8F0F4"/>
          </a:solidFill>
          <a:ln xmlns:a="http://schemas.openxmlformats.org/drawingml/2006/main" w="16193">
            <a:solidFill>
              <a:srgbClr val="087E8B"/>
            </a:solidFill>
          </a:ln>
        </p:spPr>
      </p:sp>
      <p:sp>
        <p:nvSpPr>
          <p:cNvPr id="19" name="">
            <a:extLst xmlns:a="http://schemas.openxmlformats.org/drawingml/2006/main">
              <a:ext uri="{FF2B5EF4-FFF2-40B4-BE49-F238E27FC236}">
                <a16:creationId xmlns:a16="http://schemas.microsoft.com/office/drawing/2014/main" id="{98DAC8B5-18EC-42F9-A83B-0A1DDB06078D}"/>
              </a:ext>
            </a:extLst>
          </p:cNvPr>
          <p:cNvSpPr>
            <a:spLocks xmlns:a="http://schemas.openxmlformats.org/drawingml/2006/main" noGrp="1"/>
          </p:cNvSpPr>
          <p:nvPr/>
        </p:nvSpPr>
        <p:spPr>
          <a:xfrm xmlns:a="http://schemas.openxmlformats.org/drawingml/2006/main">
            <a:off x="8353425" y="4886325"/>
            <a:ext cx="19526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725" b="1">
                <a:solidFill>
                  <a:srgbClr val="193B59"/>
                </a:solidFill>
                <a:latin typeface="Yu Gothic"/>
                <a:ea typeface="Yu Gothic"/>
                <a:cs typeface="Yu Gothic"/>
              </a:defRPr>
            </a:defPPr>
            <a:lvl1pPr algn="ctr">
              <a:buNone/>
              <a:defRPr sz="1725" b="1">
                <a:solidFill>
                  <a:srgbClr val="193B59"/>
                </a:solidFill>
                <a:latin typeface="Yu Gothic"/>
                <a:ea typeface="Yu Gothic"/>
                <a:cs typeface="Yu Gothic"/>
              </a:defRPr>
            </a:lvl1pPr>
            <a:lvl2pPr algn="ctr">
              <a:buNone/>
              <a:defRPr sz="1725" b="1">
                <a:solidFill>
                  <a:srgbClr val="193B59"/>
                </a:solidFill>
                <a:latin typeface="Yu Gothic"/>
                <a:ea typeface="Yu Gothic"/>
                <a:cs typeface="Yu Gothic"/>
              </a:defRPr>
            </a:lvl2pPr>
            <a:lvl3pPr algn="ctr">
              <a:buNone/>
              <a:defRPr sz="1725" b="1">
                <a:solidFill>
                  <a:srgbClr val="193B59"/>
                </a:solidFill>
                <a:latin typeface="Yu Gothic"/>
                <a:ea typeface="Yu Gothic"/>
                <a:cs typeface="Yu Gothic"/>
              </a:defRPr>
            </a:lvl3pPr>
            <a:lvl4pPr algn="ctr">
              <a:buNone/>
              <a:defRPr sz="1725" b="1">
                <a:solidFill>
                  <a:srgbClr val="193B59"/>
                </a:solidFill>
                <a:latin typeface="Yu Gothic"/>
                <a:ea typeface="Yu Gothic"/>
                <a:cs typeface="Yu Gothic"/>
              </a:defRPr>
            </a:lvl4pPr>
            <a:lvl5pPr algn="ctr">
              <a:buNone/>
              <a:defRPr sz="1725" b="1">
                <a:solidFill>
                  <a:srgbClr val="193B59"/>
                </a:solidFill>
                <a:latin typeface="Yu Gothic"/>
                <a:ea typeface="Yu Gothic"/>
                <a:cs typeface="Yu Gothic"/>
              </a:defRPr>
            </a:lvl5pPr>
            <a:lvl6pPr algn="ctr">
              <a:buNone/>
              <a:defRPr sz="1725" b="1">
                <a:solidFill>
                  <a:srgbClr val="193B59"/>
                </a:solidFill>
                <a:latin typeface="Yu Gothic"/>
                <a:ea typeface="Yu Gothic"/>
                <a:cs typeface="Yu Gothic"/>
              </a:defRPr>
            </a:lvl6pPr>
            <a:lvl7pPr algn="ctr">
              <a:buNone/>
              <a:defRPr sz="1725" b="1">
                <a:solidFill>
                  <a:srgbClr val="193B59"/>
                </a:solidFill>
                <a:latin typeface="Yu Gothic"/>
                <a:ea typeface="Yu Gothic"/>
                <a:cs typeface="Yu Gothic"/>
              </a:defRPr>
            </a:lvl7pPr>
            <a:lvl8pPr algn="ctr">
              <a:buNone/>
              <a:defRPr sz="1725" b="1">
                <a:solidFill>
                  <a:srgbClr val="193B59"/>
                </a:solidFill>
                <a:latin typeface="Yu Gothic"/>
                <a:ea typeface="Yu Gothic"/>
                <a:cs typeface="Yu Gothic"/>
              </a:defRPr>
            </a:lvl8pPr>
            <a:lvl9pPr algn="ctr">
              <a:buNone/>
              <a:defRPr sz="1725" b="1">
                <a:solidFill>
                  <a:srgbClr val="193B59"/>
                </a:solidFill>
                <a:latin typeface="Yu Gothic"/>
                <a:ea typeface="Yu Gothic"/>
                <a:cs typeface="Yu Gothic"/>
              </a:defRPr>
            </a:lvl9pPr>
          </a:lstStyle>
          <a:p xmlns:a="http://schemas.openxmlformats.org/drawingml/2006/main">
            <a:pPr algn="ctr">
              <a:buNone/>
              <a:defRPr sz="1725" b="1">
                <a:solidFill>
                  <a:srgbClr val="193B59"/>
                </a:solidFill>
                <a:latin typeface="Yu Gothic"/>
                <a:ea typeface="Yu Gothic"/>
                <a:cs typeface="Yu Gothic"/>
              </a:defRPr>
            </a:pPr>
            <a:r>
              <a:rPr sz="1725" b="1">
                <a:solidFill>
                  <a:srgbClr val="193B59"/>
                </a:solidFill>
                <a:latin typeface="Yu Gothic"/>
                <a:ea typeface="Yu Gothic"/>
                <a:cs typeface="Yu Gothic"/>
              </a:rPr>
              <a:t>製品</a:t>
            </a:r>
          </a:p>
        </p:txBody>
      </p:sp>
      <p:sp>
        <p:nvSpPr>
          <p:cNvPr id="20" name="">
            <a:extLst xmlns:a="http://schemas.openxmlformats.org/drawingml/2006/main">
              <a:ext uri="{FF2B5EF4-FFF2-40B4-BE49-F238E27FC236}">
                <a16:creationId xmlns:a16="http://schemas.microsoft.com/office/drawing/2014/main" id="{9024BCC5-350D-4982-88CD-83FC8EBB4B75}"/>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参照 [12・13]</a:t>
            </a:r>
          </a:p>
        </p:txBody>
      </p:sp>
      <p:sp>
        <p:nvSpPr>
          <p:cNvPr id="21" name="">
            <a:extLst xmlns:a="http://schemas.openxmlformats.org/drawingml/2006/main">
              <a:ext uri="{FF2B5EF4-FFF2-40B4-BE49-F238E27FC236}">
                <a16:creationId xmlns:a16="http://schemas.microsoft.com/office/drawing/2014/main" id="{27154873-638F-4279-A036-34E26EB8F0BB}"/>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発展C</a:t>
            </a:r>
          </a:p>
        </p:txBody>
      </p:sp>
      <p:sp>
        <p:nvSpPr>
          <p:cNvPr id="22" name="">
            <a:extLst xmlns:a="http://schemas.openxmlformats.org/drawingml/2006/main">
              <a:ext uri="{FF2B5EF4-FFF2-40B4-BE49-F238E27FC236}">
                <a16:creationId xmlns:a16="http://schemas.microsoft.com/office/drawing/2014/main" id="{81EE90A0-B7D7-4B52-AF3B-133FF285470E}"/>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24 / 33</a:t>
            </a:r>
          </a:p>
        </p:txBody>
      </p:sp>
    </p:spTree>
    <p:extLst>
      <p:ext uri="{BB962C8B-B14F-4D97-AF65-F5344CB8AC3E}">
        <p14:creationId xmlns:p14="http://schemas.microsoft.com/office/powerpoint/2010/main" val="441818067"/>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5F8A591-0F98-44A0-B1FE-81DA4D8276E5}"/>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buNone/>
              <a:defRPr sz="2925" b="1">
                <a:solidFill>
                  <a:srgbClr val="193B59"/>
                </a:solidFill>
                <a:latin typeface="Yu Gothic"/>
                <a:ea typeface="Yu Gothic"/>
                <a:cs typeface="Yu Gothic"/>
              </a:defRPr>
            </a:lvl1pPr>
            <a:lvl2pPr>
              <a:buNone/>
              <a:defRPr sz="2925" b="1">
                <a:solidFill>
                  <a:srgbClr val="193B59"/>
                </a:solidFill>
                <a:latin typeface="Yu Gothic"/>
                <a:ea typeface="Yu Gothic"/>
                <a:cs typeface="Yu Gothic"/>
              </a:defRPr>
            </a:lvl2pPr>
            <a:lvl3pPr>
              <a:buNone/>
              <a:defRPr sz="2925" b="1">
                <a:solidFill>
                  <a:srgbClr val="193B59"/>
                </a:solidFill>
                <a:latin typeface="Yu Gothic"/>
                <a:ea typeface="Yu Gothic"/>
                <a:cs typeface="Yu Gothic"/>
              </a:defRPr>
            </a:lvl3pPr>
            <a:lvl4pPr>
              <a:buNone/>
              <a:defRPr sz="2925" b="1">
                <a:solidFill>
                  <a:srgbClr val="193B59"/>
                </a:solidFill>
                <a:latin typeface="Yu Gothic"/>
                <a:ea typeface="Yu Gothic"/>
                <a:cs typeface="Yu Gothic"/>
              </a:defRPr>
            </a:lvl4pPr>
            <a:lvl5pPr>
              <a:buNone/>
              <a:defRPr sz="2925" b="1">
                <a:solidFill>
                  <a:srgbClr val="193B59"/>
                </a:solidFill>
                <a:latin typeface="Yu Gothic"/>
                <a:ea typeface="Yu Gothic"/>
                <a:cs typeface="Yu Gothic"/>
              </a:defRPr>
            </a:lvl5pPr>
            <a:lvl6pPr>
              <a:buNone/>
              <a:defRPr sz="2925" b="1">
                <a:solidFill>
                  <a:srgbClr val="193B59"/>
                </a:solidFill>
                <a:latin typeface="Yu Gothic"/>
                <a:ea typeface="Yu Gothic"/>
                <a:cs typeface="Yu Gothic"/>
              </a:defRPr>
            </a:lvl6pPr>
            <a:lvl7pPr>
              <a:buNone/>
              <a:defRPr sz="2925" b="1">
                <a:solidFill>
                  <a:srgbClr val="193B59"/>
                </a:solidFill>
                <a:latin typeface="Yu Gothic"/>
                <a:ea typeface="Yu Gothic"/>
                <a:cs typeface="Yu Gothic"/>
              </a:defRPr>
            </a:lvl7pPr>
            <a:lvl8pPr>
              <a:buNone/>
              <a:defRPr sz="2925" b="1">
                <a:solidFill>
                  <a:srgbClr val="193B59"/>
                </a:solidFill>
                <a:latin typeface="Yu Gothic"/>
                <a:ea typeface="Yu Gothic"/>
                <a:cs typeface="Yu Gothic"/>
              </a:defRPr>
            </a:lvl8pPr>
            <a:lvl9pPr>
              <a:buNone/>
              <a:defRPr sz="2925" b="1">
                <a:solidFill>
                  <a:srgbClr val="193B59"/>
                </a:solidFill>
                <a:latin typeface="Yu Gothic"/>
                <a:ea typeface="Yu Gothic"/>
                <a:cs typeface="Yu Gothic"/>
              </a:defRPr>
            </a:lvl9pPr>
          </a:lstStyle>
          <a:p xmlns:a="http://schemas.openxmlformats.org/drawingml/2006/main">
            <a:pPr>
              <a:buNone/>
              <a:defRPr sz="2925" b="1">
                <a:solidFill>
                  <a:srgbClr val="193B59"/>
                </a:solidFill>
                <a:latin typeface="Yu Gothic"/>
                <a:ea typeface="Yu Gothic"/>
                <a:cs typeface="Yu Gothic"/>
              </a:defRPr>
            </a:pPr>
            <a:r>
              <a:rPr sz="2925" b="1">
                <a:solidFill>
                  <a:srgbClr val="193B59"/>
                </a:solidFill>
                <a:latin typeface="Yu Gothic"/>
                <a:ea typeface="Yu Gothic"/>
                <a:cs typeface="Yu Gothic"/>
              </a:rPr>
              <a:t>大量生産と生活への浸透</a:t>
            </a:r>
          </a:p>
        </p:txBody>
      </p:sp>
      <p:sp>
        <p:nvSpPr>
          <p:cNvPr id="2" name="">
            <a:extLst xmlns:a="http://schemas.openxmlformats.org/drawingml/2006/main">
              <a:ext uri="{FF2B5EF4-FFF2-40B4-BE49-F238E27FC236}">
                <a16:creationId xmlns:a16="http://schemas.microsoft.com/office/drawing/2014/main" id="{3C11B22B-6DCC-460C-9D02-05D9467B87BD}"/>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DBCE5226-A9C5-4575-A2BB-DAB1976B0094}"/>
              </a:ext>
            </a:extLst>
          </p:cNvPr>
          <p:cNvSpPr>
            <a:spLocks xmlns:a="http://schemas.openxmlformats.org/drawingml/2006/main" noGrp="1"/>
          </p:cNvSpPr>
          <p:nvPr/>
        </p:nvSpPr>
        <p:spPr>
          <a:xfrm xmlns:a="http://schemas.openxmlformats.org/drawingml/2006/main">
            <a:off x="809625" y="173355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buNone/>
              <a:defRPr sz="2250" b="1">
                <a:solidFill>
                  <a:srgbClr val="263D4D"/>
                </a:solidFill>
                <a:latin typeface="Yu Gothic"/>
                <a:ea typeface="Yu Gothic"/>
                <a:cs typeface="Yu Gothic"/>
              </a:defRPr>
            </a:lvl1pPr>
            <a:lvl2pPr>
              <a:buNone/>
              <a:defRPr sz="2250" b="1">
                <a:solidFill>
                  <a:srgbClr val="263D4D"/>
                </a:solidFill>
                <a:latin typeface="Yu Gothic"/>
                <a:ea typeface="Yu Gothic"/>
                <a:cs typeface="Yu Gothic"/>
              </a:defRPr>
            </a:lvl2pPr>
            <a:lvl3pPr>
              <a:buNone/>
              <a:defRPr sz="2250" b="1">
                <a:solidFill>
                  <a:srgbClr val="263D4D"/>
                </a:solidFill>
                <a:latin typeface="Yu Gothic"/>
                <a:ea typeface="Yu Gothic"/>
                <a:cs typeface="Yu Gothic"/>
              </a:defRPr>
            </a:lvl3pPr>
            <a:lvl4pPr>
              <a:buNone/>
              <a:defRPr sz="2250" b="1">
                <a:solidFill>
                  <a:srgbClr val="263D4D"/>
                </a:solidFill>
                <a:latin typeface="Yu Gothic"/>
                <a:ea typeface="Yu Gothic"/>
                <a:cs typeface="Yu Gothic"/>
              </a:defRPr>
            </a:lvl4pPr>
            <a:lvl5pPr>
              <a:buNone/>
              <a:defRPr sz="2250" b="1">
                <a:solidFill>
                  <a:srgbClr val="263D4D"/>
                </a:solidFill>
                <a:latin typeface="Yu Gothic"/>
                <a:ea typeface="Yu Gothic"/>
                <a:cs typeface="Yu Gothic"/>
              </a:defRPr>
            </a:lvl5pPr>
            <a:lvl6pPr>
              <a:buNone/>
              <a:defRPr sz="2250" b="1">
                <a:solidFill>
                  <a:srgbClr val="263D4D"/>
                </a:solidFill>
                <a:latin typeface="Yu Gothic"/>
                <a:ea typeface="Yu Gothic"/>
                <a:cs typeface="Yu Gothic"/>
              </a:defRPr>
            </a:lvl6pPr>
            <a:lvl7pPr>
              <a:buNone/>
              <a:defRPr sz="2250" b="1">
                <a:solidFill>
                  <a:srgbClr val="263D4D"/>
                </a:solidFill>
                <a:latin typeface="Yu Gothic"/>
                <a:ea typeface="Yu Gothic"/>
                <a:cs typeface="Yu Gothic"/>
              </a:defRPr>
            </a:lvl7pPr>
            <a:lvl8pPr>
              <a:buNone/>
              <a:defRPr sz="2250" b="1">
                <a:solidFill>
                  <a:srgbClr val="263D4D"/>
                </a:solidFill>
                <a:latin typeface="Yu Gothic"/>
                <a:ea typeface="Yu Gothic"/>
                <a:cs typeface="Yu Gothic"/>
              </a:defRPr>
            </a:lvl8pPr>
            <a:lvl9pPr>
              <a:buNone/>
              <a:defRPr sz="2250" b="1">
                <a:solidFill>
                  <a:srgbClr val="263D4D"/>
                </a:solidFill>
                <a:latin typeface="Yu Gothic"/>
                <a:ea typeface="Yu Gothic"/>
                <a:cs typeface="Yu Gothic"/>
              </a:defRPr>
            </a:lvl9pPr>
          </a:lstStyle>
          <a:p xmlns:a="http://schemas.openxmlformats.org/drawingml/2006/main">
            <a:pPr>
              <a:buNone/>
              <a:defRPr sz="2250" b="1">
                <a:solidFill>
                  <a:srgbClr val="263D4D"/>
                </a:solidFill>
                <a:latin typeface="Yu Gothic"/>
                <a:ea typeface="Yu Gothic"/>
                <a:cs typeface="Yu Gothic"/>
              </a:defRPr>
            </a:pPr>
            <a:r>
              <a:rPr sz="2250" b="1">
                <a:solidFill>
                  <a:srgbClr val="263D4D"/>
                </a:solidFill>
                <a:latin typeface="Yu Gothic"/>
                <a:ea typeface="Yu Gothic"/>
                <a:cs typeface="Yu Gothic"/>
              </a:rPr>
              <a:t>材料の性質だけでなく価格と供給が影響</a:t>
            </a:r>
          </a:p>
        </p:txBody>
      </p:sp>
      <p:sp>
        <p:nvSpPr>
          <p:cNvPr id="4" name="">
            <a:extLst xmlns:a="http://schemas.openxmlformats.org/drawingml/2006/main">
              <a:ext uri="{FF2B5EF4-FFF2-40B4-BE49-F238E27FC236}">
                <a16:creationId xmlns:a16="http://schemas.microsoft.com/office/drawing/2014/main" id="{5C8267C6-AAFB-459E-B7D0-127C51DC2659}"/>
              </a:ext>
            </a:extLst>
          </p:cNvPr>
          <p:cNvSpPr>
            <a:spLocks xmlns:a="http://schemas.openxmlformats.org/drawingml/2006/main" noGrp="1"/>
          </p:cNvSpPr>
          <p:nvPr/>
        </p:nvSpPr>
        <p:spPr>
          <a:xfrm xmlns:a="http://schemas.openxmlformats.org/drawingml/2006/main">
            <a:off x="809625" y="2790825"/>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容器・機器・輸送など用途が広がる</a:t>
            </a:r>
          </a:p>
        </p:txBody>
      </p:sp>
      <p:sp>
        <p:nvSpPr>
          <p:cNvPr id="5" name="">
            <a:extLst xmlns:a="http://schemas.openxmlformats.org/drawingml/2006/main">
              <a:ext uri="{FF2B5EF4-FFF2-40B4-BE49-F238E27FC236}">
                <a16:creationId xmlns:a16="http://schemas.microsoft.com/office/drawing/2014/main" id="{0B15307D-35EA-4CC2-9FE1-01E38479E9EB}"/>
              </a:ext>
            </a:extLst>
          </p:cNvPr>
          <p:cNvSpPr>
            <a:spLocks xmlns:a="http://schemas.openxmlformats.org/drawingml/2006/main" noGrp="1"/>
          </p:cNvSpPr>
          <p:nvPr/>
        </p:nvSpPr>
        <p:spPr>
          <a:xfrm xmlns:a="http://schemas.openxmlformats.org/drawingml/2006/main">
            <a:off x="809625" y="384810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廃棄物の量も利用の規模とともに変わる</a:t>
            </a:r>
          </a:p>
        </p:txBody>
      </p:sp>
      <p:sp>
        <p:nvSpPr>
          <p:cNvPr id="6" name="">
            <a:extLst xmlns:a="http://schemas.openxmlformats.org/drawingml/2006/main">
              <a:ext uri="{FF2B5EF4-FFF2-40B4-BE49-F238E27FC236}">
                <a16:creationId xmlns:a16="http://schemas.microsoft.com/office/drawing/2014/main" id="{ED0775D9-093D-478A-B771-06A025DE3E05}"/>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参照 [12]</a:t>
            </a:r>
          </a:p>
        </p:txBody>
      </p:sp>
      <p:sp>
        <p:nvSpPr>
          <p:cNvPr id="7" name="">
            <a:extLst xmlns:a="http://schemas.openxmlformats.org/drawingml/2006/main">
              <a:ext uri="{FF2B5EF4-FFF2-40B4-BE49-F238E27FC236}">
                <a16:creationId xmlns:a16="http://schemas.microsoft.com/office/drawing/2014/main" id="{81687151-5BAE-4910-8CE3-E18A0B5CC14A}"/>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発展C</a:t>
            </a:r>
          </a:p>
        </p:txBody>
      </p:sp>
      <p:sp>
        <p:nvSpPr>
          <p:cNvPr id="8" name="">
            <a:extLst xmlns:a="http://schemas.openxmlformats.org/drawingml/2006/main">
              <a:ext uri="{FF2B5EF4-FFF2-40B4-BE49-F238E27FC236}">
                <a16:creationId xmlns:a16="http://schemas.microsoft.com/office/drawing/2014/main" id="{75E6F225-21CE-4ADC-B4F1-472AF58EEC49}"/>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25 / 33</a:t>
            </a:r>
          </a:p>
        </p:txBody>
      </p:sp>
    </p:spTree>
    <p:extLst>
      <p:ext uri="{BB962C8B-B14F-4D97-AF65-F5344CB8AC3E}">
        <p14:creationId xmlns:p14="http://schemas.microsoft.com/office/powerpoint/2010/main" val="963256466"/>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71238E16-7B64-4EC1-8973-4B1C0AD26364}"/>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buNone/>
              <a:defRPr sz="2925" b="1">
                <a:solidFill>
                  <a:srgbClr val="193B59"/>
                </a:solidFill>
                <a:latin typeface="Yu Gothic"/>
                <a:ea typeface="Yu Gothic"/>
                <a:cs typeface="Yu Gothic"/>
              </a:defRPr>
            </a:lvl1pPr>
            <a:lvl2pPr>
              <a:buNone/>
              <a:defRPr sz="2925" b="1">
                <a:solidFill>
                  <a:srgbClr val="193B59"/>
                </a:solidFill>
                <a:latin typeface="Yu Gothic"/>
                <a:ea typeface="Yu Gothic"/>
                <a:cs typeface="Yu Gothic"/>
              </a:defRPr>
            </a:lvl2pPr>
            <a:lvl3pPr>
              <a:buNone/>
              <a:defRPr sz="2925" b="1">
                <a:solidFill>
                  <a:srgbClr val="193B59"/>
                </a:solidFill>
                <a:latin typeface="Yu Gothic"/>
                <a:ea typeface="Yu Gothic"/>
                <a:cs typeface="Yu Gothic"/>
              </a:defRPr>
            </a:lvl3pPr>
            <a:lvl4pPr>
              <a:buNone/>
              <a:defRPr sz="2925" b="1">
                <a:solidFill>
                  <a:srgbClr val="193B59"/>
                </a:solidFill>
                <a:latin typeface="Yu Gothic"/>
                <a:ea typeface="Yu Gothic"/>
                <a:cs typeface="Yu Gothic"/>
              </a:defRPr>
            </a:lvl4pPr>
            <a:lvl5pPr>
              <a:buNone/>
              <a:defRPr sz="2925" b="1">
                <a:solidFill>
                  <a:srgbClr val="193B59"/>
                </a:solidFill>
                <a:latin typeface="Yu Gothic"/>
                <a:ea typeface="Yu Gothic"/>
                <a:cs typeface="Yu Gothic"/>
              </a:defRPr>
            </a:lvl5pPr>
            <a:lvl6pPr>
              <a:buNone/>
              <a:defRPr sz="2925" b="1">
                <a:solidFill>
                  <a:srgbClr val="193B59"/>
                </a:solidFill>
                <a:latin typeface="Yu Gothic"/>
                <a:ea typeface="Yu Gothic"/>
                <a:cs typeface="Yu Gothic"/>
              </a:defRPr>
            </a:lvl6pPr>
            <a:lvl7pPr>
              <a:buNone/>
              <a:defRPr sz="2925" b="1">
                <a:solidFill>
                  <a:srgbClr val="193B59"/>
                </a:solidFill>
                <a:latin typeface="Yu Gothic"/>
                <a:ea typeface="Yu Gothic"/>
                <a:cs typeface="Yu Gothic"/>
              </a:defRPr>
            </a:lvl7pPr>
            <a:lvl8pPr>
              <a:buNone/>
              <a:defRPr sz="2925" b="1">
                <a:solidFill>
                  <a:srgbClr val="193B59"/>
                </a:solidFill>
                <a:latin typeface="Yu Gothic"/>
                <a:ea typeface="Yu Gothic"/>
                <a:cs typeface="Yu Gothic"/>
              </a:defRPr>
            </a:lvl8pPr>
            <a:lvl9pPr>
              <a:buNone/>
              <a:defRPr sz="2925" b="1">
                <a:solidFill>
                  <a:srgbClr val="193B59"/>
                </a:solidFill>
                <a:latin typeface="Yu Gothic"/>
                <a:ea typeface="Yu Gothic"/>
                <a:cs typeface="Yu Gothic"/>
              </a:defRPr>
            </a:lvl9pPr>
          </a:lstStyle>
          <a:p xmlns:a="http://schemas.openxmlformats.org/drawingml/2006/main">
            <a:pPr>
              <a:buNone/>
              <a:defRPr sz="2925" b="1">
                <a:solidFill>
                  <a:srgbClr val="193B59"/>
                </a:solidFill>
                <a:latin typeface="Yu Gothic"/>
                <a:ea typeface="Yu Gothic"/>
                <a:cs typeface="Yu Gothic"/>
              </a:defRPr>
            </a:pPr>
            <a:r>
              <a:rPr sz="2925" b="1">
                <a:solidFill>
                  <a:srgbClr val="193B59"/>
                </a:solidFill>
                <a:latin typeface="Yu Gothic"/>
                <a:ea typeface="Yu Gothic"/>
                <a:cs typeface="Yu Gothic"/>
              </a:rPr>
              <a:t>一つの製品に四材料が協働する</a:t>
            </a:r>
          </a:p>
        </p:txBody>
      </p:sp>
      <p:sp>
        <p:nvSpPr>
          <p:cNvPr id="2" name="">
            <a:extLst xmlns:a="http://schemas.openxmlformats.org/drawingml/2006/main">
              <a:ext uri="{FF2B5EF4-FFF2-40B4-BE49-F238E27FC236}">
                <a16:creationId xmlns:a16="http://schemas.microsoft.com/office/drawing/2014/main" id="{DB049076-2E9D-4322-85DB-921E592773EC}"/>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36FA7E38-38B9-4A2E-B912-716175EE162E}"/>
              </a:ext>
            </a:extLst>
          </p:cNvPr>
          <p:cNvSpPr>
            <a:spLocks xmlns:a="http://schemas.openxmlformats.org/drawingml/2006/main" noGrp="1"/>
          </p:cNvSpPr>
          <p:nvPr/>
        </p:nvSpPr>
        <p:spPr>
          <a:xfrm xmlns:a="http://schemas.openxmlformats.org/drawingml/2006/main">
            <a:off x="809625" y="173355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buNone/>
              <a:defRPr sz="2250" b="1">
                <a:solidFill>
                  <a:srgbClr val="263D4D"/>
                </a:solidFill>
                <a:latin typeface="Yu Gothic"/>
                <a:ea typeface="Yu Gothic"/>
                <a:cs typeface="Yu Gothic"/>
              </a:defRPr>
            </a:lvl1pPr>
            <a:lvl2pPr>
              <a:buNone/>
              <a:defRPr sz="2250" b="1">
                <a:solidFill>
                  <a:srgbClr val="263D4D"/>
                </a:solidFill>
                <a:latin typeface="Yu Gothic"/>
                <a:ea typeface="Yu Gothic"/>
                <a:cs typeface="Yu Gothic"/>
              </a:defRPr>
            </a:lvl2pPr>
            <a:lvl3pPr>
              <a:buNone/>
              <a:defRPr sz="2250" b="1">
                <a:solidFill>
                  <a:srgbClr val="263D4D"/>
                </a:solidFill>
                <a:latin typeface="Yu Gothic"/>
                <a:ea typeface="Yu Gothic"/>
                <a:cs typeface="Yu Gothic"/>
              </a:defRPr>
            </a:lvl3pPr>
            <a:lvl4pPr>
              <a:buNone/>
              <a:defRPr sz="2250" b="1">
                <a:solidFill>
                  <a:srgbClr val="263D4D"/>
                </a:solidFill>
                <a:latin typeface="Yu Gothic"/>
                <a:ea typeface="Yu Gothic"/>
                <a:cs typeface="Yu Gothic"/>
              </a:defRPr>
            </a:lvl4pPr>
            <a:lvl5pPr>
              <a:buNone/>
              <a:defRPr sz="2250" b="1">
                <a:solidFill>
                  <a:srgbClr val="263D4D"/>
                </a:solidFill>
                <a:latin typeface="Yu Gothic"/>
                <a:ea typeface="Yu Gothic"/>
                <a:cs typeface="Yu Gothic"/>
              </a:defRPr>
            </a:lvl5pPr>
            <a:lvl6pPr>
              <a:buNone/>
              <a:defRPr sz="2250" b="1">
                <a:solidFill>
                  <a:srgbClr val="263D4D"/>
                </a:solidFill>
                <a:latin typeface="Yu Gothic"/>
                <a:ea typeface="Yu Gothic"/>
                <a:cs typeface="Yu Gothic"/>
              </a:defRPr>
            </a:lvl6pPr>
            <a:lvl7pPr>
              <a:buNone/>
              <a:defRPr sz="2250" b="1">
                <a:solidFill>
                  <a:srgbClr val="263D4D"/>
                </a:solidFill>
                <a:latin typeface="Yu Gothic"/>
                <a:ea typeface="Yu Gothic"/>
                <a:cs typeface="Yu Gothic"/>
              </a:defRPr>
            </a:lvl7pPr>
            <a:lvl8pPr>
              <a:buNone/>
              <a:defRPr sz="2250" b="1">
                <a:solidFill>
                  <a:srgbClr val="263D4D"/>
                </a:solidFill>
                <a:latin typeface="Yu Gothic"/>
                <a:ea typeface="Yu Gothic"/>
                <a:cs typeface="Yu Gothic"/>
              </a:defRPr>
            </a:lvl8pPr>
            <a:lvl9pPr>
              <a:buNone/>
              <a:defRPr sz="2250" b="1">
                <a:solidFill>
                  <a:srgbClr val="263D4D"/>
                </a:solidFill>
                <a:latin typeface="Yu Gothic"/>
                <a:ea typeface="Yu Gothic"/>
                <a:cs typeface="Yu Gothic"/>
              </a:defRPr>
            </a:lvl9pPr>
          </a:lstStyle>
          <a:p xmlns:a="http://schemas.openxmlformats.org/drawingml/2006/main">
            <a:pPr>
              <a:buNone/>
              <a:defRPr sz="2250" b="1">
                <a:solidFill>
                  <a:srgbClr val="263D4D"/>
                </a:solidFill>
                <a:latin typeface="Yu Gothic"/>
                <a:ea typeface="Yu Gothic"/>
                <a:cs typeface="Yu Gothic"/>
              </a:defRPr>
            </a:pPr>
            <a:r>
              <a:rPr sz="2250" b="1">
                <a:solidFill>
                  <a:srgbClr val="263D4D"/>
                </a:solidFill>
                <a:latin typeface="Yu Gothic"/>
                <a:ea typeface="Yu Gothic"/>
                <a:cs typeface="Yu Gothic"/>
              </a:rPr>
              <a:t>構造、絶縁、保護、接合の役割を分ける</a:t>
            </a:r>
          </a:p>
        </p:txBody>
      </p:sp>
      <p:sp>
        <p:nvSpPr>
          <p:cNvPr id="4" name="">
            <a:extLst xmlns:a="http://schemas.openxmlformats.org/drawingml/2006/main">
              <a:ext uri="{FF2B5EF4-FFF2-40B4-BE49-F238E27FC236}">
                <a16:creationId xmlns:a16="http://schemas.microsoft.com/office/drawing/2014/main" id="{12429E13-0668-4BB1-8C67-A175CAAF58EF}"/>
              </a:ext>
            </a:extLst>
          </p:cNvPr>
          <p:cNvSpPr>
            <a:spLocks xmlns:a="http://schemas.openxmlformats.org/drawingml/2006/main" noGrp="1"/>
          </p:cNvSpPr>
          <p:nvPr/>
        </p:nvSpPr>
        <p:spPr>
          <a:xfrm xmlns:a="http://schemas.openxmlformats.org/drawingml/2006/main">
            <a:off x="809625" y="2790825"/>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部品の交換と回収を考える</a:t>
            </a:r>
          </a:p>
        </p:txBody>
      </p:sp>
      <p:sp>
        <p:nvSpPr>
          <p:cNvPr id="5" name="">
            <a:extLst xmlns:a="http://schemas.openxmlformats.org/drawingml/2006/main">
              <a:ext uri="{FF2B5EF4-FFF2-40B4-BE49-F238E27FC236}">
                <a16:creationId xmlns:a16="http://schemas.microsoft.com/office/drawing/2014/main" id="{F032B45D-C907-44ED-A6DB-CC0F09BD848C}"/>
              </a:ext>
            </a:extLst>
          </p:cNvPr>
          <p:cNvSpPr>
            <a:spLocks xmlns:a="http://schemas.openxmlformats.org/drawingml/2006/main" noGrp="1"/>
          </p:cNvSpPr>
          <p:nvPr/>
        </p:nvSpPr>
        <p:spPr>
          <a:xfrm xmlns:a="http://schemas.openxmlformats.org/drawingml/2006/main">
            <a:off x="809625" y="384810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材料選択は製品全体で検討する</a:t>
            </a:r>
          </a:p>
        </p:txBody>
      </p:sp>
      <p:sp>
        <p:nvSpPr>
          <p:cNvPr id="6" name="">
            <a:extLst xmlns:a="http://schemas.openxmlformats.org/drawingml/2006/main">
              <a:ext uri="{FF2B5EF4-FFF2-40B4-BE49-F238E27FC236}">
                <a16:creationId xmlns:a16="http://schemas.microsoft.com/office/drawing/2014/main" id="{BEDCFF82-8E56-4ED1-BFE1-C7F5EF1C3A78}"/>
              </a:ext>
            </a:extLst>
          </p:cNvPr>
          <p:cNvSpPr>
            <a:spLocks xmlns:a="http://schemas.openxmlformats.org/drawingml/2006/main" noGrp="1"/>
          </p:cNvSpPr>
          <p:nvPr/>
        </p:nvSpPr>
        <p:spPr>
          <a:xfrm xmlns:a="http://schemas.openxmlformats.org/drawingml/2006/main">
            <a:off x="723900" y="4829175"/>
            <a:ext cx="1952625" cy="704850"/>
          </a:xfrm>
          <a:prstGeom xmlns:a="http://schemas.openxmlformats.org/drawingml/2006/main" prst="rect">
            <a:avLst/>
          </a:prstGeom>
          <a:solidFill xmlns:a="http://schemas.openxmlformats.org/drawingml/2006/main">
            <a:srgbClr val="EAF4F3"/>
          </a:solidFill>
          <a:ln xmlns:a="http://schemas.openxmlformats.org/drawingml/2006/main" w="16193">
            <a:solidFill>
              <a:srgbClr val="087E8B"/>
            </a:solidFill>
          </a:ln>
        </p:spPr>
      </p:sp>
      <p:sp>
        <p:nvSpPr>
          <p:cNvPr id="7" name="">
            <a:extLst xmlns:a="http://schemas.openxmlformats.org/drawingml/2006/main">
              <a:ext uri="{FF2B5EF4-FFF2-40B4-BE49-F238E27FC236}">
                <a16:creationId xmlns:a16="http://schemas.microsoft.com/office/drawing/2014/main" id="{623D6792-42C1-478C-8C2B-4A85FE14D010}"/>
              </a:ext>
            </a:extLst>
          </p:cNvPr>
          <p:cNvSpPr>
            <a:spLocks xmlns:a="http://schemas.openxmlformats.org/drawingml/2006/main" noGrp="1"/>
          </p:cNvSpPr>
          <p:nvPr/>
        </p:nvSpPr>
        <p:spPr>
          <a:xfrm xmlns:a="http://schemas.openxmlformats.org/drawingml/2006/main">
            <a:off x="723900" y="4886325"/>
            <a:ext cx="19526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725" b="1">
                <a:solidFill>
                  <a:srgbClr val="193B59"/>
                </a:solidFill>
                <a:latin typeface="Yu Gothic"/>
                <a:ea typeface="Yu Gothic"/>
                <a:cs typeface="Yu Gothic"/>
              </a:defRPr>
            </a:defPPr>
            <a:lvl1pPr algn="ctr">
              <a:buNone/>
              <a:defRPr sz="1725" b="1">
                <a:solidFill>
                  <a:srgbClr val="193B59"/>
                </a:solidFill>
                <a:latin typeface="Yu Gothic"/>
                <a:ea typeface="Yu Gothic"/>
                <a:cs typeface="Yu Gothic"/>
              </a:defRPr>
            </a:lvl1pPr>
            <a:lvl2pPr algn="ctr">
              <a:buNone/>
              <a:defRPr sz="1725" b="1">
                <a:solidFill>
                  <a:srgbClr val="193B59"/>
                </a:solidFill>
                <a:latin typeface="Yu Gothic"/>
                <a:ea typeface="Yu Gothic"/>
                <a:cs typeface="Yu Gothic"/>
              </a:defRPr>
            </a:lvl2pPr>
            <a:lvl3pPr algn="ctr">
              <a:buNone/>
              <a:defRPr sz="1725" b="1">
                <a:solidFill>
                  <a:srgbClr val="193B59"/>
                </a:solidFill>
                <a:latin typeface="Yu Gothic"/>
                <a:ea typeface="Yu Gothic"/>
                <a:cs typeface="Yu Gothic"/>
              </a:defRPr>
            </a:lvl3pPr>
            <a:lvl4pPr algn="ctr">
              <a:buNone/>
              <a:defRPr sz="1725" b="1">
                <a:solidFill>
                  <a:srgbClr val="193B59"/>
                </a:solidFill>
                <a:latin typeface="Yu Gothic"/>
                <a:ea typeface="Yu Gothic"/>
                <a:cs typeface="Yu Gothic"/>
              </a:defRPr>
            </a:lvl4pPr>
            <a:lvl5pPr algn="ctr">
              <a:buNone/>
              <a:defRPr sz="1725" b="1">
                <a:solidFill>
                  <a:srgbClr val="193B59"/>
                </a:solidFill>
                <a:latin typeface="Yu Gothic"/>
                <a:ea typeface="Yu Gothic"/>
                <a:cs typeface="Yu Gothic"/>
              </a:defRPr>
            </a:lvl5pPr>
            <a:lvl6pPr algn="ctr">
              <a:buNone/>
              <a:defRPr sz="1725" b="1">
                <a:solidFill>
                  <a:srgbClr val="193B59"/>
                </a:solidFill>
                <a:latin typeface="Yu Gothic"/>
                <a:ea typeface="Yu Gothic"/>
                <a:cs typeface="Yu Gothic"/>
              </a:defRPr>
            </a:lvl6pPr>
            <a:lvl7pPr algn="ctr">
              <a:buNone/>
              <a:defRPr sz="1725" b="1">
                <a:solidFill>
                  <a:srgbClr val="193B59"/>
                </a:solidFill>
                <a:latin typeface="Yu Gothic"/>
                <a:ea typeface="Yu Gothic"/>
                <a:cs typeface="Yu Gothic"/>
              </a:defRPr>
            </a:lvl7pPr>
            <a:lvl8pPr algn="ctr">
              <a:buNone/>
              <a:defRPr sz="1725" b="1">
                <a:solidFill>
                  <a:srgbClr val="193B59"/>
                </a:solidFill>
                <a:latin typeface="Yu Gothic"/>
                <a:ea typeface="Yu Gothic"/>
                <a:cs typeface="Yu Gothic"/>
              </a:defRPr>
            </a:lvl8pPr>
            <a:lvl9pPr algn="ctr">
              <a:buNone/>
              <a:defRPr sz="1725" b="1">
                <a:solidFill>
                  <a:srgbClr val="193B59"/>
                </a:solidFill>
                <a:latin typeface="Yu Gothic"/>
                <a:ea typeface="Yu Gothic"/>
                <a:cs typeface="Yu Gothic"/>
              </a:defRPr>
            </a:lvl9pPr>
          </a:lstStyle>
          <a:p xmlns:a="http://schemas.openxmlformats.org/drawingml/2006/main">
            <a:pPr algn="ctr">
              <a:buNone/>
              <a:defRPr sz="1725" b="1">
                <a:solidFill>
                  <a:srgbClr val="193B59"/>
                </a:solidFill>
                <a:latin typeface="Yu Gothic"/>
                <a:ea typeface="Yu Gothic"/>
                <a:cs typeface="Yu Gothic"/>
              </a:defRPr>
            </a:pPr>
            <a:r>
              <a:rPr sz="1725" b="1">
                <a:solidFill>
                  <a:srgbClr val="193B59"/>
                </a:solidFill>
                <a:latin typeface="Yu Gothic"/>
                <a:ea typeface="Yu Gothic"/>
                <a:cs typeface="Yu Gothic"/>
              </a:rPr>
              <a:t>構造</a:t>
            </a:r>
          </a:p>
        </p:txBody>
      </p:sp>
      <p:sp>
        <p:nvSpPr>
          <p:cNvPr id="8" name="">
            <a:extLst xmlns:a="http://schemas.openxmlformats.org/drawingml/2006/main">
              <a:ext uri="{FF2B5EF4-FFF2-40B4-BE49-F238E27FC236}">
                <a16:creationId xmlns:a16="http://schemas.microsoft.com/office/drawing/2014/main" id="{3448C061-1575-4356-B635-60E6110ECF43}"/>
              </a:ext>
            </a:extLst>
          </p:cNvPr>
          <p:cNvSpPr>
            <a:spLocks xmlns:a="http://schemas.openxmlformats.org/drawingml/2006/main" noGrp="1"/>
          </p:cNvSpPr>
          <p:nvPr/>
        </p:nvSpPr>
        <p:spPr>
          <a:xfrm xmlns:a="http://schemas.openxmlformats.org/drawingml/2006/main">
            <a:off x="2714625" y="5181600"/>
            <a:ext cx="504825" cy="9525"/>
          </a:xfrm>
          <a:custGeom xmlns:a="http://schemas.openxmlformats.org/drawingml/2006/main">
            <a:pathLst>
              <a:path w="504825" h="9525">
                <a:moveTo>
                  <a:pt x="0" y="0"/>
                </a:moveTo>
                <a:lnTo>
                  <a:pt x="504825" y="0"/>
                </a:lnTo>
              </a:path>
            </a:pathLst>
          </a:custGeom>
          <a:noFill xmlns:a="http://schemas.openxmlformats.org/drawingml/2006/main"/>
          <a:ln xmlns:a="http://schemas.openxmlformats.org/drawingml/2006/main" w="19050">
            <a:solidFill>
              <a:srgbClr val="087E8B"/>
            </a:solidFill>
          </a:ln>
        </p:spPr>
      </p:sp>
      <p:sp>
        <p:nvSpPr>
          <p:cNvPr id="9" name="">
            <a:extLst xmlns:a="http://schemas.openxmlformats.org/drawingml/2006/main">
              <a:ext uri="{FF2B5EF4-FFF2-40B4-BE49-F238E27FC236}">
                <a16:creationId xmlns:a16="http://schemas.microsoft.com/office/drawing/2014/main" id="{5DC7E3BF-7CC2-4669-8DFB-CB95A904EDEE}"/>
              </a:ext>
            </a:extLst>
          </p:cNvPr>
          <p:cNvSpPr>
            <a:spLocks xmlns:a="http://schemas.openxmlformats.org/drawingml/2006/main" noGrp="1"/>
          </p:cNvSpPr>
          <p:nvPr/>
        </p:nvSpPr>
        <p:spPr>
          <a:xfrm xmlns:a="http://schemas.openxmlformats.org/drawingml/2006/main">
            <a:off x="3105150" y="5133594"/>
            <a:ext cx="114300" cy="96012"/>
          </a:xfrm>
          <a:custGeom xmlns:a="http://schemas.openxmlformats.org/drawingml/2006/main">
            <a:pathLst>
              <a:path w="114300" h="96012">
                <a:moveTo>
                  <a:pt x="114300" y="48006"/>
                </a:moveTo>
                <a:lnTo>
                  <a:pt x="0" y="0"/>
                </a:lnTo>
                <a:lnTo>
                  <a:pt x="0" y="96012"/>
                </a:lnTo>
                <a:close/>
              </a:path>
            </a:pathLst>
          </a:custGeom>
          <a:solidFill xmlns:a="http://schemas.openxmlformats.org/drawingml/2006/main">
            <a:srgbClr val="087E8B"/>
          </a:solidFill>
          <a:ln xmlns:a="http://schemas.openxmlformats.org/drawingml/2006/main" w="4763">
            <a:solidFill>
              <a:srgbClr val="087E8B"/>
            </a:solidFill>
          </a:ln>
        </p:spPr>
      </p:sp>
      <p:sp>
        <p:nvSpPr>
          <p:cNvPr id="10" name="">
            <a:extLst xmlns:a="http://schemas.openxmlformats.org/drawingml/2006/main">
              <a:ext uri="{FF2B5EF4-FFF2-40B4-BE49-F238E27FC236}">
                <a16:creationId xmlns:a16="http://schemas.microsoft.com/office/drawing/2014/main" id="{1EEE0FF1-F0FA-4936-B38C-CAF1AB5CECC8}"/>
              </a:ext>
            </a:extLst>
          </p:cNvPr>
          <p:cNvSpPr>
            <a:spLocks xmlns:a="http://schemas.openxmlformats.org/drawingml/2006/main" noGrp="1"/>
          </p:cNvSpPr>
          <p:nvPr/>
        </p:nvSpPr>
        <p:spPr>
          <a:xfrm xmlns:a="http://schemas.openxmlformats.org/drawingml/2006/main">
            <a:off x="3267075" y="4829175"/>
            <a:ext cx="1952625" cy="704850"/>
          </a:xfrm>
          <a:prstGeom xmlns:a="http://schemas.openxmlformats.org/drawingml/2006/main" prst="rect">
            <a:avLst/>
          </a:prstGeom>
          <a:solidFill xmlns:a="http://schemas.openxmlformats.org/drawingml/2006/main">
            <a:srgbClr val="E8F0F4"/>
          </a:solidFill>
          <a:ln xmlns:a="http://schemas.openxmlformats.org/drawingml/2006/main" w="16193">
            <a:solidFill>
              <a:srgbClr val="087E8B"/>
            </a:solidFill>
          </a:ln>
        </p:spPr>
      </p:sp>
      <p:sp>
        <p:nvSpPr>
          <p:cNvPr id="11" name="">
            <a:extLst xmlns:a="http://schemas.openxmlformats.org/drawingml/2006/main">
              <a:ext uri="{FF2B5EF4-FFF2-40B4-BE49-F238E27FC236}">
                <a16:creationId xmlns:a16="http://schemas.microsoft.com/office/drawing/2014/main" id="{9D53B0F1-0643-4CE9-AFC7-CDD09D5B07CC}"/>
              </a:ext>
            </a:extLst>
          </p:cNvPr>
          <p:cNvSpPr>
            <a:spLocks xmlns:a="http://schemas.openxmlformats.org/drawingml/2006/main" noGrp="1"/>
          </p:cNvSpPr>
          <p:nvPr/>
        </p:nvSpPr>
        <p:spPr>
          <a:xfrm xmlns:a="http://schemas.openxmlformats.org/drawingml/2006/main">
            <a:off x="3267075" y="4886325"/>
            <a:ext cx="19526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725" b="1">
                <a:solidFill>
                  <a:srgbClr val="193B59"/>
                </a:solidFill>
                <a:latin typeface="Yu Gothic"/>
                <a:ea typeface="Yu Gothic"/>
                <a:cs typeface="Yu Gothic"/>
              </a:defRPr>
            </a:defPPr>
            <a:lvl1pPr algn="ctr">
              <a:buNone/>
              <a:defRPr sz="1725" b="1">
                <a:solidFill>
                  <a:srgbClr val="193B59"/>
                </a:solidFill>
                <a:latin typeface="Yu Gothic"/>
                <a:ea typeface="Yu Gothic"/>
                <a:cs typeface="Yu Gothic"/>
              </a:defRPr>
            </a:lvl1pPr>
            <a:lvl2pPr algn="ctr">
              <a:buNone/>
              <a:defRPr sz="1725" b="1">
                <a:solidFill>
                  <a:srgbClr val="193B59"/>
                </a:solidFill>
                <a:latin typeface="Yu Gothic"/>
                <a:ea typeface="Yu Gothic"/>
                <a:cs typeface="Yu Gothic"/>
              </a:defRPr>
            </a:lvl2pPr>
            <a:lvl3pPr algn="ctr">
              <a:buNone/>
              <a:defRPr sz="1725" b="1">
                <a:solidFill>
                  <a:srgbClr val="193B59"/>
                </a:solidFill>
                <a:latin typeface="Yu Gothic"/>
                <a:ea typeface="Yu Gothic"/>
                <a:cs typeface="Yu Gothic"/>
              </a:defRPr>
            </a:lvl3pPr>
            <a:lvl4pPr algn="ctr">
              <a:buNone/>
              <a:defRPr sz="1725" b="1">
                <a:solidFill>
                  <a:srgbClr val="193B59"/>
                </a:solidFill>
                <a:latin typeface="Yu Gothic"/>
                <a:ea typeface="Yu Gothic"/>
                <a:cs typeface="Yu Gothic"/>
              </a:defRPr>
            </a:lvl4pPr>
            <a:lvl5pPr algn="ctr">
              <a:buNone/>
              <a:defRPr sz="1725" b="1">
                <a:solidFill>
                  <a:srgbClr val="193B59"/>
                </a:solidFill>
                <a:latin typeface="Yu Gothic"/>
                <a:ea typeface="Yu Gothic"/>
                <a:cs typeface="Yu Gothic"/>
              </a:defRPr>
            </a:lvl5pPr>
            <a:lvl6pPr algn="ctr">
              <a:buNone/>
              <a:defRPr sz="1725" b="1">
                <a:solidFill>
                  <a:srgbClr val="193B59"/>
                </a:solidFill>
                <a:latin typeface="Yu Gothic"/>
                <a:ea typeface="Yu Gothic"/>
                <a:cs typeface="Yu Gothic"/>
              </a:defRPr>
            </a:lvl6pPr>
            <a:lvl7pPr algn="ctr">
              <a:buNone/>
              <a:defRPr sz="1725" b="1">
                <a:solidFill>
                  <a:srgbClr val="193B59"/>
                </a:solidFill>
                <a:latin typeface="Yu Gothic"/>
                <a:ea typeface="Yu Gothic"/>
                <a:cs typeface="Yu Gothic"/>
              </a:defRPr>
            </a:lvl7pPr>
            <a:lvl8pPr algn="ctr">
              <a:buNone/>
              <a:defRPr sz="1725" b="1">
                <a:solidFill>
                  <a:srgbClr val="193B59"/>
                </a:solidFill>
                <a:latin typeface="Yu Gothic"/>
                <a:ea typeface="Yu Gothic"/>
                <a:cs typeface="Yu Gothic"/>
              </a:defRPr>
            </a:lvl8pPr>
            <a:lvl9pPr algn="ctr">
              <a:buNone/>
              <a:defRPr sz="1725" b="1">
                <a:solidFill>
                  <a:srgbClr val="193B59"/>
                </a:solidFill>
                <a:latin typeface="Yu Gothic"/>
                <a:ea typeface="Yu Gothic"/>
                <a:cs typeface="Yu Gothic"/>
              </a:defRPr>
            </a:lvl9pPr>
          </a:lstStyle>
          <a:p xmlns:a="http://schemas.openxmlformats.org/drawingml/2006/main">
            <a:pPr algn="ctr">
              <a:buNone/>
              <a:defRPr sz="1725" b="1">
                <a:solidFill>
                  <a:srgbClr val="193B59"/>
                </a:solidFill>
                <a:latin typeface="Yu Gothic"/>
                <a:ea typeface="Yu Gothic"/>
                <a:cs typeface="Yu Gothic"/>
              </a:defRPr>
            </a:pPr>
            <a:r>
              <a:rPr sz="1725" b="1">
                <a:solidFill>
                  <a:srgbClr val="193B59"/>
                </a:solidFill>
                <a:latin typeface="Yu Gothic"/>
                <a:ea typeface="Yu Gothic"/>
                <a:cs typeface="Yu Gothic"/>
              </a:rPr>
              <a:t>導電</a:t>
            </a:r>
          </a:p>
        </p:txBody>
      </p:sp>
      <p:sp>
        <p:nvSpPr>
          <p:cNvPr id="12" name="">
            <a:extLst xmlns:a="http://schemas.openxmlformats.org/drawingml/2006/main">
              <a:ext uri="{FF2B5EF4-FFF2-40B4-BE49-F238E27FC236}">
                <a16:creationId xmlns:a16="http://schemas.microsoft.com/office/drawing/2014/main" id="{BCCEE9EB-86E4-4D79-B4D7-7E2A550CDC89}"/>
              </a:ext>
            </a:extLst>
          </p:cNvPr>
          <p:cNvSpPr>
            <a:spLocks xmlns:a="http://schemas.openxmlformats.org/drawingml/2006/main" noGrp="1"/>
          </p:cNvSpPr>
          <p:nvPr/>
        </p:nvSpPr>
        <p:spPr>
          <a:xfrm xmlns:a="http://schemas.openxmlformats.org/drawingml/2006/main">
            <a:off x="5257800" y="5181600"/>
            <a:ext cx="504825" cy="9525"/>
          </a:xfrm>
          <a:custGeom xmlns:a="http://schemas.openxmlformats.org/drawingml/2006/main">
            <a:pathLst>
              <a:path w="504825" h="9525">
                <a:moveTo>
                  <a:pt x="0" y="0"/>
                </a:moveTo>
                <a:lnTo>
                  <a:pt x="504825" y="0"/>
                </a:lnTo>
              </a:path>
            </a:pathLst>
          </a:custGeom>
          <a:noFill xmlns:a="http://schemas.openxmlformats.org/drawingml/2006/main"/>
          <a:ln xmlns:a="http://schemas.openxmlformats.org/drawingml/2006/main" w="19050">
            <a:solidFill>
              <a:srgbClr val="087E8B"/>
            </a:solidFill>
          </a:ln>
        </p:spPr>
      </p:sp>
      <p:sp>
        <p:nvSpPr>
          <p:cNvPr id="13" name="">
            <a:extLst xmlns:a="http://schemas.openxmlformats.org/drawingml/2006/main">
              <a:ext uri="{FF2B5EF4-FFF2-40B4-BE49-F238E27FC236}">
                <a16:creationId xmlns:a16="http://schemas.microsoft.com/office/drawing/2014/main" id="{6FB02830-D782-43A6-BEE7-59569B44E404}"/>
              </a:ext>
            </a:extLst>
          </p:cNvPr>
          <p:cNvSpPr>
            <a:spLocks xmlns:a="http://schemas.openxmlformats.org/drawingml/2006/main" noGrp="1"/>
          </p:cNvSpPr>
          <p:nvPr/>
        </p:nvSpPr>
        <p:spPr>
          <a:xfrm xmlns:a="http://schemas.openxmlformats.org/drawingml/2006/main">
            <a:off x="5648325" y="5133594"/>
            <a:ext cx="114300" cy="96012"/>
          </a:xfrm>
          <a:custGeom xmlns:a="http://schemas.openxmlformats.org/drawingml/2006/main">
            <a:pathLst>
              <a:path w="114300" h="96012">
                <a:moveTo>
                  <a:pt x="114300" y="48006"/>
                </a:moveTo>
                <a:lnTo>
                  <a:pt x="0" y="0"/>
                </a:lnTo>
                <a:lnTo>
                  <a:pt x="0" y="96012"/>
                </a:lnTo>
                <a:close/>
              </a:path>
            </a:pathLst>
          </a:custGeom>
          <a:solidFill xmlns:a="http://schemas.openxmlformats.org/drawingml/2006/main">
            <a:srgbClr val="087E8B"/>
          </a:solidFill>
          <a:ln xmlns:a="http://schemas.openxmlformats.org/drawingml/2006/main" w="4763">
            <a:solidFill>
              <a:srgbClr val="087E8B"/>
            </a:solidFill>
          </a:ln>
        </p:spPr>
      </p:sp>
      <p:sp>
        <p:nvSpPr>
          <p:cNvPr id="14" name="">
            <a:extLst xmlns:a="http://schemas.openxmlformats.org/drawingml/2006/main">
              <a:ext uri="{FF2B5EF4-FFF2-40B4-BE49-F238E27FC236}">
                <a16:creationId xmlns:a16="http://schemas.microsoft.com/office/drawing/2014/main" id="{060F4181-43C2-4099-B88A-0F72EB25FF56}"/>
              </a:ext>
            </a:extLst>
          </p:cNvPr>
          <p:cNvSpPr>
            <a:spLocks xmlns:a="http://schemas.openxmlformats.org/drawingml/2006/main" noGrp="1"/>
          </p:cNvSpPr>
          <p:nvPr/>
        </p:nvSpPr>
        <p:spPr>
          <a:xfrm xmlns:a="http://schemas.openxmlformats.org/drawingml/2006/main">
            <a:off x="5810250" y="4829175"/>
            <a:ext cx="1952625" cy="704850"/>
          </a:xfrm>
          <a:prstGeom xmlns:a="http://schemas.openxmlformats.org/drawingml/2006/main" prst="rect">
            <a:avLst/>
          </a:prstGeom>
          <a:solidFill xmlns:a="http://schemas.openxmlformats.org/drawingml/2006/main">
            <a:srgbClr val="EAF4F3"/>
          </a:solidFill>
          <a:ln xmlns:a="http://schemas.openxmlformats.org/drawingml/2006/main" w="16193">
            <a:solidFill>
              <a:srgbClr val="087E8B"/>
            </a:solidFill>
          </a:ln>
        </p:spPr>
      </p:sp>
      <p:sp>
        <p:nvSpPr>
          <p:cNvPr id="15" name="">
            <a:extLst xmlns:a="http://schemas.openxmlformats.org/drawingml/2006/main">
              <a:ext uri="{FF2B5EF4-FFF2-40B4-BE49-F238E27FC236}">
                <a16:creationId xmlns:a16="http://schemas.microsoft.com/office/drawing/2014/main" id="{D5123277-4CAE-4FB5-B244-5CF50328357F}"/>
              </a:ext>
            </a:extLst>
          </p:cNvPr>
          <p:cNvSpPr>
            <a:spLocks xmlns:a="http://schemas.openxmlformats.org/drawingml/2006/main" noGrp="1"/>
          </p:cNvSpPr>
          <p:nvPr/>
        </p:nvSpPr>
        <p:spPr>
          <a:xfrm xmlns:a="http://schemas.openxmlformats.org/drawingml/2006/main">
            <a:off x="5810250" y="4886325"/>
            <a:ext cx="19526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725" b="1">
                <a:solidFill>
                  <a:srgbClr val="193B59"/>
                </a:solidFill>
                <a:latin typeface="Yu Gothic"/>
                <a:ea typeface="Yu Gothic"/>
                <a:cs typeface="Yu Gothic"/>
              </a:defRPr>
            </a:defPPr>
            <a:lvl1pPr algn="ctr">
              <a:buNone/>
              <a:defRPr sz="1725" b="1">
                <a:solidFill>
                  <a:srgbClr val="193B59"/>
                </a:solidFill>
                <a:latin typeface="Yu Gothic"/>
                <a:ea typeface="Yu Gothic"/>
                <a:cs typeface="Yu Gothic"/>
              </a:defRPr>
            </a:lvl1pPr>
            <a:lvl2pPr algn="ctr">
              <a:buNone/>
              <a:defRPr sz="1725" b="1">
                <a:solidFill>
                  <a:srgbClr val="193B59"/>
                </a:solidFill>
                <a:latin typeface="Yu Gothic"/>
                <a:ea typeface="Yu Gothic"/>
                <a:cs typeface="Yu Gothic"/>
              </a:defRPr>
            </a:lvl2pPr>
            <a:lvl3pPr algn="ctr">
              <a:buNone/>
              <a:defRPr sz="1725" b="1">
                <a:solidFill>
                  <a:srgbClr val="193B59"/>
                </a:solidFill>
                <a:latin typeface="Yu Gothic"/>
                <a:ea typeface="Yu Gothic"/>
                <a:cs typeface="Yu Gothic"/>
              </a:defRPr>
            </a:lvl3pPr>
            <a:lvl4pPr algn="ctr">
              <a:buNone/>
              <a:defRPr sz="1725" b="1">
                <a:solidFill>
                  <a:srgbClr val="193B59"/>
                </a:solidFill>
                <a:latin typeface="Yu Gothic"/>
                <a:ea typeface="Yu Gothic"/>
                <a:cs typeface="Yu Gothic"/>
              </a:defRPr>
            </a:lvl4pPr>
            <a:lvl5pPr algn="ctr">
              <a:buNone/>
              <a:defRPr sz="1725" b="1">
                <a:solidFill>
                  <a:srgbClr val="193B59"/>
                </a:solidFill>
                <a:latin typeface="Yu Gothic"/>
                <a:ea typeface="Yu Gothic"/>
                <a:cs typeface="Yu Gothic"/>
              </a:defRPr>
            </a:lvl5pPr>
            <a:lvl6pPr algn="ctr">
              <a:buNone/>
              <a:defRPr sz="1725" b="1">
                <a:solidFill>
                  <a:srgbClr val="193B59"/>
                </a:solidFill>
                <a:latin typeface="Yu Gothic"/>
                <a:ea typeface="Yu Gothic"/>
                <a:cs typeface="Yu Gothic"/>
              </a:defRPr>
            </a:lvl6pPr>
            <a:lvl7pPr algn="ctr">
              <a:buNone/>
              <a:defRPr sz="1725" b="1">
                <a:solidFill>
                  <a:srgbClr val="193B59"/>
                </a:solidFill>
                <a:latin typeface="Yu Gothic"/>
                <a:ea typeface="Yu Gothic"/>
                <a:cs typeface="Yu Gothic"/>
              </a:defRPr>
            </a:lvl7pPr>
            <a:lvl8pPr algn="ctr">
              <a:buNone/>
              <a:defRPr sz="1725" b="1">
                <a:solidFill>
                  <a:srgbClr val="193B59"/>
                </a:solidFill>
                <a:latin typeface="Yu Gothic"/>
                <a:ea typeface="Yu Gothic"/>
                <a:cs typeface="Yu Gothic"/>
              </a:defRPr>
            </a:lvl8pPr>
            <a:lvl9pPr algn="ctr">
              <a:buNone/>
              <a:defRPr sz="1725" b="1">
                <a:solidFill>
                  <a:srgbClr val="193B59"/>
                </a:solidFill>
                <a:latin typeface="Yu Gothic"/>
                <a:ea typeface="Yu Gothic"/>
                <a:cs typeface="Yu Gothic"/>
              </a:defRPr>
            </a:lvl9pPr>
          </a:lstStyle>
          <a:p xmlns:a="http://schemas.openxmlformats.org/drawingml/2006/main">
            <a:pPr algn="ctr">
              <a:buNone/>
              <a:defRPr sz="1725" b="1">
                <a:solidFill>
                  <a:srgbClr val="193B59"/>
                </a:solidFill>
                <a:latin typeface="Yu Gothic"/>
                <a:ea typeface="Yu Gothic"/>
                <a:cs typeface="Yu Gothic"/>
              </a:defRPr>
            </a:pPr>
            <a:r>
              <a:rPr sz="1725" b="1">
                <a:solidFill>
                  <a:srgbClr val="193B59"/>
                </a:solidFill>
                <a:latin typeface="Yu Gothic"/>
                <a:ea typeface="Yu Gothic"/>
                <a:cs typeface="Yu Gothic"/>
              </a:rPr>
              <a:t>絶縁</a:t>
            </a:r>
          </a:p>
        </p:txBody>
      </p:sp>
      <p:sp>
        <p:nvSpPr>
          <p:cNvPr id="16" name="">
            <a:extLst xmlns:a="http://schemas.openxmlformats.org/drawingml/2006/main">
              <a:ext uri="{FF2B5EF4-FFF2-40B4-BE49-F238E27FC236}">
                <a16:creationId xmlns:a16="http://schemas.microsoft.com/office/drawing/2014/main" id="{FAC7B316-4208-4D61-8E29-B7388F5BE075}"/>
              </a:ext>
            </a:extLst>
          </p:cNvPr>
          <p:cNvSpPr>
            <a:spLocks xmlns:a="http://schemas.openxmlformats.org/drawingml/2006/main" noGrp="1"/>
          </p:cNvSpPr>
          <p:nvPr/>
        </p:nvSpPr>
        <p:spPr>
          <a:xfrm xmlns:a="http://schemas.openxmlformats.org/drawingml/2006/main">
            <a:off x="7800975" y="5181600"/>
            <a:ext cx="504825" cy="9525"/>
          </a:xfrm>
          <a:custGeom xmlns:a="http://schemas.openxmlformats.org/drawingml/2006/main">
            <a:pathLst>
              <a:path w="504825" h="9525">
                <a:moveTo>
                  <a:pt x="0" y="0"/>
                </a:moveTo>
                <a:lnTo>
                  <a:pt x="504825" y="0"/>
                </a:lnTo>
              </a:path>
            </a:pathLst>
          </a:custGeom>
          <a:noFill xmlns:a="http://schemas.openxmlformats.org/drawingml/2006/main"/>
          <a:ln xmlns:a="http://schemas.openxmlformats.org/drawingml/2006/main" w="19050">
            <a:solidFill>
              <a:srgbClr val="087E8B"/>
            </a:solidFill>
          </a:ln>
        </p:spPr>
      </p:sp>
      <p:sp>
        <p:nvSpPr>
          <p:cNvPr id="17" name="">
            <a:extLst xmlns:a="http://schemas.openxmlformats.org/drawingml/2006/main">
              <a:ext uri="{FF2B5EF4-FFF2-40B4-BE49-F238E27FC236}">
                <a16:creationId xmlns:a16="http://schemas.microsoft.com/office/drawing/2014/main" id="{E274C684-6175-48E2-B9F0-4FB07327AE00}"/>
              </a:ext>
            </a:extLst>
          </p:cNvPr>
          <p:cNvSpPr>
            <a:spLocks xmlns:a="http://schemas.openxmlformats.org/drawingml/2006/main" noGrp="1"/>
          </p:cNvSpPr>
          <p:nvPr/>
        </p:nvSpPr>
        <p:spPr>
          <a:xfrm xmlns:a="http://schemas.openxmlformats.org/drawingml/2006/main">
            <a:off x="8191500" y="5133594"/>
            <a:ext cx="114300" cy="96012"/>
          </a:xfrm>
          <a:custGeom xmlns:a="http://schemas.openxmlformats.org/drawingml/2006/main">
            <a:pathLst>
              <a:path w="114300" h="96012">
                <a:moveTo>
                  <a:pt x="114300" y="48006"/>
                </a:moveTo>
                <a:lnTo>
                  <a:pt x="0" y="0"/>
                </a:lnTo>
                <a:lnTo>
                  <a:pt x="0" y="96012"/>
                </a:lnTo>
                <a:close/>
              </a:path>
            </a:pathLst>
          </a:custGeom>
          <a:solidFill xmlns:a="http://schemas.openxmlformats.org/drawingml/2006/main">
            <a:srgbClr val="087E8B"/>
          </a:solidFill>
          <a:ln xmlns:a="http://schemas.openxmlformats.org/drawingml/2006/main" w="4763">
            <a:solidFill>
              <a:srgbClr val="087E8B"/>
            </a:solidFill>
          </a:ln>
        </p:spPr>
      </p:sp>
      <p:sp>
        <p:nvSpPr>
          <p:cNvPr id="18" name="">
            <a:extLst xmlns:a="http://schemas.openxmlformats.org/drawingml/2006/main">
              <a:ext uri="{FF2B5EF4-FFF2-40B4-BE49-F238E27FC236}">
                <a16:creationId xmlns:a16="http://schemas.microsoft.com/office/drawing/2014/main" id="{D72BA90D-D805-4372-AEAF-FD2FD73DE46B}"/>
              </a:ext>
            </a:extLst>
          </p:cNvPr>
          <p:cNvSpPr>
            <a:spLocks xmlns:a="http://schemas.openxmlformats.org/drawingml/2006/main" noGrp="1"/>
          </p:cNvSpPr>
          <p:nvPr/>
        </p:nvSpPr>
        <p:spPr>
          <a:xfrm xmlns:a="http://schemas.openxmlformats.org/drawingml/2006/main">
            <a:off x="8353425" y="4829175"/>
            <a:ext cx="1952625" cy="704850"/>
          </a:xfrm>
          <a:prstGeom xmlns:a="http://schemas.openxmlformats.org/drawingml/2006/main" prst="rect">
            <a:avLst/>
          </a:prstGeom>
          <a:solidFill xmlns:a="http://schemas.openxmlformats.org/drawingml/2006/main">
            <a:srgbClr val="E8F0F4"/>
          </a:solidFill>
          <a:ln xmlns:a="http://schemas.openxmlformats.org/drawingml/2006/main" w="16193">
            <a:solidFill>
              <a:srgbClr val="087E8B"/>
            </a:solidFill>
          </a:ln>
        </p:spPr>
      </p:sp>
      <p:sp>
        <p:nvSpPr>
          <p:cNvPr id="19" name="">
            <a:extLst xmlns:a="http://schemas.openxmlformats.org/drawingml/2006/main">
              <a:ext uri="{FF2B5EF4-FFF2-40B4-BE49-F238E27FC236}">
                <a16:creationId xmlns:a16="http://schemas.microsoft.com/office/drawing/2014/main" id="{B83D19B2-C29B-4116-AF36-C97546C3C2A7}"/>
              </a:ext>
            </a:extLst>
          </p:cNvPr>
          <p:cNvSpPr>
            <a:spLocks xmlns:a="http://schemas.openxmlformats.org/drawingml/2006/main" noGrp="1"/>
          </p:cNvSpPr>
          <p:nvPr/>
        </p:nvSpPr>
        <p:spPr>
          <a:xfrm xmlns:a="http://schemas.openxmlformats.org/drawingml/2006/main">
            <a:off x="8353425" y="4886325"/>
            <a:ext cx="19526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725" b="1">
                <a:solidFill>
                  <a:srgbClr val="193B59"/>
                </a:solidFill>
                <a:latin typeface="Yu Gothic"/>
                <a:ea typeface="Yu Gothic"/>
                <a:cs typeface="Yu Gothic"/>
              </a:defRPr>
            </a:defPPr>
            <a:lvl1pPr algn="ctr">
              <a:buNone/>
              <a:defRPr sz="1725" b="1">
                <a:solidFill>
                  <a:srgbClr val="193B59"/>
                </a:solidFill>
                <a:latin typeface="Yu Gothic"/>
                <a:ea typeface="Yu Gothic"/>
                <a:cs typeface="Yu Gothic"/>
              </a:defRPr>
            </a:lvl1pPr>
            <a:lvl2pPr algn="ctr">
              <a:buNone/>
              <a:defRPr sz="1725" b="1">
                <a:solidFill>
                  <a:srgbClr val="193B59"/>
                </a:solidFill>
                <a:latin typeface="Yu Gothic"/>
                <a:ea typeface="Yu Gothic"/>
                <a:cs typeface="Yu Gothic"/>
              </a:defRPr>
            </a:lvl2pPr>
            <a:lvl3pPr algn="ctr">
              <a:buNone/>
              <a:defRPr sz="1725" b="1">
                <a:solidFill>
                  <a:srgbClr val="193B59"/>
                </a:solidFill>
                <a:latin typeface="Yu Gothic"/>
                <a:ea typeface="Yu Gothic"/>
                <a:cs typeface="Yu Gothic"/>
              </a:defRPr>
            </a:lvl3pPr>
            <a:lvl4pPr algn="ctr">
              <a:buNone/>
              <a:defRPr sz="1725" b="1">
                <a:solidFill>
                  <a:srgbClr val="193B59"/>
                </a:solidFill>
                <a:latin typeface="Yu Gothic"/>
                <a:ea typeface="Yu Gothic"/>
                <a:cs typeface="Yu Gothic"/>
              </a:defRPr>
            </a:lvl4pPr>
            <a:lvl5pPr algn="ctr">
              <a:buNone/>
              <a:defRPr sz="1725" b="1">
                <a:solidFill>
                  <a:srgbClr val="193B59"/>
                </a:solidFill>
                <a:latin typeface="Yu Gothic"/>
                <a:ea typeface="Yu Gothic"/>
                <a:cs typeface="Yu Gothic"/>
              </a:defRPr>
            </a:lvl5pPr>
            <a:lvl6pPr algn="ctr">
              <a:buNone/>
              <a:defRPr sz="1725" b="1">
                <a:solidFill>
                  <a:srgbClr val="193B59"/>
                </a:solidFill>
                <a:latin typeface="Yu Gothic"/>
                <a:ea typeface="Yu Gothic"/>
                <a:cs typeface="Yu Gothic"/>
              </a:defRPr>
            </a:lvl6pPr>
            <a:lvl7pPr algn="ctr">
              <a:buNone/>
              <a:defRPr sz="1725" b="1">
                <a:solidFill>
                  <a:srgbClr val="193B59"/>
                </a:solidFill>
                <a:latin typeface="Yu Gothic"/>
                <a:ea typeface="Yu Gothic"/>
                <a:cs typeface="Yu Gothic"/>
              </a:defRPr>
            </a:lvl7pPr>
            <a:lvl8pPr algn="ctr">
              <a:buNone/>
              <a:defRPr sz="1725" b="1">
                <a:solidFill>
                  <a:srgbClr val="193B59"/>
                </a:solidFill>
                <a:latin typeface="Yu Gothic"/>
                <a:ea typeface="Yu Gothic"/>
                <a:cs typeface="Yu Gothic"/>
              </a:defRPr>
            </a:lvl8pPr>
            <a:lvl9pPr algn="ctr">
              <a:buNone/>
              <a:defRPr sz="1725" b="1">
                <a:solidFill>
                  <a:srgbClr val="193B59"/>
                </a:solidFill>
                <a:latin typeface="Yu Gothic"/>
                <a:ea typeface="Yu Gothic"/>
                <a:cs typeface="Yu Gothic"/>
              </a:defRPr>
            </a:lvl9pPr>
          </a:lstStyle>
          <a:p xmlns:a="http://schemas.openxmlformats.org/drawingml/2006/main">
            <a:pPr algn="ctr">
              <a:buNone/>
              <a:defRPr sz="1725" b="1">
                <a:solidFill>
                  <a:srgbClr val="193B59"/>
                </a:solidFill>
                <a:latin typeface="Yu Gothic"/>
                <a:ea typeface="Yu Gothic"/>
                <a:cs typeface="Yu Gothic"/>
              </a:defRPr>
            </a:pPr>
            <a:r>
              <a:rPr sz="1725" b="1">
                <a:solidFill>
                  <a:srgbClr val="193B59"/>
                </a:solidFill>
                <a:latin typeface="Yu Gothic"/>
                <a:ea typeface="Yu Gothic"/>
                <a:cs typeface="Yu Gothic"/>
              </a:rPr>
              <a:t>保護</a:t>
            </a:r>
          </a:p>
        </p:txBody>
      </p:sp>
      <p:sp>
        <p:nvSpPr>
          <p:cNvPr id="20" name="">
            <a:extLst xmlns:a="http://schemas.openxmlformats.org/drawingml/2006/main">
              <a:ext uri="{FF2B5EF4-FFF2-40B4-BE49-F238E27FC236}">
                <a16:creationId xmlns:a16="http://schemas.microsoft.com/office/drawing/2014/main" id="{7FF640A1-5083-4151-A5CF-E9DDCCD3B1EF}"/>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資料の対象と証拠を確認する。</a:t>
            </a:r>
          </a:p>
        </p:txBody>
      </p:sp>
      <p:sp>
        <p:nvSpPr>
          <p:cNvPr id="21" name="">
            <a:extLst xmlns:a="http://schemas.openxmlformats.org/drawingml/2006/main">
              <a:ext uri="{FF2B5EF4-FFF2-40B4-BE49-F238E27FC236}">
                <a16:creationId xmlns:a16="http://schemas.microsoft.com/office/drawing/2014/main" id="{4DA2BEFC-9676-4DEB-813E-773EE5E3D370}"/>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発展C</a:t>
            </a:r>
          </a:p>
        </p:txBody>
      </p:sp>
      <p:sp>
        <p:nvSpPr>
          <p:cNvPr id="22" name="">
            <a:extLst xmlns:a="http://schemas.openxmlformats.org/drawingml/2006/main">
              <a:ext uri="{FF2B5EF4-FFF2-40B4-BE49-F238E27FC236}">
                <a16:creationId xmlns:a16="http://schemas.microsoft.com/office/drawing/2014/main" id="{EE1C2348-D151-4757-914C-16BE9D714004}"/>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26 / 33</a:t>
            </a:r>
          </a:p>
        </p:txBody>
      </p:sp>
    </p:spTree>
    <p:extLst>
      <p:ext uri="{BB962C8B-B14F-4D97-AF65-F5344CB8AC3E}">
        <p14:creationId xmlns:p14="http://schemas.microsoft.com/office/powerpoint/2010/main" val="1075704261"/>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911E51A-98BE-4FC8-ABEF-1FA28B467710}"/>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buNone/>
              <a:defRPr sz="2925" b="1">
                <a:solidFill>
                  <a:srgbClr val="193B59"/>
                </a:solidFill>
                <a:latin typeface="Yu Gothic"/>
                <a:ea typeface="Yu Gothic"/>
                <a:cs typeface="Yu Gothic"/>
              </a:defRPr>
            </a:lvl1pPr>
            <a:lvl2pPr>
              <a:buNone/>
              <a:defRPr sz="2925" b="1">
                <a:solidFill>
                  <a:srgbClr val="193B59"/>
                </a:solidFill>
                <a:latin typeface="Yu Gothic"/>
                <a:ea typeface="Yu Gothic"/>
                <a:cs typeface="Yu Gothic"/>
              </a:defRPr>
            </a:lvl2pPr>
            <a:lvl3pPr>
              <a:buNone/>
              <a:defRPr sz="2925" b="1">
                <a:solidFill>
                  <a:srgbClr val="193B59"/>
                </a:solidFill>
                <a:latin typeface="Yu Gothic"/>
                <a:ea typeface="Yu Gothic"/>
                <a:cs typeface="Yu Gothic"/>
              </a:defRPr>
            </a:lvl3pPr>
            <a:lvl4pPr>
              <a:buNone/>
              <a:defRPr sz="2925" b="1">
                <a:solidFill>
                  <a:srgbClr val="193B59"/>
                </a:solidFill>
                <a:latin typeface="Yu Gothic"/>
                <a:ea typeface="Yu Gothic"/>
                <a:cs typeface="Yu Gothic"/>
              </a:defRPr>
            </a:lvl4pPr>
            <a:lvl5pPr>
              <a:buNone/>
              <a:defRPr sz="2925" b="1">
                <a:solidFill>
                  <a:srgbClr val="193B59"/>
                </a:solidFill>
                <a:latin typeface="Yu Gothic"/>
                <a:ea typeface="Yu Gothic"/>
                <a:cs typeface="Yu Gothic"/>
              </a:defRPr>
            </a:lvl5pPr>
            <a:lvl6pPr>
              <a:buNone/>
              <a:defRPr sz="2925" b="1">
                <a:solidFill>
                  <a:srgbClr val="193B59"/>
                </a:solidFill>
                <a:latin typeface="Yu Gothic"/>
                <a:ea typeface="Yu Gothic"/>
                <a:cs typeface="Yu Gothic"/>
              </a:defRPr>
            </a:lvl6pPr>
            <a:lvl7pPr>
              <a:buNone/>
              <a:defRPr sz="2925" b="1">
                <a:solidFill>
                  <a:srgbClr val="193B59"/>
                </a:solidFill>
                <a:latin typeface="Yu Gothic"/>
                <a:ea typeface="Yu Gothic"/>
                <a:cs typeface="Yu Gothic"/>
              </a:defRPr>
            </a:lvl7pPr>
            <a:lvl8pPr>
              <a:buNone/>
              <a:defRPr sz="2925" b="1">
                <a:solidFill>
                  <a:srgbClr val="193B59"/>
                </a:solidFill>
                <a:latin typeface="Yu Gothic"/>
                <a:ea typeface="Yu Gothic"/>
                <a:cs typeface="Yu Gothic"/>
              </a:defRPr>
            </a:lvl8pPr>
            <a:lvl9pPr>
              <a:buNone/>
              <a:defRPr sz="2925" b="1">
                <a:solidFill>
                  <a:srgbClr val="193B59"/>
                </a:solidFill>
                <a:latin typeface="Yu Gothic"/>
                <a:ea typeface="Yu Gothic"/>
                <a:cs typeface="Yu Gothic"/>
              </a:defRPr>
            </a:lvl9pPr>
          </a:lstStyle>
          <a:p xmlns:a="http://schemas.openxmlformats.org/drawingml/2006/main">
            <a:pPr>
              <a:buNone/>
              <a:defRPr sz="2925" b="1">
                <a:solidFill>
                  <a:srgbClr val="193B59"/>
                </a:solidFill>
                <a:latin typeface="Yu Gothic"/>
                <a:ea typeface="Yu Gothic"/>
                <a:cs typeface="Yu Gothic"/>
              </a:defRPr>
            </a:pPr>
            <a:r>
              <a:rPr sz="2925" b="1">
                <a:solidFill>
                  <a:srgbClr val="193B59"/>
                </a:solidFill>
                <a:latin typeface="Yu Gothic"/>
                <a:ea typeface="Yu Gothic"/>
                <a:cs typeface="Yu Gothic"/>
              </a:rPr>
              <a:t>同じ問いを時代を越えて使う</a:t>
            </a:r>
          </a:p>
        </p:txBody>
      </p:sp>
      <p:sp>
        <p:nvSpPr>
          <p:cNvPr id="2" name="">
            <a:extLst xmlns:a="http://schemas.openxmlformats.org/drawingml/2006/main">
              <a:ext uri="{FF2B5EF4-FFF2-40B4-BE49-F238E27FC236}">
                <a16:creationId xmlns:a16="http://schemas.microsoft.com/office/drawing/2014/main" id="{AFF2C990-F89C-40EA-9433-808A5EE62906}"/>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5C445738-F66B-42BF-8DEC-6434B62316A0}"/>
              </a:ext>
            </a:extLst>
          </p:cNvPr>
          <p:cNvSpPr>
            <a:spLocks xmlns:a="http://schemas.openxmlformats.org/drawingml/2006/main" noGrp="1"/>
          </p:cNvSpPr>
          <p:nvPr/>
        </p:nvSpPr>
        <p:spPr>
          <a:xfrm xmlns:a="http://schemas.openxmlformats.org/drawingml/2006/main">
            <a:off x="809625" y="173355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buNone/>
              <a:defRPr sz="2250" b="1">
                <a:solidFill>
                  <a:srgbClr val="263D4D"/>
                </a:solidFill>
                <a:latin typeface="Yu Gothic"/>
                <a:ea typeface="Yu Gothic"/>
                <a:cs typeface="Yu Gothic"/>
              </a:defRPr>
            </a:lvl1pPr>
            <a:lvl2pPr>
              <a:buNone/>
              <a:defRPr sz="2250" b="1">
                <a:solidFill>
                  <a:srgbClr val="263D4D"/>
                </a:solidFill>
                <a:latin typeface="Yu Gothic"/>
                <a:ea typeface="Yu Gothic"/>
                <a:cs typeface="Yu Gothic"/>
              </a:defRPr>
            </a:lvl2pPr>
            <a:lvl3pPr>
              <a:buNone/>
              <a:defRPr sz="2250" b="1">
                <a:solidFill>
                  <a:srgbClr val="263D4D"/>
                </a:solidFill>
                <a:latin typeface="Yu Gothic"/>
                <a:ea typeface="Yu Gothic"/>
                <a:cs typeface="Yu Gothic"/>
              </a:defRPr>
            </a:lvl3pPr>
            <a:lvl4pPr>
              <a:buNone/>
              <a:defRPr sz="2250" b="1">
                <a:solidFill>
                  <a:srgbClr val="263D4D"/>
                </a:solidFill>
                <a:latin typeface="Yu Gothic"/>
                <a:ea typeface="Yu Gothic"/>
                <a:cs typeface="Yu Gothic"/>
              </a:defRPr>
            </a:lvl4pPr>
            <a:lvl5pPr>
              <a:buNone/>
              <a:defRPr sz="2250" b="1">
                <a:solidFill>
                  <a:srgbClr val="263D4D"/>
                </a:solidFill>
                <a:latin typeface="Yu Gothic"/>
                <a:ea typeface="Yu Gothic"/>
                <a:cs typeface="Yu Gothic"/>
              </a:defRPr>
            </a:lvl5pPr>
            <a:lvl6pPr>
              <a:buNone/>
              <a:defRPr sz="2250" b="1">
                <a:solidFill>
                  <a:srgbClr val="263D4D"/>
                </a:solidFill>
                <a:latin typeface="Yu Gothic"/>
                <a:ea typeface="Yu Gothic"/>
                <a:cs typeface="Yu Gothic"/>
              </a:defRPr>
            </a:lvl6pPr>
            <a:lvl7pPr>
              <a:buNone/>
              <a:defRPr sz="2250" b="1">
                <a:solidFill>
                  <a:srgbClr val="263D4D"/>
                </a:solidFill>
                <a:latin typeface="Yu Gothic"/>
                <a:ea typeface="Yu Gothic"/>
                <a:cs typeface="Yu Gothic"/>
              </a:defRPr>
            </a:lvl7pPr>
            <a:lvl8pPr>
              <a:buNone/>
              <a:defRPr sz="2250" b="1">
                <a:solidFill>
                  <a:srgbClr val="263D4D"/>
                </a:solidFill>
                <a:latin typeface="Yu Gothic"/>
                <a:ea typeface="Yu Gothic"/>
                <a:cs typeface="Yu Gothic"/>
              </a:defRPr>
            </a:lvl8pPr>
            <a:lvl9pPr>
              <a:buNone/>
              <a:defRPr sz="2250" b="1">
                <a:solidFill>
                  <a:srgbClr val="263D4D"/>
                </a:solidFill>
                <a:latin typeface="Yu Gothic"/>
                <a:ea typeface="Yu Gothic"/>
                <a:cs typeface="Yu Gothic"/>
              </a:defRPr>
            </a:lvl9pPr>
          </a:lstStyle>
          <a:p xmlns:a="http://schemas.openxmlformats.org/drawingml/2006/main">
            <a:pPr>
              <a:buNone/>
              <a:defRPr sz="2250" b="1">
                <a:solidFill>
                  <a:srgbClr val="263D4D"/>
                </a:solidFill>
                <a:latin typeface="Yu Gothic"/>
                <a:ea typeface="Yu Gothic"/>
                <a:cs typeface="Yu Gothic"/>
              </a:defRPr>
            </a:pPr>
            <a:r>
              <a:rPr sz="2250" b="1">
                <a:solidFill>
                  <a:srgbClr val="263D4D"/>
                </a:solidFill>
                <a:latin typeface="Yu Gothic"/>
                <a:ea typeface="Yu Gothic"/>
                <a:cs typeface="Yu Gothic"/>
              </a:rPr>
              <a:t>用途・荷重・環境・供給をそろえる</a:t>
            </a:r>
          </a:p>
        </p:txBody>
      </p:sp>
      <p:sp>
        <p:nvSpPr>
          <p:cNvPr id="4" name="">
            <a:extLst xmlns:a="http://schemas.openxmlformats.org/drawingml/2006/main">
              <a:ext uri="{FF2B5EF4-FFF2-40B4-BE49-F238E27FC236}">
                <a16:creationId xmlns:a16="http://schemas.microsoft.com/office/drawing/2014/main" id="{43A0F6FC-134A-4F2A-B6E7-418D4B9B86C8}"/>
              </a:ext>
            </a:extLst>
          </p:cNvPr>
          <p:cNvSpPr>
            <a:spLocks xmlns:a="http://schemas.openxmlformats.org/drawingml/2006/main" noGrp="1"/>
          </p:cNvSpPr>
          <p:nvPr/>
        </p:nvSpPr>
        <p:spPr>
          <a:xfrm xmlns:a="http://schemas.openxmlformats.org/drawingml/2006/main">
            <a:off x="809625" y="2790825"/>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木の屋根と瓦屋根で建物全体を比べる</a:t>
            </a:r>
          </a:p>
        </p:txBody>
      </p:sp>
      <p:sp>
        <p:nvSpPr>
          <p:cNvPr id="5" name="">
            <a:extLst xmlns:a="http://schemas.openxmlformats.org/drawingml/2006/main">
              <a:ext uri="{FF2B5EF4-FFF2-40B4-BE49-F238E27FC236}">
                <a16:creationId xmlns:a16="http://schemas.microsoft.com/office/drawing/2014/main" id="{EF851116-671B-4E0E-9124-95C99AEBFA97}"/>
              </a:ext>
            </a:extLst>
          </p:cNvPr>
          <p:cNvSpPr>
            <a:spLocks xmlns:a="http://schemas.openxmlformats.org/drawingml/2006/main" noGrp="1"/>
          </p:cNvSpPr>
          <p:nvPr/>
        </p:nvSpPr>
        <p:spPr>
          <a:xfrm xmlns:a="http://schemas.openxmlformats.org/drawingml/2006/main">
            <a:off x="809625" y="384810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異なる時代の数値を無条件に並べない</a:t>
            </a:r>
          </a:p>
        </p:txBody>
      </p:sp>
      <p:sp>
        <p:nvSpPr>
          <p:cNvPr id="6" name="">
            <a:extLst xmlns:a="http://schemas.openxmlformats.org/drawingml/2006/main">
              <a:ext uri="{FF2B5EF4-FFF2-40B4-BE49-F238E27FC236}">
                <a16:creationId xmlns:a16="http://schemas.microsoft.com/office/drawing/2014/main" id="{0CDCA1AC-FA18-4F52-A702-16EC219E979F}"/>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参照 [5・7]</a:t>
            </a:r>
          </a:p>
        </p:txBody>
      </p:sp>
      <p:sp>
        <p:nvSpPr>
          <p:cNvPr id="7" name="">
            <a:extLst xmlns:a="http://schemas.openxmlformats.org/drawingml/2006/main">
              <a:ext uri="{FF2B5EF4-FFF2-40B4-BE49-F238E27FC236}">
                <a16:creationId xmlns:a16="http://schemas.microsoft.com/office/drawing/2014/main" id="{3471D616-E67F-4DD4-ADE2-D850E82D0DFA}"/>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発展C</a:t>
            </a:r>
          </a:p>
        </p:txBody>
      </p:sp>
      <p:sp>
        <p:nvSpPr>
          <p:cNvPr id="8" name="">
            <a:extLst xmlns:a="http://schemas.openxmlformats.org/drawingml/2006/main">
              <a:ext uri="{FF2B5EF4-FFF2-40B4-BE49-F238E27FC236}">
                <a16:creationId xmlns:a16="http://schemas.microsoft.com/office/drawing/2014/main" id="{FE5FAD5B-84A3-4C77-A516-742AE36763D4}"/>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27 / 33</a:t>
            </a:r>
          </a:p>
        </p:txBody>
      </p:sp>
    </p:spTree>
    <p:extLst>
      <p:ext uri="{BB962C8B-B14F-4D97-AF65-F5344CB8AC3E}">
        <p14:creationId xmlns:p14="http://schemas.microsoft.com/office/powerpoint/2010/main" val="1428653399"/>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3DE78F34-C090-46F5-8539-E848110C9227}"/>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buNone/>
              <a:defRPr sz="2925" b="1">
                <a:solidFill>
                  <a:srgbClr val="193B59"/>
                </a:solidFill>
                <a:latin typeface="Yu Gothic"/>
                <a:ea typeface="Yu Gothic"/>
                <a:cs typeface="Yu Gothic"/>
              </a:defRPr>
            </a:lvl1pPr>
            <a:lvl2pPr>
              <a:buNone/>
              <a:defRPr sz="2925" b="1">
                <a:solidFill>
                  <a:srgbClr val="193B59"/>
                </a:solidFill>
                <a:latin typeface="Yu Gothic"/>
                <a:ea typeface="Yu Gothic"/>
                <a:cs typeface="Yu Gothic"/>
              </a:defRPr>
            </a:lvl2pPr>
            <a:lvl3pPr>
              <a:buNone/>
              <a:defRPr sz="2925" b="1">
                <a:solidFill>
                  <a:srgbClr val="193B59"/>
                </a:solidFill>
                <a:latin typeface="Yu Gothic"/>
                <a:ea typeface="Yu Gothic"/>
                <a:cs typeface="Yu Gothic"/>
              </a:defRPr>
            </a:lvl3pPr>
            <a:lvl4pPr>
              <a:buNone/>
              <a:defRPr sz="2925" b="1">
                <a:solidFill>
                  <a:srgbClr val="193B59"/>
                </a:solidFill>
                <a:latin typeface="Yu Gothic"/>
                <a:ea typeface="Yu Gothic"/>
                <a:cs typeface="Yu Gothic"/>
              </a:defRPr>
            </a:lvl4pPr>
            <a:lvl5pPr>
              <a:buNone/>
              <a:defRPr sz="2925" b="1">
                <a:solidFill>
                  <a:srgbClr val="193B59"/>
                </a:solidFill>
                <a:latin typeface="Yu Gothic"/>
                <a:ea typeface="Yu Gothic"/>
                <a:cs typeface="Yu Gothic"/>
              </a:defRPr>
            </a:lvl5pPr>
            <a:lvl6pPr>
              <a:buNone/>
              <a:defRPr sz="2925" b="1">
                <a:solidFill>
                  <a:srgbClr val="193B59"/>
                </a:solidFill>
                <a:latin typeface="Yu Gothic"/>
                <a:ea typeface="Yu Gothic"/>
                <a:cs typeface="Yu Gothic"/>
              </a:defRPr>
            </a:lvl6pPr>
            <a:lvl7pPr>
              <a:buNone/>
              <a:defRPr sz="2925" b="1">
                <a:solidFill>
                  <a:srgbClr val="193B59"/>
                </a:solidFill>
                <a:latin typeface="Yu Gothic"/>
                <a:ea typeface="Yu Gothic"/>
                <a:cs typeface="Yu Gothic"/>
              </a:defRPr>
            </a:lvl7pPr>
            <a:lvl8pPr>
              <a:buNone/>
              <a:defRPr sz="2925" b="1">
                <a:solidFill>
                  <a:srgbClr val="193B59"/>
                </a:solidFill>
                <a:latin typeface="Yu Gothic"/>
                <a:ea typeface="Yu Gothic"/>
                <a:cs typeface="Yu Gothic"/>
              </a:defRPr>
            </a:lvl8pPr>
            <a:lvl9pPr>
              <a:buNone/>
              <a:defRPr sz="2925" b="1">
                <a:solidFill>
                  <a:srgbClr val="193B59"/>
                </a:solidFill>
                <a:latin typeface="Yu Gothic"/>
                <a:ea typeface="Yu Gothic"/>
                <a:cs typeface="Yu Gothic"/>
              </a:defRPr>
            </a:lvl9pPr>
          </a:lstStyle>
          <a:p xmlns:a="http://schemas.openxmlformats.org/drawingml/2006/main">
            <a:pPr>
              <a:buNone/>
              <a:defRPr sz="2925" b="1">
                <a:solidFill>
                  <a:srgbClr val="193B59"/>
                </a:solidFill>
                <a:latin typeface="Yu Gothic"/>
                <a:ea typeface="Yu Gothic"/>
                <a:cs typeface="Yu Gothic"/>
              </a:defRPr>
            </a:pPr>
            <a:r>
              <a:rPr sz="2925" b="1">
                <a:solidFill>
                  <a:srgbClr val="193B59"/>
                </a:solidFill>
                <a:latin typeface="Yu Gothic"/>
                <a:ea typeface="Yu Gothic"/>
                <a:cs typeface="Yu Gothic"/>
              </a:rPr>
              <a:t>自己確認1：資料から製造の連鎖を描く</a:t>
            </a:r>
          </a:p>
        </p:txBody>
      </p:sp>
      <p:sp>
        <p:nvSpPr>
          <p:cNvPr id="2" name="">
            <a:extLst xmlns:a="http://schemas.openxmlformats.org/drawingml/2006/main">
              <a:ext uri="{FF2B5EF4-FFF2-40B4-BE49-F238E27FC236}">
                <a16:creationId xmlns:a16="http://schemas.microsoft.com/office/drawing/2014/main" id="{8143A33D-720D-46EC-A3EC-126A6C5BFA31}"/>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A1895AE6-D1DB-4BA4-9F37-051EEDE48DDA}"/>
              </a:ext>
            </a:extLst>
          </p:cNvPr>
          <p:cNvSpPr>
            <a:spLocks xmlns:a="http://schemas.openxmlformats.org/drawingml/2006/main" noGrp="1"/>
          </p:cNvSpPr>
          <p:nvPr/>
        </p:nvSpPr>
        <p:spPr>
          <a:xfrm xmlns:a="http://schemas.openxmlformats.org/drawingml/2006/main">
            <a:off x="809625" y="173355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buNone/>
              <a:defRPr sz="2250" b="1">
                <a:solidFill>
                  <a:srgbClr val="263D4D"/>
                </a:solidFill>
                <a:latin typeface="Yu Gothic"/>
                <a:ea typeface="Yu Gothic"/>
                <a:cs typeface="Yu Gothic"/>
              </a:defRPr>
            </a:lvl1pPr>
            <a:lvl2pPr>
              <a:buNone/>
              <a:defRPr sz="2250" b="1">
                <a:solidFill>
                  <a:srgbClr val="263D4D"/>
                </a:solidFill>
                <a:latin typeface="Yu Gothic"/>
                <a:ea typeface="Yu Gothic"/>
                <a:cs typeface="Yu Gothic"/>
              </a:defRPr>
            </a:lvl2pPr>
            <a:lvl3pPr>
              <a:buNone/>
              <a:defRPr sz="2250" b="1">
                <a:solidFill>
                  <a:srgbClr val="263D4D"/>
                </a:solidFill>
                <a:latin typeface="Yu Gothic"/>
                <a:ea typeface="Yu Gothic"/>
                <a:cs typeface="Yu Gothic"/>
              </a:defRPr>
            </a:lvl3pPr>
            <a:lvl4pPr>
              <a:buNone/>
              <a:defRPr sz="2250" b="1">
                <a:solidFill>
                  <a:srgbClr val="263D4D"/>
                </a:solidFill>
                <a:latin typeface="Yu Gothic"/>
                <a:ea typeface="Yu Gothic"/>
                <a:cs typeface="Yu Gothic"/>
              </a:defRPr>
            </a:lvl4pPr>
            <a:lvl5pPr>
              <a:buNone/>
              <a:defRPr sz="2250" b="1">
                <a:solidFill>
                  <a:srgbClr val="263D4D"/>
                </a:solidFill>
                <a:latin typeface="Yu Gothic"/>
                <a:ea typeface="Yu Gothic"/>
                <a:cs typeface="Yu Gothic"/>
              </a:defRPr>
            </a:lvl5pPr>
            <a:lvl6pPr>
              <a:buNone/>
              <a:defRPr sz="2250" b="1">
                <a:solidFill>
                  <a:srgbClr val="263D4D"/>
                </a:solidFill>
                <a:latin typeface="Yu Gothic"/>
                <a:ea typeface="Yu Gothic"/>
                <a:cs typeface="Yu Gothic"/>
              </a:defRPr>
            </a:lvl6pPr>
            <a:lvl7pPr>
              <a:buNone/>
              <a:defRPr sz="2250" b="1">
                <a:solidFill>
                  <a:srgbClr val="263D4D"/>
                </a:solidFill>
                <a:latin typeface="Yu Gothic"/>
                <a:ea typeface="Yu Gothic"/>
                <a:cs typeface="Yu Gothic"/>
              </a:defRPr>
            </a:lvl7pPr>
            <a:lvl8pPr>
              <a:buNone/>
              <a:defRPr sz="2250" b="1">
                <a:solidFill>
                  <a:srgbClr val="263D4D"/>
                </a:solidFill>
                <a:latin typeface="Yu Gothic"/>
                <a:ea typeface="Yu Gothic"/>
                <a:cs typeface="Yu Gothic"/>
              </a:defRPr>
            </a:lvl8pPr>
            <a:lvl9pPr>
              <a:buNone/>
              <a:defRPr sz="2250" b="1">
                <a:solidFill>
                  <a:srgbClr val="263D4D"/>
                </a:solidFill>
                <a:latin typeface="Yu Gothic"/>
                <a:ea typeface="Yu Gothic"/>
                <a:cs typeface="Yu Gothic"/>
              </a:defRPr>
            </a:lvl9pPr>
          </a:lstStyle>
          <a:p xmlns:a="http://schemas.openxmlformats.org/drawingml/2006/main">
            <a:pPr>
              <a:buNone/>
              <a:defRPr sz="2250" b="1">
                <a:solidFill>
                  <a:srgbClr val="263D4D"/>
                </a:solidFill>
                <a:latin typeface="Yu Gothic"/>
                <a:ea typeface="Yu Gothic"/>
                <a:cs typeface="Yu Gothic"/>
              </a:defRPr>
            </a:pPr>
            <a:r>
              <a:rPr sz="2250" b="1">
                <a:solidFill>
                  <a:srgbClr val="263D4D"/>
                </a:solidFill>
                <a:latin typeface="Yu Gothic"/>
                <a:ea typeface="Yu Gothic"/>
                <a:cs typeface="Yu Gothic"/>
              </a:rPr>
              <a:t>瓦、たたら、ベークライトから一つ選ぶ</a:t>
            </a:r>
          </a:p>
        </p:txBody>
      </p:sp>
      <p:sp>
        <p:nvSpPr>
          <p:cNvPr id="4" name="">
            <a:extLst xmlns:a="http://schemas.openxmlformats.org/drawingml/2006/main">
              <a:ext uri="{FF2B5EF4-FFF2-40B4-BE49-F238E27FC236}">
                <a16:creationId xmlns:a16="http://schemas.microsoft.com/office/drawing/2014/main" id="{0019F92A-0627-48C7-BDE7-C4708D2CD18A}"/>
              </a:ext>
            </a:extLst>
          </p:cNvPr>
          <p:cNvSpPr>
            <a:spLocks xmlns:a="http://schemas.openxmlformats.org/drawingml/2006/main" noGrp="1"/>
          </p:cNvSpPr>
          <p:nvPr/>
        </p:nvSpPr>
        <p:spPr>
          <a:xfrm xmlns:a="http://schemas.openxmlformats.org/drawingml/2006/main">
            <a:off x="809625" y="2790825"/>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原料→製法→部品→用途を図にする</a:t>
            </a:r>
          </a:p>
        </p:txBody>
      </p:sp>
      <p:sp>
        <p:nvSpPr>
          <p:cNvPr id="5" name="">
            <a:extLst xmlns:a="http://schemas.openxmlformats.org/drawingml/2006/main">
              <a:ext uri="{FF2B5EF4-FFF2-40B4-BE49-F238E27FC236}">
                <a16:creationId xmlns:a16="http://schemas.microsoft.com/office/drawing/2014/main" id="{C0B66DAD-16D4-49E8-AE91-A785072F8490}"/>
              </a:ext>
            </a:extLst>
          </p:cNvPr>
          <p:cNvSpPr>
            <a:spLocks xmlns:a="http://schemas.openxmlformats.org/drawingml/2006/main" noGrp="1"/>
          </p:cNvSpPr>
          <p:nvPr/>
        </p:nvSpPr>
        <p:spPr>
          <a:xfrm xmlns:a="http://schemas.openxmlformats.org/drawingml/2006/main">
            <a:off x="809625" y="384810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証拠と推測を色または記号で分ける</a:t>
            </a:r>
          </a:p>
        </p:txBody>
      </p:sp>
      <p:sp>
        <p:nvSpPr>
          <p:cNvPr id="6" name="">
            <a:extLst xmlns:a="http://schemas.openxmlformats.org/drawingml/2006/main">
              <a:ext uri="{FF2B5EF4-FFF2-40B4-BE49-F238E27FC236}">
                <a16:creationId xmlns:a16="http://schemas.microsoft.com/office/drawing/2014/main" id="{95B5B407-EB6F-41C0-8F4F-FF407FCD016E}"/>
              </a:ext>
            </a:extLst>
          </p:cNvPr>
          <p:cNvSpPr>
            <a:spLocks xmlns:a="http://schemas.openxmlformats.org/drawingml/2006/main" noGrp="1"/>
          </p:cNvSpPr>
          <p:nvPr/>
        </p:nvSpPr>
        <p:spPr>
          <a:xfrm xmlns:a="http://schemas.openxmlformats.org/drawingml/2006/main">
            <a:off x="723900" y="4829175"/>
            <a:ext cx="1952625" cy="704850"/>
          </a:xfrm>
          <a:prstGeom xmlns:a="http://schemas.openxmlformats.org/drawingml/2006/main" prst="rect">
            <a:avLst/>
          </a:prstGeom>
          <a:solidFill xmlns:a="http://schemas.openxmlformats.org/drawingml/2006/main">
            <a:srgbClr val="EAF4F3"/>
          </a:solidFill>
          <a:ln xmlns:a="http://schemas.openxmlformats.org/drawingml/2006/main" w="16193">
            <a:solidFill>
              <a:srgbClr val="087E8B"/>
            </a:solidFill>
          </a:ln>
        </p:spPr>
      </p:sp>
      <p:sp>
        <p:nvSpPr>
          <p:cNvPr id="7" name="">
            <a:extLst xmlns:a="http://schemas.openxmlformats.org/drawingml/2006/main">
              <a:ext uri="{FF2B5EF4-FFF2-40B4-BE49-F238E27FC236}">
                <a16:creationId xmlns:a16="http://schemas.microsoft.com/office/drawing/2014/main" id="{040E1227-CF0E-4766-AD55-CA78C29BA5C2}"/>
              </a:ext>
            </a:extLst>
          </p:cNvPr>
          <p:cNvSpPr>
            <a:spLocks xmlns:a="http://schemas.openxmlformats.org/drawingml/2006/main" noGrp="1"/>
          </p:cNvSpPr>
          <p:nvPr/>
        </p:nvSpPr>
        <p:spPr>
          <a:xfrm xmlns:a="http://schemas.openxmlformats.org/drawingml/2006/main">
            <a:off x="723900" y="4886325"/>
            <a:ext cx="19526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725" b="1">
                <a:solidFill>
                  <a:srgbClr val="193B59"/>
                </a:solidFill>
                <a:latin typeface="Yu Gothic"/>
                <a:ea typeface="Yu Gothic"/>
                <a:cs typeface="Yu Gothic"/>
              </a:defRPr>
            </a:defPPr>
            <a:lvl1pPr algn="ctr">
              <a:buNone/>
              <a:defRPr sz="1725" b="1">
                <a:solidFill>
                  <a:srgbClr val="193B59"/>
                </a:solidFill>
                <a:latin typeface="Yu Gothic"/>
                <a:ea typeface="Yu Gothic"/>
                <a:cs typeface="Yu Gothic"/>
              </a:defRPr>
            </a:lvl1pPr>
            <a:lvl2pPr algn="ctr">
              <a:buNone/>
              <a:defRPr sz="1725" b="1">
                <a:solidFill>
                  <a:srgbClr val="193B59"/>
                </a:solidFill>
                <a:latin typeface="Yu Gothic"/>
                <a:ea typeface="Yu Gothic"/>
                <a:cs typeface="Yu Gothic"/>
              </a:defRPr>
            </a:lvl2pPr>
            <a:lvl3pPr algn="ctr">
              <a:buNone/>
              <a:defRPr sz="1725" b="1">
                <a:solidFill>
                  <a:srgbClr val="193B59"/>
                </a:solidFill>
                <a:latin typeface="Yu Gothic"/>
                <a:ea typeface="Yu Gothic"/>
                <a:cs typeface="Yu Gothic"/>
              </a:defRPr>
            </a:lvl3pPr>
            <a:lvl4pPr algn="ctr">
              <a:buNone/>
              <a:defRPr sz="1725" b="1">
                <a:solidFill>
                  <a:srgbClr val="193B59"/>
                </a:solidFill>
                <a:latin typeface="Yu Gothic"/>
                <a:ea typeface="Yu Gothic"/>
                <a:cs typeface="Yu Gothic"/>
              </a:defRPr>
            </a:lvl4pPr>
            <a:lvl5pPr algn="ctr">
              <a:buNone/>
              <a:defRPr sz="1725" b="1">
                <a:solidFill>
                  <a:srgbClr val="193B59"/>
                </a:solidFill>
                <a:latin typeface="Yu Gothic"/>
                <a:ea typeface="Yu Gothic"/>
                <a:cs typeface="Yu Gothic"/>
              </a:defRPr>
            </a:lvl5pPr>
            <a:lvl6pPr algn="ctr">
              <a:buNone/>
              <a:defRPr sz="1725" b="1">
                <a:solidFill>
                  <a:srgbClr val="193B59"/>
                </a:solidFill>
                <a:latin typeface="Yu Gothic"/>
                <a:ea typeface="Yu Gothic"/>
                <a:cs typeface="Yu Gothic"/>
              </a:defRPr>
            </a:lvl6pPr>
            <a:lvl7pPr algn="ctr">
              <a:buNone/>
              <a:defRPr sz="1725" b="1">
                <a:solidFill>
                  <a:srgbClr val="193B59"/>
                </a:solidFill>
                <a:latin typeface="Yu Gothic"/>
                <a:ea typeface="Yu Gothic"/>
                <a:cs typeface="Yu Gothic"/>
              </a:defRPr>
            </a:lvl7pPr>
            <a:lvl8pPr algn="ctr">
              <a:buNone/>
              <a:defRPr sz="1725" b="1">
                <a:solidFill>
                  <a:srgbClr val="193B59"/>
                </a:solidFill>
                <a:latin typeface="Yu Gothic"/>
                <a:ea typeface="Yu Gothic"/>
                <a:cs typeface="Yu Gothic"/>
              </a:defRPr>
            </a:lvl8pPr>
            <a:lvl9pPr algn="ctr">
              <a:buNone/>
              <a:defRPr sz="1725" b="1">
                <a:solidFill>
                  <a:srgbClr val="193B59"/>
                </a:solidFill>
                <a:latin typeface="Yu Gothic"/>
                <a:ea typeface="Yu Gothic"/>
                <a:cs typeface="Yu Gothic"/>
              </a:defRPr>
            </a:lvl9pPr>
          </a:lstStyle>
          <a:p xmlns:a="http://schemas.openxmlformats.org/drawingml/2006/main">
            <a:pPr algn="ctr">
              <a:buNone/>
              <a:defRPr sz="1725" b="1">
                <a:solidFill>
                  <a:srgbClr val="193B59"/>
                </a:solidFill>
                <a:latin typeface="Yu Gothic"/>
                <a:ea typeface="Yu Gothic"/>
                <a:cs typeface="Yu Gothic"/>
              </a:defRPr>
            </a:pPr>
            <a:r>
              <a:rPr sz="1725" b="1">
                <a:solidFill>
                  <a:srgbClr val="193B59"/>
                </a:solidFill>
                <a:latin typeface="Yu Gothic"/>
                <a:ea typeface="Yu Gothic"/>
                <a:cs typeface="Yu Gothic"/>
              </a:rPr>
              <a:t>原料</a:t>
            </a:r>
          </a:p>
        </p:txBody>
      </p:sp>
      <p:sp>
        <p:nvSpPr>
          <p:cNvPr id="8" name="">
            <a:extLst xmlns:a="http://schemas.openxmlformats.org/drawingml/2006/main">
              <a:ext uri="{FF2B5EF4-FFF2-40B4-BE49-F238E27FC236}">
                <a16:creationId xmlns:a16="http://schemas.microsoft.com/office/drawing/2014/main" id="{52458CF0-E1A5-4E97-8C11-1DA558EA963D}"/>
              </a:ext>
            </a:extLst>
          </p:cNvPr>
          <p:cNvSpPr>
            <a:spLocks xmlns:a="http://schemas.openxmlformats.org/drawingml/2006/main" noGrp="1"/>
          </p:cNvSpPr>
          <p:nvPr/>
        </p:nvSpPr>
        <p:spPr>
          <a:xfrm xmlns:a="http://schemas.openxmlformats.org/drawingml/2006/main">
            <a:off x="2714625" y="5181600"/>
            <a:ext cx="504825" cy="9525"/>
          </a:xfrm>
          <a:custGeom xmlns:a="http://schemas.openxmlformats.org/drawingml/2006/main">
            <a:pathLst>
              <a:path w="504825" h="9525">
                <a:moveTo>
                  <a:pt x="0" y="0"/>
                </a:moveTo>
                <a:lnTo>
                  <a:pt x="504825" y="0"/>
                </a:lnTo>
              </a:path>
            </a:pathLst>
          </a:custGeom>
          <a:noFill xmlns:a="http://schemas.openxmlformats.org/drawingml/2006/main"/>
          <a:ln xmlns:a="http://schemas.openxmlformats.org/drawingml/2006/main" w="19050">
            <a:solidFill>
              <a:srgbClr val="087E8B"/>
            </a:solidFill>
          </a:ln>
        </p:spPr>
      </p:sp>
      <p:sp>
        <p:nvSpPr>
          <p:cNvPr id="9" name="">
            <a:extLst xmlns:a="http://schemas.openxmlformats.org/drawingml/2006/main">
              <a:ext uri="{FF2B5EF4-FFF2-40B4-BE49-F238E27FC236}">
                <a16:creationId xmlns:a16="http://schemas.microsoft.com/office/drawing/2014/main" id="{BFC21BD5-0372-42BC-B2E6-0E8F440E28E5}"/>
              </a:ext>
            </a:extLst>
          </p:cNvPr>
          <p:cNvSpPr>
            <a:spLocks xmlns:a="http://schemas.openxmlformats.org/drawingml/2006/main" noGrp="1"/>
          </p:cNvSpPr>
          <p:nvPr/>
        </p:nvSpPr>
        <p:spPr>
          <a:xfrm xmlns:a="http://schemas.openxmlformats.org/drawingml/2006/main">
            <a:off x="3105150" y="5133594"/>
            <a:ext cx="114300" cy="96012"/>
          </a:xfrm>
          <a:custGeom xmlns:a="http://schemas.openxmlformats.org/drawingml/2006/main">
            <a:pathLst>
              <a:path w="114300" h="96012">
                <a:moveTo>
                  <a:pt x="114300" y="48006"/>
                </a:moveTo>
                <a:lnTo>
                  <a:pt x="0" y="0"/>
                </a:lnTo>
                <a:lnTo>
                  <a:pt x="0" y="96012"/>
                </a:lnTo>
                <a:close/>
              </a:path>
            </a:pathLst>
          </a:custGeom>
          <a:solidFill xmlns:a="http://schemas.openxmlformats.org/drawingml/2006/main">
            <a:srgbClr val="087E8B"/>
          </a:solidFill>
          <a:ln xmlns:a="http://schemas.openxmlformats.org/drawingml/2006/main" w="4763">
            <a:solidFill>
              <a:srgbClr val="087E8B"/>
            </a:solidFill>
          </a:ln>
        </p:spPr>
      </p:sp>
      <p:sp>
        <p:nvSpPr>
          <p:cNvPr id="10" name="">
            <a:extLst xmlns:a="http://schemas.openxmlformats.org/drawingml/2006/main">
              <a:ext uri="{FF2B5EF4-FFF2-40B4-BE49-F238E27FC236}">
                <a16:creationId xmlns:a16="http://schemas.microsoft.com/office/drawing/2014/main" id="{6D8820B2-28BE-40DF-A377-439118D199B3}"/>
              </a:ext>
            </a:extLst>
          </p:cNvPr>
          <p:cNvSpPr>
            <a:spLocks xmlns:a="http://schemas.openxmlformats.org/drawingml/2006/main" noGrp="1"/>
          </p:cNvSpPr>
          <p:nvPr/>
        </p:nvSpPr>
        <p:spPr>
          <a:xfrm xmlns:a="http://schemas.openxmlformats.org/drawingml/2006/main">
            <a:off x="3267075" y="4829175"/>
            <a:ext cx="1952625" cy="704850"/>
          </a:xfrm>
          <a:prstGeom xmlns:a="http://schemas.openxmlformats.org/drawingml/2006/main" prst="rect">
            <a:avLst/>
          </a:prstGeom>
          <a:solidFill xmlns:a="http://schemas.openxmlformats.org/drawingml/2006/main">
            <a:srgbClr val="E8F0F4"/>
          </a:solidFill>
          <a:ln xmlns:a="http://schemas.openxmlformats.org/drawingml/2006/main" w="16193">
            <a:solidFill>
              <a:srgbClr val="087E8B"/>
            </a:solidFill>
          </a:ln>
        </p:spPr>
      </p:sp>
      <p:sp>
        <p:nvSpPr>
          <p:cNvPr id="11" name="">
            <a:extLst xmlns:a="http://schemas.openxmlformats.org/drawingml/2006/main">
              <a:ext uri="{FF2B5EF4-FFF2-40B4-BE49-F238E27FC236}">
                <a16:creationId xmlns:a16="http://schemas.microsoft.com/office/drawing/2014/main" id="{C37DB4A0-0EBA-4E86-8C8D-ABAF71FCB9C3}"/>
              </a:ext>
            </a:extLst>
          </p:cNvPr>
          <p:cNvSpPr>
            <a:spLocks xmlns:a="http://schemas.openxmlformats.org/drawingml/2006/main" noGrp="1"/>
          </p:cNvSpPr>
          <p:nvPr/>
        </p:nvSpPr>
        <p:spPr>
          <a:xfrm xmlns:a="http://schemas.openxmlformats.org/drawingml/2006/main">
            <a:off x="3267075" y="4886325"/>
            <a:ext cx="19526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725" b="1">
                <a:solidFill>
                  <a:srgbClr val="193B59"/>
                </a:solidFill>
                <a:latin typeface="Yu Gothic"/>
                <a:ea typeface="Yu Gothic"/>
                <a:cs typeface="Yu Gothic"/>
              </a:defRPr>
            </a:defPPr>
            <a:lvl1pPr algn="ctr">
              <a:buNone/>
              <a:defRPr sz="1725" b="1">
                <a:solidFill>
                  <a:srgbClr val="193B59"/>
                </a:solidFill>
                <a:latin typeface="Yu Gothic"/>
                <a:ea typeface="Yu Gothic"/>
                <a:cs typeface="Yu Gothic"/>
              </a:defRPr>
            </a:lvl1pPr>
            <a:lvl2pPr algn="ctr">
              <a:buNone/>
              <a:defRPr sz="1725" b="1">
                <a:solidFill>
                  <a:srgbClr val="193B59"/>
                </a:solidFill>
                <a:latin typeface="Yu Gothic"/>
                <a:ea typeface="Yu Gothic"/>
                <a:cs typeface="Yu Gothic"/>
              </a:defRPr>
            </a:lvl2pPr>
            <a:lvl3pPr algn="ctr">
              <a:buNone/>
              <a:defRPr sz="1725" b="1">
                <a:solidFill>
                  <a:srgbClr val="193B59"/>
                </a:solidFill>
                <a:latin typeface="Yu Gothic"/>
                <a:ea typeface="Yu Gothic"/>
                <a:cs typeface="Yu Gothic"/>
              </a:defRPr>
            </a:lvl3pPr>
            <a:lvl4pPr algn="ctr">
              <a:buNone/>
              <a:defRPr sz="1725" b="1">
                <a:solidFill>
                  <a:srgbClr val="193B59"/>
                </a:solidFill>
                <a:latin typeface="Yu Gothic"/>
                <a:ea typeface="Yu Gothic"/>
                <a:cs typeface="Yu Gothic"/>
              </a:defRPr>
            </a:lvl4pPr>
            <a:lvl5pPr algn="ctr">
              <a:buNone/>
              <a:defRPr sz="1725" b="1">
                <a:solidFill>
                  <a:srgbClr val="193B59"/>
                </a:solidFill>
                <a:latin typeface="Yu Gothic"/>
                <a:ea typeface="Yu Gothic"/>
                <a:cs typeface="Yu Gothic"/>
              </a:defRPr>
            </a:lvl5pPr>
            <a:lvl6pPr algn="ctr">
              <a:buNone/>
              <a:defRPr sz="1725" b="1">
                <a:solidFill>
                  <a:srgbClr val="193B59"/>
                </a:solidFill>
                <a:latin typeface="Yu Gothic"/>
                <a:ea typeface="Yu Gothic"/>
                <a:cs typeface="Yu Gothic"/>
              </a:defRPr>
            </a:lvl6pPr>
            <a:lvl7pPr algn="ctr">
              <a:buNone/>
              <a:defRPr sz="1725" b="1">
                <a:solidFill>
                  <a:srgbClr val="193B59"/>
                </a:solidFill>
                <a:latin typeface="Yu Gothic"/>
                <a:ea typeface="Yu Gothic"/>
                <a:cs typeface="Yu Gothic"/>
              </a:defRPr>
            </a:lvl7pPr>
            <a:lvl8pPr algn="ctr">
              <a:buNone/>
              <a:defRPr sz="1725" b="1">
                <a:solidFill>
                  <a:srgbClr val="193B59"/>
                </a:solidFill>
                <a:latin typeface="Yu Gothic"/>
                <a:ea typeface="Yu Gothic"/>
                <a:cs typeface="Yu Gothic"/>
              </a:defRPr>
            </a:lvl8pPr>
            <a:lvl9pPr algn="ctr">
              <a:buNone/>
              <a:defRPr sz="1725" b="1">
                <a:solidFill>
                  <a:srgbClr val="193B59"/>
                </a:solidFill>
                <a:latin typeface="Yu Gothic"/>
                <a:ea typeface="Yu Gothic"/>
                <a:cs typeface="Yu Gothic"/>
              </a:defRPr>
            </a:lvl9pPr>
          </a:lstStyle>
          <a:p xmlns:a="http://schemas.openxmlformats.org/drawingml/2006/main">
            <a:pPr algn="ctr">
              <a:buNone/>
              <a:defRPr sz="1725" b="1">
                <a:solidFill>
                  <a:srgbClr val="193B59"/>
                </a:solidFill>
                <a:latin typeface="Yu Gothic"/>
                <a:ea typeface="Yu Gothic"/>
                <a:cs typeface="Yu Gothic"/>
              </a:defRPr>
            </a:pPr>
            <a:r>
              <a:rPr sz="1725" b="1">
                <a:solidFill>
                  <a:srgbClr val="193B59"/>
                </a:solidFill>
                <a:latin typeface="Yu Gothic"/>
                <a:ea typeface="Yu Gothic"/>
                <a:cs typeface="Yu Gothic"/>
              </a:rPr>
              <a:t>製法</a:t>
            </a:r>
          </a:p>
        </p:txBody>
      </p:sp>
      <p:sp>
        <p:nvSpPr>
          <p:cNvPr id="12" name="">
            <a:extLst xmlns:a="http://schemas.openxmlformats.org/drawingml/2006/main">
              <a:ext uri="{FF2B5EF4-FFF2-40B4-BE49-F238E27FC236}">
                <a16:creationId xmlns:a16="http://schemas.microsoft.com/office/drawing/2014/main" id="{5C6DEED9-69D1-4EF3-8A82-FC7C8F6EB36A}"/>
              </a:ext>
            </a:extLst>
          </p:cNvPr>
          <p:cNvSpPr>
            <a:spLocks xmlns:a="http://schemas.openxmlformats.org/drawingml/2006/main" noGrp="1"/>
          </p:cNvSpPr>
          <p:nvPr/>
        </p:nvSpPr>
        <p:spPr>
          <a:xfrm xmlns:a="http://schemas.openxmlformats.org/drawingml/2006/main">
            <a:off x="5257800" y="5181600"/>
            <a:ext cx="504825" cy="9525"/>
          </a:xfrm>
          <a:custGeom xmlns:a="http://schemas.openxmlformats.org/drawingml/2006/main">
            <a:pathLst>
              <a:path w="504825" h="9525">
                <a:moveTo>
                  <a:pt x="0" y="0"/>
                </a:moveTo>
                <a:lnTo>
                  <a:pt x="504825" y="0"/>
                </a:lnTo>
              </a:path>
            </a:pathLst>
          </a:custGeom>
          <a:noFill xmlns:a="http://schemas.openxmlformats.org/drawingml/2006/main"/>
          <a:ln xmlns:a="http://schemas.openxmlformats.org/drawingml/2006/main" w="19050">
            <a:solidFill>
              <a:srgbClr val="087E8B"/>
            </a:solidFill>
          </a:ln>
        </p:spPr>
      </p:sp>
      <p:sp>
        <p:nvSpPr>
          <p:cNvPr id="13" name="">
            <a:extLst xmlns:a="http://schemas.openxmlformats.org/drawingml/2006/main">
              <a:ext uri="{FF2B5EF4-FFF2-40B4-BE49-F238E27FC236}">
                <a16:creationId xmlns:a16="http://schemas.microsoft.com/office/drawing/2014/main" id="{372A8900-7379-4EF5-BED8-370AFD4086B4}"/>
              </a:ext>
            </a:extLst>
          </p:cNvPr>
          <p:cNvSpPr>
            <a:spLocks xmlns:a="http://schemas.openxmlformats.org/drawingml/2006/main" noGrp="1"/>
          </p:cNvSpPr>
          <p:nvPr/>
        </p:nvSpPr>
        <p:spPr>
          <a:xfrm xmlns:a="http://schemas.openxmlformats.org/drawingml/2006/main">
            <a:off x="5648325" y="5133594"/>
            <a:ext cx="114300" cy="96012"/>
          </a:xfrm>
          <a:custGeom xmlns:a="http://schemas.openxmlformats.org/drawingml/2006/main">
            <a:pathLst>
              <a:path w="114300" h="96012">
                <a:moveTo>
                  <a:pt x="114300" y="48006"/>
                </a:moveTo>
                <a:lnTo>
                  <a:pt x="0" y="0"/>
                </a:lnTo>
                <a:lnTo>
                  <a:pt x="0" y="96012"/>
                </a:lnTo>
                <a:close/>
              </a:path>
            </a:pathLst>
          </a:custGeom>
          <a:solidFill xmlns:a="http://schemas.openxmlformats.org/drawingml/2006/main">
            <a:srgbClr val="087E8B"/>
          </a:solidFill>
          <a:ln xmlns:a="http://schemas.openxmlformats.org/drawingml/2006/main" w="4763">
            <a:solidFill>
              <a:srgbClr val="087E8B"/>
            </a:solidFill>
          </a:ln>
        </p:spPr>
      </p:sp>
      <p:sp>
        <p:nvSpPr>
          <p:cNvPr id="14" name="">
            <a:extLst xmlns:a="http://schemas.openxmlformats.org/drawingml/2006/main">
              <a:ext uri="{FF2B5EF4-FFF2-40B4-BE49-F238E27FC236}">
                <a16:creationId xmlns:a16="http://schemas.microsoft.com/office/drawing/2014/main" id="{7053C25E-1E39-49D8-8766-3EDAE690B109}"/>
              </a:ext>
            </a:extLst>
          </p:cNvPr>
          <p:cNvSpPr>
            <a:spLocks xmlns:a="http://schemas.openxmlformats.org/drawingml/2006/main" noGrp="1"/>
          </p:cNvSpPr>
          <p:nvPr/>
        </p:nvSpPr>
        <p:spPr>
          <a:xfrm xmlns:a="http://schemas.openxmlformats.org/drawingml/2006/main">
            <a:off x="5810250" y="4829175"/>
            <a:ext cx="1952625" cy="704850"/>
          </a:xfrm>
          <a:prstGeom xmlns:a="http://schemas.openxmlformats.org/drawingml/2006/main" prst="rect">
            <a:avLst/>
          </a:prstGeom>
          <a:solidFill xmlns:a="http://schemas.openxmlformats.org/drawingml/2006/main">
            <a:srgbClr val="EAF4F3"/>
          </a:solidFill>
          <a:ln xmlns:a="http://schemas.openxmlformats.org/drawingml/2006/main" w="16193">
            <a:solidFill>
              <a:srgbClr val="087E8B"/>
            </a:solidFill>
          </a:ln>
        </p:spPr>
      </p:sp>
      <p:sp>
        <p:nvSpPr>
          <p:cNvPr id="15" name="">
            <a:extLst xmlns:a="http://schemas.openxmlformats.org/drawingml/2006/main">
              <a:ext uri="{FF2B5EF4-FFF2-40B4-BE49-F238E27FC236}">
                <a16:creationId xmlns:a16="http://schemas.microsoft.com/office/drawing/2014/main" id="{5B1285D6-38F5-439C-8CA6-C65A7B30D120}"/>
              </a:ext>
            </a:extLst>
          </p:cNvPr>
          <p:cNvSpPr>
            <a:spLocks xmlns:a="http://schemas.openxmlformats.org/drawingml/2006/main" noGrp="1"/>
          </p:cNvSpPr>
          <p:nvPr/>
        </p:nvSpPr>
        <p:spPr>
          <a:xfrm xmlns:a="http://schemas.openxmlformats.org/drawingml/2006/main">
            <a:off x="5810250" y="4886325"/>
            <a:ext cx="19526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725" b="1">
                <a:solidFill>
                  <a:srgbClr val="193B59"/>
                </a:solidFill>
                <a:latin typeface="Yu Gothic"/>
                <a:ea typeface="Yu Gothic"/>
                <a:cs typeface="Yu Gothic"/>
              </a:defRPr>
            </a:defPPr>
            <a:lvl1pPr algn="ctr">
              <a:buNone/>
              <a:defRPr sz="1725" b="1">
                <a:solidFill>
                  <a:srgbClr val="193B59"/>
                </a:solidFill>
                <a:latin typeface="Yu Gothic"/>
                <a:ea typeface="Yu Gothic"/>
                <a:cs typeface="Yu Gothic"/>
              </a:defRPr>
            </a:lvl1pPr>
            <a:lvl2pPr algn="ctr">
              <a:buNone/>
              <a:defRPr sz="1725" b="1">
                <a:solidFill>
                  <a:srgbClr val="193B59"/>
                </a:solidFill>
                <a:latin typeface="Yu Gothic"/>
                <a:ea typeface="Yu Gothic"/>
                <a:cs typeface="Yu Gothic"/>
              </a:defRPr>
            </a:lvl2pPr>
            <a:lvl3pPr algn="ctr">
              <a:buNone/>
              <a:defRPr sz="1725" b="1">
                <a:solidFill>
                  <a:srgbClr val="193B59"/>
                </a:solidFill>
                <a:latin typeface="Yu Gothic"/>
                <a:ea typeface="Yu Gothic"/>
                <a:cs typeface="Yu Gothic"/>
              </a:defRPr>
            </a:lvl3pPr>
            <a:lvl4pPr algn="ctr">
              <a:buNone/>
              <a:defRPr sz="1725" b="1">
                <a:solidFill>
                  <a:srgbClr val="193B59"/>
                </a:solidFill>
                <a:latin typeface="Yu Gothic"/>
                <a:ea typeface="Yu Gothic"/>
                <a:cs typeface="Yu Gothic"/>
              </a:defRPr>
            </a:lvl4pPr>
            <a:lvl5pPr algn="ctr">
              <a:buNone/>
              <a:defRPr sz="1725" b="1">
                <a:solidFill>
                  <a:srgbClr val="193B59"/>
                </a:solidFill>
                <a:latin typeface="Yu Gothic"/>
                <a:ea typeface="Yu Gothic"/>
                <a:cs typeface="Yu Gothic"/>
              </a:defRPr>
            </a:lvl5pPr>
            <a:lvl6pPr algn="ctr">
              <a:buNone/>
              <a:defRPr sz="1725" b="1">
                <a:solidFill>
                  <a:srgbClr val="193B59"/>
                </a:solidFill>
                <a:latin typeface="Yu Gothic"/>
                <a:ea typeface="Yu Gothic"/>
                <a:cs typeface="Yu Gothic"/>
              </a:defRPr>
            </a:lvl6pPr>
            <a:lvl7pPr algn="ctr">
              <a:buNone/>
              <a:defRPr sz="1725" b="1">
                <a:solidFill>
                  <a:srgbClr val="193B59"/>
                </a:solidFill>
                <a:latin typeface="Yu Gothic"/>
                <a:ea typeface="Yu Gothic"/>
                <a:cs typeface="Yu Gothic"/>
              </a:defRPr>
            </a:lvl7pPr>
            <a:lvl8pPr algn="ctr">
              <a:buNone/>
              <a:defRPr sz="1725" b="1">
                <a:solidFill>
                  <a:srgbClr val="193B59"/>
                </a:solidFill>
                <a:latin typeface="Yu Gothic"/>
                <a:ea typeface="Yu Gothic"/>
                <a:cs typeface="Yu Gothic"/>
              </a:defRPr>
            </a:lvl8pPr>
            <a:lvl9pPr algn="ctr">
              <a:buNone/>
              <a:defRPr sz="1725" b="1">
                <a:solidFill>
                  <a:srgbClr val="193B59"/>
                </a:solidFill>
                <a:latin typeface="Yu Gothic"/>
                <a:ea typeface="Yu Gothic"/>
                <a:cs typeface="Yu Gothic"/>
              </a:defRPr>
            </a:lvl9pPr>
          </a:lstStyle>
          <a:p xmlns:a="http://schemas.openxmlformats.org/drawingml/2006/main">
            <a:pPr algn="ctr">
              <a:buNone/>
              <a:defRPr sz="1725" b="1">
                <a:solidFill>
                  <a:srgbClr val="193B59"/>
                </a:solidFill>
                <a:latin typeface="Yu Gothic"/>
                <a:ea typeface="Yu Gothic"/>
                <a:cs typeface="Yu Gothic"/>
              </a:defRPr>
            </a:pPr>
            <a:r>
              <a:rPr sz="1725" b="1">
                <a:solidFill>
                  <a:srgbClr val="193B59"/>
                </a:solidFill>
                <a:latin typeface="Yu Gothic"/>
                <a:ea typeface="Yu Gothic"/>
                <a:cs typeface="Yu Gothic"/>
              </a:rPr>
              <a:t>部品</a:t>
            </a:r>
          </a:p>
        </p:txBody>
      </p:sp>
      <p:sp>
        <p:nvSpPr>
          <p:cNvPr id="16" name="">
            <a:extLst xmlns:a="http://schemas.openxmlformats.org/drawingml/2006/main">
              <a:ext uri="{FF2B5EF4-FFF2-40B4-BE49-F238E27FC236}">
                <a16:creationId xmlns:a16="http://schemas.microsoft.com/office/drawing/2014/main" id="{A8075BA2-1F0E-4FCA-A9E0-E790AE9A71DA}"/>
              </a:ext>
            </a:extLst>
          </p:cNvPr>
          <p:cNvSpPr>
            <a:spLocks xmlns:a="http://schemas.openxmlformats.org/drawingml/2006/main" noGrp="1"/>
          </p:cNvSpPr>
          <p:nvPr/>
        </p:nvSpPr>
        <p:spPr>
          <a:xfrm xmlns:a="http://schemas.openxmlformats.org/drawingml/2006/main">
            <a:off x="7800975" y="5181600"/>
            <a:ext cx="504825" cy="9525"/>
          </a:xfrm>
          <a:custGeom xmlns:a="http://schemas.openxmlformats.org/drawingml/2006/main">
            <a:pathLst>
              <a:path w="504825" h="9525">
                <a:moveTo>
                  <a:pt x="0" y="0"/>
                </a:moveTo>
                <a:lnTo>
                  <a:pt x="504825" y="0"/>
                </a:lnTo>
              </a:path>
            </a:pathLst>
          </a:custGeom>
          <a:noFill xmlns:a="http://schemas.openxmlformats.org/drawingml/2006/main"/>
          <a:ln xmlns:a="http://schemas.openxmlformats.org/drawingml/2006/main" w="19050">
            <a:solidFill>
              <a:srgbClr val="087E8B"/>
            </a:solidFill>
          </a:ln>
        </p:spPr>
      </p:sp>
      <p:sp>
        <p:nvSpPr>
          <p:cNvPr id="17" name="">
            <a:extLst xmlns:a="http://schemas.openxmlformats.org/drawingml/2006/main">
              <a:ext uri="{FF2B5EF4-FFF2-40B4-BE49-F238E27FC236}">
                <a16:creationId xmlns:a16="http://schemas.microsoft.com/office/drawing/2014/main" id="{D69C1176-8A72-49E7-A467-C56E1D25C82C}"/>
              </a:ext>
            </a:extLst>
          </p:cNvPr>
          <p:cNvSpPr>
            <a:spLocks xmlns:a="http://schemas.openxmlformats.org/drawingml/2006/main" noGrp="1"/>
          </p:cNvSpPr>
          <p:nvPr/>
        </p:nvSpPr>
        <p:spPr>
          <a:xfrm xmlns:a="http://schemas.openxmlformats.org/drawingml/2006/main">
            <a:off x="8191500" y="5133594"/>
            <a:ext cx="114300" cy="96012"/>
          </a:xfrm>
          <a:custGeom xmlns:a="http://schemas.openxmlformats.org/drawingml/2006/main">
            <a:pathLst>
              <a:path w="114300" h="96012">
                <a:moveTo>
                  <a:pt x="114300" y="48006"/>
                </a:moveTo>
                <a:lnTo>
                  <a:pt x="0" y="0"/>
                </a:lnTo>
                <a:lnTo>
                  <a:pt x="0" y="96012"/>
                </a:lnTo>
                <a:close/>
              </a:path>
            </a:pathLst>
          </a:custGeom>
          <a:solidFill xmlns:a="http://schemas.openxmlformats.org/drawingml/2006/main">
            <a:srgbClr val="087E8B"/>
          </a:solidFill>
          <a:ln xmlns:a="http://schemas.openxmlformats.org/drawingml/2006/main" w="4763">
            <a:solidFill>
              <a:srgbClr val="087E8B"/>
            </a:solidFill>
          </a:ln>
        </p:spPr>
      </p:sp>
      <p:sp>
        <p:nvSpPr>
          <p:cNvPr id="18" name="">
            <a:extLst xmlns:a="http://schemas.openxmlformats.org/drawingml/2006/main">
              <a:ext uri="{FF2B5EF4-FFF2-40B4-BE49-F238E27FC236}">
                <a16:creationId xmlns:a16="http://schemas.microsoft.com/office/drawing/2014/main" id="{E6077EFE-62BC-4D79-AEEF-322A8955CCAF}"/>
              </a:ext>
            </a:extLst>
          </p:cNvPr>
          <p:cNvSpPr>
            <a:spLocks xmlns:a="http://schemas.openxmlformats.org/drawingml/2006/main" noGrp="1"/>
          </p:cNvSpPr>
          <p:nvPr/>
        </p:nvSpPr>
        <p:spPr>
          <a:xfrm xmlns:a="http://schemas.openxmlformats.org/drawingml/2006/main">
            <a:off x="8353425" y="4829175"/>
            <a:ext cx="1952625" cy="704850"/>
          </a:xfrm>
          <a:prstGeom xmlns:a="http://schemas.openxmlformats.org/drawingml/2006/main" prst="rect">
            <a:avLst/>
          </a:prstGeom>
          <a:solidFill xmlns:a="http://schemas.openxmlformats.org/drawingml/2006/main">
            <a:srgbClr val="E8F0F4"/>
          </a:solidFill>
          <a:ln xmlns:a="http://schemas.openxmlformats.org/drawingml/2006/main" w="16193">
            <a:solidFill>
              <a:srgbClr val="087E8B"/>
            </a:solidFill>
          </a:ln>
        </p:spPr>
      </p:sp>
      <p:sp>
        <p:nvSpPr>
          <p:cNvPr id="19" name="">
            <a:extLst xmlns:a="http://schemas.openxmlformats.org/drawingml/2006/main">
              <a:ext uri="{FF2B5EF4-FFF2-40B4-BE49-F238E27FC236}">
                <a16:creationId xmlns:a16="http://schemas.microsoft.com/office/drawing/2014/main" id="{F065A303-5E83-405D-81FF-1762D828ECCA}"/>
              </a:ext>
            </a:extLst>
          </p:cNvPr>
          <p:cNvSpPr>
            <a:spLocks xmlns:a="http://schemas.openxmlformats.org/drawingml/2006/main" noGrp="1"/>
          </p:cNvSpPr>
          <p:nvPr/>
        </p:nvSpPr>
        <p:spPr>
          <a:xfrm xmlns:a="http://schemas.openxmlformats.org/drawingml/2006/main">
            <a:off x="8353425" y="4886325"/>
            <a:ext cx="19526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725" b="1">
                <a:solidFill>
                  <a:srgbClr val="193B59"/>
                </a:solidFill>
                <a:latin typeface="Yu Gothic"/>
                <a:ea typeface="Yu Gothic"/>
                <a:cs typeface="Yu Gothic"/>
              </a:defRPr>
            </a:defPPr>
            <a:lvl1pPr algn="ctr">
              <a:buNone/>
              <a:defRPr sz="1725" b="1">
                <a:solidFill>
                  <a:srgbClr val="193B59"/>
                </a:solidFill>
                <a:latin typeface="Yu Gothic"/>
                <a:ea typeface="Yu Gothic"/>
                <a:cs typeface="Yu Gothic"/>
              </a:defRPr>
            </a:lvl1pPr>
            <a:lvl2pPr algn="ctr">
              <a:buNone/>
              <a:defRPr sz="1725" b="1">
                <a:solidFill>
                  <a:srgbClr val="193B59"/>
                </a:solidFill>
                <a:latin typeface="Yu Gothic"/>
                <a:ea typeface="Yu Gothic"/>
                <a:cs typeface="Yu Gothic"/>
              </a:defRPr>
            </a:lvl2pPr>
            <a:lvl3pPr algn="ctr">
              <a:buNone/>
              <a:defRPr sz="1725" b="1">
                <a:solidFill>
                  <a:srgbClr val="193B59"/>
                </a:solidFill>
                <a:latin typeface="Yu Gothic"/>
                <a:ea typeface="Yu Gothic"/>
                <a:cs typeface="Yu Gothic"/>
              </a:defRPr>
            </a:lvl3pPr>
            <a:lvl4pPr algn="ctr">
              <a:buNone/>
              <a:defRPr sz="1725" b="1">
                <a:solidFill>
                  <a:srgbClr val="193B59"/>
                </a:solidFill>
                <a:latin typeface="Yu Gothic"/>
                <a:ea typeface="Yu Gothic"/>
                <a:cs typeface="Yu Gothic"/>
              </a:defRPr>
            </a:lvl4pPr>
            <a:lvl5pPr algn="ctr">
              <a:buNone/>
              <a:defRPr sz="1725" b="1">
                <a:solidFill>
                  <a:srgbClr val="193B59"/>
                </a:solidFill>
                <a:latin typeface="Yu Gothic"/>
                <a:ea typeface="Yu Gothic"/>
                <a:cs typeface="Yu Gothic"/>
              </a:defRPr>
            </a:lvl5pPr>
            <a:lvl6pPr algn="ctr">
              <a:buNone/>
              <a:defRPr sz="1725" b="1">
                <a:solidFill>
                  <a:srgbClr val="193B59"/>
                </a:solidFill>
                <a:latin typeface="Yu Gothic"/>
                <a:ea typeface="Yu Gothic"/>
                <a:cs typeface="Yu Gothic"/>
              </a:defRPr>
            </a:lvl6pPr>
            <a:lvl7pPr algn="ctr">
              <a:buNone/>
              <a:defRPr sz="1725" b="1">
                <a:solidFill>
                  <a:srgbClr val="193B59"/>
                </a:solidFill>
                <a:latin typeface="Yu Gothic"/>
                <a:ea typeface="Yu Gothic"/>
                <a:cs typeface="Yu Gothic"/>
              </a:defRPr>
            </a:lvl7pPr>
            <a:lvl8pPr algn="ctr">
              <a:buNone/>
              <a:defRPr sz="1725" b="1">
                <a:solidFill>
                  <a:srgbClr val="193B59"/>
                </a:solidFill>
                <a:latin typeface="Yu Gothic"/>
                <a:ea typeface="Yu Gothic"/>
                <a:cs typeface="Yu Gothic"/>
              </a:defRPr>
            </a:lvl8pPr>
            <a:lvl9pPr algn="ctr">
              <a:buNone/>
              <a:defRPr sz="1725" b="1">
                <a:solidFill>
                  <a:srgbClr val="193B59"/>
                </a:solidFill>
                <a:latin typeface="Yu Gothic"/>
                <a:ea typeface="Yu Gothic"/>
                <a:cs typeface="Yu Gothic"/>
              </a:defRPr>
            </a:lvl9pPr>
          </a:lstStyle>
          <a:p xmlns:a="http://schemas.openxmlformats.org/drawingml/2006/main">
            <a:pPr algn="ctr">
              <a:buNone/>
              <a:defRPr sz="1725" b="1">
                <a:solidFill>
                  <a:srgbClr val="193B59"/>
                </a:solidFill>
                <a:latin typeface="Yu Gothic"/>
                <a:ea typeface="Yu Gothic"/>
                <a:cs typeface="Yu Gothic"/>
              </a:defRPr>
            </a:pPr>
            <a:r>
              <a:rPr sz="1725" b="1">
                <a:solidFill>
                  <a:srgbClr val="193B59"/>
                </a:solidFill>
                <a:latin typeface="Yu Gothic"/>
                <a:ea typeface="Yu Gothic"/>
                <a:cs typeface="Yu Gothic"/>
              </a:rPr>
              <a:t>用途</a:t>
            </a:r>
          </a:p>
        </p:txBody>
      </p:sp>
      <p:sp>
        <p:nvSpPr>
          <p:cNvPr id="20" name="">
            <a:extLst xmlns:a="http://schemas.openxmlformats.org/drawingml/2006/main">
              <a:ext uri="{FF2B5EF4-FFF2-40B4-BE49-F238E27FC236}">
                <a16:creationId xmlns:a16="http://schemas.microsoft.com/office/drawing/2014/main" id="{8B21E63B-CC50-46B5-9824-E8D6A03F154D}"/>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参照 [6・9・13]</a:t>
            </a:r>
          </a:p>
        </p:txBody>
      </p:sp>
      <p:sp>
        <p:nvSpPr>
          <p:cNvPr id="21" name="">
            <a:extLst xmlns:a="http://schemas.openxmlformats.org/drawingml/2006/main">
              <a:ext uri="{FF2B5EF4-FFF2-40B4-BE49-F238E27FC236}">
                <a16:creationId xmlns:a16="http://schemas.microsoft.com/office/drawing/2014/main" id="{C881B9EA-2EFB-41D4-A36E-E13AB0FA95D1}"/>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発展C</a:t>
            </a:r>
          </a:p>
        </p:txBody>
      </p:sp>
      <p:sp>
        <p:nvSpPr>
          <p:cNvPr id="22" name="">
            <a:extLst xmlns:a="http://schemas.openxmlformats.org/drawingml/2006/main">
              <a:ext uri="{FF2B5EF4-FFF2-40B4-BE49-F238E27FC236}">
                <a16:creationId xmlns:a16="http://schemas.microsoft.com/office/drawing/2014/main" id="{90D16F8C-EB1B-4680-B9F3-53CABBB3FD8A}"/>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28 / 33</a:t>
            </a:r>
          </a:p>
        </p:txBody>
      </p:sp>
    </p:spTree>
    <p:extLst>
      <p:ext uri="{BB962C8B-B14F-4D97-AF65-F5344CB8AC3E}">
        <p14:creationId xmlns:p14="http://schemas.microsoft.com/office/powerpoint/2010/main" val="1121441967"/>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6837E51-71AF-4024-B730-4890E6D95773}"/>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buNone/>
              <a:defRPr sz="2925" b="1">
                <a:solidFill>
                  <a:srgbClr val="193B59"/>
                </a:solidFill>
                <a:latin typeface="Yu Gothic"/>
                <a:ea typeface="Yu Gothic"/>
                <a:cs typeface="Yu Gothic"/>
              </a:defRPr>
            </a:lvl1pPr>
            <a:lvl2pPr>
              <a:buNone/>
              <a:defRPr sz="2925" b="1">
                <a:solidFill>
                  <a:srgbClr val="193B59"/>
                </a:solidFill>
                <a:latin typeface="Yu Gothic"/>
                <a:ea typeface="Yu Gothic"/>
                <a:cs typeface="Yu Gothic"/>
              </a:defRPr>
            </a:lvl2pPr>
            <a:lvl3pPr>
              <a:buNone/>
              <a:defRPr sz="2925" b="1">
                <a:solidFill>
                  <a:srgbClr val="193B59"/>
                </a:solidFill>
                <a:latin typeface="Yu Gothic"/>
                <a:ea typeface="Yu Gothic"/>
                <a:cs typeface="Yu Gothic"/>
              </a:defRPr>
            </a:lvl3pPr>
            <a:lvl4pPr>
              <a:buNone/>
              <a:defRPr sz="2925" b="1">
                <a:solidFill>
                  <a:srgbClr val="193B59"/>
                </a:solidFill>
                <a:latin typeface="Yu Gothic"/>
                <a:ea typeface="Yu Gothic"/>
                <a:cs typeface="Yu Gothic"/>
              </a:defRPr>
            </a:lvl4pPr>
            <a:lvl5pPr>
              <a:buNone/>
              <a:defRPr sz="2925" b="1">
                <a:solidFill>
                  <a:srgbClr val="193B59"/>
                </a:solidFill>
                <a:latin typeface="Yu Gothic"/>
                <a:ea typeface="Yu Gothic"/>
                <a:cs typeface="Yu Gothic"/>
              </a:defRPr>
            </a:lvl5pPr>
            <a:lvl6pPr>
              <a:buNone/>
              <a:defRPr sz="2925" b="1">
                <a:solidFill>
                  <a:srgbClr val="193B59"/>
                </a:solidFill>
                <a:latin typeface="Yu Gothic"/>
                <a:ea typeface="Yu Gothic"/>
                <a:cs typeface="Yu Gothic"/>
              </a:defRPr>
            </a:lvl6pPr>
            <a:lvl7pPr>
              <a:buNone/>
              <a:defRPr sz="2925" b="1">
                <a:solidFill>
                  <a:srgbClr val="193B59"/>
                </a:solidFill>
                <a:latin typeface="Yu Gothic"/>
                <a:ea typeface="Yu Gothic"/>
                <a:cs typeface="Yu Gothic"/>
              </a:defRPr>
            </a:lvl7pPr>
            <a:lvl8pPr>
              <a:buNone/>
              <a:defRPr sz="2925" b="1">
                <a:solidFill>
                  <a:srgbClr val="193B59"/>
                </a:solidFill>
                <a:latin typeface="Yu Gothic"/>
                <a:ea typeface="Yu Gothic"/>
                <a:cs typeface="Yu Gothic"/>
              </a:defRPr>
            </a:lvl8pPr>
            <a:lvl9pPr>
              <a:buNone/>
              <a:defRPr sz="2925" b="1">
                <a:solidFill>
                  <a:srgbClr val="193B59"/>
                </a:solidFill>
                <a:latin typeface="Yu Gothic"/>
                <a:ea typeface="Yu Gothic"/>
                <a:cs typeface="Yu Gothic"/>
              </a:defRPr>
            </a:lvl9pPr>
          </a:lstStyle>
          <a:p xmlns:a="http://schemas.openxmlformats.org/drawingml/2006/main">
            <a:pPr>
              <a:buNone/>
              <a:defRPr sz="2925" b="1">
                <a:solidFill>
                  <a:srgbClr val="193B59"/>
                </a:solidFill>
                <a:latin typeface="Yu Gothic"/>
                <a:ea typeface="Yu Gothic"/>
                <a:cs typeface="Yu Gothic"/>
              </a:defRPr>
            </a:pPr>
            <a:r>
              <a:rPr sz="2925" b="1">
                <a:solidFill>
                  <a:srgbClr val="193B59"/>
                </a:solidFill>
                <a:latin typeface="Yu Gothic"/>
                <a:ea typeface="Yu Gothic"/>
                <a:cs typeface="Yu Gothic"/>
              </a:rPr>
              <a:t>自己確認2：年表を四本の帯にする</a:t>
            </a:r>
          </a:p>
        </p:txBody>
      </p:sp>
      <p:sp>
        <p:nvSpPr>
          <p:cNvPr id="2" name="">
            <a:extLst xmlns:a="http://schemas.openxmlformats.org/drawingml/2006/main">
              <a:ext uri="{FF2B5EF4-FFF2-40B4-BE49-F238E27FC236}">
                <a16:creationId xmlns:a16="http://schemas.microsoft.com/office/drawing/2014/main" id="{6A867DC6-A6C7-4231-88E9-257B9401C112}"/>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1356BECC-3A8A-4E29-9DB9-2D726BD7D7DE}"/>
              </a:ext>
            </a:extLst>
          </p:cNvPr>
          <p:cNvSpPr>
            <a:spLocks xmlns:a="http://schemas.openxmlformats.org/drawingml/2006/main" noGrp="1"/>
          </p:cNvSpPr>
          <p:nvPr/>
        </p:nvSpPr>
        <p:spPr>
          <a:xfrm xmlns:a="http://schemas.openxmlformats.org/drawingml/2006/main">
            <a:off x="809625" y="173355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buNone/>
              <a:defRPr sz="2250" b="1">
                <a:solidFill>
                  <a:srgbClr val="263D4D"/>
                </a:solidFill>
                <a:latin typeface="Yu Gothic"/>
                <a:ea typeface="Yu Gothic"/>
                <a:cs typeface="Yu Gothic"/>
              </a:defRPr>
            </a:lvl1pPr>
            <a:lvl2pPr>
              <a:buNone/>
              <a:defRPr sz="2250" b="1">
                <a:solidFill>
                  <a:srgbClr val="263D4D"/>
                </a:solidFill>
                <a:latin typeface="Yu Gothic"/>
                <a:ea typeface="Yu Gothic"/>
                <a:cs typeface="Yu Gothic"/>
              </a:defRPr>
            </a:lvl2pPr>
            <a:lvl3pPr>
              <a:buNone/>
              <a:defRPr sz="2250" b="1">
                <a:solidFill>
                  <a:srgbClr val="263D4D"/>
                </a:solidFill>
                <a:latin typeface="Yu Gothic"/>
                <a:ea typeface="Yu Gothic"/>
                <a:cs typeface="Yu Gothic"/>
              </a:defRPr>
            </a:lvl3pPr>
            <a:lvl4pPr>
              <a:buNone/>
              <a:defRPr sz="2250" b="1">
                <a:solidFill>
                  <a:srgbClr val="263D4D"/>
                </a:solidFill>
                <a:latin typeface="Yu Gothic"/>
                <a:ea typeface="Yu Gothic"/>
                <a:cs typeface="Yu Gothic"/>
              </a:defRPr>
            </a:lvl4pPr>
            <a:lvl5pPr>
              <a:buNone/>
              <a:defRPr sz="2250" b="1">
                <a:solidFill>
                  <a:srgbClr val="263D4D"/>
                </a:solidFill>
                <a:latin typeface="Yu Gothic"/>
                <a:ea typeface="Yu Gothic"/>
                <a:cs typeface="Yu Gothic"/>
              </a:defRPr>
            </a:lvl5pPr>
            <a:lvl6pPr>
              <a:buNone/>
              <a:defRPr sz="2250" b="1">
                <a:solidFill>
                  <a:srgbClr val="263D4D"/>
                </a:solidFill>
                <a:latin typeface="Yu Gothic"/>
                <a:ea typeface="Yu Gothic"/>
                <a:cs typeface="Yu Gothic"/>
              </a:defRPr>
            </a:lvl6pPr>
            <a:lvl7pPr>
              <a:buNone/>
              <a:defRPr sz="2250" b="1">
                <a:solidFill>
                  <a:srgbClr val="263D4D"/>
                </a:solidFill>
                <a:latin typeface="Yu Gothic"/>
                <a:ea typeface="Yu Gothic"/>
                <a:cs typeface="Yu Gothic"/>
              </a:defRPr>
            </a:lvl7pPr>
            <a:lvl8pPr>
              <a:buNone/>
              <a:defRPr sz="2250" b="1">
                <a:solidFill>
                  <a:srgbClr val="263D4D"/>
                </a:solidFill>
                <a:latin typeface="Yu Gothic"/>
                <a:ea typeface="Yu Gothic"/>
                <a:cs typeface="Yu Gothic"/>
              </a:defRPr>
            </a:lvl8pPr>
            <a:lvl9pPr>
              <a:buNone/>
              <a:defRPr sz="2250" b="1">
                <a:solidFill>
                  <a:srgbClr val="263D4D"/>
                </a:solidFill>
                <a:latin typeface="Yu Gothic"/>
                <a:ea typeface="Yu Gothic"/>
                <a:cs typeface="Yu Gothic"/>
              </a:defRPr>
            </a:lvl9pPr>
          </a:lstStyle>
          <a:p xmlns:a="http://schemas.openxmlformats.org/drawingml/2006/main">
            <a:pPr>
              <a:buNone/>
              <a:defRPr sz="2250" b="1">
                <a:solidFill>
                  <a:srgbClr val="263D4D"/>
                </a:solidFill>
                <a:latin typeface="Yu Gothic"/>
                <a:ea typeface="Yu Gothic"/>
                <a:cs typeface="Yu Gothic"/>
              </a:defRPr>
            </a:pPr>
            <a:r>
              <a:rPr sz="2250" b="1">
                <a:solidFill>
                  <a:srgbClr val="263D4D"/>
                </a:solidFill>
                <a:latin typeface="Yu Gothic"/>
                <a:ea typeface="Yu Gothic"/>
                <a:cs typeface="Yu Gothic"/>
              </a:rPr>
              <a:t>木・焼き物・金属・樹脂の使用を重ねる</a:t>
            </a:r>
          </a:p>
        </p:txBody>
      </p:sp>
      <p:sp>
        <p:nvSpPr>
          <p:cNvPr id="4" name="">
            <a:extLst xmlns:a="http://schemas.openxmlformats.org/drawingml/2006/main">
              <a:ext uri="{FF2B5EF4-FFF2-40B4-BE49-F238E27FC236}">
                <a16:creationId xmlns:a16="http://schemas.microsoft.com/office/drawing/2014/main" id="{AD531DD8-7C50-4E58-9760-614C0B024F6B}"/>
              </a:ext>
            </a:extLst>
          </p:cNvPr>
          <p:cNvSpPr>
            <a:spLocks xmlns:a="http://schemas.openxmlformats.org/drawingml/2006/main" noGrp="1"/>
          </p:cNvSpPr>
          <p:nvPr/>
        </p:nvSpPr>
        <p:spPr>
          <a:xfrm xmlns:a="http://schemas.openxmlformats.org/drawingml/2006/main">
            <a:off x="809625" y="2790825"/>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「登場」と「普及」を分ける</a:t>
            </a:r>
          </a:p>
        </p:txBody>
      </p:sp>
      <p:sp>
        <p:nvSpPr>
          <p:cNvPr id="5" name="">
            <a:extLst xmlns:a="http://schemas.openxmlformats.org/drawingml/2006/main">
              <a:ext uri="{FF2B5EF4-FFF2-40B4-BE49-F238E27FC236}">
                <a16:creationId xmlns:a16="http://schemas.microsoft.com/office/drawing/2014/main" id="{DF9C44E0-4219-4BDE-A617-CE1D00E4C1A4}"/>
              </a:ext>
            </a:extLst>
          </p:cNvPr>
          <p:cNvSpPr>
            <a:spLocks xmlns:a="http://schemas.openxmlformats.org/drawingml/2006/main" noGrp="1"/>
          </p:cNvSpPr>
          <p:nvPr/>
        </p:nvSpPr>
        <p:spPr>
          <a:xfrm xmlns:a="http://schemas.openxmlformats.org/drawingml/2006/main">
            <a:off x="809625" y="384810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どの地域・用途の年表かを明記する</a:t>
            </a:r>
          </a:p>
        </p:txBody>
      </p:sp>
      <p:sp>
        <p:nvSpPr>
          <p:cNvPr id="6" name="">
            <a:extLst xmlns:a="http://schemas.openxmlformats.org/drawingml/2006/main">
              <a:ext uri="{FF2B5EF4-FFF2-40B4-BE49-F238E27FC236}">
                <a16:creationId xmlns:a16="http://schemas.microsoft.com/office/drawing/2014/main" id="{E836003A-7CE0-4566-BF05-AC56961CE452}"/>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参照 [1・4・8・12]</a:t>
            </a:r>
          </a:p>
        </p:txBody>
      </p:sp>
      <p:sp>
        <p:nvSpPr>
          <p:cNvPr id="7" name="">
            <a:extLst xmlns:a="http://schemas.openxmlformats.org/drawingml/2006/main">
              <a:ext uri="{FF2B5EF4-FFF2-40B4-BE49-F238E27FC236}">
                <a16:creationId xmlns:a16="http://schemas.microsoft.com/office/drawing/2014/main" id="{17A2CF6C-F176-464C-9B8B-8156703FBEBD}"/>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発展C</a:t>
            </a:r>
          </a:p>
        </p:txBody>
      </p:sp>
      <p:sp>
        <p:nvSpPr>
          <p:cNvPr id="8" name="">
            <a:extLst xmlns:a="http://schemas.openxmlformats.org/drawingml/2006/main">
              <a:ext uri="{FF2B5EF4-FFF2-40B4-BE49-F238E27FC236}">
                <a16:creationId xmlns:a16="http://schemas.microsoft.com/office/drawing/2014/main" id="{5BFA6FAE-E9D0-4AA5-B612-FDC2094997F6}"/>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29 / 33</a:t>
            </a:r>
          </a:p>
        </p:txBody>
      </p:sp>
    </p:spTree>
    <p:extLst>
      <p:ext uri="{BB962C8B-B14F-4D97-AF65-F5344CB8AC3E}">
        <p14:creationId xmlns:p14="http://schemas.microsoft.com/office/powerpoint/2010/main" val="1642587371"/>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1262A7B5-75C1-498D-957F-48449ED58A6F}"/>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buNone/>
              <a:defRPr sz="2925" b="1">
                <a:solidFill>
                  <a:srgbClr val="193B59"/>
                </a:solidFill>
                <a:latin typeface="Yu Gothic"/>
                <a:ea typeface="Yu Gothic"/>
                <a:cs typeface="Yu Gothic"/>
              </a:defRPr>
            </a:lvl1pPr>
            <a:lvl2pPr>
              <a:buNone/>
              <a:defRPr sz="2925" b="1">
                <a:solidFill>
                  <a:srgbClr val="193B59"/>
                </a:solidFill>
                <a:latin typeface="Yu Gothic"/>
                <a:ea typeface="Yu Gothic"/>
                <a:cs typeface="Yu Gothic"/>
              </a:defRPr>
            </a:lvl2pPr>
            <a:lvl3pPr>
              <a:buNone/>
              <a:defRPr sz="2925" b="1">
                <a:solidFill>
                  <a:srgbClr val="193B59"/>
                </a:solidFill>
                <a:latin typeface="Yu Gothic"/>
                <a:ea typeface="Yu Gothic"/>
                <a:cs typeface="Yu Gothic"/>
              </a:defRPr>
            </a:lvl3pPr>
            <a:lvl4pPr>
              <a:buNone/>
              <a:defRPr sz="2925" b="1">
                <a:solidFill>
                  <a:srgbClr val="193B59"/>
                </a:solidFill>
                <a:latin typeface="Yu Gothic"/>
                <a:ea typeface="Yu Gothic"/>
                <a:cs typeface="Yu Gothic"/>
              </a:defRPr>
            </a:lvl4pPr>
            <a:lvl5pPr>
              <a:buNone/>
              <a:defRPr sz="2925" b="1">
                <a:solidFill>
                  <a:srgbClr val="193B59"/>
                </a:solidFill>
                <a:latin typeface="Yu Gothic"/>
                <a:ea typeface="Yu Gothic"/>
                <a:cs typeface="Yu Gothic"/>
              </a:defRPr>
            </a:lvl5pPr>
            <a:lvl6pPr>
              <a:buNone/>
              <a:defRPr sz="2925" b="1">
                <a:solidFill>
                  <a:srgbClr val="193B59"/>
                </a:solidFill>
                <a:latin typeface="Yu Gothic"/>
                <a:ea typeface="Yu Gothic"/>
                <a:cs typeface="Yu Gothic"/>
              </a:defRPr>
            </a:lvl6pPr>
            <a:lvl7pPr>
              <a:buNone/>
              <a:defRPr sz="2925" b="1">
                <a:solidFill>
                  <a:srgbClr val="193B59"/>
                </a:solidFill>
                <a:latin typeface="Yu Gothic"/>
                <a:ea typeface="Yu Gothic"/>
                <a:cs typeface="Yu Gothic"/>
              </a:defRPr>
            </a:lvl7pPr>
            <a:lvl8pPr>
              <a:buNone/>
              <a:defRPr sz="2925" b="1">
                <a:solidFill>
                  <a:srgbClr val="193B59"/>
                </a:solidFill>
                <a:latin typeface="Yu Gothic"/>
                <a:ea typeface="Yu Gothic"/>
                <a:cs typeface="Yu Gothic"/>
              </a:defRPr>
            </a:lvl8pPr>
            <a:lvl9pPr>
              <a:buNone/>
              <a:defRPr sz="2925" b="1">
                <a:solidFill>
                  <a:srgbClr val="193B59"/>
                </a:solidFill>
                <a:latin typeface="Yu Gothic"/>
                <a:ea typeface="Yu Gothic"/>
                <a:cs typeface="Yu Gothic"/>
              </a:defRPr>
            </a:lvl9pPr>
          </a:lstStyle>
          <a:p xmlns:a="http://schemas.openxmlformats.org/drawingml/2006/main">
            <a:pPr>
              <a:buNone/>
              <a:defRPr sz="2925" b="1">
                <a:solidFill>
                  <a:srgbClr val="193B59"/>
                </a:solidFill>
                <a:latin typeface="Yu Gothic"/>
                <a:ea typeface="Yu Gothic"/>
                <a:cs typeface="Yu Gothic"/>
              </a:defRPr>
            </a:pPr>
            <a:r>
              <a:rPr sz="2925" b="1">
                <a:solidFill>
                  <a:srgbClr val="193B59"/>
                </a:solidFill>
                <a:latin typeface="Yu Gothic"/>
                <a:ea typeface="Yu Gothic"/>
                <a:cs typeface="Yu Gothic"/>
              </a:rPr>
              <a:t>データ・AIで史料を読むとき</a:t>
            </a:r>
          </a:p>
        </p:txBody>
      </p:sp>
      <p:sp>
        <p:nvSpPr>
          <p:cNvPr id="2" name="">
            <a:extLst xmlns:a="http://schemas.openxmlformats.org/drawingml/2006/main">
              <a:ext uri="{FF2B5EF4-FFF2-40B4-BE49-F238E27FC236}">
                <a16:creationId xmlns:a16="http://schemas.microsoft.com/office/drawing/2014/main" id="{9F76B5F5-3E32-4C2B-8ED7-82E4471F838B}"/>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6A7A37BC-6487-4E22-A7F2-3BE925793C4D}"/>
              </a:ext>
            </a:extLst>
          </p:cNvPr>
          <p:cNvSpPr>
            <a:spLocks xmlns:a="http://schemas.openxmlformats.org/drawingml/2006/main" noGrp="1"/>
          </p:cNvSpPr>
          <p:nvPr/>
        </p:nvSpPr>
        <p:spPr>
          <a:xfrm xmlns:a="http://schemas.openxmlformats.org/drawingml/2006/main">
            <a:off x="809625" y="173355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buNone/>
              <a:defRPr sz="2250" b="1">
                <a:solidFill>
                  <a:srgbClr val="263D4D"/>
                </a:solidFill>
                <a:latin typeface="Yu Gothic"/>
                <a:ea typeface="Yu Gothic"/>
                <a:cs typeface="Yu Gothic"/>
              </a:defRPr>
            </a:lvl1pPr>
            <a:lvl2pPr>
              <a:buNone/>
              <a:defRPr sz="2250" b="1">
                <a:solidFill>
                  <a:srgbClr val="263D4D"/>
                </a:solidFill>
                <a:latin typeface="Yu Gothic"/>
                <a:ea typeface="Yu Gothic"/>
                <a:cs typeface="Yu Gothic"/>
              </a:defRPr>
            </a:lvl2pPr>
            <a:lvl3pPr>
              <a:buNone/>
              <a:defRPr sz="2250" b="1">
                <a:solidFill>
                  <a:srgbClr val="263D4D"/>
                </a:solidFill>
                <a:latin typeface="Yu Gothic"/>
                <a:ea typeface="Yu Gothic"/>
                <a:cs typeface="Yu Gothic"/>
              </a:defRPr>
            </a:lvl3pPr>
            <a:lvl4pPr>
              <a:buNone/>
              <a:defRPr sz="2250" b="1">
                <a:solidFill>
                  <a:srgbClr val="263D4D"/>
                </a:solidFill>
                <a:latin typeface="Yu Gothic"/>
                <a:ea typeface="Yu Gothic"/>
                <a:cs typeface="Yu Gothic"/>
              </a:defRPr>
            </a:lvl4pPr>
            <a:lvl5pPr>
              <a:buNone/>
              <a:defRPr sz="2250" b="1">
                <a:solidFill>
                  <a:srgbClr val="263D4D"/>
                </a:solidFill>
                <a:latin typeface="Yu Gothic"/>
                <a:ea typeface="Yu Gothic"/>
                <a:cs typeface="Yu Gothic"/>
              </a:defRPr>
            </a:lvl5pPr>
            <a:lvl6pPr>
              <a:buNone/>
              <a:defRPr sz="2250" b="1">
                <a:solidFill>
                  <a:srgbClr val="263D4D"/>
                </a:solidFill>
                <a:latin typeface="Yu Gothic"/>
                <a:ea typeface="Yu Gothic"/>
                <a:cs typeface="Yu Gothic"/>
              </a:defRPr>
            </a:lvl6pPr>
            <a:lvl7pPr>
              <a:buNone/>
              <a:defRPr sz="2250" b="1">
                <a:solidFill>
                  <a:srgbClr val="263D4D"/>
                </a:solidFill>
                <a:latin typeface="Yu Gothic"/>
                <a:ea typeface="Yu Gothic"/>
                <a:cs typeface="Yu Gothic"/>
              </a:defRPr>
            </a:lvl7pPr>
            <a:lvl8pPr>
              <a:buNone/>
              <a:defRPr sz="2250" b="1">
                <a:solidFill>
                  <a:srgbClr val="263D4D"/>
                </a:solidFill>
                <a:latin typeface="Yu Gothic"/>
                <a:ea typeface="Yu Gothic"/>
                <a:cs typeface="Yu Gothic"/>
              </a:defRPr>
            </a:lvl8pPr>
            <a:lvl9pPr>
              <a:buNone/>
              <a:defRPr sz="2250" b="1">
                <a:solidFill>
                  <a:srgbClr val="263D4D"/>
                </a:solidFill>
                <a:latin typeface="Yu Gothic"/>
                <a:ea typeface="Yu Gothic"/>
                <a:cs typeface="Yu Gothic"/>
              </a:defRPr>
            </a:lvl9pPr>
          </a:lstStyle>
          <a:p xmlns:a="http://schemas.openxmlformats.org/drawingml/2006/main">
            <a:pPr>
              <a:buNone/>
              <a:defRPr sz="2250" b="1">
                <a:solidFill>
                  <a:srgbClr val="263D4D"/>
                </a:solidFill>
                <a:latin typeface="Yu Gothic"/>
                <a:ea typeface="Yu Gothic"/>
                <a:cs typeface="Yu Gothic"/>
              </a:defRPr>
            </a:pPr>
            <a:r>
              <a:rPr sz="2250" b="1">
                <a:solidFill>
                  <a:srgbClr val="263D4D"/>
                </a:solidFill>
                <a:latin typeface="Yu Gothic"/>
                <a:ea typeface="Yu Gothic"/>
                <a:cs typeface="Yu Gothic"/>
              </a:rPr>
              <a:t>画像認識やOCRの結果を原物と照合</a:t>
            </a:r>
          </a:p>
        </p:txBody>
      </p:sp>
      <p:sp>
        <p:nvSpPr>
          <p:cNvPr id="4" name="">
            <a:extLst xmlns:a="http://schemas.openxmlformats.org/drawingml/2006/main">
              <a:ext uri="{FF2B5EF4-FFF2-40B4-BE49-F238E27FC236}">
                <a16:creationId xmlns:a16="http://schemas.microsoft.com/office/drawing/2014/main" id="{4E43699C-B59A-4230-ADD1-8AC07FD411F9}"/>
              </a:ext>
            </a:extLst>
          </p:cNvPr>
          <p:cNvSpPr>
            <a:spLocks xmlns:a="http://schemas.openxmlformats.org/drawingml/2006/main" noGrp="1"/>
          </p:cNvSpPr>
          <p:nvPr/>
        </p:nvSpPr>
        <p:spPr>
          <a:xfrm xmlns:a="http://schemas.openxmlformats.org/drawingml/2006/main">
            <a:off x="809625" y="2790825"/>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残る資料・公開資料の偏りに注意</a:t>
            </a:r>
          </a:p>
        </p:txBody>
      </p:sp>
      <p:sp>
        <p:nvSpPr>
          <p:cNvPr id="5" name="">
            <a:extLst xmlns:a="http://schemas.openxmlformats.org/drawingml/2006/main">
              <a:ext uri="{FF2B5EF4-FFF2-40B4-BE49-F238E27FC236}">
                <a16:creationId xmlns:a16="http://schemas.microsoft.com/office/drawing/2014/main" id="{8AC69DDF-B781-4544-98C7-6F987618B790}"/>
              </a:ext>
            </a:extLst>
          </p:cNvPr>
          <p:cNvSpPr>
            <a:spLocks xmlns:a="http://schemas.openxmlformats.org/drawingml/2006/main" noGrp="1"/>
          </p:cNvSpPr>
          <p:nvPr/>
        </p:nvSpPr>
        <p:spPr>
          <a:xfrm xmlns:a="http://schemas.openxmlformats.org/drawingml/2006/main">
            <a:off x="809625" y="384810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AIの推定は「出典と条件付きの仮説」</a:t>
            </a:r>
          </a:p>
        </p:txBody>
      </p:sp>
      <p:sp>
        <p:nvSpPr>
          <p:cNvPr id="6" name="">
            <a:extLst xmlns:a="http://schemas.openxmlformats.org/drawingml/2006/main">
              <a:ext uri="{FF2B5EF4-FFF2-40B4-BE49-F238E27FC236}">
                <a16:creationId xmlns:a16="http://schemas.microsoft.com/office/drawing/2014/main" id="{BFCBB73A-7AD3-4BF8-B781-00CDB71916CE}"/>
              </a:ext>
            </a:extLst>
          </p:cNvPr>
          <p:cNvSpPr>
            <a:spLocks xmlns:a="http://schemas.openxmlformats.org/drawingml/2006/main" noGrp="1"/>
          </p:cNvSpPr>
          <p:nvPr/>
        </p:nvSpPr>
        <p:spPr>
          <a:xfrm xmlns:a="http://schemas.openxmlformats.org/drawingml/2006/main">
            <a:off x="723900" y="4829175"/>
            <a:ext cx="1952625" cy="704850"/>
          </a:xfrm>
          <a:prstGeom xmlns:a="http://schemas.openxmlformats.org/drawingml/2006/main" prst="rect">
            <a:avLst/>
          </a:prstGeom>
          <a:solidFill xmlns:a="http://schemas.openxmlformats.org/drawingml/2006/main">
            <a:srgbClr val="EAF4F3"/>
          </a:solidFill>
          <a:ln xmlns:a="http://schemas.openxmlformats.org/drawingml/2006/main" w="16193">
            <a:solidFill>
              <a:srgbClr val="087E8B"/>
            </a:solidFill>
          </a:ln>
        </p:spPr>
      </p:sp>
      <p:sp>
        <p:nvSpPr>
          <p:cNvPr id="7" name="">
            <a:extLst xmlns:a="http://schemas.openxmlformats.org/drawingml/2006/main">
              <a:ext uri="{FF2B5EF4-FFF2-40B4-BE49-F238E27FC236}">
                <a16:creationId xmlns:a16="http://schemas.microsoft.com/office/drawing/2014/main" id="{FC3CEF43-DBA3-4892-8085-6E81CE611CA7}"/>
              </a:ext>
            </a:extLst>
          </p:cNvPr>
          <p:cNvSpPr>
            <a:spLocks xmlns:a="http://schemas.openxmlformats.org/drawingml/2006/main" noGrp="1"/>
          </p:cNvSpPr>
          <p:nvPr/>
        </p:nvSpPr>
        <p:spPr>
          <a:xfrm xmlns:a="http://schemas.openxmlformats.org/drawingml/2006/main">
            <a:off x="723900" y="4886325"/>
            <a:ext cx="19526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725" b="1">
                <a:solidFill>
                  <a:srgbClr val="193B59"/>
                </a:solidFill>
                <a:latin typeface="Yu Gothic"/>
                <a:ea typeface="Yu Gothic"/>
                <a:cs typeface="Yu Gothic"/>
              </a:defRPr>
            </a:defPPr>
            <a:lvl1pPr algn="ctr">
              <a:buNone/>
              <a:defRPr sz="1725" b="1">
                <a:solidFill>
                  <a:srgbClr val="193B59"/>
                </a:solidFill>
                <a:latin typeface="Yu Gothic"/>
                <a:ea typeface="Yu Gothic"/>
                <a:cs typeface="Yu Gothic"/>
              </a:defRPr>
            </a:lvl1pPr>
            <a:lvl2pPr algn="ctr">
              <a:buNone/>
              <a:defRPr sz="1725" b="1">
                <a:solidFill>
                  <a:srgbClr val="193B59"/>
                </a:solidFill>
                <a:latin typeface="Yu Gothic"/>
                <a:ea typeface="Yu Gothic"/>
                <a:cs typeface="Yu Gothic"/>
              </a:defRPr>
            </a:lvl2pPr>
            <a:lvl3pPr algn="ctr">
              <a:buNone/>
              <a:defRPr sz="1725" b="1">
                <a:solidFill>
                  <a:srgbClr val="193B59"/>
                </a:solidFill>
                <a:latin typeface="Yu Gothic"/>
                <a:ea typeface="Yu Gothic"/>
                <a:cs typeface="Yu Gothic"/>
              </a:defRPr>
            </a:lvl3pPr>
            <a:lvl4pPr algn="ctr">
              <a:buNone/>
              <a:defRPr sz="1725" b="1">
                <a:solidFill>
                  <a:srgbClr val="193B59"/>
                </a:solidFill>
                <a:latin typeface="Yu Gothic"/>
                <a:ea typeface="Yu Gothic"/>
                <a:cs typeface="Yu Gothic"/>
              </a:defRPr>
            </a:lvl4pPr>
            <a:lvl5pPr algn="ctr">
              <a:buNone/>
              <a:defRPr sz="1725" b="1">
                <a:solidFill>
                  <a:srgbClr val="193B59"/>
                </a:solidFill>
                <a:latin typeface="Yu Gothic"/>
                <a:ea typeface="Yu Gothic"/>
                <a:cs typeface="Yu Gothic"/>
              </a:defRPr>
            </a:lvl5pPr>
            <a:lvl6pPr algn="ctr">
              <a:buNone/>
              <a:defRPr sz="1725" b="1">
                <a:solidFill>
                  <a:srgbClr val="193B59"/>
                </a:solidFill>
                <a:latin typeface="Yu Gothic"/>
                <a:ea typeface="Yu Gothic"/>
                <a:cs typeface="Yu Gothic"/>
              </a:defRPr>
            </a:lvl6pPr>
            <a:lvl7pPr algn="ctr">
              <a:buNone/>
              <a:defRPr sz="1725" b="1">
                <a:solidFill>
                  <a:srgbClr val="193B59"/>
                </a:solidFill>
                <a:latin typeface="Yu Gothic"/>
                <a:ea typeface="Yu Gothic"/>
                <a:cs typeface="Yu Gothic"/>
              </a:defRPr>
            </a:lvl7pPr>
            <a:lvl8pPr algn="ctr">
              <a:buNone/>
              <a:defRPr sz="1725" b="1">
                <a:solidFill>
                  <a:srgbClr val="193B59"/>
                </a:solidFill>
                <a:latin typeface="Yu Gothic"/>
                <a:ea typeface="Yu Gothic"/>
                <a:cs typeface="Yu Gothic"/>
              </a:defRPr>
            </a:lvl8pPr>
            <a:lvl9pPr algn="ctr">
              <a:buNone/>
              <a:defRPr sz="1725" b="1">
                <a:solidFill>
                  <a:srgbClr val="193B59"/>
                </a:solidFill>
                <a:latin typeface="Yu Gothic"/>
                <a:ea typeface="Yu Gothic"/>
                <a:cs typeface="Yu Gothic"/>
              </a:defRPr>
            </a:lvl9pPr>
          </a:lstStyle>
          <a:p xmlns:a="http://schemas.openxmlformats.org/drawingml/2006/main">
            <a:pPr algn="ctr">
              <a:buNone/>
              <a:defRPr sz="1725" b="1">
                <a:solidFill>
                  <a:srgbClr val="193B59"/>
                </a:solidFill>
                <a:latin typeface="Yu Gothic"/>
                <a:ea typeface="Yu Gothic"/>
                <a:cs typeface="Yu Gothic"/>
              </a:defRPr>
            </a:pPr>
            <a:r>
              <a:rPr sz="1725" b="1">
                <a:solidFill>
                  <a:srgbClr val="193B59"/>
                </a:solidFill>
                <a:latin typeface="Yu Gothic"/>
                <a:ea typeface="Yu Gothic"/>
                <a:cs typeface="Yu Gothic"/>
              </a:rPr>
              <a:t>資料画像</a:t>
            </a:r>
          </a:p>
        </p:txBody>
      </p:sp>
      <p:sp>
        <p:nvSpPr>
          <p:cNvPr id="8" name="">
            <a:extLst xmlns:a="http://schemas.openxmlformats.org/drawingml/2006/main">
              <a:ext uri="{FF2B5EF4-FFF2-40B4-BE49-F238E27FC236}">
                <a16:creationId xmlns:a16="http://schemas.microsoft.com/office/drawing/2014/main" id="{6D9E37DE-AE7A-4B21-80BC-4612EC81DD26}"/>
              </a:ext>
            </a:extLst>
          </p:cNvPr>
          <p:cNvSpPr>
            <a:spLocks xmlns:a="http://schemas.openxmlformats.org/drawingml/2006/main" noGrp="1"/>
          </p:cNvSpPr>
          <p:nvPr/>
        </p:nvSpPr>
        <p:spPr>
          <a:xfrm xmlns:a="http://schemas.openxmlformats.org/drawingml/2006/main">
            <a:off x="2714625" y="5181600"/>
            <a:ext cx="504825" cy="9525"/>
          </a:xfrm>
          <a:custGeom xmlns:a="http://schemas.openxmlformats.org/drawingml/2006/main">
            <a:pathLst>
              <a:path w="504825" h="9525">
                <a:moveTo>
                  <a:pt x="0" y="0"/>
                </a:moveTo>
                <a:lnTo>
                  <a:pt x="504825" y="0"/>
                </a:lnTo>
              </a:path>
            </a:pathLst>
          </a:custGeom>
          <a:noFill xmlns:a="http://schemas.openxmlformats.org/drawingml/2006/main"/>
          <a:ln xmlns:a="http://schemas.openxmlformats.org/drawingml/2006/main" w="19050">
            <a:solidFill>
              <a:srgbClr val="087E8B"/>
            </a:solidFill>
          </a:ln>
        </p:spPr>
      </p:sp>
      <p:sp>
        <p:nvSpPr>
          <p:cNvPr id="9" name="">
            <a:extLst xmlns:a="http://schemas.openxmlformats.org/drawingml/2006/main">
              <a:ext uri="{FF2B5EF4-FFF2-40B4-BE49-F238E27FC236}">
                <a16:creationId xmlns:a16="http://schemas.microsoft.com/office/drawing/2014/main" id="{AC944FD1-D718-4749-871B-1DF033F278FC}"/>
              </a:ext>
            </a:extLst>
          </p:cNvPr>
          <p:cNvSpPr>
            <a:spLocks xmlns:a="http://schemas.openxmlformats.org/drawingml/2006/main" noGrp="1"/>
          </p:cNvSpPr>
          <p:nvPr/>
        </p:nvSpPr>
        <p:spPr>
          <a:xfrm xmlns:a="http://schemas.openxmlformats.org/drawingml/2006/main">
            <a:off x="3105150" y="5133594"/>
            <a:ext cx="114300" cy="96012"/>
          </a:xfrm>
          <a:custGeom xmlns:a="http://schemas.openxmlformats.org/drawingml/2006/main">
            <a:pathLst>
              <a:path w="114300" h="96012">
                <a:moveTo>
                  <a:pt x="114300" y="48006"/>
                </a:moveTo>
                <a:lnTo>
                  <a:pt x="0" y="0"/>
                </a:lnTo>
                <a:lnTo>
                  <a:pt x="0" y="96012"/>
                </a:lnTo>
                <a:close/>
              </a:path>
            </a:pathLst>
          </a:custGeom>
          <a:solidFill xmlns:a="http://schemas.openxmlformats.org/drawingml/2006/main">
            <a:srgbClr val="087E8B"/>
          </a:solidFill>
          <a:ln xmlns:a="http://schemas.openxmlformats.org/drawingml/2006/main" w="4763">
            <a:solidFill>
              <a:srgbClr val="087E8B"/>
            </a:solidFill>
          </a:ln>
        </p:spPr>
      </p:sp>
      <p:sp>
        <p:nvSpPr>
          <p:cNvPr id="10" name="">
            <a:extLst xmlns:a="http://schemas.openxmlformats.org/drawingml/2006/main">
              <a:ext uri="{FF2B5EF4-FFF2-40B4-BE49-F238E27FC236}">
                <a16:creationId xmlns:a16="http://schemas.microsoft.com/office/drawing/2014/main" id="{6A6382C0-19F8-4825-B60B-B0430116B554}"/>
              </a:ext>
            </a:extLst>
          </p:cNvPr>
          <p:cNvSpPr>
            <a:spLocks xmlns:a="http://schemas.openxmlformats.org/drawingml/2006/main" noGrp="1"/>
          </p:cNvSpPr>
          <p:nvPr/>
        </p:nvSpPr>
        <p:spPr>
          <a:xfrm xmlns:a="http://schemas.openxmlformats.org/drawingml/2006/main">
            <a:off x="3267075" y="4829175"/>
            <a:ext cx="1952625" cy="704850"/>
          </a:xfrm>
          <a:prstGeom xmlns:a="http://schemas.openxmlformats.org/drawingml/2006/main" prst="rect">
            <a:avLst/>
          </a:prstGeom>
          <a:solidFill xmlns:a="http://schemas.openxmlformats.org/drawingml/2006/main">
            <a:srgbClr val="E8F0F4"/>
          </a:solidFill>
          <a:ln xmlns:a="http://schemas.openxmlformats.org/drawingml/2006/main" w="16193">
            <a:solidFill>
              <a:srgbClr val="087E8B"/>
            </a:solidFill>
          </a:ln>
        </p:spPr>
      </p:sp>
      <p:sp>
        <p:nvSpPr>
          <p:cNvPr id="11" name="">
            <a:extLst xmlns:a="http://schemas.openxmlformats.org/drawingml/2006/main">
              <a:ext uri="{FF2B5EF4-FFF2-40B4-BE49-F238E27FC236}">
                <a16:creationId xmlns:a16="http://schemas.microsoft.com/office/drawing/2014/main" id="{E58657A1-6F95-47BE-B781-47DF2152654A}"/>
              </a:ext>
            </a:extLst>
          </p:cNvPr>
          <p:cNvSpPr>
            <a:spLocks xmlns:a="http://schemas.openxmlformats.org/drawingml/2006/main" noGrp="1"/>
          </p:cNvSpPr>
          <p:nvPr/>
        </p:nvSpPr>
        <p:spPr>
          <a:xfrm xmlns:a="http://schemas.openxmlformats.org/drawingml/2006/main">
            <a:off x="3267075" y="4886325"/>
            <a:ext cx="19526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725" b="1">
                <a:solidFill>
                  <a:srgbClr val="193B59"/>
                </a:solidFill>
                <a:latin typeface="Yu Gothic"/>
                <a:ea typeface="Yu Gothic"/>
                <a:cs typeface="Yu Gothic"/>
              </a:defRPr>
            </a:defPPr>
            <a:lvl1pPr algn="ctr">
              <a:buNone/>
              <a:defRPr sz="1725" b="1">
                <a:solidFill>
                  <a:srgbClr val="193B59"/>
                </a:solidFill>
                <a:latin typeface="Yu Gothic"/>
                <a:ea typeface="Yu Gothic"/>
                <a:cs typeface="Yu Gothic"/>
              </a:defRPr>
            </a:lvl1pPr>
            <a:lvl2pPr algn="ctr">
              <a:buNone/>
              <a:defRPr sz="1725" b="1">
                <a:solidFill>
                  <a:srgbClr val="193B59"/>
                </a:solidFill>
                <a:latin typeface="Yu Gothic"/>
                <a:ea typeface="Yu Gothic"/>
                <a:cs typeface="Yu Gothic"/>
              </a:defRPr>
            </a:lvl2pPr>
            <a:lvl3pPr algn="ctr">
              <a:buNone/>
              <a:defRPr sz="1725" b="1">
                <a:solidFill>
                  <a:srgbClr val="193B59"/>
                </a:solidFill>
                <a:latin typeface="Yu Gothic"/>
                <a:ea typeface="Yu Gothic"/>
                <a:cs typeface="Yu Gothic"/>
              </a:defRPr>
            </a:lvl3pPr>
            <a:lvl4pPr algn="ctr">
              <a:buNone/>
              <a:defRPr sz="1725" b="1">
                <a:solidFill>
                  <a:srgbClr val="193B59"/>
                </a:solidFill>
                <a:latin typeface="Yu Gothic"/>
                <a:ea typeface="Yu Gothic"/>
                <a:cs typeface="Yu Gothic"/>
              </a:defRPr>
            </a:lvl4pPr>
            <a:lvl5pPr algn="ctr">
              <a:buNone/>
              <a:defRPr sz="1725" b="1">
                <a:solidFill>
                  <a:srgbClr val="193B59"/>
                </a:solidFill>
                <a:latin typeface="Yu Gothic"/>
                <a:ea typeface="Yu Gothic"/>
                <a:cs typeface="Yu Gothic"/>
              </a:defRPr>
            </a:lvl5pPr>
            <a:lvl6pPr algn="ctr">
              <a:buNone/>
              <a:defRPr sz="1725" b="1">
                <a:solidFill>
                  <a:srgbClr val="193B59"/>
                </a:solidFill>
                <a:latin typeface="Yu Gothic"/>
                <a:ea typeface="Yu Gothic"/>
                <a:cs typeface="Yu Gothic"/>
              </a:defRPr>
            </a:lvl6pPr>
            <a:lvl7pPr algn="ctr">
              <a:buNone/>
              <a:defRPr sz="1725" b="1">
                <a:solidFill>
                  <a:srgbClr val="193B59"/>
                </a:solidFill>
                <a:latin typeface="Yu Gothic"/>
                <a:ea typeface="Yu Gothic"/>
                <a:cs typeface="Yu Gothic"/>
              </a:defRPr>
            </a:lvl7pPr>
            <a:lvl8pPr algn="ctr">
              <a:buNone/>
              <a:defRPr sz="1725" b="1">
                <a:solidFill>
                  <a:srgbClr val="193B59"/>
                </a:solidFill>
                <a:latin typeface="Yu Gothic"/>
                <a:ea typeface="Yu Gothic"/>
                <a:cs typeface="Yu Gothic"/>
              </a:defRPr>
            </a:lvl8pPr>
            <a:lvl9pPr algn="ctr">
              <a:buNone/>
              <a:defRPr sz="1725" b="1">
                <a:solidFill>
                  <a:srgbClr val="193B59"/>
                </a:solidFill>
                <a:latin typeface="Yu Gothic"/>
                <a:ea typeface="Yu Gothic"/>
                <a:cs typeface="Yu Gothic"/>
              </a:defRPr>
            </a:lvl9pPr>
          </a:lstStyle>
          <a:p xmlns:a="http://schemas.openxmlformats.org/drawingml/2006/main">
            <a:pPr algn="ctr">
              <a:buNone/>
              <a:defRPr sz="1725" b="1">
                <a:solidFill>
                  <a:srgbClr val="193B59"/>
                </a:solidFill>
                <a:latin typeface="Yu Gothic"/>
                <a:ea typeface="Yu Gothic"/>
                <a:cs typeface="Yu Gothic"/>
              </a:defRPr>
            </a:pPr>
            <a:r>
              <a:rPr sz="1725" b="1">
                <a:solidFill>
                  <a:srgbClr val="193B59"/>
                </a:solidFill>
                <a:latin typeface="Yu Gothic"/>
                <a:ea typeface="Yu Gothic"/>
                <a:cs typeface="Yu Gothic"/>
              </a:rPr>
              <a:t>OCR</a:t>
            </a:r>
          </a:p>
        </p:txBody>
      </p:sp>
      <p:sp>
        <p:nvSpPr>
          <p:cNvPr id="12" name="">
            <a:extLst xmlns:a="http://schemas.openxmlformats.org/drawingml/2006/main">
              <a:ext uri="{FF2B5EF4-FFF2-40B4-BE49-F238E27FC236}">
                <a16:creationId xmlns:a16="http://schemas.microsoft.com/office/drawing/2014/main" id="{295DFD79-E74D-4E5D-B606-1F265730CBAE}"/>
              </a:ext>
            </a:extLst>
          </p:cNvPr>
          <p:cNvSpPr>
            <a:spLocks xmlns:a="http://schemas.openxmlformats.org/drawingml/2006/main" noGrp="1"/>
          </p:cNvSpPr>
          <p:nvPr/>
        </p:nvSpPr>
        <p:spPr>
          <a:xfrm xmlns:a="http://schemas.openxmlformats.org/drawingml/2006/main">
            <a:off x="5257800" y="5181600"/>
            <a:ext cx="504825" cy="9525"/>
          </a:xfrm>
          <a:custGeom xmlns:a="http://schemas.openxmlformats.org/drawingml/2006/main">
            <a:pathLst>
              <a:path w="504825" h="9525">
                <a:moveTo>
                  <a:pt x="0" y="0"/>
                </a:moveTo>
                <a:lnTo>
                  <a:pt x="504825" y="0"/>
                </a:lnTo>
              </a:path>
            </a:pathLst>
          </a:custGeom>
          <a:noFill xmlns:a="http://schemas.openxmlformats.org/drawingml/2006/main"/>
          <a:ln xmlns:a="http://schemas.openxmlformats.org/drawingml/2006/main" w="19050">
            <a:solidFill>
              <a:srgbClr val="087E8B"/>
            </a:solidFill>
          </a:ln>
        </p:spPr>
      </p:sp>
      <p:sp>
        <p:nvSpPr>
          <p:cNvPr id="13" name="">
            <a:extLst xmlns:a="http://schemas.openxmlformats.org/drawingml/2006/main">
              <a:ext uri="{FF2B5EF4-FFF2-40B4-BE49-F238E27FC236}">
                <a16:creationId xmlns:a16="http://schemas.microsoft.com/office/drawing/2014/main" id="{FAC8F404-94BE-4320-AF4E-C79275AB91E6}"/>
              </a:ext>
            </a:extLst>
          </p:cNvPr>
          <p:cNvSpPr>
            <a:spLocks xmlns:a="http://schemas.openxmlformats.org/drawingml/2006/main" noGrp="1"/>
          </p:cNvSpPr>
          <p:nvPr/>
        </p:nvSpPr>
        <p:spPr>
          <a:xfrm xmlns:a="http://schemas.openxmlformats.org/drawingml/2006/main">
            <a:off x="5648325" y="5133594"/>
            <a:ext cx="114300" cy="96012"/>
          </a:xfrm>
          <a:custGeom xmlns:a="http://schemas.openxmlformats.org/drawingml/2006/main">
            <a:pathLst>
              <a:path w="114300" h="96012">
                <a:moveTo>
                  <a:pt x="114300" y="48006"/>
                </a:moveTo>
                <a:lnTo>
                  <a:pt x="0" y="0"/>
                </a:lnTo>
                <a:lnTo>
                  <a:pt x="0" y="96012"/>
                </a:lnTo>
                <a:close/>
              </a:path>
            </a:pathLst>
          </a:custGeom>
          <a:solidFill xmlns:a="http://schemas.openxmlformats.org/drawingml/2006/main">
            <a:srgbClr val="087E8B"/>
          </a:solidFill>
          <a:ln xmlns:a="http://schemas.openxmlformats.org/drawingml/2006/main" w="4763">
            <a:solidFill>
              <a:srgbClr val="087E8B"/>
            </a:solidFill>
          </a:ln>
        </p:spPr>
      </p:sp>
      <p:sp>
        <p:nvSpPr>
          <p:cNvPr id="14" name="">
            <a:extLst xmlns:a="http://schemas.openxmlformats.org/drawingml/2006/main">
              <a:ext uri="{FF2B5EF4-FFF2-40B4-BE49-F238E27FC236}">
                <a16:creationId xmlns:a16="http://schemas.microsoft.com/office/drawing/2014/main" id="{B07E0C53-8CDD-498A-8EE4-B85307A66A5D}"/>
              </a:ext>
            </a:extLst>
          </p:cNvPr>
          <p:cNvSpPr>
            <a:spLocks xmlns:a="http://schemas.openxmlformats.org/drawingml/2006/main" noGrp="1"/>
          </p:cNvSpPr>
          <p:nvPr/>
        </p:nvSpPr>
        <p:spPr>
          <a:xfrm xmlns:a="http://schemas.openxmlformats.org/drawingml/2006/main">
            <a:off x="5810250" y="4829175"/>
            <a:ext cx="1952625" cy="704850"/>
          </a:xfrm>
          <a:prstGeom xmlns:a="http://schemas.openxmlformats.org/drawingml/2006/main" prst="rect">
            <a:avLst/>
          </a:prstGeom>
          <a:solidFill xmlns:a="http://schemas.openxmlformats.org/drawingml/2006/main">
            <a:srgbClr val="EAF4F3"/>
          </a:solidFill>
          <a:ln xmlns:a="http://schemas.openxmlformats.org/drawingml/2006/main" w="16193">
            <a:solidFill>
              <a:srgbClr val="087E8B"/>
            </a:solidFill>
          </a:ln>
        </p:spPr>
      </p:sp>
      <p:sp>
        <p:nvSpPr>
          <p:cNvPr id="15" name="">
            <a:extLst xmlns:a="http://schemas.openxmlformats.org/drawingml/2006/main">
              <a:ext uri="{FF2B5EF4-FFF2-40B4-BE49-F238E27FC236}">
                <a16:creationId xmlns:a16="http://schemas.microsoft.com/office/drawing/2014/main" id="{32298B41-6A17-407F-A988-6747F422A36C}"/>
              </a:ext>
            </a:extLst>
          </p:cNvPr>
          <p:cNvSpPr>
            <a:spLocks xmlns:a="http://schemas.openxmlformats.org/drawingml/2006/main" noGrp="1"/>
          </p:cNvSpPr>
          <p:nvPr/>
        </p:nvSpPr>
        <p:spPr>
          <a:xfrm xmlns:a="http://schemas.openxmlformats.org/drawingml/2006/main">
            <a:off x="5810250" y="4886325"/>
            <a:ext cx="19526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725" b="1">
                <a:solidFill>
                  <a:srgbClr val="193B59"/>
                </a:solidFill>
                <a:latin typeface="Yu Gothic"/>
                <a:ea typeface="Yu Gothic"/>
                <a:cs typeface="Yu Gothic"/>
              </a:defRPr>
            </a:defPPr>
            <a:lvl1pPr algn="ctr">
              <a:buNone/>
              <a:defRPr sz="1725" b="1">
                <a:solidFill>
                  <a:srgbClr val="193B59"/>
                </a:solidFill>
                <a:latin typeface="Yu Gothic"/>
                <a:ea typeface="Yu Gothic"/>
                <a:cs typeface="Yu Gothic"/>
              </a:defRPr>
            </a:lvl1pPr>
            <a:lvl2pPr algn="ctr">
              <a:buNone/>
              <a:defRPr sz="1725" b="1">
                <a:solidFill>
                  <a:srgbClr val="193B59"/>
                </a:solidFill>
                <a:latin typeface="Yu Gothic"/>
                <a:ea typeface="Yu Gothic"/>
                <a:cs typeface="Yu Gothic"/>
              </a:defRPr>
            </a:lvl2pPr>
            <a:lvl3pPr algn="ctr">
              <a:buNone/>
              <a:defRPr sz="1725" b="1">
                <a:solidFill>
                  <a:srgbClr val="193B59"/>
                </a:solidFill>
                <a:latin typeface="Yu Gothic"/>
                <a:ea typeface="Yu Gothic"/>
                <a:cs typeface="Yu Gothic"/>
              </a:defRPr>
            </a:lvl3pPr>
            <a:lvl4pPr algn="ctr">
              <a:buNone/>
              <a:defRPr sz="1725" b="1">
                <a:solidFill>
                  <a:srgbClr val="193B59"/>
                </a:solidFill>
                <a:latin typeface="Yu Gothic"/>
                <a:ea typeface="Yu Gothic"/>
                <a:cs typeface="Yu Gothic"/>
              </a:defRPr>
            </a:lvl4pPr>
            <a:lvl5pPr algn="ctr">
              <a:buNone/>
              <a:defRPr sz="1725" b="1">
                <a:solidFill>
                  <a:srgbClr val="193B59"/>
                </a:solidFill>
                <a:latin typeface="Yu Gothic"/>
                <a:ea typeface="Yu Gothic"/>
                <a:cs typeface="Yu Gothic"/>
              </a:defRPr>
            </a:lvl5pPr>
            <a:lvl6pPr algn="ctr">
              <a:buNone/>
              <a:defRPr sz="1725" b="1">
                <a:solidFill>
                  <a:srgbClr val="193B59"/>
                </a:solidFill>
                <a:latin typeface="Yu Gothic"/>
                <a:ea typeface="Yu Gothic"/>
                <a:cs typeface="Yu Gothic"/>
              </a:defRPr>
            </a:lvl6pPr>
            <a:lvl7pPr algn="ctr">
              <a:buNone/>
              <a:defRPr sz="1725" b="1">
                <a:solidFill>
                  <a:srgbClr val="193B59"/>
                </a:solidFill>
                <a:latin typeface="Yu Gothic"/>
                <a:ea typeface="Yu Gothic"/>
                <a:cs typeface="Yu Gothic"/>
              </a:defRPr>
            </a:lvl7pPr>
            <a:lvl8pPr algn="ctr">
              <a:buNone/>
              <a:defRPr sz="1725" b="1">
                <a:solidFill>
                  <a:srgbClr val="193B59"/>
                </a:solidFill>
                <a:latin typeface="Yu Gothic"/>
                <a:ea typeface="Yu Gothic"/>
                <a:cs typeface="Yu Gothic"/>
              </a:defRPr>
            </a:lvl8pPr>
            <a:lvl9pPr algn="ctr">
              <a:buNone/>
              <a:defRPr sz="1725" b="1">
                <a:solidFill>
                  <a:srgbClr val="193B59"/>
                </a:solidFill>
                <a:latin typeface="Yu Gothic"/>
                <a:ea typeface="Yu Gothic"/>
                <a:cs typeface="Yu Gothic"/>
              </a:defRPr>
            </a:lvl9pPr>
          </a:lstStyle>
          <a:p xmlns:a="http://schemas.openxmlformats.org/drawingml/2006/main">
            <a:pPr algn="ctr">
              <a:buNone/>
              <a:defRPr sz="1725" b="1">
                <a:solidFill>
                  <a:srgbClr val="193B59"/>
                </a:solidFill>
                <a:latin typeface="Yu Gothic"/>
                <a:ea typeface="Yu Gothic"/>
                <a:cs typeface="Yu Gothic"/>
              </a:defRPr>
            </a:pPr>
            <a:r>
              <a:rPr sz="1725" b="1">
                <a:solidFill>
                  <a:srgbClr val="193B59"/>
                </a:solidFill>
                <a:latin typeface="Yu Gothic"/>
                <a:ea typeface="Yu Gothic"/>
                <a:cs typeface="Yu Gothic"/>
              </a:rPr>
              <a:t>照合</a:t>
            </a:r>
          </a:p>
        </p:txBody>
      </p:sp>
      <p:sp>
        <p:nvSpPr>
          <p:cNvPr id="16" name="">
            <a:extLst xmlns:a="http://schemas.openxmlformats.org/drawingml/2006/main">
              <a:ext uri="{FF2B5EF4-FFF2-40B4-BE49-F238E27FC236}">
                <a16:creationId xmlns:a16="http://schemas.microsoft.com/office/drawing/2014/main" id="{771C02F8-BBFA-4A5B-AFD8-2FC1B33D5C03}"/>
              </a:ext>
            </a:extLst>
          </p:cNvPr>
          <p:cNvSpPr>
            <a:spLocks xmlns:a="http://schemas.openxmlformats.org/drawingml/2006/main" noGrp="1"/>
          </p:cNvSpPr>
          <p:nvPr/>
        </p:nvSpPr>
        <p:spPr>
          <a:xfrm xmlns:a="http://schemas.openxmlformats.org/drawingml/2006/main">
            <a:off x="7800975" y="5181600"/>
            <a:ext cx="504825" cy="9525"/>
          </a:xfrm>
          <a:custGeom xmlns:a="http://schemas.openxmlformats.org/drawingml/2006/main">
            <a:pathLst>
              <a:path w="504825" h="9525">
                <a:moveTo>
                  <a:pt x="0" y="0"/>
                </a:moveTo>
                <a:lnTo>
                  <a:pt x="504825" y="0"/>
                </a:lnTo>
              </a:path>
            </a:pathLst>
          </a:custGeom>
          <a:noFill xmlns:a="http://schemas.openxmlformats.org/drawingml/2006/main"/>
          <a:ln xmlns:a="http://schemas.openxmlformats.org/drawingml/2006/main" w="19050">
            <a:solidFill>
              <a:srgbClr val="087E8B"/>
            </a:solidFill>
          </a:ln>
        </p:spPr>
      </p:sp>
      <p:sp>
        <p:nvSpPr>
          <p:cNvPr id="17" name="">
            <a:extLst xmlns:a="http://schemas.openxmlformats.org/drawingml/2006/main">
              <a:ext uri="{FF2B5EF4-FFF2-40B4-BE49-F238E27FC236}">
                <a16:creationId xmlns:a16="http://schemas.microsoft.com/office/drawing/2014/main" id="{EBE393C9-2C1A-4F16-92C3-1FEDD377FB78}"/>
              </a:ext>
            </a:extLst>
          </p:cNvPr>
          <p:cNvSpPr>
            <a:spLocks xmlns:a="http://schemas.openxmlformats.org/drawingml/2006/main" noGrp="1"/>
          </p:cNvSpPr>
          <p:nvPr/>
        </p:nvSpPr>
        <p:spPr>
          <a:xfrm xmlns:a="http://schemas.openxmlformats.org/drawingml/2006/main">
            <a:off x="8191500" y="5133594"/>
            <a:ext cx="114300" cy="96012"/>
          </a:xfrm>
          <a:custGeom xmlns:a="http://schemas.openxmlformats.org/drawingml/2006/main">
            <a:pathLst>
              <a:path w="114300" h="96012">
                <a:moveTo>
                  <a:pt x="114300" y="48006"/>
                </a:moveTo>
                <a:lnTo>
                  <a:pt x="0" y="0"/>
                </a:lnTo>
                <a:lnTo>
                  <a:pt x="0" y="96012"/>
                </a:lnTo>
                <a:close/>
              </a:path>
            </a:pathLst>
          </a:custGeom>
          <a:solidFill xmlns:a="http://schemas.openxmlformats.org/drawingml/2006/main">
            <a:srgbClr val="087E8B"/>
          </a:solidFill>
          <a:ln xmlns:a="http://schemas.openxmlformats.org/drawingml/2006/main" w="4763">
            <a:solidFill>
              <a:srgbClr val="087E8B"/>
            </a:solidFill>
          </a:ln>
        </p:spPr>
      </p:sp>
      <p:sp>
        <p:nvSpPr>
          <p:cNvPr id="18" name="">
            <a:extLst xmlns:a="http://schemas.openxmlformats.org/drawingml/2006/main">
              <a:ext uri="{FF2B5EF4-FFF2-40B4-BE49-F238E27FC236}">
                <a16:creationId xmlns:a16="http://schemas.microsoft.com/office/drawing/2014/main" id="{2E1E73C7-C40D-4703-838E-3B4C05E41A9D}"/>
              </a:ext>
            </a:extLst>
          </p:cNvPr>
          <p:cNvSpPr>
            <a:spLocks xmlns:a="http://schemas.openxmlformats.org/drawingml/2006/main" noGrp="1"/>
          </p:cNvSpPr>
          <p:nvPr/>
        </p:nvSpPr>
        <p:spPr>
          <a:xfrm xmlns:a="http://schemas.openxmlformats.org/drawingml/2006/main">
            <a:off x="8353425" y="4829175"/>
            <a:ext cx="1952625" cy="704850"/>
          </a:xfrm>
          <a:prstGeom xmlns:a="http://schemas.openxmlformats.org/drawingml/2006/main" prst="rect">
            <a:avLst/>
          </a:prstGeom>
          <a:solidFill xmlns:a="http://schemas.openxmlformats.org/drawingml/2006/main">
            <a:srgbClr val="E8F0F4"/>
          </a:solidFill>
          <a:ln xmlns:a="http://schemas.openxmlformats.org/drawingml/2006/main" w="16193">
            <a:solidFill>
              <a:srgbClr val="087E8B"/>
            </a:solidFill>
          </a:ln>
        </p:spPr>
      </p:sp>
      <p:sp>
        <p:nvSpPr>
          <p:cNvPr id="19" name="">
            <a:extLst xmlns:a="http://schemas.openxmlformats.org/drawingml/2006/main">
              <a:ext uri="{FF2B5EF4-FFF2-40B4-BE49-F238E27FC236}">
                <a16:creationId xmlns:a16="http://schemas.microsoft.com/office/drawing/2014/main" id="{2248A971-DF3C-4F17-9371-DD228691AD5B}"/>
              </a:ext>
            </a:extLst>
          </p:cNvPr>
          <p:cNvSpPr>
            <a:spLocks xmlns:a="http://schemas.openxmlformats.org/drawingml/2006/main" noGrp="1"/>
          </p:cNvSpPr>
          <p:nvPr/>
        </p:nvSpPr>
        <p:spPr>
          <a:xfrm xmlns:a="http://schemas.openxmlformats.org/drawingml/2006/main">
            <a:off x="8353425" y="4886325"/>
            <a:ext cx="19526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725" b="1">
                <a:solidFill>
                  <a:srgbClr val="193B59"/>
                </a:solidFill>
                <a:latin typeface="Yu Gothic"/>
                <a:ea typeface="Yu Gothic"/>
                <a:cs typeface="Yu Gothic"/>
              </a:defRPr>
            </a:defPPr>
            <a:lvl1pPr algn="ctr">
              <a:buNone/>
              <a:defRPr sz="1725" b="1">
                <a:solidFill>
                  <a:srgbClr val="193B59"/>
                </a:solidFill>
                <a:latin typeface="Yu Gothic"/>
                <a:ea typeface="Yu Gothic"/>
                <a:cs typeface="Yu Gothic"/>
              </a:defRPr>
            </a:lvl1pPr>
            <a:lvl2pPr algn="ctr">
              <a:buNone/>
              <a:defRPr sz="1725" b="1">
                <a:solidFill>
                  <a:srgbClr val="193B59"/>
                </a:solidFill>
                <a:latin typeface="Yu Gothic"/>
                <a:ea typeface="Yu Gothic"/>
                <a:cs typeface="Yu Gothic"/>
              </a:defRPr>
            </a:lvl2pPr>
            <a:lvl3pPr algn="ctr">
              <a:buNone/>
              <a:defRPr sz="1725" b="1">
                <a:solidFill>
                  <a:srgbClr val="193B59"/>
                </a:solidFill>
                <a:latin typeface="Yu Gothic"/>
                <a:ea typeface="Yu Gothic"/>
                <a:cs typeface="Yu Gothic"/>
              </a:defRPr>
            </a:lvl3pPr>
            <a:lvl4pPr algn="ctr">
              <a:buNone/>
              <a:defRPr sz="1725" b="1">
                <a:solidFill>
                  <a:srgbClr val="193B59"/>
                </a:solidFill>
                <a:latin typeface="Yu Gothic"/>
                <a:ea typeface="Yu Gothic"/>
                <a:cs typeface="Yu Gothic"/>
              </a:defRPr>
            </a:lvl4pPr>
            <a:lvl5pPr algn="ctr">
              <a:buNone/>
              <a:defRPr sz="1725" b="1">
                <a:solidFill>
                  <a:srgbClr val="193B59"/>
                </a:solidFill>
                <a:latin typeface="Yu Gothic"/>
                <a:ea typeface="Yu Gothic"/>
                <a:cs typeface="Yu Gothic"/>
              </a:defRPr>
            </a:lvl5pPr>
            <a:lvl6pPr algn="ctr">
              <a:buNone/>
              <a:defRPr sz="1725" b="1">
                <a:solidFill>
                  <a:srgbClr val="193B59"/>
                </a:solidFill>
                <a:latin typeface="Yu Gothic"/>
                <a:ea typeface="Yu Gothic"/>
                <a:cs typeface="Yu Gothic"/>
              </a:defRPr>
            </a:lvl6pPr>
            <a:lvl7pPr algn="ctr">
              <a:buNone/>
              <a:defRPr sz="1725" b="1">
                <a:solidFill>
                  <a:srgbClr val="193B59"/>
                </a:solidFill>
                <a:latin typeface="Yu Gothic"/>
                <a:ea typeface="Yu Gothic"/>
                <a:cs typeface="Yu Gothic"/>
              </a:defRPr>
            </a:lvl7pPr>
            <a:lvl8pPr algn="ctr">
              <a:buNone/>
              <a:defRPr sz="1725" b="1">
                <a:solidFill>
                  <a:srgbClr val="193B59"/>
                </a:solidFill>
                <a:latin typeface="Yu Gothic"/>
                <a:ea typeface="Yu Gothic"/>
                <a:cs typeface="Yu Gothic"/>
              </a:defRPr>
            </a:lvl8pPr>
            <a:lvl9pPr algn="ctr">
              <a:buNone/>
              <a:defRPr sz="1725" b="1">
                <a:solidFill>
                  <a:srgbClr val="193B59"/>
                </a:solidFill>
                <a:latin typeface="Yu Gothic"/>
                <a:ea typeface="Yu Gothic"/>
                <a:cs typeface="Yu Gothic"/>
              </a:defRPr>
            </a:lvl9pPr>
          </a:lstStyle>
          <a:p xmlns:a="http://schemas.openxmlformats.org/drawingml/2006/main">
            <a:pPr algn="ctr">
              <a:buNone/>
              <a:defRPr sz="1725" b="1">
                <a:solidFill>
                  <a:srgbClr val="193B59"/>
                </a:solidFill>
                <a:latin typeface="Yu Gothic"/>
                <a:ea typeface="Yu Gothic"/>
                <a:cs typeface="Yu Gothic"/>
              </a:defRPr>
            </a:pPr>
            <a:r>
              <a:rPr sz="1725" b="1">
                <a:solidFill>
                  <a:srgbClr val="193B59"/>
                </a:solidFill>
                <a:latin typeface="Yu Gothic"/>
                <a:ea typeface="Yu Gothic"/>
                <a:cs typeface="Yu Gothic"/>
              </a:rPr>
              <a:t>仮説</a:t>
            </a:r>
          </a:p>
        </p:txBody>
      </p:sp>
      <p:sp>
        <p:nvSpPr>
          <p:cNvPr id="20" name="">
            <a:extLst xmlns:a="http://schemas.openxmlformats.org/drawingml/2006/main">
              <a:ext uri="{FF2B5EF4-FFF2-40B4-BE49-F238E27FC236}">
                <a16:creationId xmlns:a16="http://schemas.microsoft.com/office/drawing/2014/main" id="{541F6934-2A5B-4729-AEBB-664C6D02B17B}"/>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参照 [1・14]</a:t>
            </a:r>
          </a:p>
        </p:txBody>
      </p:sp>
      <p:sp>
        <p:nvSpPr>
          <p:cNvPr id="21" name="">
            <a:extLst xmlns:a="http://schemas.openxmlformats.org/drawingml/2006/main">
              <a:ext uri="{FF2B5EF4-FFF2-40B4-BE49-F238E27FC236}">
                <a16:creationId xmlns:a16="http://schemas.microsoft.com/office/drawing/2014/main" id="{2696CF3D-3E19-4709-8ABE-B29F30CEE2EF}"/>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発展C</a:t>
            </a:r>
          </a:p>
        </p:txBody>
      </p:sp>
      <p:sp>
        <p:nvSpPr>
          <p:cNvPr id="22" name="">
            <a:extLst xmlns:a="http://schemas.openxmlformats.org/drawingml/2006/main">
              <a:ext uri="{FF2B5EF4-FFF2-40B4-BE49-F238E27FC236}">
                <a16:creationId xmlns:a16="http://schemas.microsoft.com/office/drawing/2014/main" id="{E3C133D4-90FA-4267-8CBB-F0C63034E2AA}"/>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30 / 33</a:t>
            </a:r>
          </a:p>
        </p:txBody>
      </p:sp>
    </p:spTree>
    <p:extLst>
      <p:ext uri="{BB962C8B-B14F-4D97-AF65-F5344CB8AC3E}">
        <p14:creationId xmlns:p14="http://schemas.microsoft.com/office/powerpoint/2010/main" val="1511568881"/>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8CF2F3F-3F10-4CFA-A5B0-A6F946E7678B}"/>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buNone/>
              <a:defRPr sz="2925" b="1">
                <a:solidFill>
                  <a:srgbClr val="193B59"/>
                </a:solidFill>
                <a:latin typeface="Yu Gothic"/>
                <a:ea typeface="Yu Gothic"/>
                <a:cs typeface="Yu Gothic"/>
              </a:defRPr>
            </a:lvl1pPr>
            <a:lvl2pPr>
              <a:buNone/>
              <a:defRPr sz="2925" b="1">
                <a:solidFill>
                  <a:srgbClr val="193B59"/>
                </a:solidFill>
                <a:latin typeface="Yu Gothic"/>
                <a:ea typeface="Yu Gothic"/>
                <a:cs typeface="Yu Gothic"/>
              </a:defRPr>
            </a:lvl2pPr>
            <a:lvl3pPr>
              <a:buNone/>
              <a:defRPr sz="2925" b="1">
                <a:solidFill>
                  <a:srgbClr val="193B59"/>
                </a:solidFill>
                <a:latin typeface="Yu Gothic"/>
                <a:ea typeface="Yu Gothic"/>
                <a:cs typeface="Yu Gothic"/>
              </a:defRPr>
            </a:lvl3pPr>
            <a:lvl4pPr>
              <a:buNone/>
              <a:defRPr sz="2925" b="1">
                <a:solidFill>
                  <a:srgbClr val="193B59"/>
                </a:solidFill>
                <a:latin typeface="Yu Gothic"/>
                <a:ea typeface="Yu Gothic"/>
                <a:cs typeface="Yu Gothic"/>
              </a:defRPr>
            </a:lvl4pPr>
            <a:lvl5pPr>
              <a:buNone/>
              <a:defRPr sz="2925" b="1">
                <a:solidFill>
                  <a:srgbClr val="193B59"/>
                </a:solidFill>
                <a:latin typeface="Yu Gothic"/>
                <a:ea typeface="Yu Gothic"/>
                <a:cs typeface="Yu Gothic"/>
              </a:defRPr>
            </a:lvl5pPr>
            <a:lvl6pPr>
              <a:buNone/>
              <a:defRPr sz="2925" b="1">
                <a:solidFill>
                  <a:srgbClr val="193B59"/>
                </a:solidFill>
                <a:latin typeface="Yu Gothic"/>
                <a:ea typeface="Yu Gothic"/>
                <a:cs typeface="Yu Gothic"/>
              </a:defRPr>
            </a:lvl6pPr>
            <a:lvl7pPr>
              <a:buNone/>
              <a:defRPr sz="2925" b="1">
                <a:solidFill>
                  <a:srgbClr val="193B59"/>
                </a:solidFill>
                <a:latin typeface="Yu Gothic"/>
                <a:ea typeface="Yu Gothic"/>
                <a:cs typeface="Yu Gothic"/>
              </a:defRPr>
            </a:lvl7pPr>
            <a:lvl8pPr>
              <a:buNone/>
              <a:defRPr sz="2925" b="1">
                <a:solidFill>
                  <a:srgbClr val="193B59"/>
                </a:solidFill>
                <a:latin typeface="Yu Gothic"/>
                <a:ea typeface="Yu Gothic"/>
                <a:cs typeface="Yu Gothic"/>
              </a:defRPr>
            </a:lvl8pPr>
            <a:lvl9pPr>
              <a:buNone/>
              <a:defRPr sz="2925" b="1">
                <a:solidFill>
                  <a:srgbClr val="193B59"/>
                </a:solidFill>
                <a:latin typeface="Yu Gothic"/>
                <a:ea typeface="Yu Gothic"/>
                <a:cs typeface="Yu Gothic"/>
              </a:defRPr>
            </a:lvl9pPr>
          </a:lstStyle>
          <a:p xmlns:a="http://schemas.openxmlformats.org/drawingml/2006/main">
            <a:pPr>
              <a:buNone/>
              <a:defRPr sz="2925" b="1">
                <a:solidFill>
                  <a:srgbClr val="193B59"/>
                </a:solidFill>
                <a:latin typeface="Yu Gothic"/>
                <a:ea typeface="Yu Gothic"/>
                <a:cs typeface="Yu Gothic"/>
              </a:defRPr>
            </a:pPr>
            <a:r>
              <a:rPr sz="2925" b="1">
                <a:solidFill>
                  <a:srgbClr val="193B59"/>
                </a:solidFill>
                <a:latin typeface="Yu Gothic"/>
                <a:ea typeface="Yu Gothic"/>
                <a:cs typeface="Yu Gothic"/>
              </a:rPr>
              <a:t>学校の授業へつなぐ</a:t>
            </a:r>
          </a:p>
        </p:txBody>
      </p:sp>
      <p:sp>
        <p:nvSpPr>
          <p:cNvPr id="2" name="">
            <a:extLst xmlns:a="http://schemas.openxmlformats.org/drawingml/2006/main">
              <a:ext uri="{FF2B5EF4-FFF2-40B4-BE49-F238E27FC236}">
                <a16:creationId xmlns:a16="http://schemas.microsoft.com/office/drawing/2014/main" id="{24B3C4D9-12EC-47DD-BD0D-0592DB32A94D}"/>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64F428A0-5C70-4E26-9116-4CCAF9D9FF6F}"/>
              </a:ext>
            </a:extLst>
          </p:cNvPr>
          <p:cNvSpPr>
            <a:spLocks xmlns:a="http://schemas.openxmlformats.org/drawingml/2006/main" noGrp="1"/>
          </p:cNvSpPr>
          <p:nvPr/>
        </p:nvSpPr>
        <p:spPr>
          <a:xfrm xmlns:a="http://schemas.openxmlformats.org/drawingml/2006/main">
            <a:off x="809625" y="173355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buNone/>
              <a:defRPr sz="2250" b="1">
                <a:solidFill>
                  <a:srgbClr val="263D4D"/>
                </a:solidFill>
                <a:latin typeface="Yu Gothic"/>
                <a:ea typeface="Yu Gothic"/>
                <a:cs typeface="Yu Gothic"/>
              </a:defRPr>
            </a:lvl1pPr>
            <a:lvl2pPr>
              <a:buNone/>
              <a:defRPr sz="2250" b="1">
                <a:solidFill>
                  <a:srgbClr val="263D4D"/>
                </a:solidFill>
                <a:latin typeface="Yu Gothic"/>
                <a:ea typeface="Yu Gothic"/>
                <a:cs typeface="Yu Gothic"/>
              </a:defRPr>
            </a:lvl2pPr>
            <a:lvl3pPr>
              <a:buNone/>
              <a:defRPr sz="2250" b="1">
                <a:solidFill>
                  <a:srgbClr val="263D4D"/>
                </a:solidFill>
                <a:latin typeface="Yu Gothic"/>
                <a:ea typeface="Yu Gothic"/>
                <a:cs typeface="Yu Gothic"/>
              </a:defRPr>
            </a:lvl3pPr>
            <a:lvl4pPr>
              <a:buNone/>
              <a:defRPr sz="2250" b="1">
                <a:solidFill>
                  <a:srgbClr val="263D4D"/>
                </a:solidFill>
                <a:latin typeface="Yu Gothic"/>
                <a:ea typeface="Yu Gothic"/>
                <a:cs typeface="Yu Gothic"/>
              </a:defRPr>
            </a:lvl4pPr>
            <a:lvl5pPr>
              <a:buNone/>
              <a:defRPr sz="2250" b="1">
                <a:solidFill>
                  <a:srgbClr val="263D4D"/>
                </a:solidFill>
                <a:latin typeface="Yu Gothic"/>
                <a:ea typeface="Yu Gothic"/>
                <a:cs typeface="Yu Gothic"/>
              </a:defRPr>
            </a:lvl5pPr>
            <a:lvl6pPr>
              <a:buNone/>
              <a:defRPr sz="2250" b="1">
                <a:solidFill>
                  <a:srgbClr val="263D4D"/>
                </a:solidFill>
                <a:latin typeface="Yu Gothic"/>
                <a:ea typeface="Yu Gothic"/>
                <a:cs typeface="Yu Gothic"/>
              </a:defRPr>
            </a:lvl6pPr>
            <a:lvl7pPr>
              <a:buNone/>
              <a:defRPr sz="2250" b="1">
                <a:solidFill>
                  <a:srgbClr val="263D4D"/>
                </a:solidFill>
                <a:latin typeface="Yu Gothic"/>
                <a:ea typeface="Yu Gothic"/>
                <a:cs typeface="Yu Gothic"/>
              </a:defRPr>
            </a:lvl7pPr>
            <a:lvl8pPr>
              <a:buNone/>
              <a:defRPr sz="2250" b="1">
                <a:solidFill>
                  <a:srgbClr val="263D4D"/>
                </a:solidFill>
                <a:latin typeface="Yu Gothic"/>
                <a:ea typeface="Yu Gothic"/>
                <a:cs typeface="Yu Gothic"/>
              </a:defRPr>
            </a:lvl8pPr>
            <a:lvl9pPr>
              <a:buNone/>
              <a:defRPr sz="2250" b="1">
                <a:solidFill>
                  <a:srgbClr val="263D4D"/>
                </a:solidFill>
                <a:latin typeface="Yu Gothic"/>
                <a:ea typeface="Yu Gothic"/>
                <a:cs typeface="Yu Gothic"/>
              </a:defRPr>
            </a:lvl9pPr>
          </a:lstStyle>
          <a:p xmlns:a="http://schemas.openxmlformats.org/drawingml/2006/main">
            <a:pPr>
              <a:buNone/>
              <a:defRPr sz="2250" b="1">
                <a:solidFill>
                  <a:srgbClr val="263D4D"/>
                </a:solidFill>
                <a:latin typeface="Yu Gothic"/>
                <a:ea typeface="Yu Gothic"/>
                <a:cs typeface="Yu Gothic"/>
              </a:defRPr>
            </a:pPr>
            <a:r>
              <a:rPr sz="2250" b="1">
                <a:solidFill>
                  <a:srgbClr val="263D4D"/>
                </a:solidFill>
                <a:latin typeface="Yu Gothic"/>
                <a:ea typeface="Yu Gothic"/>
                <a:cs typeface="Yu Gothic"/>
              </a:rPr>
              <a:t>中学校技術：身近な物の材質と役割を観察</a:t>
            </a:r>
          </a:p>
        </p:txBody>
      </p:sp>
      <p:sp>
        <p:nvSpPr>
          <p:cNvPr id="4" name="">
            <a:extLst xmlns:a="http://schemas.openxmlformats.org/drawingml/2006/main">
              <a:ext uri="{FF2B5EF4-FFF2-40B4-BE49-F238E27FC236}">
                <a16:creationId xmlns:a16="http://schemas.microsoft.com/office/drawing/2014/main" id="{74F2BED0-4EA1-4041-9C9A-5CCC9CB0A58F}"/>
              </a:ext>
            </a:extLst>
          </p:cNvPr>
          <p:cNvSpPr>
            <a:spLocks xmlns:a="http://schemas.openxmlformats.org/drawingml/2006/main" noGrp="1"/>
          </p:cNvSpPr>
          <p:nvPr/>
        </p:nvSpPr>
        <p:spPr>
          <a:xfrm xmlns:a="http://schemas.openxmlformats.org/drawingml/2006/main">
            <a:off x="809625" y="2790825"/>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高校工業：製造条件と流通・品質を比べる</a:t>
            </a:r>
          </a:p>
        </p:txBody>
      </p:sp>
      <p:sp>
        <p:nvSpPr>
          <p:cNvPr id="5" name="">
            <a:extLst xmlns:a="http://schemas.openxmlformats.org/drawingml/2006/main">
              <a:ext uri="{FF2B5EF4-FFF2-40B4-BE49-F238E27FC236}">
                <a16:creationId xmlns:a16="http://schemas.microsoft.com/office/drawing/2014/main" id="{79E6FF1B-18FF-47EB-9447-18E0375B7660}"/>
              </a:ext>
            </a:extLst>
          </p:cNvPr>
          <p:cNvSpPr>
            <a:spLocks xmlns:a="http://schemas.openxmlformats.org/drawingml/2006/main" noGrp="1"/>
          </p:cNvSpPr>
          <p:nvPr/>
        </p:nvSpPr>
        <p:spPr>
          <a:xfrm xmlns:a="http://schemas.openxmlformats.org/drawingml/2006/main">
            <a:off x="809625" y="384810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教師の理解：歴史の断言を証拠で支える</a:t>
            </a:r>
          </a:p>
        </p:txBody>
      </p:sp>
      <p:sp>
        <p:nvSpPr>
          <p:cNvPr id="6" name="">
            <a:extLst xmlns:a="http://schemas.openxmlformats.org/drawingml/2006/main">
              <a:ext uri="{FF2B5EF4-FFF2-40B4-BE49-F238E27FC236}">
                <a16:creationId xmlns:a16="http://schemas.microsoft.com/office/drawing/2014/main" id="{1BC5ADB2-BB2C-4937-A00B-8368EAB62C8E}"/>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資料の対象と証拠を確認する。</a:t>
            </a:r>
          </a:p>
        </p:txBody>
      </p:sp>
      <p:sp>
        <p:nvSpPr>
          <p:cNvPr id="7" name="">
            <a:extLst xmlns:a="http://schemas.openxmlformats.org/drawingml/2006/main">
              <a:ext uri="{FF2B5EF4-FFF2-40B4-BE49-F238E27FC236}">
                <a16:creationId xmlns:a16="http://schemas.microsoft.com/office/drawing/2014/main" id="{057FE872-58DF-4706-BDE0-2A86D7E47B16}"/>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発展C</a:t>
            </a:r>
          </a:p>
        </p:txBody>
      </p:sp>
      <p:sp>
        <p:nvSpPr>
          <p:cNvPr id="8" name="">
            <a:extLst xmlns:a="http://schemas.openxmlformats.org/drawingml/2006/main">
              <a:ext uri="{FF2B5EF4-FFF2-40B4-BE49-F238E27FC236}">
                <a16:creationId xmlns:a16="http://schemas.microsoft.com/office/drawing/2014/main" id="{3D8E2E1D-6D30-4DDA-BC92-FEDABBF13873}"/>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31 / 33</a:t>
            </a:r>
          </a:p>
        </p:txBody>
      </p:sp>
    </p:spTree>
    <p:extLst>
      <p:ext uri="{BB962C8B-B14F-4D97-AF65-F5344CB8AC3E}">
        <p14:creationId xmlns:p14="http://schemas.microsoft.com/office/powerpoint/2010/main" val="364195164"/>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E3D533E-473F-4261-83EB-663DDB4EEE7A}"/>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buNone/>
              <a:defRPr sz="2925" b="1">
                <a:solidFill>
                  <a:srgbClr val="193B59"/>
                </a:solidFill>
                <a:latin typeface="Yu Gothic"/>
                <a:ea typeface="Yu Gothic"/>
                <a:cs typeface="Yu Gothic"/>
              </a:defRPr>
            </a:lvl1pPr>
            <a:lvl2pPr>
              <a:buNone/>
              <a:defRPr sz="2925" b="1">
                <a:solidFill>
                  <a:srgbClr val="193B59"/>
                </a:solidFill>
                <a:latin typeface="Yu Gothic"/>
                <a:ea typeface="Yu Gothic"/>
                <a:cs typeface="Yu Gothic"/>
              </a:defRPr>
            </a:lvl2pPr>
            <a:lvl3pPr>
              <a:buNone/>
              <a:defRPr sz="2925" b="1">
                <a:solidFill>
                  <a:srgbClr val="193B59"/>
                </a:solidFill>
                <a:latin typeface="Yu Gothic"/>
                <a:ea typeface="Yu Gothic"/>
                <a:cs typeface="Yu Gothic"/>
              </a:defRPr>
            </a:lvl3pPr>
            <a:lvl4pPr>
              <a:buNone/>
              <a:defRPr sz="2925" b="1">
                <a:solidFill>
                  <a:srgbClr val="193B59"/>
                </a:solidFill>
                <a:latin typeface="Yu Gothic"/>
                <a:ea typeface="Yu Gothic"/>
                <a:cs typeface="Yu Gothic"/>
              </a:defRPr>
            </a:lvl4pPr>
            <a:lvl5pPr>
              <a:buNone/>
              <a:defRPr sz="2925" b="1">
                <a:solidFill>
                  <a:srgbClr val="193B59"/>
                </a:solidFill>
                <a:latin typeface="Yu Gothic"/>
                <a:ea typeface="Yu Gothic"/>
                <a:cs typeface="Yu Gothic"/>
              </a:defRPr>
            </a:lvl5pPr>
            <a:lvl6pPr>
              <a:buNone/>
              <a:defRPr sz="2925" b="1">
                <a:solidFill>
                  <a:srgbClr val="193B59"/>
                </a:solidFill>
                <a:latin typeface="Yu Gothic"/>
                <a:ea typeface="Yu Gothic"/>
                <a:cs typeface="Yu Gothic"/>
              </a:defRPr>
            </a:lvl6pPr>
            <a:lvl7pPr>
              <a:buNone/>
              <a:defRPr sz="2925" b="1">
                <a:solidFill>
                  <a:srgbClr val="193B59"/>
                </a:solidFill>
                <a:latin typeface="Yu Gothic"/>
                <a:ea typeface="Yu Gothic"/>
                <a:cs typeface="Yu Gothic"/>
              </a:defRPr>
            </a:lvl7pPr>
            <a:lvl8pPr>
              <a:buNone/>
              <a:defRPr sz="2925" b="1">
                <a:solidFill>
                  <a:srgbClr val="193B59"/>
                </a:solidFill>
                <a:latin typeface="Yu Gothic"/>
                <a:ea typeface="Yu Gothic"/>
                <a:cs typeface="Yu Gothic"/>
              </a:defRPr>
            </a:lvl8pPr>
            <a:lvl9pPr>
              <a:buNone/>
              <a:defRPr sz="2925" b="1">
                <a:solidFill>
                  <a:srgbClr val="193B59"/>
                </a:solidFill>
                <a:latin typeface="Yu Gothic"/>
                <a:ea typeface="Yu Gothic"/>
                <a:cs typeface="Yu Gothic"/>
              </a:defRPr>
            </a:lvl9pPr>
          </a:lstStyle>
          <a:p xmlns:a="http://schemas.openxmlformats.org/drawingml/2006/main">
            <a:pPr>
              <a:buNone/>
              <a:defRPr sz="2925" b="1">
                <a:solidFill>
                  <a:srgbClr val="193B59"/>
                </a:solidFill>
                <a:latin typeface="Yu Gothic"/>
                <a:ea typeface="Yu Gothic"/>
                <a:cs typeface="Yu Gothic"/>
              </a:defRPr>
            </a:pPr>
            <a:r>
              <a:rPr sz="2925" b="1">
                <a:solidFill>
                  <a:srgbClr val="193B59"/>
                </a:solidFill>
                <a:latin typeface="Yu Gothic"/>
                <a:ea typeface="Yu Gothic"/>
                <a:cs typeface="Yu Gothic"/>
              </a:rPr>
              <a:t>まとめ：歴史を材料選択の学びにする</a:t>
            </a:r>
          </a:p>
        </p:txBody>
      </p:sp>
      <p:sp>
        <p:nvSpPr>
          <p:cNvPr id="2" name="">
            <a:extLst xmlns:a="http://schemas.openxmlformats.org/drawingml/2006/main">
              <a:ext uri="{FF2B5EF4-FFF2-40B4-BE49-F238E27FC236}">
                <a16:creationId xmlns:a16="http://schemas.microsoft.com/office/drawing/2014/main" id="{62E20AE9-7A73-46EF-9274-E33BBC8CB2D6}"/>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2E578A68-59B4-4F9F-98DA-AA1418B2FE43}"/>
              </a:ext>
            </a:extLst>
          </p:cNvPr>
          <p:cNvSpPr>
            <a:spLocks xmlns:a="http://schemas.openxmlformats.org/drawingml/2006/main" noGrp="1"/>
          </p:cNvSpPr>
          <p:nvPr/>
        </p:nvSpPr>
        <p:spPr>
          <a:xfrm xmlns:a="http://schemas.openxmlformats.org/drawingml/2006/main">
            <a:off x="809625" y="173355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buNone/>
              <a:defRPr sz="2250" b="1">
                <a:solidFill>
                  <a:srgbClr val="263D4D"/>
                </a:solidFill>
                <a:latin typeface="Yu Gothic"/>
                <a:ea typeface="Yu Gothic"/>
                <a:cs typeface="Yu Gothic"/>
              </a:defRPr>
            </a:lvl1pPr>
            <a:lvl2pPr>
              <a:buNone/>
              <a:defRPr sz="2250" b="1">
                <a:solidFill>
                  <a:srgbClr val="263D4D"/>
                </a:solidFill>
                <a:latin typeface="Yu Gothic"/>
                <a:ea typeface="Yu Gothic"/>
                <a:cs typeface="Yu Gothic"/>
              </a:defRPr>
            </a:lvl2pPr>
            <a:lvl3pPr>
              <a:buNone/>
              <a:defRPr sz="2250" b="1">
                <a:solidFill>
                  <a:srgbClr val="263D4D"/>
                </a:solidFill>
                <a:latin typeface="Yu Gothic"/>
                <a:ea typeface="Yu Gothic"/>
                <a:cs typeface="Yu Gothic"/>
              </a:defRPr>
            </a:lvl3pPr>
            <a:lvl4pPr>
              <a:buNone/>
              <a:defRPr sz="2250" b="1">
                <a:solidFill>
                  <a:srgbClr val="263D4D"/>
                </a:solidFill>
                <a:latin typeface="Yu Gothic"/>
                <a:ea typeface="Yu Gothic"/>
                <a:cs typeface="Yu Gothic"/>
              </a:defRPr>
            </a:lvl4pPr>
            <a:lvl5pPr>
              <a:buNone/>
              <a:defRPr sz="2250" b="1">
                <a:solidFill>
                  <a:srgbClr val="263D4D"/>
                </a:solidFill>
                <a:latin typeface="Yu Gothic"/>
                <a:ea typeface="Yu Gothic"/>
                <a:cs typeface="Yu Gothic"/>
              </a:defRPr>
            </a:lvl5pPr>
            <a:lvl6pPr>
              <a:buNone/>
              <a:defRPr sz="2250" b="1">
                <a:solidFill>
                  <a:srgbClr val="263D4D"/>
                </a:solidFill>
                <a:latin typeface="Yu Gothic"/>
                <a:ea typeface="Yu Gothic"/>
                <a:cs typeface="Yu Gothic"/>
              </a:defRPr>
            </a:lvl6pPr>
            <a:lvl7pPr>
              <a:buNone/>
              <a:defRPr sz="2250" b="1">
                <a:solidFill>
                  <a:srgbClr val="263D4D"/>
                </a:solidFill>
                <a:latin typeface="Yu Gothic"/>
                <a:ea typeface="Yu Gothic"/>
                <a:cs typeface="Yu Gothic"/>
              </a:defRPr>
            </a:lvl7pPr>
            <a:lvl8pPr>
              <a:buNone/>
              <a:defRPr sz="2250" b="1">
                <a:solidFill>
                  <a:srgbClr val="263D4D"/>
                </a:solidFill>
                <a:latin typeface="Yu Gothic"/>
                <a:ea typeface="Yu Gothic"/>
                <a:cs typeface="Yu Gothic"/>
              </a:defRPr>
            </a:lvl8pPr>
            <a:lvl9pPr>
              <a:buNone/>
              <a:defRPr sz="2250" b="1">
                <a:solidFill>
                  <a:srgbClr val="263D4D"/>
                </a:solidFill>
                <a:latin typeface="Yu Gothic"/>
                <a:ea typeface="Yu Gothic"/>
                <a:cs typeface="Yu Gothic"/>
              </a:defRPr>
            </a:lvl9pPr>
          </a:lstStyle>
          <a:p xmlns:a="http://schemas.openxmlformats.org/drawingml/2006/main">
            <a:pPr>
              <a:buNone/>
              <a:defRPr sz="2250" b="1">
                <a:solidFill>
                  <a:srgbClr val="263D4D"/>
                </a:solidFill>
                <a:latin typeface="Yu Gothic"/>
                <a:ea typeface="Yu Gothic"/>
                <a:cs typeface="Yu Gothic"/>
              </a:defRPr>
            </a:pPr>
            <a:r>
              <a:rPr sz="2250" b="1">
                <a:solidFill>
                  <a:srgbClr val="263D4D"/>
                </a:solidFill>
                <a:latin typeface="Yu Gothic"/>
                <a:ea typeface="Yu Gothic"/>
                <a:cs typeface="Yu Gothic"/>
              </a:rPr>
              <a:t>材料は併存し、互いの技術を変えてきた</a:t>
            </a:r>
          </a:p>
        </p:txBody>
      </p:sp>
      <p:sp>
        <p:nvSpPr>
          <p:cNvPr id="4" name="">
            <a:extLst xmlns:a="http://schemas.openxmlformats.org/drawingml/2006/main">
              <a:ext uri="{FF2B5EF4-FFF2-40B4-BE49-F238E27FC236}">
                <a16:creationId xmlns:a16="http://schemas.microsoft.com/office/drawing/2014/main" id="{37D46297-B834-4A60-B8A8-A56ED95B1725}"/>
              </a:ext>
            </a:extLst>
          </p:cNvPr>
          <p:cNvSpPr>
            <a:spLocks xmlns:a="http://schemas.openxmlformats.org/drawingml/2006/main" noGrp="1"/>
          </p:cNvSpPr>
          <p:nvPr/>
        </p:nvSpPr>
        <p:spPr>
          <a:xfrm xmlns:a="http://schemas.openxmlformats.org/drawingml/2006/main">
            <a:off x="809625" y="2790825"/>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原料・燃料・加工・輸送・修理が選択を左右</a:t>
            </a:r>
          </a:p>
        </p:txBody>
      </p:sp>
      <p:sp>
        <p:nvSpPr>
          <p:cNvPr id="5" name="">
            <a:extLst xmlns:a="http://schemas.openxmlformats.org/drawingml/2006/main">
              <a:ext uri="{FF2B5EF4-FFF2-40B4-BE49-F238E27FC236}">
                <a16:creationId xmlns:a16="http://schemas.microsoft.com/office/drawing/2014/main" id="{2A68B381-8536-46E8-BE49-0AB1A8E829A3}"/>
              </a:ext>
            </a:extLst>
          </p:cNvPr>
          <p:cNvSpPr>
            <a:spLocks xmlns:a="http://schemas.openxmlformats.org/drawingml/2006/main" noGrp="1"/>
          </p:cNvSpPr>
          <p:nvPr/>
        </p:nvSpPr>
        <p:spPr>
          <a:xfrm xmlns:a="http://schemas.openxmlformats.org/drawingml/2006/main">
            <a:off x="809625" y="384810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証拠の範囲を示して現在の設計と比べる</a:t>
            </a:r>
          </a:p>
        </p:txBody>
      </p:sp>
      <p:sp>
        <p:nvSpPr>
          <p:cNvPr id="6" name="">
            <a:extLst xmlns:a="http://schemas.openxmlformats.org/drawingml/2006/main">
              <a:ext uri="{FF2B5EF4-FFF2-40B4-BE49-F238E27FC236}">
                <a16:creationId xmlns:a16="http://schemas.microsoft.com/office/drawing/2014/main" id="{A03BBE6E-B1BF-4AC4-83C7-572BCCB3E79E}"/>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資料の対象と証拠を確認する。</a:t>
            </a:r>
          </a:p>
        </p:txBody>
      </p:sp>
      <p:sp>
        <p:nvSpPr>
          <p:cNvPr id="7" name="">
            <a:extLst xmlns:a="http://schemas.openxmlformats.org/drawingml/2006/main">
              <a:ext uri="{FF2B5EF4-FFF2-40B4-BE49-F238E27FC236}">
                <a16:creationId xmlns:a16="http://schemas.microsoft.com/office/drawing/2014/main" id="{4E7ECAB1-A028-4D79-AF7F-279CB6613FED}"/>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発展C</a:t>
            </a:r>
          </a:p>
        </p:txBody>
      </p:sp>
      <p:sp>
        <p:nvSpPr>
          <p:cNvPr id="8" name="">
            <a:extLst xmlns:a="http://schemas.openxmlformats.org/drawingml/2006/main">
              <a:ext uri="{FF2B5EF4-FFF2-40B4-BE49-F238E27FC236}">
                <a16:creationId xmlns:a16="http://schemas.microsoft.com/office/drawing/2014/main" id="{2906EE44-11AA-4982-B86E-8E3C72941AC5}"/>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32 / 33</a:t>
            </a:r>
          </a:p>
        </p:txBody>
      </p:sp>
    </p:spTree>
    <p:extLst>
      <p:ext uri="{BB962C8B-B14F-4D97-AF65-F5344CB8AC3E}">
        <p14:creationId xmlns:p14="http://schemas.microsoft.com/office/powerpoint/2010/main" val="1195367440"/>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731CDDC-C901-46EB-81A1-B56318283C03}"/>
              </a:ext>
            </a:extLst>
          </p:cNvPr>
          <p:cNvSpPr>
            <a:spLocks xmlns:a="http://schemas.openxmlformats.org/drawingml/2006/main" noGrp="1"/>
          </p:cNvSpPr>
          <p:nvPr/>
        </p:nvSpPr>
        <p:spPr>
          <a:xfrm xmlns:a="http://schemas.openxmlformats.org/drawingml/2006/main">
            <a:off x="685800" y="381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193B59"/>
                </a:solidFill>
                <a:latin typeface="Yu Gothic"/>
                <a:ea typeface="Yu Gothic"/>
                <a:cs typeface="Yu Gothic"/>
              </a:defRPr>
            </a:defPPr>
            <a:lvl1pPr>
              <a:buNone/>
              <a:defRPr sz="2925" b="1">
                <a:solidFill>
                  <a:srgbClr val="193B59"/>
                </a:solidFill>
                <a:latin typeface="Yu Gothic"/>
                <a:ea typeface="Yu Gothic"/>
                <a:cs typeface="Yu Gothic"/>
              </a:defRPr>
            </a:lvl1pPr>
            <a:lvl2pPr>
              <a:buNone/>
              <a:defRPr sz="2925" b="1">
                <a:solidFill>
                  <a:srgbClr val="193B59"/>
                </a:solidFill>
                <a:latin typeface="Yu Gothic"/>
                <a:ea typeface="Yu Gothic"/>
                <a:cs typeface="Yu Gothic"/>
              </a:defRPr>
            </a:lvl2pPr>
            <a:lvl3pPr>
              <a:buNone/>
              <a:defRPr sz="2925" b="1">
                <a:solidFill>
                  <a:srgbClr val="193B59"/>
                </a:solidFill>
                <a:latin typeface="Yu Gothic"/>
                <a:ea typeface="Yu Gothic"/>
                <a:cs typeface="Yu Gothic"/>
              </a:defRPr>
            </a:lvl3pPr>
            <a:lvl4pPr>
              <a:buNone/>
              <a:defRPr sz="2925" b="1">
                <a:solidFill>
                  <a:srgbClr val="193B59"/>
                </a:solidFill>
                <a:latin typeface="Yu Gothic"/>
                <a:ea typeface="Yu Gothic"/>
                <a:cs typeface="Yu Gothic"/>
              </a:defRPr>
            </a:lvl4pPr>
            <a:lvl5pPr>
              <a:buNone/>
              <a:defRPr sz="2925" b="1">
                <a:solidFill>
                  <a:srgbClr val="193B59"/>
                </a:solidFill>
                <a:latin typeface="Yu Gothic"/>
                <a:ea typeface="Yu Gothic"/>
                <a:cs typeface="Yu Gothic"/>
              </a:defRPr>
            </a:lvl5pPr>
            <a:lvl6pPr>
              <a:buNone/>
              <a:defRPr sz="2925" b="1">
                <a:solidFill>
                  <a:srgbClr val="193B59"/>
                </a:solidFill>
                <a:latin typeface="Yu Gothic"/>
                <a:ea typeface="Yu Gothic"/>
                <a:cs typeface="Yu Gothic"/>
              </a:defRPr>
            </a:lvl6pPr>
            <a:lvl7pPr>
              <a:buNone/>
              <a:defRPr sz="2925" b="1">
                <a:solidFill>
                  <a:srgbClr val="193B59"/>
                </a:solidFill>
                <a:latin typeface="Yu Gothic"/>
                <a:ea typeface="Yu Gothic"/>
                <a:cs typeface="Yu Gothic"/>
              </a:defRPr>
            </a:lvl7pPr>
            <a:lvl8pPr>
              <a:buNone/>
              <a:defRPr sz="2925" b="1">
                <a:solidFill>
                  <a:srgbClr val="193B59"/>
                </a:solidFill>
                <a:latin typeface="Yu Gothic"/>
                <a:ea typeface="Yu Gothic"/>
                <a:cs typeface="Yu Gothic"/>
              </a:defRPr>
            </a:lvl8pPr>
            <a:lvl9pPr>
              <a:buNone/>
              <a:defRPr sz="2925" b="1">
                <a:solidFill>
                  <a:srgbClr val="193B59"/>
                </a:solidFill>
                <a:latin typeface="Yu Gothic"/>
                <a:ea typeface="Yu Gothic"/>
                <a:cs typeface="Yu Gothic"/>
              </a:defRPr>
            </a:lvl9pPr>
          </a:lstStyle>
          <a:p xmlns:a="http://schemas.openxmlformats.org/drawingml/2006/main">
            <a:pPr>
              <a:buNone/>
              <a:defRPr sz="2925" b="1">
                <a:solidFill>
                  <a:srgbClr val="193B59"/>
                </a:solidFill>
                <a:latin typeface="Yu Gothic"/>
                <a:ea typeface="Yu Gothic"/>
                <a:cs typeface="Yu Gothic"/>
              </a:defRPr>
            </a:pPr>
            <a:r>
              <a:rPr sz="2925" b="1">
                <a:solidFill>
                  <a:srgbClr val="193B59"/>
                </a:solidFill>
                <a:latin typeface="Yu Gothic"/>
                <a:ea typeface="Yu Gothic"/>
                <a:cs typeface="Yu Gothic"/>
              </a:rPr>
              <a:t>参照資料と読み方</a:t>
            </a:r>
          </a:p>
        </p:txBody>
      </p:sp>
      <p:sp>
        <p:nvSpPr>
          <p:cNvPr id="2" name="">
            <a:extLst xmlns:a="http://schemas.openxmlformats.org/drawingml/2006/main">
              <a:ext uri="{FF2B5EF4-FFF2-40B4-BE49-F238E27FC236}">
                <a16:creationId xmlns:a16="http://schemas.microsoft.com/office/drawing/2014/main" id="{9EE32BFF-22C2-4C64-9426-01632E59463D}"/>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4CC99454-9258-4706-B237-17448D503086}"/>
              </a:ext>
            </a:extLst>
          </p:cNvPr>
          <p:cNvSpPr>
            <a:spLocks xmlns:a="http://schemas.openxmlformats.org/drawingml/2006/main" noGrp="1"/>
          </p:cNvSpPr>
          <p:nvPr/>
        </p:nvSpPr>
        <p:spPr>
          <a:xfrm xmlns:a="http://schemas.openxmlformats.org/drawingml/2006/main">
            <a:off x="809625" y="173355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buNone/>
              <a:defRPr sz="2250" b="1">
                <a:solidFill>
                  <a:srgbClr val="263D4D"/>
                </a:solidFill>
                <a:latin typeface="Yu Gothic"/>
                <a:ea typeface="Yu Gothic"/>
                <a:cs typeface="Yu Gothic"/>
              </a:defRPr>
            </a:lvl1pPr>
            <a:lvl2pPr>
              <a:buNone/>
              <a:defRPr sz="2250" b="1">
                <a:solidFill>
                  <a:srgbClr val="263D4D"/>
                </a:solidFill>
                <a:latin typeface="Yu Gothic"/>
                <a:ea typeface="Yu Gothic"/>
                <a:cs typeface="Yu Gothic"/>
              </a:defRPr>
            </a:lvl2pPr>
            <a:lvl3pPr>
              <a:buNone/>
              <a:defRPr sz="2250" b="1">
                <a:solidFill>
                  <a:srgbClr val="263D4D"/>
                </a:solidFill>
                <a:latin typeface="Yu Gothic"/>
                <a:ea typeface="Yu Gothic"/>
                <a:cs typeface="Yu Gothic"/>
              </a:defRPr>
            </a:lvl3pPr>
            <a:lvl4pPr>
              <a:buNone/>
              <a:defRPr sz="2250" b="1">
                <a:solidFill>
                  <a:srgbClr val="263D4D"/>
                </a:solidFill>
                <a:latin typeface="Yu Gothic"/>
                <a:ea typeface="Yu Gothic"/>
                <a:cs typeface="Yu Gothic"/>
              </a:defRPr>
            </a:lvl4pPr>
            <a:lvl5pPr>
              <a:buNone/>
              <a:defRPr sz="2250" b="1">
                <a:solidFill>
                  <a:srgbClr val="263D4D"/>
                </a:solidFill>
                <a:latin typeface="Yu Gothic"/>
                <a:ea typeface="Yu Gothic"/>
                <a:cs typeface="Yu Gothic"/>
              </a:defRPr>
            </a:lvl5pPr>
            <a:lvl6pPr>
              <a:buNone/>
              <a:defRPr sz="2250" b="1">
                <a:solidFill>
                  <a:srgbClr val="263D4D"/>
                </a:solidFill>
                <a:latin typeface="Yu Gothic"/>
                <a:ea typeface="Yu Gothic"/>
                <a:cs typeface="Yu Gothic"/>
              </a:defRPr>
            </a:lvl6pPr>
            <a:lvl7pPr>
              <a:buNone/>
              <a:defRPr sz="2250" b="1">
                <a:solidFill>
                  <a:srgbClr val="263D4D"/>
                </a:solidFill>
                <a:latin typeface="Yu Gothic"/>
                <a:ea typeface="Yu Gothic"/>
                <a:cs typeface="Yu Gothic"/>
              </a:defRPr>
            </a:lvl7pPr>
            <a:lvl8pPr>
              <a:buNone/>
              <a:defRPr sz="2250" b="1">
                <a:solidFill>
                  <a:srgbClr val="263D4D"/>
                </a:solidFill>
                <a:latin typeface="Yu Gothic"/>
                <a:ea typeface="Yu Gothic"/>
                <a:cs typeface="Yu Gothic"/>
              </a:defRPr>
            </a:lvl8pPr>
            <a:lvl9pPr>
              <a:buNone/>
              <a:defRPr sz="2250" b="1">
                <a:solidFill>
                  <a:srgbClr val="263D4D"/>
                </a:solidFill>
                <a:latin typeface="Yu Gothic"/>
                <a:ea typeface="Yu Gothic"/>
                <a:cs typeface="Yu Gothic"/>
              </a:defRPr>
            </a:lvl9pPr>
          </a:lstStyle>
          <a:p xmlns:a="http://schemas.openxmlformats.org/drawingml/2006/main">
            <a:pPr>
              <a:buNone/>
              <a:defRPr sz="2250" b="1">
                <a:solidFill>
                  <a:srgbClr val="263D4D"/>
                </a:solidFill>
                <a:latin typeface="Yu Gothic"/>
                <a:ea typeface="Yu Gothic"/>
                <a:cs typeface="Yu Gothic"/>
              </a:defRPr>
            </a:pPr>
            <a:r>
              <a:rPr sz="2250" b="1">
                <a:solidFill>
                  <a:srgbClr val="263D4D"/>
                </a:solidFill>
                <a:latin typeface="Yu Gothic"/>
                <a:ea typeface="Yu Gothic"/>
                <a:cs typeface="Yu Gothic"/>
              </a:rPr>
              <a:t>博物館・研究所の一次資料を先に確かめる</a:t>
            </a:r>
          </a:p>
        </p:txBody>
      </p:sp>
      <p:sp>
        <p:nvSpPr>
          <p:cNvPr id="4" name="">
            <a:extLst xmlns:a="http://schemas.openxmlformats.org/drawingml/2006/main">
              <a:ext uri="{FF2B5EF4-FFF2-40B4-BE49-F238E27FC236}">
                <a16:creationId xmlns:a16="http://schemas.microsoft.com/office/drawing/2014/main" id="{8FBE79A6-22F7-49A1-9FE3-DAAEE0081AA7}"/>
              </a:ext>
            </a:extLst>
          </p:cNvPr>
          <p:cNvSpPr>
            <a:spLocks xmlns:a="http://schemas.openxmlformats.org/drawingml/2006/main" noGrp="1"/>
          </p:cNvSpPr>
          <p:nvPr/>
        </p:nvSpPr>
        <p:spPr>
          <a:xfrm xmlns:a="http://schemas.openxmlformats.org/drawingml/2006/main">
            <a:off x="809625" y="2790825"/>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歴史解説と当時の実物・記録を分ける</a:t>
            </a:r>
          </a:p>
        </p:txBody>
      </p:sp>
      <p:sp>
        <p:nvSpPr>
          <p:cNvPr id="5" name="">
            <a:extLst xmlns:a="http://schemas.openxmlformats.org/drawingml/2006/main">
              <a:ext uri="{FF2B5EF4-FFF2-40B4-BE49-F238E27FC236}">
                <a16:creationId xmlns:a16="http://schemas.microsoft.com/office/drawing/2014/main" id="{7757BC6F-B16E-443D-AB44-ACD1DA3ACC50}"/>
              </a:ext>
            </a:extLst>
          </p:cNvPr>
          <p:cNvSpPr>
            <a:spLocks xmlns:a="http://schemas.openxmlformats.org/drawingml/2006/main" noGrp="1"/>
          </p:cNvSpPr>
          <p:nvPr/>
        </p:nvSpPr>
        <p:spPr>
          <a:xfrm xmlns:a="http://schemas.openxmlformats.org/drawingml/2006/main">
            <a:off x="809625" y="384810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出典・公開年・対象地域を記録する</a:t>
            </a:r>
          </a:p>
        </p:txBody>
      </p:sp>
      <p:sp>
        <p:nvSpPr>
          <p:cNvPr id="6" name="">
            <a:extLst xmlns:a="http://schemas.openxmlformats.org/drawingml/2006/main">
              <a:ext uri="{FF2B5EF4-FFF2-40B4-BE49-F238E27FC236}">
                <a16:creationId xmlns:a16="http://schemas.microsoft.com/office/drawing/2014/main" id="{24F3A058-D3AF-40CE-AE0E-7C4B1E024A62}"/>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参照 [1・2・3・4・5・6・7・8・9・10・11・12・13・14・15]</a:t>
            </a:r>
          </a:p>
        </p:txBody>
      </p:sp>
      <p:sp>
        <p:nvSpPr>
          <p:cNvPr id="7" name="">
            <a:extLst xmlns:a="http://schemas.openxmlformats.org/drawingml/2006/main">
              <a:ext uri="{FF2B5EF4-FFF2-40B4-BE49-F238E27FC236}">
                <a16:creationId xmlns:a16="http://schemas.microsoft.com/office/drawing/2014/main" id="{D960AF19-5545-4527-A434-88126D9C2961}"/>
              </a:ext>
            </a:extLst>
          </p:cNvPr>
          <p:cNvSpPr>
            <a:spLocks xmlns:a="http://schemas.openxmlformats.org/drawingml/2006/main" noGrp="1"/>
          </p:cNvSpPr>
          <p:nvPr/>
        </p:nvSpPr>
        <p:spPr>
          <a:xfrm xmlns:a="http://schemas.openxmlformats.org/drawingml/2006/main">
            <a:off x="685800" y="635317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発展C</a:t>
            </a:r>
          </a:p>
        </p:txBody>
      </p:sp>
      <p:sp>
        <p:nvSpPr>
          <p:cNvPr id="8" name="">
            <a:extLst xmlns:a="http://schemas.openxmlformats.org/drawingml/2006/main">
              <a:ext uri="{FF2B5EF4-FFF2-40B4-BE49-F238E27FC236}">
                <a16:creationId xmlns:a16="http://schemas.microsoft.com/office/drawing/2014/main" id="{DAB61532-DF43-49F3-8B24-55A603F5C2E0}"/>
              </a:ext>
            </a:extLst>
          </p:cNvPr>
          <p:cNvSpPr>
            <a:spLocks xmlns:a="http://schemas.openxmlformats.org/drawingml/2006/main" noGrp="1"/>
          </p:cNvSpPr>
          <p:nvPr/>
        </p:nvSpPr>
        <p:spPr>
          <a:xfrm xmlns:a="http://schemas.openxmlformats.org/drawingml/2006/main">
            <a:off x="10477500" y="6353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33 / 33</a:t>
            </a:r>
          </a:p>
        </p:txBody>
      </p:sp>
    </p:spTree>
    <p:extLst>
      <p:ext uri="{BB962C8B-B14F-4D97-AF65-F5344CB8AC3E}">
        <p14:creationId xmlns:p14="http://schemas.microsoft.com/office/powerpoint/2010/main" val="158768514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2026-10-31T01:11:28.8180000Z</dcterms:created>
  <dcterms:modified xsi:type="dcterms:W3CDTF">2026-10-31T01:11:28.8180000Z</dcterms:modified>
</coreProperties>
</file>