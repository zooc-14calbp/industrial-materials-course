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a5618e0ae1a4364" /><Relationship Type="http://schemas.openxmlformats.org/officeDocument/2006/relationships/extended-properties" Target="/docProps/app.xml" Id="Rd4d6a314ae0c4e1d" /><Relationship Type="http://schemas.openxmlformats.org/officeDocument/2006/relationships/officeDocument" Target="/ppt/presentation.xml" Id="R0789ae3f34b643b2" /></Relationships>
</file>

<file path=ppt/presentation.xml><?xml version="1.0" encoding="utf-8"?>
<p:presentation xmlns:p="http://schemas.openxmlformats.org/presentationml/2006/main">
  <p:sldMasterIdLst>
    <p:sldMasterId xmlns:r="http://schemas.openxmlformats.org/officeDocument/2006/relationships" id="2147483648" r:id="R7a414d0539d04468"/>
  </p:sldMasterIdLst>
  <p:notesMasterIdLst>
    <p:notesMasterId xmlns:r="http://schemas.openxmlformats.org/officeDocument/2006/relationships" r:id="Rc9b14c346f994cab"/>
  </p:notesMasterIdLst>
  <p:sldIdLst>
    <p:sldId xmlns:r="http://schemas.openxmlformats.org/officeDocument/2006/relationships" id="256" r:id="R8a316e18332149ff"/>
    <p:sldId xmlns:r="http://schemas.openxmlformats.org/officeDocument/2006/relationships" id="257" r:id="R639d2249d3384266"/>
    <p:sldId xmlns:r="http://schemas.openxmlformats.org/officeDocument/2006/relationships" id="258" r:id="R0e2496805fcc464c"/>
    <p:sldId xmlns:r="http://schemas.openxmlformats.org/officeDocument/2006/relationships" id="259" r:id="Red974a7ca26249c0"/>
    <p:sldId xmlns:r="http://schemas.openxmlformats.org/officeDocument/2006/relationships" id="260" r:id="Rc42630897ab841c0"/>
    <p:sldId xmlns:r="http://schemas.openxmlformats.org/officeDocument/2006/relationships" id="261" r:id="R16ff0e18802249d4"/>
    <p:sldId xmlns:r="http://schemas.openxmlformats.org/officeDocument/2006/relationships" id="262" r:id="R5d9acbf08fb94efe"/>
    <p:sldId xmlns:r="http://schemas.openxmlformats.org/officeDocument/2006/relationships" id="263" r:id="Rf81ea4a0cd2e4932"/>
    <p:sldId xmlns:r="http://schemas.openxmlformats.org/officeDocument/2006/relationships" id="264" r:id="R3b9981b342654d75"/>
    <p:sldId xmlns:r="http://schemas.openxmlformats.org/officeDocument/2006/relationships" id="265" r:id="R4b0ce994e9124858"/>
    <p:sldId xmlns:r="http://schemas.openxmlformats.org/officeDocument/2006/relationships" id="266" r:id="R5cfd9c78d6884cbf"/>
    <p:sldId xmlns:r="http://schemas.openxmlformats.org/officeDocument/2006/relationships" id="267" r:id="R08f5d60d677647ca"/>
    <p:sldId xmlns:r="http://schemas.openxmlformats.org/officeDocument/2006/relationships" id="268" r:id="R9cdb79af6b7949e6"/>
    <p:sldId xmlns:r="http://schemas.openxmlformats.org/officeDocument/2006/relationships" id="269" r:id="R446ec874ea054b86"/>
    <p:sldId xmlns:r="http://schemas.openxmlformats.org/officeDocument/2006/relationships" id="270" r:id="Rb5636f2b1c64424f"/>
    <p:sldId xmlns:r="http://schemas.openxmlformats.org/officeDocument/2006/relationships" id="271" r:id="Rbcc06f0d95dc4794"/>
    <p:sldId xmlns:r="http://schemas.openxmlformats.org/officeDocument/2006/relationships" id="272" r:id="R79151286c2ba4cf9"/>
    <p:sldId xmlns:r="http://schemas.openxmlformats.org/officeDocument/2006/relationships" id="273" r:id="R3cc84b82bee447d8"/>
    <p:sldId xmlns:r="http://schemas.openxmlformats.org/officeDocument/2006/relationships" id="274" r:id="Rca75ceda8c224f98"/>
    <p:sldId xmlns:r="http://schemas.openxmlformats.org/officeDocument/2006/relationships" id="275" r:id="R54f2a1ea9ecd408a"/>
    <p:sldId xmlns:r="http://schemas.openxmlformats.org/officeDocument/2006/relationships" id="276" r:id="R5551c230075a4062"/>
    <p:sldId xmlns:r="http://schemas.openxmlformats.org/officeDocument/2006/relationships" id="277" r:id="R004cc90c19844ea4"/>
    <p:sldId xmlns:r="http://schemas.openxmlformats.org/officeDocument/2006/relationships" id="278" r:id="R28d4fc0fa01e42e2"/>
    <p:sldId xmlns:r="http://schemas.openxmlformats.org/officeDocument/2006/relationships" id="279" r:id="R22a04744c48b4779"/>
    <p:sldId xmlns:r="http://schemas.openxmlformats.org/officeDocument/2006/relationships" id="280" r:id="R65fb33662e6a4696"/>
    <p:sldId xmlns:r="http://schemas.openxmlformats.org/officeDocument/2006/relationships" id="281" r:id="R869970d15a6b476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92b06168378454c" /><Relationship Type="http://schemas.openxmlformats.org/officeDocument/2006/relationships/slideMaster" Target="/ppt/slideMasters/slideMaster1.xml" Id="R7a414d0539d04468" /><Relationship Type="http://schemas.openxmlformats.org/officeDocument/2006/relationships/notesMaster" Target="/ppt/notesMasters/notesMaster1.xml" Id="Rc9b14c346f994cab" /><Relationship Type="http://schemas.openxmlformats.org/officeDocument/2006/relationships/presProps" Target="/ppt/presProps.xml" Id="Rdc49690564fb49ca" /><Relationship Type="http://schemas.openxmlformats.org/officeDocument/2006/relationships/tableStyles" Target="/ppt/tableStyles.xml" Id="R5af177fccabe42b5" /><Relationship Type="http://schemas.openxmlformats.org/officeDocument/2006/relationships/slide" Target="/ppt/slides/slide1.xml" Id="R8a316e18332149ff" /><Relationship Type="http://schemas.openxmlformats.org/officeDocument/2006/relationships/slide" Target="/ppt/slides/slide2.xml" Id="R639d2249d3384266" /><Relationship Type="http://schemas.openxmlformats.org/officeDocument/2006/relationships/slide" Target="/ppt/slides/slide3.xml" Id="R0e2496805fcc464c" /><Relationship Type="http://schemas.openxmlformats.org/officeDocument/2006/relationships/slide" Target="/ppt/slides/slide4.xml" Id="Red974a7ca26249c0" /><Relationship Type="http://schemas.openxmlformats.org/officeDocument/2006/relationships/slide" Target="/ppt/slides/slide5.xml" Id="Rc42630897ab841c0" /><Relationship Type="http://schemas.openxmlformats.org/officeDocument/2006/relationships/slide" Target="/ppt/slides/slide6.xml" Id="R16ff0e18802249d4" /><Relationship Type="http://schemas.openxmlformats.org/officeDocument/2006/relationships/slide" Target="/ppt/slides/slide7.xml" Id="R5d9acbf08fb94efe" /><Relationship Type="http://schemas.openxmlformats.org/officeDocument/2006/relationships/slide" Target="/ppt/slides/slide8.xml" Id="Rf81ea4a0cd2e4932" /><Relationship Type="http://schemas.openxmlformats.org/officeDocument/2006/relationships/slide" Target="/ppt/slides/slide9.xml" Id="R3b9981b342654d75" /><Relationship Type="http://schemas.openxmlformats.org/officeDocument/2006/relationships/slide" Target="/ppt/slides/slide10.xml" Id="R4b0ce994e9124858" /><Relationship Type="http://schemas.openxmlformats.org/officeDocument/2006/relationships/slide" Target="/ppt/slides/slide11.xml" Id="R5cfd9c78d6884cbf" /><Relationship Type="http://schemas.openxmlformats.org/officeDocument/2006/relationships/slide" Target="/ppt/slides/slide12.xml" Id="R08f5d60d677647ca" /><Relationship Type="http://schemas.openxmlformats.org/officeDocument/2006/relationships/slide" Target="/ppt/slides/slide13.xml" Id="R9cdb79af6b7949e6" /><Relationship Type="http://schemas.openxmlformats.org/officeDocument/2006/relationships/slide" Target="/ppt/slides/slide14.xml" Id="R446ec874ea054b86" /><Relationship Type="http://schemas.openxmlformats.org/officeDocument/2006/relationships/slide" Target="/ppt/slides/slide15.xml" Id="Rb5636f2b1c64424f" /><Relationship Type="http://schemas.openxmlformats.org/officeDocument/2006/relationships/slide" Target="/ppt/slides/slide16.xml" Id="Rbcc06f0d95dc4794" /><Relationship Type="http://schemas.openxmlformats.org/officeDocument/2006/relationships/slide" Target="/ppt/slides/slide17.xml" Id="R79151286c2ba4cf9" /><Relationship Type="http://schemas.openxmlformats.org/officeDocument/2006/relationships/slide" Target="/ppt/slides/slide18.xml" Id="R3cc84b82bee447d8" /><Relationship Type="http://schemas.openxmlformats.org/officeDocument/2006/relationships/slide" Target="/ppt/slides/slide19.xml" Id="Rca75ceda8c224f98" /><Relationship Type="http://schemas.openxmlformats.org/officeDocument/2006/relationships/slide" Target="/ppt/slides/slide20.xml" Id="R54f2a1ea9ecd408a" /><Relationship Type="http://schemas.openxmlformats.org/officeDocument/2006/relationships/slide" Target="/ppt/slides/slide21.xml" Id="R5551c230075a4062" /><Relationship Type="http://schemas.openxmlformats.org/officeDocument/2006/relationships/slide" Target="/ppt/slides/slide22.xml" Id="R004cc90c19844ea4" /><Relationship Type="http://schemas.openxmlformats.org/officeDocument/2006/relationships/slide" Target="/ppt/slides/slide23.xml" Id="R28d4fc0fa01e42e2" /><Relationship Type="http://schemas.openxmlformats.org/officeDocument/2006/relationships/slide" Target="/ppt/slides/slide24.xml" Id="R22a04744c48b4779" /><Relationship Type="http://schemas.openxmlformats.org/officeDocument/2006/relationships/slide" Target="/ppt/slides/slide25.xml" Id="R65fb33662e6a4696" /><Relationship Type="http://schemas.openxmlformats.org/officeDocument/2006/relationships/slide" Target="/ppt/slides/slide26.xml" Id="R869970d15a6b476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016705abbc3409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2c8a9546dd4401b" /><Relationship Type="http://schemas.openxmlformats.org/officeDocument/2006/relationships/notesMaster" Target="/ppt/notesMasters/notesMaster1.xml" Id="R10664635e6c64506" /></Relationships>
</file>

<file path=ppt/notesSlides/_rels/notesSlide2.xml.rels>&#65279;<?xml version="1.0" encoding="utf-8"?><Relationships xmlns="http://schemas.openxmlformats.org/package/2006/relationships"><Relationship Type="http://schemas.openxmlformats.org/officeDocument/2006/relationships/slide" Target="/ppt/slides/slide2.xml" Id="R6b42f8f766c6451c" /><Relationship Type="http://schemas.openxmlformats.org/officeDocument/2006/relationships/notesMaster" Target="/ppt/notesMasters/notesMaster1.xml" Id="R7240740213294980" /></Relationships>
</file>

<file path=ppt/notesSlides/_rels/notesSlide3.xml.rels>&#65279;<?xml version="1.0" encoding="utf-8"?><Relationships xmlns="http://schemas.openxmlformats.org/package/2006/relationships"><Relationship Type="http://schemas.openxmlformats.org/officeDocument/2006/relationships/slide" Target="/ppt/slides/slide3.xml" Id="Rea99da7c9d654f7f" /><Relationship Type="http://schemas.openxmlformats.org/officeDocument/2006/relationships/notesMaster" Target="/ppt/notesMasters/notesMaster1.xml" Id="R4b2f0628c352469c" /></Relationships>
</file>

<file path=ppt/notesSlides/_rels/notesSlide4.xml.rels>&#65279;<?xml version="1.0" encoding="utf-8"?><Relationships xmlns="http://schemas.openxmlformats.org/package/2006/relationships"><Relationship Type="http://schemas.openxmlformats.org/officeDocument/2006/relationships/slide" Target="/ppt/slides/slide4.xml" Id="R2bfe983007714fbe" /><Relationship Type="http://schemas.openxmlformats.org/officeDocument/2006/relationships/notesMaster" Target="/ppt/notesMasters/notesMaster1.xml" Id="Rce7f6f4cd4284476" /></Relationships>
</file>

<file path=ppt/notesSlides/_rels/notesSlide5.xml.rels>&#65279;<?xml version="1.0" encoding="utf-8"?><Relationships xmlns="http://schemas.openxmlformats.org/package/2006/relationships"><Relationship Type="http://schemas.openxmlformats.org/officeDocument/2006/relationships/slide" Target="/ppt/slides/slide5.xml" Id="R1e13040588b94f89" /><Relationship Type="http://schemas.openxmlformats.org/officeDocument/2006/relationships/notesMaster" Target="/ppt/notesMasters/notesMaster1.xml" Id="R0cc0d8fda87f4413" /></Relationships>
</file>

<file path=ppt/notesSlides/_rels/notesSlide6.xml.rels>&#65279;<?xml version="1.0" encoding="utf-8"?><Relationships xmlns="http://schemas.openxmlformats.org/package/2006/relationships"><Relationship Type="http://schemas.openxmlformats.org/officeDocument/2006/relationships/slide" Target="/ppt/slides/slide6.xml" Id="R9583e9a6b4fe467d" /><Relationship Type="http://schemas.openxmlformats.org/officeDocument/2006/relationships/notesMaster" Target="/ppt/notesMasters/notesMaster1.xml" Id="R94a8d4ed99fe4ecd" /></Relationships>
</file>

<file path=ppt/notesSlides/_rels/notesSlide7.xml.rels>&#65279;<?xml version="1.0" encoding="utf-8"?><Relationships xmlns="http://schemas.openxmlformats.org/package/2006/relationships"><Relationship Type="http://schemas.openxmlformats.org/officeDocument/2006/relationships/slide" Target="/ppt/slides/slide7.xml" Id="Re6bfc03263a840b4" /><Relationship Type="http://schemas.openxmlformats.org/officeDocument/2006/relationships/notesMaster" Target="/ppt/notesMasters/notesMaster1.xml" Id="R6468039b177f4ff9" /></Relationships>
</file>

<file path=ppt/notesSlides/_rels/notesSlide8.xml.rels>&#65279;<?xml version="1.0" encoding="utf-8"?><Relationships xmlns="http://schemas.openxmlformats.org/package/2006/relationships"><Relationship Type="http://schemas.openxmlformats.org/officeDocument/2006/relationships/slide" Target="/ppt/slides/slide8.xml" Id="Ra255b098dd8545cf" /><Relationship Type="http://schemas.openxmlformats.org/officeDocument/2006/relationships/notesMaster" Target="/ppt/notesMasters/notesMaster1.xml" Id="R646080c633de4adc" /></Relationships>
</file>

<file path=ppt/notesSlides/_rels/notesSlide9.xml.rels>&#65279;<?xml version="1.0" encoding="utf-8"?><Relationships xmlns="http://schemas.openxmlformats.org/package/2006/relationships"><Relationship Type="http://schemas.openxmlformats.org/officeDocument/2006/relationships/slide" Target="/ppt/slides/slide9.xml" Id="R1e234ae57df64670" /><Relationship Type="http://schemas.openxmlformats.org/officeDocument/2006/relationships/notesMaster" Target="/ppt/notesMasters/notesMaster1.xml" Id="R84a2bdc6bee94df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bf4f3d4b4fe413f" /><Relationship Type="http://schemas.openxmlformats.org/officeDocument/2006/relationships/notesMaster" Target="/ppt/notesMasters/notesMaster1.xml" Id="R5ffa884dded8466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551c2dd4cd5432f" /><Relationship Type="http://schemas.openxmlformats.org/officeDocument/2006/relationships/notesMaster" Target="/ppt/notesMasters/notesMaster1.xml" Id="R35dc4441cacc481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128d49014564d6e" /><Relationship Type="http://schemas.openxmlformats.org/officeDocument/2006/relationships/notesMaster" Target="/ppt/notesMasters/notesMaster1.xml" Id="R26567eed019949f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e832706b77848e4" /><Relationship Type="http://schemas.openxmlformats.org/officeDocument/2006/relationships/notesMaster" Target="/ppt/notesMasters/notesMaster1.xml" Id="R535eb1b27d284db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58d1923159f473c" /><Relationship Type="http://schemas.openxmlformats.org/officeDocument/2006/relationships/notesMaster" Target="/ppt/notesMasters/notesMaster1.xml" Id="R8870a43af76146e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d6220c4f4f64aaa" /><Relationship Type="http://schemas.openxmlformats.org/officeDocument/2006/relationships/notesMaster" Target="/ppt/notesMasters/notesMaster1.xml" Id="R84c827896ffe4cc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2fa1b4b2e464ce4" /><Relationship Type="http://schemas.openxmlformats.org/officeDocument/2006/relationships/notesMaster" Target="/ppt/notesMasters/notesMaster1.xml" Id="R3a67f1c7c3e84c0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5184d80d3f94d67" /><Relationship Type="http://schemas.openxmlformats.org/officeDocument/2006/relationships/notesMaster" Target="/ppt/notesMasters/notesMaster1.xml" Id="R11dd5a02a00e49f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652d6f574724f3a" /><Relationship Type="http://schemas.openxmlformats.org/officeDocument/2006/relationships/notesMaster" Target="/ppt/notesMasters/notesMaster1.xml" Id="Ref19c625a415454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c9cf86046b1480f" /><Relationship Type="http://schemas.openxmlformats.org/officeDocument/2006/relationships/notesMaster" Target="/ppt/notesMasters/notesMaster1.xml" Id="R225a0881f3024ac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65798d0437c4e51" /><Relationship Type="http://schemas.openxmlformats.org/officeDocument/2006/relationships/notesMaster" Target="/ppt/notesMasters/notesMaster1.xml" Id="R7b6b8fe880e249a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0cf927e0f684106" /><Relationship Type="http://schemas.openxmlformats.org/officeDocument/2006/relationships/notesMaster" Target="/ppt/notesMasters/notesMaster1.xml" Id="R9643cfb222294f8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cc3f555a9ed461f" /><Relationship Type="http://schemas.openxmlformats.org/officeDocument/2006/relationships/notesMaster" Target="/ppt/notesMasters/notesMaster1.xml" Id="R5e340019eb9b4e0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87dfb8d7c3b40da" /><Relationship Type="http://schemas.openxmlformats.org/officeDocument/2006/relationships/notesMaster" Target="/ppt/notesMasters/notesMaster1.xml" Id="R3ab7e610d4e248c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7faac7a79af4ec2" /><Relationship Type="http://schemas.openxmlformats.org/officeDocument/2006/relationships/notesMaster" Target="/ppt/notesMasters/notesMaster1.xml" Id="R7e45ffabb3a74d2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d71839183c3470c" /><Relationship Type="http://schemas.openxmlformats.org/officeDocument/2006/relationships/notesMaster" Target="/ppt/notesMasters/notesMaster1.xml" Id="R2ac9b013de00458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c014dba4c9d4987" /><Relationship Type="http://schemas.openxmlformats.org/officeDocument/2006/relationships/notesMaster" Target="/ppt/notesMasters/notesMaster1.xml" Id="Rec0926c26f8a444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新しいという言葉は、発見された年代だけで決まりません。従来の材料を組み合わせ、構造や作り方を制御し、特定の用途で新しい働きを得る場合もあります。本編で学んだ材料選択の条件を、この回にも使います。</a:t>
            </a:r>
          </a:p>
          <a:p xmlns:a="http://schemas.openxmlformats.org/drawingml/2006/main">
            <a:r>
              <a:t/>
            </a:r>
          </a:p>
          <a:p xmlns:a="http://schemas.openxmlformats.org/drawingml/2006/main">
            <a:r>
              <a:t/>
            </a:r>
          </a:p>
          <a:p xmlns:a="http://schemas.openxmlformats.org/drawingml/2006/main">
            <a:r>
              <a:t/>
            </a:r>
          </a:p>
          <a:p xmlns:a="http://schemas.openxmlformats.org/drawingml/2006/main">
            <a:r>
              <a:t>図表・自己確認は授業用に作成。正式な提出課題ではない。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三つの材料群の知識を使い、なぜその構造と製法かを説明します。先端素材を高性能という一語で評価せず、測定条件と製品での役割を確認します。</a:t>
            </a:r>
          </a:p>
          <a:p xmlns:a="http://schemas.openxmlformats.org/drawingml/2006/main">
            <a:r>
              <a:t/>
            </a:r>
          </a:p>
          <a:p xmlns:a="http://schemas.openxmlformats.org/drawingml/2006/main">
            <a:r>
              <a:t/>
            </a:r>
          </a:p>
          <a:p xmlns:a="http://schemas.openxmlformats.org/drawingml/2006/main">
            <a:r>
              <a:t/>
            </a:r>
          </a:p>
          <a:p xmlns:a="http://schemas.openxmlformats.org/drawingml/2006/main">
            <a:r>
              <a:t>図表・自己確認は授業用に作成。正式な提出課題ではない。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強度だけ大きくても、必要な形に作れない、接合が難しい、交換ができない場合があります。比較単位が試験片か製品かで結論は変わります。</a:t>
            </a:r>
          </a:p>
          <a:p xmlns:a="http://schemas.openxmlformats.org/drawingml/2006/main">
            <a:r>
              <a:t/>
            </a:r>
          </a:p>
          <a:p xmlns:a="http://schemas.openxmlformats.org/drawingml/2006/main">
            <a:r>
              <a:t/>
            </a:r>
          </a:p>
          <a:p xmlns:a="http://schemas.openxmlformats.org/drawingml/2006/main">
            <a:r>
              <a:t/>
            </a:r>
          </a:p>
          <a:p xmlns:a="http://schemas.openxmlformats.org/drawingml/2006/main">
            <a:r>
              <a:t>図表・自己確認は授業用に作成。正式な提出課題ではない。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第十一回の材料定数を実物に使うには、その数値がどんな試料と試験から得られたかを確認しました。ここでも製造履歴から製品までの連鎖を追います。</a:t>
            </a:r>
          </a:p>
          <a:p xmlns:a="http://schemas.openxmlformats.org/drawingml/2006/main">
            <a:r>
              <a:t/>
            </a:r>
          </a:p>
          <a:p xmlns:a="http://schemas.openxmlformats.org/drawingml/2006/main">
            <a:r>
              <a:t/>
            </a:r>
          </a:p>
          <a:p xmlns:a="http://schemas.openxmlformats.org/drawingml/2006/main">
            <a:r>
              <a:t/>
            </a:r>
          </a:p>
          <a:p xmlns:a="http://schemas.openxmlformats.org/drawingml/2006/main">
            <a:r>
              <a:t>図表・自己確認は授業用に作成。正式な提出課題ではない。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材料群を新旧に分けるのではなく、これまでの知識がどのように発展するかを見ます。例えば複合材料の方向性は木材の繊維方向とも比較できます。</a:t>
            </a:r>
          </a:p>
          <a:p xmlns:a="http://schemas.openxmlformats.org/drawingml/2006/main">
            <a:r>
              <a:t/>
            </a:r>
          </a:p>
          <a:p xmlns:a="http://schemas.openxmlformats.org/drawingml/2006/main">
            <a:r>
              <a:t>[1] 産総研：セルロースナノファイバー</a:t>
            </a:r>
          </a:p>
          <a:p xmlns:a="http://schemas.openxmlformats.org/drawingml/2006/main">
            <a:r>
              <a:t>https://unit.aist.go.jp/chugoku/ncs/explanation/</a:t>
            </a:r>
          </a:p>
          <a:p xmlns:a="http://schemas.openxmlformats.org/drawingml/2006/main">
            <a:r>
              <a:t/>
            </a:r>
          </a:p>
          <a:p xmlns:a="http://schemas.openxmlformats.org/drawingml/2006/main">
            <a:r>
              <a:t>[3] NIST：積層造形材の疲労と破壊</a:t>
            </a:r>
          </a:p>
          <a:p xmlns:a="http://schemas.openxmlformats.org/drawingml/2006/main">
            <a:r>
              <a:t>https://www.nist.gov/programs-projects/additive-manufacturing-fatigue-and-fracture</a:t>
            </a:r>
          </a:p>
          <a:p xmlns:a="http://schemas.openxmlformats.org/drawingml/2006/main">
            <a:r>
              <a:t/>
            </a:r>
          </a:p>
          <a:p xmlns:a="http://schemas.openxmlformats.org/drawingml/2006/main">
            <a:r>
              <a:t>[4] ORNL：積層造形した複合材料の異方性</a:t>
            </a:r>
          </a:p>
          <a:p xmlns:a="http://schemas.openxmlformats.org/drawingml/2006/main">
            <a:r>
              <a:t>https://impact.ornl.gov/en/publications/mechanical-anisotropy-in-polymer-composites-produced-by-material-/</a:t>
            </a:r>
          </a:p>
          <a:p xmlns:a="http://schemas.openxmlformats.org/drawingml/2006/main">
            <a:r>
              <a:t/>
            </a:r>
          </a:p>
          <a:p xmlns:a="http://schemas.openxmlformats.org/drawingml/2006/main">
            <a:r>
              <a:t>図表・自己確認は授業用に作成。正式な提出課題ではない。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炭素繊維強化樹脂を例に、繊維だけの強さを製品の強さと同一視しません。樹脂と繊維の界面、向き、接合まで含めて考えます。</a:t>
            </a:r>
          </a:p>
          <a:p xmlns:a="http://schemas.openxmlformats.org/drawingml/2006/main">
            <a:r>
              <a:t/>
            </a:r>
          </a:p>
          <a:p xmlns:a="http://schemas.openxmlformats.org/drawingml/2006/main">
            <a:r>
              <a:t>[4] ORNL：積層造形した複合材料の異方性</a:t>
            </a:r>
          </a:p>
          <a:p xmlns:a="http://schemas.openxmlformats.org/drawingml/2006/main">
            <a:r>
              <a:t>https://impact.ornl.gov/en/publications/mechanical-anisotropy-in-polymer-composites-produced-by-material-/</a:t>
            </a:r>
          </a:p>
          <a:p xmlns:a="http://schemas.openxmlformats.org/drawingml/2006/main">
            <a:r>
              <a:t/>
            </a:r>
          </a:p>
          <a:p xmlns:a="http://schemas.openxmlformats.org/drawingml/2006/main">
            <a:r>
              <a:t>図表・自己確認は授業用に作成。正式な提出課題ではない。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方向のある繊維を並べると、得意な方向と苦手な方向が生まれます。どの方向を測った値かを消して強度の順位表を作らないようにします。</a:t>
            </a:r>
          </a:p>
          <a:p xmlns:a="http://schemas.openxmlformats.org/drawingml/2006/main">
            <a:r>
              <a:t/>
            </a:r>
          </a:p>
          <a:p xmlns:a="http://schemas.openxmlformats.org/drawingml/2006/main">
            <a:r>
              <a:t>[4] ORNL：積層造形した複合材料の異方性</a:t>
            </a:r>
          </a:p>
          <a:p xmlns:a="http://schemas.openxmlformats.org/drawingml/2006/main">
            <a:r>
              <a:t>https://impact.ornl.gov/en/publications/mechanical-anisotropy-in-polymer-composites-produced-by-material-/</a:t>
            </a:r>
          </a:p>
          <a:p xmlns:a="http://schemas.openxmlformats.org/drawingml/2006/main">
            <a:r>
              <a:t/>
            </a:r>
          </a:p>
          <a:p xmlns:a="http://schemas.openxmlformats.org/drawingml/2006/main">
            <a:r>
              <a:t>図表・自己確認は授業用に作成。正式な提出課題ではない。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セルロースナノファイバーは木材や草などの細胞壁に由来します。樹脂と複合化する場合、繊維の分散や配向、界面が物性に関わります。原料が植物だから自動的に環境上優れるとは結論しません。</a:t>
            </a:r>
          </a:p>
          <a:p xmlns:a="http://schemas.openxmlformats.org/drawingml/2006/main">
            <a:r>
              <a:t/>
            </a:r>
          </a:p>
          <a:p xmlns:a="http://schemas.openxmlformats.org/drawingml/2006/main">
            <a:r>
              <a:t>[1] 産総研：セルロースナノファイバー</a:t>
            </a:r>
          </a:p>
          <a:p xmlns:a="http://schemas.openxmlformats.org/drawingml/2006/main">
            <a:r>
              <a:t>https://unit.aist.go.jp/chugoku/ncs/explanation/</a:t>
            </a:r>
          </a:p>
          <a:p xmlns:a="http://schemas.openxmlformats.org/drawingml/2006/main">
            <a:r>
              <a:t/>
            </a:r>
          </a:p>
          <a:p xmlns:a="http://schemas.openxmlformats.org/drawingml/2006/main">
            <a:r>
              <a:t>[2] 産総研：CNF複合材料の微細構造と物性</a:t>
            </a:r>
          </a:p>
          <a:p xmlns:a="http://schemas.openxmlformats.org/drawingml/2006/main">
            <a:r>
              <a:t>https://unit.aist.go.jp/ischem/ischem-clm/technology_development.html</a:t>
            </a:r>
          </a:p>
          <a:p xmlns:a="http://schemas.openxmlformats.org/drawingml/2006/main">
            <a:r>
              <a:t/>
            </a:r>
          </a:p>
          <a:p xmlns:a="http://schemas.openxmlformats.org/drawingml/2006/main">
            <a:r>
              <a:t>[9] NEDO：CNF複合材料の製造プロセス</a:t>
            </a:r>
          </a:p>
          <a:p xmlns:a="http://schemas.openxmlformats.org/drawingml/2006/main">
            <a:r>
              <a:t>https://www.nedo.go.jp/content/100964387.pdf</a:t>
            </a:r>
          </a:p>
          <a:p xmlns:a="http://schemas.openxmlformats.org/drawingml/2006/main">
            <a:r>
              <a:t/>
            </a:r>
          </a:p>
          <a:p xmlns:a="http://schemas.openxmlformats.org/drawingml/2006/main">
            <a:r>
              <a:t>図表・自己確認は授業用に作成。正式な提出課題ではない。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産総研の研究紹介は、セルロースナノファイバー強化樹脂の微細構造と物性の関係を扱います。授業では数値を一般化せず、条件が違えば結果が違う理由を考えます。</a:t>
            </a:r>
          </a:p>
          <a:p xmlns:a="http://schemas.openxmlformats.org/drawingml/2006/main">
            <a:r>
              <a:t/>
            </a:r>
          </a:p>
          <a:p xmlns:a="http://schemas.openxmlformats.org/drawingml/2006/main">
            <a:r>
              <a:t>[2] 産総研：CNF複合材料の微細構造と物性</a:t>
            </a:r>
          </a:p>
          <a:p xmlns:a="http://schemas.openxmlformats.org/drawingml/2006/main">
            <a:r>
              <a:t>https://unit.aist.go.jp/ischem/ischem-clm/technology_development.html</a:t>
            </a:r>
          </a:p>
          <a:p xmlns:a="http://schemas.openxmlformats.org/drawingml/2006/main">
            <a:r>
              <a:t/>
            </a:r>
          </a:p>
          <a:p xmlns:a="http://schemas.openxmlformats.org/drawingml/2006/main">
            <a:r>
              <a:t>[9] NEDO：CNF複合材料の製造プロセス</a:t>
            </a:r>
          </a:p>
          <a:p xmlns:a="http://schemas.openxmlformats.org/drawingml/2006/main">
            <a:r>
              <a:t>https://www.nedo.go.jp/content/100964387.pdf</a:t>
            </a:r>
          </a:p>
          <a:p xmlns:a="http://schemas.openxmlformats.org/drawingml/2006/main">
            <a:r>
              <a:t/>
            </a:r>
          </a:p>
          <a:p xmlns:a="http://schemas.openxmlformats.org/drawingml/2006/main">
            <a:r>
              <a:t>図表・自己確認は授業用に作成。正式な提出課題ではない。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積層造形では同じ材料名でも製造条件が構造に残ります。金属の疲労と破壊を調べるNISTの研究は、欠陥とばらつきの管理が必要なことを示す例です。</a:t>
            </a:r>
          </a:p>
          <a:p xmlns:a="http://schemas.openxmlformats.org/drawingml/2006/main">
            <a:r>
              <a:t/>
            </a:r>
          </a:p>
          <a:p xmlns:a="http://schemas.openxmlformats.org/drawingml/2006/main">
            <a:r>
              <a:t>[3] NIST：積層造形材の疲労と破壊</a:t>
            </a:r>
          </a:p>
          <a:p xmlns:a="http://schemas.openxmlformats.org/drawingml/2006/main">
            <a:r>
              <a:t>https://www.nist.gov/programs-projects/additive-manufacturing-fatigue-and-fracture</a:t>
            </a:r>
          </a:p>
          <a:p xmlns:a="http://schemas.openxmlformats.org/drawingml/2006/main">
            <a:r>
              <a:t/>
            </a:r>
          </a:p>
          <a:p xmlns:a="http://schemas.openxmlformats.org/drawingml/2006/main">
            <a:r>
              <a:t>図表・自己確認は授業用に作成。正式な提出課題ではない。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積層造形した複合材では、流れにより補強材の方向がそろい、向きによって特性が変わる事例があります。印刷できたことと、要求する荷重に耐えることを分けます。</a:t>
            </a:r>
          </a:p>
          <a:p xmlns:a="http://schemas.openxmlformats.org/drawingml/2006/main">
            <a:r>
              <a:t/>
            </a:r>
          </a:p>
          <a:p xmlns:a="http://schemas.openxmlformats.org/drawingml/2006/main">
            <a:r>
              <a:t>[4] ORNL：積層造形した複合材料の異方性</a:t>
            </a:r>
          </a:p>
          <a:p xmlns:a="http://schemas.openxmlformats.org/drawingml/2006/main">
            <a:r>
              <a:t>https://impact.ornl.gov/en/publications/mechanical-anisotropy-in-polymer-composites-produced-by-material-/</a:t>
            </a:r>
          </a:p>
          <a:p xmlns:a="http://schemas.openxmlformats.org/drawingml/2006/main">
            <a:r>
              <a:t/>
            </a:r>
          </a:p>
          <a:p xmlns:a="http://schemas.openxmlformats.org/drawingml/2006/main">
            <a:r>
              <a:t>図表・自己確認は授業用に作成。正式な提出課題ではない。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形状記憶や導電、圧電などの機能は、構造材の強さとは別の評価軸です。機能が出る条件を記録せずに便利な材料とだけ紹介しません。</a:t>
            </a:r>
          </a:p>
          <a:p xmlns:a="http://schemas.openxmlformats.org/drawingml/2006/main">
            <a:r>
              <a:t/>
            </a:r>
          </a:p>
          <a:p xmlns:a="http://schemas.openxmlformats.org/drawingml/2006/main">
            <a:r>
              <a:t/>
            </a:r>
          </a:p>
          <a:p xmlns:a="http://schemas.openxmlformats.org/drawingml/2006/main">
            <a:r>
              <a:t/>
            </a:r>
          </a:p>
          <a:p xmlns:a="http://schemas.openxmlformats.org/drawingml/2006/main">
            <a:r>
              <a:t>図表・自己確認は授業用に作成。正式な提出課題ではない。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栽培棚なら木材と樹脂の複合材、金属の接合、センサー部品などを組み合わせられます。植物の生育という結果を材料だけに帰属させず、光、水、温度の管理も記録します。</a:t>
            </a:r>
          </a:p>
          <a:p xmlns:a="http://schemas.openxmlformats.org/drawingml/2006/main">
            <a:r>
              <a:t/>
            </a:r>
          </a:p>
          <a:p xmlns:a="http://schemas.openxmlformats.org/drawingml/2006/main">
            <a:r>
              <a:t/>
            </a:r>
          </a:p>
          <a:p xmlns:a="http://schemas.openxmlformats.org/drawingml/2006/main">
            <a:r>
              <a:t/>
            </a:r>
          </a:p>
          <a:p xmlns:a="http://schemas.openxmlformats.org/drawingml/2006/main">
            <a:r>
              <a:t>図表・自己確認は授業用に作成。正式な提出課題ではない。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この二案は授業用に設定した仮想例です。材料定数や費用の実測値を与えていないので、どちらが優れるか決められません。どの情報が必要かを先に整理します。</a:t>
            </a:r>
          </a:p>
          <a:p xmlns:a="http://schemas.openxmlformats.org/drawingml/2006/main">
            <a:r>
              <a:t/>
            </a:r>
          </a:p>
          <a:p xmlns:a="http://schemas.openxmlformats.org/drawingml/2006/main">
            <a:r>
              <a:t/>
            </a:r>
          </a:p>
          <a:p xmlns:a="http://schemas.openxmlformats.org/drawingml/2006/main">
            <a:r>
              <a:t/>
            </a:r>
          </a:p>
          <a:p xmlns:a="http://schemas.openxmlformats.org/drawingml/2006/main">
            <a:r>
              <a:t>図表・自己確認は授業用に作成。正式な提出課題ではない。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五分間、案Aと案Bの比較表を作ります。質量とたわみだけでなく、接合、湿り気、補修、交換を入れます。具体的な値がない欄は未確認と記し、予想を実測値に変えないでください。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図表・自己確認は授業用に作成。正式な提出課題ではない。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新素材への置換は材料名の更新ではなく、製品案の再設計です。どの機能を改善し、どの新たな負担を受け入れるかを説明します。</a:t>
            </a:r>
          </a:p>
          <a:p xmlns:a="http://schemas.openxmlformats.org/drawingml/2006/main">
            <a:r>
              <a:t/>
            </a:r>
          </a:p>
          <a:p xmlns:a="http://schemas.openxmlformats.org/drawingml/2006/main">
            <a:r>
              <a:t/>
            </a:r>
          </a:p>
          <a:p xmlns:a="http://schemas.openxmlformats.org/drawingml/2006/main">
            <a:r>
              <a:t/>
            </a:r>
          </a:p>
          <a:p xmlns:a="http://schemas.openxmlformats.org/drawingml/2006/main">
            <a:r>
              <a:t>図表・自己確認は授業用に作成。正式な提出課題ではない。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米国エネルギー省は風車の繊維強化複合材の再利用が課題であることを示しています。環境上の比較は、同じ機能と期間を満たす案で範囲をそろえて行います。</a:t>
            </a:r>
          </a:p>
          <a:p xmlns:a="http://schemas.openxmlformats.org/drawingml/2006/main">
            <a:r>
              <a:t/>
            </a:r>
          </a:p>
          <a:p xmlns:a="http://schemas.openxmlformats.org/drawingml/2006/main">
            <a:r>
              <a:t>[5] 米国エネルギー省：風車材料のリサイクル</a:t>
            </a:r>
          </a:p>
          <a:p xmlns:a="http://schemas.openxmlformats.org/drawingml/2006/main">
            <a:r>
              <a:t>https://www.energy.gov/cmei/systems/wind-turbine-recycling</a:t>
            </a:r>
          </a:p>
          <a:p xmlns:a="http://schemas.openxmlformats.org/drawingml/2006/main">
            <a:r>
              <a:t/>
            </a:r>
          </a:p>
          <a:p xmlns:a="http://schemas.openxmlformats.org/drawingml/2006/main">
            <a:r>
              <a:t>図表・自己確認は授業用に作成。正式な提出課題ではない。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NISTの材料データに関する取り組みは、数値を蓄積するだけでなく、検索と再利用に必要な記述を重視しています。表に単位があっても、製造条件がなければ比較できません。</a:t>
            </a:r>
          </a:p>
          <a:p xmlns:a="http://schemas.openxmlformats.org/drawingml/2006/main">
            <a:r>
              <a:t/>
            </a:r>
          </a:p>
          <a:p xmlns:a="http://schemas.openxmlformats.org/drawingml/2006/main">
            <a:r>
              <a:t>[6] NIST：材料データと機械学習</a:t>
            </a:r>
          </a:p>
          <a:p xmlns:a="http://schemas.openxmlformats.org/drawingml/2006/main">
            <a:r>
              <a:t>https://www.nist.gov/itl/ai/materials-genome</a:t>
            </a:r>
          </a:p>
          <a:p xmlns:a="http://schemas.openxmlformats.org/drawingml/2006/main">
            <a:r>
              <a:t/>
            </a:r>
          </a:p>
          <a:p xmlns:a="http://schemas.openxmlformats.org/drawingml/2006/main">
            <a:r>
              <a:t>図表・自己確認は授業用に作成。正式な提出課題ではない。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第十三回の模擬データと同じです。三回の読みと三つの異なる試料は違います。AIの評価でも、同じロットに似たデータで高得点でも、新しい製造条件への予測精度は別です。</a:t>
            </a:r>
          </a:p>
          <a:p xmlns:a="http://schemas.openxmlformats.org/drawingml/2006/main">
            <a:r>
              <a:t/>
            </a:r>
          </a:p>
          <a:p xmlns:a="http://schemas.openxmlformats.org/drawingml/2006/main">
            <a:r>
              <a:t>[8] NIST：予測モデルの一般化の検討</a:t>
            </a:r>
          </a:p>
          <a:p xmlns:a="http://schemas.openxmlformats.org/drawingml/2006/main">
            <a:r>
              <a:t>https://www.nist.gov/publications/critical-examination-robustness-and-generalizability-machine-learning-prediction</a:t>
            </a:r>
          </a:p>
          <a:p xmlns:a="http://schemas.openxmlformats.org/drawingml/2006/main">
            <a:r>
              <a:t/>
            </a:r>
          </a:p>
          <a:p xmlns:a="http://schemas.openxmlformats.org/drawingml/2006/main">
            <a:r>
              <a:t>図表・自己確認は授業用に作成。正式な提出課題ではない。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材料開発へのAI活用では、学習用のデータの偏りと予測の不確かさを確認します。NISTは予測の不確かさと、未知の材料での一般化を研究課題として扱っています。</a:t>
            </a:r>
          </a:p>
          <a:p xmlns:a="http://schemas.openxmlformats.org/drawingml/2006/main">
            <a:r>
              <a:t/>
            </a:r>
          </a:p>
          <a:p xmlns:a="http://schemas.openxmlformats.org/drawingml/2006/main">
            <a:r>
              <a:t>[6] NIST：材料データと機械学習</a:t>
            </a:r>
          </a:p>
          <a:p xmlns:a="http://schemas.openxmlformats.org/drawingml/2006/main">
            <a:r>
              <a:t>https://www.nist.gov/itl/ai/materials-genome</a:t>
            </a:r>
          </a:p>
          <a:p xmlns:a="http://schemas.openxmlformats.org/drawingml/2006/main">
            <a:r>
              <a:t/>
            </a:r>
          </a:p>
          <a:p xmlns:a="http://schemas.openxmlformats.org/drawingml/2006/main">
            <a:r>
              <a:t>[7] NIST：予測の不確かさ</a:t>
            </a:r>
          </a:p>
          <a:p xmlns:a="http://schemas.openxmlformats.org/drawingml/2006/main">
            <a:r>
              <a:t>https://www.nist.gov/programs-projects/aiml-data-extraction-and-uncertainty-predictions</a:t>
            </a:r>
          </a:p>
          <a:p xmlns:a="http://schemas.openxmlformats.org/drawingml/2006/main">
            <a:r>
              <a:t/>
            </a:r>
          </a:p>
          <a:p xmlns:a="http://schemas.openxmlformats.org/drawingml/2006/main">
            <a:r>
              <a:t>[8] NIST：予測モデルの一般化の検討</a:t>
            </a:r>
          </a:p>
          <a:p xmlns:a="http://schemas.openxmlformats.org/drawingml/2006/main">
            <a:r>
              <a:t>https://www.nist.gov/publications/critical-examination-robustness-and-generalizability-machine-learning-prediction</a:t>
            </a:r>
          </a:p>
          <a:p xmlns:a="http://schemas.openxmlformats.org/drawingml/2006/main">
            <a:r>
              <a:t/>
            </a:r>
          </a:p>
          <a:p xmlns:a="http://schemas.openxmlformats.org/drawingml/2006/main">
            <a:r>
              <a:t>図表・自己確認は授業用に作成。正式な提出課題ではない。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この断言には比較条件がありません。五分間、問い返しを三つ作り、どの試験や資料で確かめるかを記します。木材とCNF複合材の材料群を、試験片一つの数値で代表させないでください。</a:t>
            </a:r>
          </a:p>
          <a:p xmlns:a="http://schemas.openxmlformats.org/drawingml/2006/main">
            <a:r>
              <a:t/>
            </a:r>
          </a:p>
          <a:p xmlns:a="http://schemas.openxmlformats.org/drawingml/2006/main">
            <a:r>
              <a:t>[1] 産総研：セルロースナノファイバー</a:t>
            </a:r>
          </a:p>
          <a:p xmlns:a="http://schemas.openxmlformats.org/drawingml/2006/main">
            <a:r>
              <a:t>https://unit.aist.go.jp/chugoku/ncs/explanation/</a:t>
            </a:r>
          </a:p>
          <a:p xmlns:a="http://schemas.openxmlformats.org/drawingml/2006/main">
            <a:r>
              <a:t/>
            </a:r>
          </a:p>
          <a:p xmlns:a="http://schemas.openxmlformats.org/drawingml/2006/main">
            <a:r>
              <a:t>[2] 産総研：CNF複合材料の微細構造と物性</a:t>
            </a:r>
          </a:p>
          <a:p xmlns:a="http://schemas.openxmlformats.org/drawingml/2006/main">
            <a:r>
              <a:t>https://unit.aist.go.jp/ischem/ischem-clm/technology_development.html</a:t>
            </a:r>
          </a:p>
          <a:p xmlns:a="http://schemas.openxmlformats.org/drawingml/2006/main">
            <a:r>
              <a:t/>
            </a:r>
          </a:p>
          <a:p xmlns:a="http://schemas.openxmlformats.org/drawingml/2006/main">
            <a:r>
              <a:t>図表・自己確認は授業用に作成。正式な提出課題ではない。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AIの文を条件付きの提案に直します。例えば、特定の荷重と形で比較する候補としてCNF複合材を挙げ、実験で確認すると述べます。未確認を隠さないことが材料選択の一部です。</a:t>
            </a:r>
          </a:p>
          <a:p xmlns:a="http://schemas.openxmlformats.org/drawingml/2006/main">
            <a:r>
              <a:t/>
            </a:r>
          </a:p>
          <a:p xmlns:a="http://schemas.openxmlformats.org/drawingml/2006/main">
            <a:r>
              <a:t>[7] NIST：予測の不確かさ</a:t>
            </a:r>
          </a:p>
          <a:p xmlns:a="http://schemas.openxmlformats.org/drawingml/2006/main">
            <a:r>
              <a:t>https://www.nist.gov/programs-projects/aiml-data-extraction-and-uncertainty-predictions</a:t>
            </a:r>
          </a:p>
          <a:p xmlns:a="http://schemas.openxmlformats.org/drawingml/2006/main">
            <a:r>
              <a:t/>
            </a:r>
          </a:p>
          <a:p xmlns:a="http://schemas.openxmlformats.org/drawingml/2006/main">
            <a:r>
              <a:t>[8] NIST：予測モデルの一般化の検討</a:t>
            </a:r>
          </a:p>
          <a:p xmlns:a="http://schemas.openxmlformats.org/drawingml/2006/main">
            <a:r>
              <a:t>https://www.nist.gov/publications/critical-examination-robustness-and-generalizability-machine-learning-prediction</a:t>
            </a:r>
          </a:p>
          <a:p xmlns:a="http://schemas.openxmlformats.org/drawingml/2006/main">
            <a:r>
              <a:t/>
            </a:r>
          </a:p>
          <a:p xmlns:a="http://schemas.openxmlformats.org/drawingml/2006/main">
            <a:r>
              <a:t>図表・自己確認は授業用に作成。正式な提出課題ではない。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マテリアルズ・インフォマティクスは計算や機械学習を使いますが、実物の試験と条件の記録が必要です。予測で有望な候補を絞り、測定で更新する循環として理解します。</a:t>
            </a:r>
          </a:p>
          <a:p xmlns:a="http://schemas.openxmlformats.org/drawingml/2006/main">
            <a:r>
              <a:t/>
            </a:r>
          </a:p>
          <a:p xmlns:a="http://schemas.openxmlformats.org/drawingml/2006/main">
            <a:r>
              <a:t>[6] NIST：材料データと機械学習</a:t>
            </a:r>
          </a:p>
          <a:p xmlns:a="http://schemas.openxmlformats.org/drawingml/2006/main">
            <a:r>
              <a:t>https://www.nist.gov/itl/ai/materials-genome</a:t>
            </a:r>
          </a:p>
          <a:p xmlns:a="http://schemas.openxmlformats.org/drawingml/2006/main">
            <a:r>
              <a:t/>
            </a:r>
          </a:p>
          <a:p xmlns:a="http://schemas.openxmlformats.org/drawingml/2006/main">
            <a:r>
              <a:t>図表・自己確認は授業用に作成。正式な提出課題ではない。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中学校技術では先端材料の名称を多数暗記するより、身近な部材で構造と働きを観察します。高校工業・情報では製法とデータの条件をより詳しく扱えます。教師の深い理解が問いを支えます。</a:t>
            </a:r>
          </a:p>
          <a:p xmlns:a="http://schemas.openxmlformats.org/drawingml/2006/main">
            <a:r>
              <a:t/>
            </a:r>
          </a:p>
          <a:p xmlns:a="http://schemas.openxmlformats.org/drawingml/2006/main">
            <a:r>
              <a:t/>
            </a:r>
          </a:p>
          <a:p xmlns:a="http://schemas.openxmlformats.org/drawingml/2006/main">
            <a:r>
              <a:t/>
            </a:r>
          </a:p>
          <a:p xmlns:a="http://schemas.openxmlformats.org/drawingml/2006/main">
            <a:r>
              <a:t>図表・自己確認は授業用に作成。正式な提出課題ではない。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新素材の紹介で終わらず、要求する働き、比較相手、製造と使用の条件を説明してください。木材・金属・樹脂の基礎は新素材を理解する土台です。</a:t>
            </a:r>
          </a:p>
          <a:p xmlns:a="http://schemas.openxmlformats.org/drawingml/2006/main">
            <a:r>
              <a:t/>
            </a:r>
          </a:p>
          <a:p xmlns:a="http://schemas.openxmlformats.org/drawingml/2006/main">
            <a:r>
              <a:t/>
            </a:r>
          </a:p>
          <a:p xmlns:a="http://schemas.openxmlformats.org/drawingml/2006/main">
            <a:r>
              <a:t/>
            </a:r>
          </a:p>
          <a:p xmlns:a="http://schemas.openxmlformats.org/drawingml/2006/main">
            <a:r>
              <a:t>図表・自己確認は授業用に作成。正式な提出課題ではない。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この資料の事例は産総研、NIST、ORNL、米国エネルギー省の一次資料を参照しました。特定の研究の数値を普遍的な物性値として扱わず、各資料の対象と条件を確認してください。</a:t>
            </a:r>
          </a:p>
          <a:p xmlns:a="http://schemas.openxmlformats.org/drawingml/2006/main">
            <a:r>
              <a:t/>
            </a:r>
          </a:p>
          <a:p xmlns:a="http://schemas.openxmlformats.org/drawingml/2006/main">
            <a:r>
              <a:t>[1] 産総研：セルロースナノファイバー</a:t>
            </a:r>
          </a:p>
          <a:p xmlns:a="http://schemas.openxmlformats.org/drawingml/2006/main">
            <a:r>
              <a:t>https://unit.aist.go.jp/chugoku/ncs/explanation/</a:t>
            </a:r>
          </a:p>
          <a:p xmlns:a="http://schemas.openxmlformats.org/drawingml/2006/main">
            <a:r>
              <a:t/>
            </a:r>
          </a:p>
          <a:p xmlns:a="http://schemas.openxmlformats.org/drawingml/2006/main">
            <a:r>
              <a:t>[2] 産総研：CNF複合材料の微細構造と物性</a:t>
            </a:r>
          </a:p>
          <a:p xmlns:a="http://schemas.openxmlformats.org/drawingml/2006/main">
            <a:r>
              <a:t>https://unit.aist.go.jp/ischem/ischem-clm/technology_development.html</a:t>
            </a:r>
          </a:p>
          <a:p xmlns:a="http://schemas.openxmlformats.org/drawingml/2006/main">
            <a:r>
              <a:t/>
            </a:r>
          </a:p>
          <a:p xmlns:a="http://schemas.openxmlformats.org/drawingml/2006/main">
            <a:r>
              <a:t>[3] NIST：積層造形材の疲労と破壊</a:t>
            </a:r>
          </a:p>
          <a:p xmlns:a="http://schemas.openxmlformats.org/drawingml/2006/main">
            <a:r>
              <a:t>https://www.nist.gov/programs-projects/additive-manufacturing-fatigue-and-fracture</a:t>
            </a:r>
          </a:p>
          <a:p xmlns:a="http://schemas.openxmlformats.org/drawingml/2006/main">
            <a:r>
              <a:t/>
            </a:r>
          </a:p>
          <a:p xmlns:a="http://schemas.openxmlformats.org/drawingml/2006/main">
            <a:r>
              <a:t>[4] ORNL：積層造形した複合材料の異方性</a:t>
            </a:r>
          </a:p>
          <a:p xmlns:a="http://schemas.openxmlformats.org/drawingml/2006/main">
            <a:r>
              <a:t>https://impact.ornl.gov/en/publications/mechanical-anisotropy-in-polymer-composites-produced-by-material-/</a:t>
            </a:r>
          </a:p>
          <a:p xmlns:a="http://schemas.openxmlformats.org/drawingml/2006/main">
            <a:r>
              <a:t/>
            </a:r>
          </a:p>
          <a:p xmlns:a="http://schemas.openxmlformats.org/drawingml/2006/main">
            <a:r>
              <a:t>[5] 米国エネルギー省：風車材料のリサイクル</a:t>
            </a:r>
          </a:p>
          <a:p xmlns:a="http://schemas.openxmlformats.org/drawingml/2006/main">
            <a:r>
              <a:t>https://www.energy.gov/cmei/systems/wind-turbine-recycling</a:t>
            </a:r>
          </a:p>
          <a:p xmlns:a="http://schemas.openxmlformats.org/drawingml/2006/main">
            <a:r>
              <a:t/>
            </a:r>
          </a:p>
          <a:p xmlns:a="http://schemas.openxmlformats.org/drawingml/2006/main">
            <a:r>
              <a:t>[6] NIST：材料データと機械学習</a:t>
            </a:r>
          </a:p>
          <a:p xmlns:a="http://schemas.openxmlformats.org/drawingml/2006/main">
            <a:r>
              <a:t>https://www.nist.gov/itl/ai/materials-genome</a:t>
            </a:r>
          </a:p>
          <a:p xmlns:a="http://schemas.openxmlformats.org/drawingml/2006/main">
            <a:r>
              <a:t/>
            </a:r>
          </a:p>
          <a:p xmlns:a="http://schemas.openxmlformats.org/drawingml/2006/main">
            <a:r>
              <a:t>[7] NIST：予測の不確かさ</a:t>
            </a:r>
          </a:p>
          <a:p xmlns:a="http://schemas.openxmlformats.org/drawingml/2006/main">
            <a:r>
              <a:t>https://www.nist.gov/programs-projects/aiml-data-extraction-and-uncertainty-predictions</a:t>
            </a:r>
          </a:p>
          <a:p xmlns:a="http://schemas.openxmlformats.org/drawingml/2006/main">
            <a:r>
              <a:t/>
            </a:r>
          </a:p>
          <a:p xmlns:a="http://schemas.openxmlformats.org/drawingml/2006/main">
            <a:r>
              <a:t>[8] NIST：予測モデルの一般化の検討</a:t>
            </a:r>
          </a:p>
          <a:p xmlns:a="http://schemas.openxmlformats.org/drawingml/2006/main">
            <a:r>
              <a:t>https://www.nist.gov/publications/critical-examination-robustness-and-generalizability-machine-learning-prediction</a:t>
            </a:r>
          </a:p>
          <a:p xmlns:a="http://schemas.openxmlformats.org/drawingml/2006/main">
            <a:r>
              <a:t/>
            </a:r>
          </a:p>
          <a:p xmlns:a="http://schemas.openxmlformats.org/drawingml/2006/main">
            <a:r>
              <a:t>[9] NEDO：CNF複合材料の製造プロセス</a:t>
            </a:r>
          </a:p>
          <a:p xmlns:a="http://schemas.openxmlformats.org/drawingml/2006/main">
            <a:r>
              <a:t>https://www.nedo.go.jp/content/100964387.pdf</a:t>
            </a:r>
          </a:p>
          <a:p xmlns:a="http://schemas.openxmlformats.org/drawingml/2006/main">
            <a:r>
              <a:t/>
            </a:r>
          </a:p>
          <a:p xmlns:a="http://schemas.openxmlformats.org/drawingml/2006/main">
            <a:r>
              <a:t>図表・自己確認は授業用に作成。正式な提出課題ではない。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6c635534744413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42325f33d16465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3fe1cc9c33541e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b830d5f567847a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96815fb74b74bd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f9cd5332e4e400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92572D2-445B-44A0-B7DF-5BB823746FD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DBDB04B-3D16-403D-8994-354AE3DCE0F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6E6AB1C-9C29-4C4B-8276-1DA871C8AEA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6D2143C-87B4-43FF-B1E6-940BCDC972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622EB0A-D883-473E-8F00-2C44AD477BE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F2428BD-3C60-458E-BB39-CDFD821B9A9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1AF8D6E-478C-4361-BDE8-D7C5100BEDC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573DC9A-6CDA-478C-A437-C33FC2F78BC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94830DB-8139-48C3-94C7-B660B77C62A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7FC28B2-36F3-48A8-ACA0-46D8F9DEB05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1451bbc18dd4865" /><Relationship Type="http://schemas.openxmlformats.org/officeDocument/2006/relationships/slideLayout" Target="/ppt/slideLayouts/slideLayout1.xml" Id="Rb1021d7a0caf4ce8" /><Relationship Type="http://schemas.openxmlformats.org/officeDocument/2006/relationships/slideLayout" Target="/ppt/slideLayouts/slideLayout2.xml" Id="Ra0e7460b4e464b16" /><Relationship Type="http://schemas.openxmlformats.org/officeDocument/2006/relationships/slideLayout" Target="/ppt/slideLayouts/slideLayout3.xml" Id="R01152a06cc68497d" /><Relationship Type="http://schemas.openxmlformats.org/officeDocument/2006/relationships/slideLayout" Target="/ppt/slideLayouts/slideLayout4.xml" Id="R7d01434911a345ed" /><Relationship Type="http://schemas.openxmlformats.org/officeDocument/2006/relationships/slideLayout" Target="/ppt/slideLayouts/slideLayout5.xml" Id="Rbcb5fda280924624" /><Relationship Type="http://schemas.openxmlformats.org/officeDocument/2006/relationships/slideLayout" Target="/ppt/slideLayouts/slideLayout6.xml" Id="Rf96912fffc524e7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1021d7a0caf4ce8"/>
    <p:sldLayoutId xmlns:r="http://schemas.openxmlformats.org/officeDocument/2006/relationships" id="2147483650" r:id="Ra0e7460b4e464b16"/>
    <p:sldLayoutId xmlns:r="http://schemas.openxmlformats.org/officeDocument/2006/relationships" id="2147483651" r:id="R01152a06cc68497d"/>
    <p:sldLayoutId xmlns:r="http://schemas.openxmlformats.org/officeDocument/2006/relationships" id="2147483652" r:id="R7d01434911a345ed"/>
    <p:sldLayoutId xmlns:r="http://schemas.openxmlformats.org/officeDocument/2006/relationships" id="2147483653" r:id="Rbcb5fda280924624"/>
    <p:sldLayoutId xmlns:r="http://schemas.openxmlformats.org/officeDocument/2006/relationships" id="2147483654" r:id="Rf96912fffc524e7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ca937ea656145ef" /><Relationship Type="http://schemas.openxmlformats.org/officeDocument/2006/relationships/notesSlide" Target="/ppt/notesSlides/notesSlide1.xml" Id="Rc48dc81f36f7405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8d31a22c903484d" /><Relationship Type="http://schemas.openxmlformats.org/officeDocument/2006/relationships/notesSlide" Target="/ppt/notesSlides/notesSlide2.xml" Id="R11247b4ecef44c2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e3ecf56c3fd48d0" /><Relationship Type="http://schemas.openxmlformats.org/officeDocument/2006/relationships/notesSlide" Target="/ppt/notesSlides/notesSlide3.xml" Id="R5e38d17f179d42d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e03d2d32d6d42b3" /><Relationship Type="http://schemas.openxmlformats.org/officeDocument/2006/relationships/notesSlide" Target="/ppt/notesSlides/notesSlide4.xml" Id="R307c03aaa0154b7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dea66163e6a4224" /><Relationship Type="http://schemas.openxmlformats.org/officeDocument/2006/relationships/notesSlide" Target="/ppt/notesSlides/notesSlide5.xml" Id="Rbbf1880a06ce415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b95a36e27dc4319" /><Relationship Type="http://schemas.openxmlformats.org/officeDocument/2006/relationships/notesSlide" Target="/ppt/notesSlides/notesSlide6.xml" Id="R8ef7d6aabe424c2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f8d0b3053574c06" /><Relationship Type="http://schemas.openxmlformats.org/officeDocument/2006/relationships/notesSlide" Target="/ppt/notesSlides/notesSlide7.xml" Id="R044b9780658e4f3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1ea0b26b36746b0" /><Relationship Type="http://schemas.openxmlformats.org/officeDocument/2006/relationships/notesSlide" Target="/ppt/notesSlides/notesSlide8.xml" Id="R158b94c9be4c4ca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929ac4047e54f74" /><Relationship Type="http://schemas.openxmlformats.org/officeDocument/2006/relationships/notesSlide" Target="/ppt/notesSlides/notesSlide9.xml" Id="R90f79aaca60a48a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b578ed61f304125" /><Relationship Type="http://schemas.openxmlformats.org/officeDocument/2006/relationships/notesSlide" Target="/ppt/notesSlides/notesSlide10.xml" Id="R52e2e876594c418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af450866f1549be" /><Relationship Type="http://schemas.openxmlformats.org/officeDocument/2006/relationships/notesSlide" Target="/ppt/notesSlides/notesSlide11.xml" Id="R4e2bcd9ad2b2429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e879541701748f7" /><Relationship Type="http://schemas.openxmlformats.org/officeDocument/2006/relationships/notesSlide" Target="/ppt/notesSlides/notesSlide12.xml" Id="R07b98dbb9bc14ee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8dbe85cff514fb3" /><Relationship Type="http://schemas.openxmlformats.org/officeDocument/2006/relationships/notesSlide" Target="/ppt/notesSlides/notesSlide13.xml" Id="R403e2897496d4a0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87d502bf21b4b0d" /><Relationship Type="http://schemas.openxmlformats.org/officeDocument/2006/relationships/notesSlide" Target="/ppt/notesSlides/notesSlide14.xml" Id="Ra3f7d07a0a204bd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f23acf2a41c439e" /><Relationship Type="http://schemas.openxmlformats.org/officeDocument/2006/relationships/notesSlide" Target="/ppt/notesSlides/notesSlide15.xml" Id="R0e7809b8c0554aa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df420e065e64943" /><Relationship Type="http://schemas.openxmlformats.org/officeDocument/2006/relationships/notesSlide" Target="/ppt/notesSlides/notesSlide16.xml" Id="Rdfc0ba39968843c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2388d310c88b4c5a" /><Relationship Type="http://schemas.openxmlformats.org/officeDocument/2006/relationships/notesSlide" Target="/ppt/notesSlides/notesSlide17.xml" Id="R2718899572c443f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58543bfdd954d43" /><Relationship Type="http://schemas.openxmlformats.org/officeDocument/2006/relationships/notesSlide" Target="/ppt/notesSlides/notesSlide18.xml" Id="Rc55ffe7cdec2497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394841c5de8a45fa" /><Relationship Type="http://schemas.openxmlformats.org/officeDocument/2006/relationships/notesSlide" Target="/ppt/notesSlides/notesSlide19.xml" Id="R52413c22efd141f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c63ee0eaca045d6" /><Relationship Type="http://schemas.openxmlformats.org/officeDocument/2006/relationships/notesSlide" Target="/ppt/notesSlides/notesSlide20.xml" Id="R44338a6e4ac6418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6132f59c2db84d73" /><Relationship Type="http://schemas.openxmlformats.org/officeDocument/2006/relationships/notesSlide" Target="/ppt/notesSlides/notesSlide21.xml" Id="Rcb58cee9c34e484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85faaaa21cfa4713" /><Relationship Type="http://schemas.openxmlformats.org/officeDocument/2006/relationships/notesSlide" Target="/ppt/notesSlides/notesSlide22.xml" Id="R65c0be88225f4d3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5ca3aebc935e4171" /><Relationship Type="http://schemas.openxmlformats.org/officeDocument/2006/relationships/notesSlide" Target="/ppt/notesSlides/notesSlide23.xml" Id="R1645340f4f7d427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a57195419ccd4473" /><Relationship Type="http://schemas.openxmlformats.org/officeDocument/2006/relationships/notesSlide" Target="/ppt/notesSlides/notesSlide24.xml" Id="Rb8a1eedbecbb421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f0508bf6140f4a87" /><Relationship Type="http://schemas.openxmlformats.org/officeDocument/2006/relationships/notesSlide" Target="/ppt/notesSlides/notesSlide25.xml" Id="R46b50a54f9ca449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bdd00394cd054ec2" /><Relationship Type="http://schemas.openxmlformats.org/officeDocument/2006/relationships/notesSlide" Target="/ppt/notesSlides/notesSlide26.xml" Id="R861ae1c492f145f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AC64BCE-57CF-470C-9C2A-ACB9994BD524}"/>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先端素材・新素材：何を新しく設計するか</a:t>
            </a:r>
          </a:p>
        </p:txBody>
      </p:sp>
      <p:sp>
        <p:nvSpPr>
          <p:cNvPr id="2" name="">
            <a:extLst xmlns:a="http://schemas.openxmlformats.org/drawingml/2006/main">
              <a:ext uri="{FF2B5EF4-FFF2-40B4-BE49-F238E27FC236}">
                <a16:creationId xmlns:a16="http://schemas.microsoft.com/office/drawing/2014/main" id="{5DC782E1-1F56-49C6-A5C4-68922AEA1D0F}"/>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E6E9C544-9330-47F1-A5D7-7CD1AC7CE136}"/>
              </a:ext>
            </a:extLst>
          </p:cNvPr>
          <p:cNvSpPr>
            <a:spLocks xmlns:a="http://schemas.openxmlformats.org/drawingml/2006/main" noGrp="1"/>
          </p:cNvSpPr>
          <p:nvPr/>
        </p:nvSpPr>
        <p:spPr>
          <a:xfrm xmlns:a="http://schemas.openxmlformats.org/drawingml/2006/main">
            <a:off x="809625" y="173355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材料名より、用途と要求する機能から始める</a:t>
            </a:r>
          </a:p>
        </p:txBody>
      </p:sp>
      <p:sp>
        <p:nvSpPr>
          <p:cNvPr id="4" name="">
            <a:extLst xmlns:a="http://schemas.openxmlformats.org/drawingml/2006/main">
              <a:ext uri="{FF2B5EF4-FFF2-40B4-BE49-F238E27FC236}">
                <a16:creationId xmlns:a16="http://schemas.microsoft.com/office/drawing/2014/main" id="{B9E30585-6173-40C2-AF78-525A67056DE2}"/>
              </a:ext>
            </a:extLst>
          </p:cNvPr>
          <p:cNvSpPr>
            <a:spLocks xmlns:a="http://schemas.openxmlformats.org/drawingml/2006/main" noGrp="1"/>
          </p:cNvSpPr>
          <p:nvPr/>
        </p:nvSpPr>
        <p:spPr>
          <a:xfrm xmlns:a="http://schemas.openxmlformats.org/drawingml/2006/main">
            <a:off x="809625" y="279082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組成・構造・製造・性能・利用をつなぐ</a:t>
            </a:r>
          </a:p>
        </p:txBody>
      </p:sp>
      <p:sp>
        <p:nvSpPr>
          <p:cNvPr id="5" name="">
            <a:extLst xmlns:a="http://schemas.openxmlformats.org/drawingml/2006/main">
              <a:ext uri="{FF2B5EF4-FFF2-40B4-BE49-F238E27FC236}">
                <a16:creationId xmlns:a16="http://schemas.microsoft.com/office/drawing/2014/main" id="{12EDB7DE-0A68-4DCF-BA02-A08096033170}"/>
              </a:ext>
            </a:extLst>
          </p:cNvPr>
          <p:cNvSpPr>
            <a:spLocks xmlns:a="http://schemas.openxmlformats.org/drawingml/2006/main" noGrp="1"/>
          </p:cNvSpPr>
          <p:nvPr/>
        </p:nvSpPr>
        <p:spPr>
          <a:xfrm xmlns:a="http://schemas.openxmlformats.org/drawingml/2006/main">
            <a:off x="809625" y="384810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第1～15回とは別の発展学修</a:t>
            </a:r>
          </a:p>
        </p:txBody>
      </p:sp>
      <p:sp>
        <p:nvSpPr>
          <p:cNvPr id="6" name="">
            <a:extLst xmlns:a="http://schemas.openxmlformats.org/drawingml/2006/main">
              <a:ext uri="{FF2B5EF4-FFF2-40B4-BE49-F238E27FC236}">
                <a16:creationId xmlns:a16="http://schemas.microsoft.com/office/drawing/2014/main" id="{CD7421D9-CF85-4ACB-AD2A-3ABA1CB77B00}"/>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授業用の比較例は仮想。条件を明記する。</a:t>
            </a:r>
          </a:p>
        </p:txBody>
      </p:sp>
      <p:sp>
        <p:nvSpPr>
          <p:cNvPr id="7" name="">
            <a:extLst xmlns:a="http://schemas.openxmlformats.org/drawingml/2006/main">
              <a:ext uri="{FF2B5EF4-FFF2-40B4-BE49-F238E27FC236}">
                <a16:creationId xmlns:a16="http://schemas.microsoft.com/office/drawing/2014/main" id="{51B0F1C7-0178-4699-9CBF-FEBE8EF54119}"/>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発展B</a:t>
            </a:r>
          </a:p>
        </p:txBody>
      </p:sp>
      <p:sp>
        <p:nvSpPr>
          <p:cNvPr id="8" name="">
            <a:extLst xmlns:a="http://schemas.openxmlformats.org/drawingml/2006/main">
              <a:ext uri="{FF2B5EF4-FFF2-40B4-BE49-F238E27FC236}">
                <a16:creationId xmlns:a16="http://schemas.microsoft.com/office/drawing/2014/main" id="{4425A3CE-6075-4C87-842F-FDF747128202}"/>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 / 26</a:t>
            </a:r>
          </a:p>
        </p:txBody>
      </p:sp>
    </p:spTree>
    <p:extLst>
      <p:ext uri="{BB962C8B-B14F-4D97-AF65-F5344CB8AC3E}">
        <p14:creationId xmlns:p14="http://schemas.microsoft.com/office/powerpoint/2010/main" val="371937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07E2BD2-83E7-4DA9-8A56-62C0BB7ECF55}"/>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この資料の到達点</a:t>
            </a:r>
          </a:p>
        </p:txBody>
      </p:sp>
      <p:sp>
        <p:nvSpPr>
          <p:cNvPr id="2" name="">
            <a:extLst xmlns:a="http://schemas.openxmlformats.org/drawingml/2006/main">
              <a:ext uri="{FF2B5EF4-FFF2-40B4-BE49-F238E27FC236}">
                <a16:creationId xmlns:a16="http://schemas.microsoft.com/office/drawing/2014/main" id="{D556AE1D-3544-49B2-A65C-3E3DB8AD1E88}"/>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A628F955-503F-47B5-865D-D4D8C32B45A1}"/>
              </a:ext>
            </a:extLst>
          </p:cNvPr>
          <p:cNvSpPr>
            <a:spLocks xmlns:a="http://schemas.openxmlformats.org/drawingml/2006/main" noGrp="1"/>
          </p:cNvSpPr>
          <p:nvPr/>
        </p:nvSpPr>
        <p:spPr>
          <a:xfrm xmlns:a="http://schemas.openxmlformats.org/drawingml/2006/main">
            <a:off x="809625" y="173355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複合化・積層造形・機能性の考え方を説明する</a:t>
            </a:r>
          </a:p>
        </p:txBody>
      </p:sp>
      <p:sp>
        <p:nvSpPr>
          <p:cNvPr id="4" name="">
            <a:extLst xmlns:a="http://schemas.openxmlformats.org/drawingml/2006/main">
              <a:ext uri="{FF2B5EF4-FFF2-40B4-BE49-F238E27FC236}">
                <a16:creationId xmlns:a16="http://schemas.microsoft.com/office/drawing/2014/main" id="{FDE5811B-B3CB-4F2B-80DF-E34011186086}"/>
              </a:ext>
            </a:extLst>
          </p:cNvPr>
          <p:cNvSpPr>
            <a:spLocks xmlns:a="http://schemas.openxmlformats.org/drawingml/2006/main" noGrp="1"/>
          </p:cNvSpPr>
          <p:nvPr/>
        </p:nvSpPr>
        <p:spPr>
          <a:xfrm xmlns:a="http://schemas.openxmlformats.org/drawingml/2006/main">
            <a:off x="809625" y="279082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データとAIの予測を、条件・出典とともに読む</a:t>
            </a:r>
          </a:p>
        </p:txBody>
      </p:sp>
      <p:sp>
        <p:nvSpPr>
          <p:cNvPr id="5" name="">
            <a:extLst xmlns:a="http://schemas.openxmlformats.org/drawingml/2006/main">
              <a:ext uri="{FF2B5EF4-FFF2-40B4-BE49-F238E27FC236}">
                <a16:creationId xmlns:a16="http://schemas.microsoft.com/office/drawing/2014/main" id="{C570E3E0-B24D-4C7E-B33B-7B38AEDBC87F}"/>
              </a:ext>
            </a:extLst>
          </p:cNvPr>
          <p:cNvSpPr>
            <a:spLocks xmlns:a="http://schemas.openxmlformats.org/drawingml/2006/main" noGrp="1"/>
          </p:cNvSpPr>
          <p:nvPr/>
        </p:nvSpPr>
        <p:spPr>
          <a:xfrm xmlns:a="http://schemas.openxmlformats.org/drawingml/2006/main">
            <a:off x="809625" y="384810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性能と製造・修理・再利用の取引を示す</a:t>
            </a:r>
          </a:p>
        </p:txBody>
      </p:sp>
      <p:sp>
        <p:nvSpPr>
          <p:cNvPr id="6" name="">
            <a:extLst xmlns:a="http://schemas.openxmlformats.org/drawingml/2006/main">
              <a:ext uri="{FF2B5EF4-FFF2-40B4-BE49-F238E27FC236}">
                <a16:creationId xmlns:a16="http://schemas.microsoft.com/office/drawing/2014/main" id="{C51B06D7-8A5A-4CB0-A358-239786106EC3}"/>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授業用の比較例は仮想。条件を明記する。</a:t>
            </a:r>
          </a:p>
        </p:txBody>
      </p:sp>
      <p:sp>
        <p:nvSpPr>
          <p:cNvPr id="7" name="">
            <a:extLst xmlns:a="http://schemas.openxmlformats.org/drawingml/2006/main">
              <a:ext uri="{FF2B5EF4-FFF2-40B4-BE49-F238E27FC236}">
                <a16:creationId xmlns:a16="http://schemas.microsoft.com/office/drawing/2014/main" id="{46D536BD-5560-46FE-87FC-F99CC3DFA51A}"/>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発展B</a:t>
            </a:r>
          </a:p>
        </p:txBody>
      </p:sp>
      <p:sp>
        <p:nvSpPr>
          <p:cNvPr id="8" name="">
            <a:extLst xmlns:a="http://schemas.openxmlformats.org/drawingml/2006/main">
              <a:ext uri="{FF2B5EF4-FFF2-40B4-BE49-F238E27FC236}">
                <a16:creationId xmlns:a16="http://schemas.microsoft.com/office/drawing/2014/main" id="{D5F54D5A-B602-4C12-B4AD-102EFFE664ED}"/>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 / 26</a:t>
            </a:r>
          </a:p>
        </p:txBody>
      </p:sp>
    </p:spTree>
    <p:extLst>
      <p:ext uri="{BB962C8B-B14F-4D97-AF65-F5344CB8AC3E}">
        <p14:creationId xmlns:p14="http://schemas.microsoft.com/office/powerpoint/2010/main" val="212653005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BE9BE39-673F-4518-8AD7-354D5A008F12}"/>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「新素材」が必ず優れるわけではない</a:t>
            </a:r>
          </a:p>
        </p:txBody>
      </p:sp>
      <p:sp>
        <p:nvSpPr>
          <p:cNvPr id="2" name="">
            <a:extLst xmlns:a="http://schemas.openxmlformats.org/drawingml/2006/main">
              <a:ext uri="{FF2B5EF4-FFF2-40B4-BE49-F238E27FC236}">
                <a16:creationId xmlns:a16="http://schemas.microsoft.com/office/drawing/2014/main" id="{1CA90626-4FB4-4D6D-940F-250AEF6DF669}"/>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36EEF5DC-E51B-4A79-8019-70697F29E299}"/>
              </a:ext>
            </a:extLst>
          </p:cNvPr>
          <p:cNvSpPr>
            <a:spLocks xmlns:a="http://schemas.openxmlformats.org/drawingml/2006/main" noGrp="1"/>
          </p:cNvSpPr>
          <p:nvPr/>
        </p:nvSpPr>
        <p:spPr>
          <a:xfrm xmlns:a="http://schemas.openxmlformats.org/drawingml/2006/main">
            <a:off x="809625" y="173355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何に対して、どの性能が改善したか</a:t>
            </a:r>
          </a:p>
        </p:txBody>
      </p:sp>
      <p:sp>
        <p:nvSpPr>
          <p:cNvPr id="4" name="">
            <a:extLst xmlns:a="http://schemas.openxmlformats.org/drawingml/2006/main">
              <a:ext uri="{FF2B5EF4-FFF2-40B4-BE49-F238E27FC236}">
                <a16:creationId xmlns:a16="http://schemas.microsoft.com/office/drawing/2014/main" id="{3CB4DB11-665F-476F-B601-1CA0AC5B288B}"/>
              </a:ext>
            </a:extLst>
          </p:cNvPr>
          <p:cNvSpPr>
            <a:spLocks xmlns:a="http://schemas.openxmlformats.org/drawingml/2006/main" noGrp="1"/>
          </p:cNvSpPr>
          <p:nvPr/>
        </p:nvSpPr>
        <p:spPr>
          <a:xfrm xmlns:a="http://schemas.openxmlformats.org/drawingml/2006/main">
            <a:off x="809625" y="279082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加工・接合・費用・耐久性はどう変わるか</a:t>
            </a:r>
          </a:p>
        </p:txBody>
      </p:sp>
      <p:sp>
        <p:nvSpPr>
          <p:cNvPr id="5" name="">
            <a:extLst xmlns:a="http://schemas.openxmlformats.org/drawingml/2006/main">
              <a:ext uri="{FF2B5EF4-FFF2-40B4-BE49-F238E27FC236}">
                <a16:creationId xmlns:a16="http://schemas.microsoft.com/office/drawing/2014/main" id="{81C87F41-3CA7-445C-B6DD-93F87F38623F}"/>
              </a:ext>
            </a:extLst>
          </p:cNvPr>
          <p:cNvSpPr>
            <a:spLocks xmlns:a="http://schemas.openxmlformats.org/drawingml/2006/main" noGrp="1"/>
          </p:cNvSpPr>
          <p:nvPr/>
        </p:nvSpPr>
        <p:spPr>
          <a:xfrm xmlns:a="http://schemas.openxmlformats.org/drawingml/2006/main">
            <a:off x="809625" y="384810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比較する単位は素材か、部品か、製品か</a:t>
            </a:r>
          </a:p>
        </p:txBody>
      </p:sp>
      <p:sp>
        <p:nvSpPr>
          <p:cNvPr id="6" name="">
            <a:extLst xmlns:a="http://schemas.openxmlformats.org/drawingml/2006/main">
              <a:ext uri="{FF2B5EF4-FFF2-40B4-BE49-F238E27FC236}">
                <a16:creationId xmlns:a16="http://schemas.microsoft.com/office/drawing/2014/main" id="{02CEA0DE-C22D-4D9E-ABFF-7E3E2CC155CD}"/>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授業用の比較例は仮想。条件を明記する。</a:t>
            </a:r>
          </a:p>
        </p:txBody>
      </p:sp>
      <p:sp>
        <p:nvSpPr>
          <p:cNvPr id="7" name="">
            <a:extLst xmlns:a="http://schemas.openxmlformats.org/drawingml/2006/main">
              <a:ext uri="{FF2B5EF4-FFF2-40B4-BE49-F238E27FC236}">
                <a16:creationId xmlns:a16="http://schemas.microsoft.com/office/drawing/2014/main" id="{A4309E26-E4D6-4623-B7A2-0112A820928A}"/>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発展B</a:t>
            </a:r>
          </a:p>
        </p:txBody>
      </p:sp>
      <p:sp>
        <p:nvSpPr>
          <p:cNvPr id="8" name="">
            <a:extLst xmlns:a="http://schemas.openxmlformats.org/drawingml/2006/main">
              <a:ext uri="{FF2B5EF4-FFF2-40B4-BE49-F238E27FC236}">
                <a16:creationId xmlns:a16="http://schemas.microsoft.com/office/drawing/2014/main" id="{DB449FA9-A765-4B22-8C71-2FCCD43A2B58}"/>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3 / 26</a:t>
            </a:r>
          </a:p>
        </p:txBody>
      </p:sp>
    </p:spTree>
    <p:extLst>
      <p:ext uri="{BB962C8B-B14F-4D97-AF65-F5344CB8AC3E}">
        <p14:creationId xmlns:p14="http://schemas.microsoft.com/office/powerpoint/2010/main" val="31634095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53AA10F5-7453-4F2A-8C4F-A9352F84A4B8}"/>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設計の連鎖：製法から使用へ</a:t>
            </a:r>
          </a:p>
        </p:txBody>
      </p:sp>
      <p:sp>
        <p:nvSpPr>
          <p:cNvPr id="2" name="">
            <a:extLst xmlns:a="http://schemas.openxmlformats.org/drawingml/2006/main">
              <a:ext uri="{FF2B5EF4-FFF2-40B4-BE49-F238E27FC236}">
                <a16:creationId xmlns:a16="http://schemas.microsoft.com/office/drawing/2014/main" id="{0A4EB394-3A4A-45C5-82CC-CE702544C4DB}"/>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9F9BB948-A35F-4E7E-87E8-15CF6510B69C}"/>
              </a:ext>
            </a:extLst>
          </p:cNvPr>
          <p:cNvSpPr>
            <a:spLocks xmlns:a="http://schemas.openxmlformats.org/drawingml/2006/main" noGrp="1"/>
          </p:cNvSpPr>
          <p:nvPr/>
        </p:nvSpPr>
        <p:spPr>
          <a:xfrm xmlns:a="http://schemas.openxmlformats.org/drawingml/2006/main">
            <a:off x="809625" y="173355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原料・組成　→　製造条件　→　微構造</a:t>
            </a:r>
          </a:p>
        </p:txBody>
      </p:sp>
      <p:sp>
        <p:nvSpPr>
          <p:cNvPr id="4" name="">
            <a:extLst xmlns:a="http://schemas.openxmlformats.org/drawingml/2006/main">
              <a:ext uri="{FF2B5EF4-FFF2-40B4-BE49-F238E27FC236}">
                <a16:creationId xmlns:a16="http://schemas.microsoft.com/office/drawing/2014/main" id="{5AE54E9B-AB3D-44CF-9F65-1C6236DC45D2}"/>
              </a:ext>
            </a:extLst>
          </p:cNvPr>
          <p:cNvSpPr>
            <a:spLocks xmlns:a="http://schemas.openxmlformats.org/drawingml/2006/main" noGrp="1"/>
          </p:cNvSpPr>
          <p:nvPr/>
        </p:nvSpPr>
        <p:spPr>
          <a:xfrm xmlns:a="http://schemas.openxmlformats.org/drawingml/2006/main">
            <a:off x="809625" y="279082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微構造・欠陥　→　試験片の性能</a:t>
            </a:r>
          </a:p>
        </p:txBody>
      </p:sp>
      <p:sp>
        <p:nvSpPr>
          <p:cNvPr id="5" name="">
            <a:extLst xmlns:a="http://schemas.openxmlformats.org/drawingml/2006/main">
              <a:ext uri="{FF2B5EF4-FFF2-40B4-BE49-F238E27FC236}">
                <a16:creationId xmlns:a16="http://schemas.microsoft.com/office/drawing/2014/main" id="{0CE3D1F4-D368-488B-AAC6-06F3FB8366A1}"/>
              </a:ext>
            </a:extLst>
          </p:cNvPr>
          <p:cNvSpPr>
            <a:spLocks xmlns:a="http://schemas.openxmlformats.org/drawingml/2006/main" noGrp="1"/>
          </p:cNvSpPr>
          <p:nvPr/>
        </p:nvSpPr>
        <p:spPr>
          <a:xfrm xmlns:a="http://schemas.openxmlformats.org/drawingml/2006/main">
            <a:off x="809625" y="384810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形・接合・環境　→　製品での働き</a:t>
            </a:r>
          </a:p>
        </p:txBody>
      </p:sp>
      <p:sp>
        <p:nvSpPr>
          <p:cNvPr id="6" name="">
            <a:extLst xmlns:a="http://schemas.openxmlformats.org/drawingml/2006/main">
              <a:ext uri="{FF2B5EF4-FFF2-40B4-BE49-F238E27FC236}">
                <a16:creationId xmlns:a16="http://schemas.microsoft.com/office/drawing/2014/main" id="{F0764630-BD86-459D-A497-F20690C86E1F}"/>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授業用の比較例は仮想。条件を明記する。</a:t>
            </a:r>
          </a:p>
        </p:txBody>
      </p:sp>
      <p:sp>
        <p:nvSpPr>
          <p:cNvPr id="7" name="">
            <a:extLst xmlns:a="http://schemas.openxmlformats.org/drawingml/2006/main">
              <a:ext uri="{FF2B5EF4-FFF2-40B4-BE49-F238E27FC236}">
                <a16:creationId xmlns:a16="http://schemas.microsoft.com/office/drawing/2014/main" id="{1BF12204-42F7-4B75-887D-D3714ED50593}"/>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発展B</a:t>
            </a:r>
          </a:p>
        </p:txBody>
      </p:sp>
      <p:sp>
        <p:nvSpPr>
          <p:cNvPr id="8" name="">
            <a:extLst xmlns:a="http://schemas.openxmlformats.org/drawingml/2006/main">
              <a:ext uri="{FF2B5EF4-FFF2-40B4-BE49-F238E27FC236}">
                <a16:creationId xmlns:a16="http://schemas.microsoft.com/office/drawing/2014/main" id="{8F6AFC00-5FDD-46C6-ACF6-407318BBA64B}"/>
              </a:ext>
            </a:extLst>
          </p:cNvPr>
          <p:cNvSpPr>
            <a:spLocks xmlns:a="http://schemas.openxmlformats.org/drawingml/2006/main" noGrp="1"/>
          </p:cNvSpPr>
          <p:nvPr/>
        </p:nvSpPr>
        <p:spPr>
          <a:xfrm xmlns:a="http://schemas.openxmlformats.org/drawingml/2006/main">
            <a:off x="762000" y="4838700"/>
            <a:ext cx="1619250" cy="695325"/>
          </a:xfrm>
          <a:prstGeom xmlns:a="http://schemas.openxmlformats.org/drawingml/2006/main" prst="rect">
            <a:avLst/>
          </a:prstGeom>
          <a:solidFill xmlns:a="http://schemas.openxmlformats.org/drawingml/2006/main">
            <a:srgbClr val="EAF4F3"/>
          </a:solidFill>
          <a:ln xmlns:a="http://schemas.openxmlformats.org/drawingml/2006/main" w="16193">
            <a:solidFill>
              <a:srgbClr val="087E8B"/>
            </a:solidFill>
          </a:ln>
        </p:spPr>
      </p:sp>
      <p:sp>
        <p:nvSpPr>
          <p:cNvPr id="9" name="">
            <a:extLst xmlns:a="http://schemas.openxmlformats.org/drawingml/2006/main">
              <a:ext uri="{FF2B5EF4-FFF2-40B4-BE49-F238E27FC236}">
                <a16:creationId xmlns:a16="http://schemas.microsoft.com/office/drawing/2014/main" id="{E8C04B25-30A9-4426-82CB-29D659CEE29A}"/>
              </a:ext>
            </a:extLst>
          </p:cNvPr>
          <p:cNvSpPr>
            <a:spLocks xmlns:a="http://schemas.openxmlformats.org/drawingml/2006/main" noGrp="1"/>
          </p:cNvSpPr>
          <p:nvPr/>
        </p:nvSpPr>
        <p:spPr>
          <a:xfrm xmlns:a="http://schemas.openxmlformats.org/drawingml/2006/main">
            <a:off x="762000" y="4895850"/>
            <a:ext cx="1619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800" b="1">
                <a:solidFill>
                  <a:srgbClr val="193B59"/>
                </a:solidFill>
                <a:latin typeface="Yu Gothic"/>
                <a:ea typeface="Yu Gothic"/>
                <a:cs typeface="Yu Gothic"/>
              </a:defRPr>
            </a:defPPr>
            <a:lvl1pPr algn="ctr">
              <a:buNone/>
              <a:defRPr sz="1800" b="1">
                <a:solidFill>
                  <a:srgbClr val="193B59"/>
                </a:solidFill>
                <a:latin typeface="Yu Gothic"/>
                <a:ea typeface="Yu Gothic"/>
                <a:cs typeface="Yu Gothic"/>
              </a:defRPr>
            </a:lvl1pPr>
            <a:lvl2pPr algn="ctr">
              <a:buNone/>
              <a:defRPr sz="1800" b="1">
                <a:solidFill>
                  <a:srgbClr val="193B59"/>
                </a:solidFill>
                <a:latin typeface="Yu Gothic"/>
                <a:ea typeface="Yu Gothic"/>
                <a:cs typeface="Yu Gothic"/>
              </a:defRPr>
            </a:lvl2pPr>
            <a:lvl3pPr algn="ctr">
              <a:buNone/>
              <a:defRPr sz="1800" b="1">
                <a:solidFill>
                  <a:srgbClr val="193B59"/>
                </a:solidFill>
                <a:latin typeface="Yu Gothic"/>
                <a:ea typeface="Yu Gothic"/>
                <a:cs typeface="Yu Gothic"/>
              </a:defRPr>
            </a:lvl3pPr>
            <a:lvl4pPr algn="ctr">
              <a:buNone/>
              <a:defRPr sz="1800" b="1">
                <a:solidFill>
                  <a:srgbClr val="193B59"/>
                </a:solidFill>
                <a:latin typeface="Yu Gothic"/>
                <a:ea typeface="Yu Gothic"/>
                <a:cs typeface="Yu Gothic"/>
              </a:defRPr>
            </a:lvl4pPr>
            <a:lvl5pPr algn="ctr">
              <a:buNone/>
              <a:defRPr sz="1800" b="1">
                <a:solidFill>
                  <a:srgbClr val="193B59"/>
                </a:solidFill>
                <a:latin typeface="Yu Gothic"/>
                <a:ea typeface="Yu Gothic"/>
                <a:cs typeface="Yu Gothic"/>
              </a:defRPr>
            </a:lvl5pPr>
            <a:lvl6pPr algn="ctr">
              <a:buNone/>
              <a:defRPr sz="1800" b="1">
                <a:solidFill>
                  <a:srgbClr val="193B59"/>
                </a:solidFill>
                <a:latin typeface="Yu Gothic"/>
                <a:ea typeface="Yu Gothic"/>
                <a:cs typeface="Yu Gothic"/>
              </a:defRPr>
            </a:lvl6pPr>
            <a:lvl7pPr algn="ctr">
              <a:buNone/>
              <a:defRPr sz="1800" b="1">
                <a:solidFill>
                  <a:srgbClr val="193B59"/>
                </a:solidFill>
                <a:latin typeface="Yu Gothic"/>
                <a:ea typeface="Yu Gothic"/>
                <a:cs typeface="Yu Gothic"/>
              </a:defRPr>
            </a:lvl7pPr>
            <a:lvl8pPr algn="ctr">
              <a:buNone/>
              <a:defRPr sz="1800" b="1">
                <a:solidFill>
                  <a:srgbClr val="193B59"/>
                </a:solidFill>
                <a:latin typeface="Yu Gothic"/>
                <a:ea typeface="Yu Gothic"/>
                <a:cs typeface="Yu Gothic"/>
              </a:defRPr>
            </a:lvl8pPr>
            <a:lvl9pPr algn="ctr">
              <a:buNone/>
              <a:defRPr sz="1800" b="1">
                <a:solidFill>
                  <a:srgbClr val="193B59"/>
                </a:solidFill>
                <a:latin typeface="Yu Gothic"/>
                <a:ea typeface="Yu Gothic"/>
                <a:cs typeface="Yu Gothic"/>
              </a:defRPr>
            </a:lvl9pPr>
          </a:lstStyle>
          <a:p xmlns:a="http://schemas.openxmlformats.org/drawingml/2006/main">
            <a:pPr algn="ctr">
              <a:buNone/>
              <a:defRPr sz="1800" b="1">
                <a:solidFill>
                  <a:srgbClr val="193B59"/>
                </a:solidFill>
                <a:latin typeface="Yu Gothic"/>
                <a:ea typeface="Yu Gothic"/>
                <a:cs typeface="Yu Gothic"/>
              </a:defRPr>
            </a:pPr>
            <a:r>
              <a:rPr sz="1800" b="1">
                <a:solidFill>
                  <a:srgbClr val="193B59"/>
                </a:solidFill>
                <a:latin typeface="Yu Gothic"/>
                <a:ea typeface="Yu Gothic"/>
                <a:cs typeface="Yu Gothic"/>
              </a:rPr>
              <a:t>組成</a:t>
            </a:r>
          </a:p>
        </p:txBody>
      </p:sp>
      <p:sp>
        <p:nvSpPr>
          <p:cNvPr id="10" name="">
            <a:extLst xmlns:a="http://schemas.openxmlformats.org/drawingml/2006/main">
              <a:ext uri="{FF2B5EF4-FFF2-40B4-BE49-F238E27FC236}">
                <a16:creationId xmlns:a16="http://schemas.microsoft.com/office/drawing/2014/main" id="{2F1773F0-BCB9-495E-8862-14E45F6CE4F0}"/>
              </a:ext>
            </a:extLst>
          </p:cNvPr>
          <p:cNvSpPr>
            <a:spLocks xmlns:a="http://schemas.openxmlformats.org/drawingml/2006/main" noGrp="1"/>
          </p:cNvSpPr>
          <p:nvPr/>
        </p:nvSpPr>
        <p:spPr>
          <a:xfrm xmlns:a="http://schemas.openxmlformats.org/drawingml/2006/main">
            <a:off x="2409825" y="5191125"/>
            <a:ext cx="304800" cy="9525"/>
          </a:xfrm>
          <a:custGeom xmlns:a="http://schemas.openxmlformats.org/drawingml/2006/main">
            <a:pathLst>
              <a:path w="304800" h="9525">
                <a:moveTo>
                  <a:pt x="0" y="0"/>
                </a:moveTo>
                <a:lnTo>
                  <a:pt x="304800" y="0"/>
                </a:lnTo>
              </a:path>
            </a:pathLst>
          </a:custGeom>
          <a:noFill xmlns:a="http://schemas.openxmlformats.org/drawingml/2006/main"/>
          <a:ln xmlns:a="http://schemas.openxmlformats.org/drawingml/2006/main" w="19050">
            <a:solidFill>
              <a:srgbClr val="087E8B"/>
            </a:solidFill>
          </a:ln>
        </p:spPr>
      </p:sp>
      <p:sp>
        <p:nvSpPr>
          <p:cNvPr id="11" name="">
            <a:extLst xmlns:a="http://schemas.openxmlformats.org/drawingml/2006/main">
              <a:ext uri="{FF2B5EF4-FFF2-40B4-BE49-F238E27FC236}">
                <a16:creationId xmlns:a16="http://schemas.microsoft.com/office/drawing/2014/main" id="{84987D36-E809-41C5-A933-F7DFE832C49F}"/>
              </a:ext>
            </a:extLst>
          </p:cNvPr>
          <p:cNvSpPr>
            <a:spLocks xmlns:a="http://schemas.openxmlformats.org/drawingml/2006/main" noGrp="1"/>
          </p:cNvSpPr>
          <p:nvPr/>
        </p:nvSpPr>
        <p:spPr>
          <a:xfrm xmlns:a="http://schemas.openxmlformats.org/drawingml/2006/main">
            <a:off x="2600325" y="5143119"/>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087E8B"/>
          </a:solidFill>
          <a:ln xmlns:a="http://schemas.openxmlformats.org/drawingml/2006/main" w="4763">
            <a:solidFill>
              <a:srgbClr val="087E8B"/>
            </a:solidFill>
          </a:ln>
        </p:spPr>
      </p:sp>
      <p:sp>
        <p:nvSpPr>
          <p:cNvPr id="12" name="">
            <a:extLst xmlns:a="http://schemas.openxmlformats.org/drawingml/2006/main">
              <a:ext uri="{FF2B5EF4-FFF2-40B4-BE49-F238E27FC236}">
                <a16:creationId xmlns:a16="http://schemas.microsoft.com/office/drawing/2014/main" id="{0F7FB018-F40C-41C5-B54A-5B6589B82D49}"/>
              </a:ext>
            </a:extLst>
          </p:cNvPr>
          <p:cNvSpPr>
            <a:spLocks xmlns:a="http://schemas.openxmlformats.org/drawingml/2006/main" noGrp="1"/>
          </p:cNvSpPr>
          <p:nvPr/>
        </p:nvSpPr>
        <p:spPr>
          <a:xfrm xmlns:a="http://schemas.openxmlformats.org/drawingml/2006/main">
            <a:off x="2752725" y="4838700"/>
            <a:ext cx="1619250" cy="695325"/>
          </a:xfrm>
          <a:prstGeom xmlns:a="http://schemas.openxmlformats.org/drawingml/2006/main" prst="rect">
            <a:avLst/>
          </a:prstGeom>
          <a:solidFill xmlns:a="http://schemas.openxmlformats.org/drawingml/2006/main">
            <a:srgbClr val="E8F0F4"/>
          </a:solidFill>
          <a:ln xmlns:a="http://schemas.openxmlformats.org/drawingml/2006/main" w="16193">
            <a:solidFill>
              <a:srgbClr val="087E8B"/>
            </a:solidFill>
          </a:ln>
        </p:spPr>
      </p:sp>
      <p:sp>
        <p:nvSpPr>
          <p:cNvPr id="13" name="">
            <a:extLst xmlns:a="http://schemas.openxmlformats.org/drawingml/2006/main">
              <a:ext uri="{FF2B5EF4-FFF2-40B4-BE49-F238E27FC236}">
                <a16:creationId xmlns:a16="http://schemas.microsoft.com/office/drawing/2014/main" id="{859F104B-C067-41EA-A456-976589582B0B}"/>
              </a:ext>
            </a:extLst>
          </p:cNvPr>
          <p:cNvSpPr>
            <a:spLocks xmlns:a="http://schemas.openxmlformats.org/drawingml/2006/main" noGrp="1"/>
          </p:cNvSpPr>
          <p:nvPr/>
        </p:nvSpPr>
        <p:spPr>
          <a:xfrm xmlns:a="http://schemas.openxmlformats.org/drawingml/2006/main">
            <a:off x="2752725" y="4895850"/>
            <a:ext cx="1619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800" b="1">
                <a:solidFill>
                  <a:srgbClr val="193B59"/>
                </a:solidFill>
                <a:latin typeface="Yu Gothic"/>
                <a:ea typeface="Yu Gothic"/>
                <a:cs typeface="Yu Gothic"/>
              </a:defRPr>
            </a:defPPr>
            <a:lvl1pPr algn="ctr">
              <a:buNone/>
              <a:defRPr sz="1800" b="1">
                <a:solidFill>
                  <a:srgbClr val="193B59"/>
                </a:solidFill>
                <a:latin typeface="Yu Gothic"/>
                <a:ea typeface="Yu Gothic"/>
                <a:cs typeface="Yu Gothic"/>
              </a:defRPr>
            </a:lvl1pPr>
            <a:lvl2pPr algn="ctr">
              <a:buNone/>
              <a:defRPr sz="1800" b="1">
                <a:solidFill>
                  <a:srgbClr val="193B59"/>
                </a:solidFill>
                <a:latin typeface="Yu Gothic"/>
                <a:ea typeface="Yu Gothic"/>
                <a:cs typeface="Yu Gothic"/>
              </a:defRPr>
            </a:lvl2pPr>
            <a:lvl3pPr algn="ctr">
              <a:buNone/>
              <a:defRPr sz="1800" b="1">
                <a:solidFill>
                  <a:srgbClr val="193B59"/>
                </a:solidFill>
                <a:latin typeface="Yu Gothic"/>
                <a:ea typeface="Yu Gothic"/>
                <a:cs typeface="Yu Gothic"/>
              </a:defRPr>
            </a:lvl3pPr>
            <a:lvl4pPr algn="ctr">
              <a:buNone/>
              <a:defRPr sz="1800" b="1">
                <a:solidFill>
                  <a:srgbClr val="193B59"/>
                </a:solidFill>
                <a:latin typeface="Yu Gothic"/>
                <a:ea typeface="Yu Gothic"/>
                <a:cs typeface="Yu Gothic"/>
              </a:defRPr>
            </a:lvl4pPr>
            <a:lvl5pPr algn="ctr">
              <a:buNone/>
              <a:defRPr sz="1800" b="1">
                <a:solidFill>
                  <a:srgbClr val="193B59"/>
                </a:solidFill>
                <a:latin typeface="Yu Gothic"/>
                <a:ea typeface="Yu Gothic"/>
                <a:cs typeface="Yu Gothic"/>
              </a:defRPr>
            </a:lvl5pPr>
            <a:lvl6pPr algn="ctr">
              <a:buNone/>
              <a:defRPr sz="1800" b="1">
                <a:solidFill>
                  <a:srgbClr val="193B59"/>
                </a:solidFill>
                <a:latin typeface="Yu Gothic"/>
                <a:ea typeface="Yu Gothic"/>
                <a:cs typeface="Yu Gothic"/>
              </a:defRPr>
            </a:lvl6pPr>
            <a:lvl7pPr algn="ctr">
              <a:buNone/>
              <a:defRPr sz="1800" b="1">
                <a:solidFill>
                  <a:srgbClr val="193B59"/>
                </a:solidFill>
                <a:latin typeface="Yu Gothic"/>
                <a:ea typeface="Yu Gothic"/>
                <a:cs typeface="Yu Gothic"/>
              </a:defRPr>
            </a:lvl7pPr>
            <a:lvl8pPr algn="ctr">
              <a:buNone/>
              <a:defRPr sz="1800" b="1">
                <a:solidFill>
                  <a:srgbClr val="193B59"/>
                </a:solidFill>
                <a:latin typeface="Yu Gothic"/>
                <a:ea typeface="Yu Gothic"/>
                <a:cs typeface="Yu Gothic"/>
              </a:defRPr>
            </a:lvl8pPr>
            <a:lvl9pPr algn="ctr">
              <a:buNone/>
              <a:defRPr sz="1800" b="1">
                <a:solidFill>
                  <a:srgbClr val="193B59"/>
                </a:solidFill>
                <a:latin typeface="Yu Gothic"/>
                <a:ea typeface="Yu Gothic"/>
                <a:cs typeface="Yu Gothic"/>
              </a:defRPr>
            </a:lvl9pPr>
          </a:lstStyle>
          <a:p xmlns:a="http://schemas.openxmlformats.org/drawingml/2006/main">
            <a:pPr algn="ctr">
              <a:buNone/>
              <a:defRPr sz="1800" b="1">
                <a:solidFill>
                  <a:srgbClr val="193B59"/>
                </a:solidFill>
                <a:latin typeface="Yu Gothic"/>
                <a:ea typeface="Yu Gothic"/>
                <a:cs typeface="Yu Gothic"/>
              </a:defRPr>
            </a:pPr>
            <a:r>
              <a:rPr sz="1800" b="1">
                <a:solidFill>
                  <a:srgbClr val="193B59"/>
                </a:solidFill>
                <a:latin typeface="Yu Gothic"/>
                <a:ea typeface="Yu Gothic"/>
                <a:cs typeface="Yu Gothic"/>
              </a:rPr>
              <a:t>製造</a:t>
            </a:r>
          </a:p>
        </p:txBody>
      </p:sp>
      <p:sp>
        <p:nvSpPr>
          <p:cNvPr id="14" name="">
            <a:extLst xmlns:a="http://schemas.openxmlformats.org/drawingml/2006/main">
              <a:ext uri="{FF2B5EF4-FFF2-40B4-BE49-F238E27FC236}">
                <a16:creationId xmlns:a16="http://schemas.microsoft.com/office/drawing/2014/main" id="{5F10F9C1-CC79-4FB8-9C85-8400BC872CD2}"/>
              </a:ext>
            </a:extLst>
          </p:cNvPr>
          <p:cNvSpPr>
            <a:spLocks xmlns:a="http://schemas.openxmlformats.org/drawingml/2006/main" noGrp="1"/>
          </p:cNvSpPr>
          <p:nvPr/>
        </p:nvSpPr>
        <p:spPr>
          <a:xfrm xmlns:a="http://schemas.openxmlformats.org/drawingml/2006/main">
            <a:off x="4400550" y="5191125"/>
            <a:ext cx="304800" cy="9525"/>
          </a:xfrm>
          <a:custGeom xmlns:a="http://schemas.openxmlformats.org/drawingml/2006/main">
            <a:pathLst>
              <a:path w="304800" h="9525">
                <a:moveTo>
                  <a:pt x="0" y="0"/>
                </a:moveTo>
                <a:lnTo>
                  <a:pt x="304800" y="0"/>
                </a:lnTo>
              </a:path>
            </a:pathLst>
          </a:custGeom>
          <a:noFill xmlns:a="http://schemas.openxmlformats.org/drawingml/2006/main"/>
          <a:ln xmlns:a="http://schemas.openxmlformats.org/drawingml/2006/main" w="19050">
            <a:solidFill>
              <a:srgbClr val="087E8B"/>
            </a:solidFill>
          </a:ln>
        </p:spPr>
      </p:sp>
      <p:sp>
        <p:nvSpPr>
          <p:cNvPr id="15" name="">
            <a:extLst xmlns:a="http://schemas.openxmlformats.org/drawingml/2006/main">
              <a:ext uri="{FF2B5EF4-FFF2-40B4-BE49-F238E27FC236}">
                <a16:creationId xmlns:a16="http://schemas.microsoft.com/office/drawing/2014/main" id="{BFD5603F-7843-4143-96AD-A0A0ED872BE5}"/>
              </a:ext>
            </a:extLst>
          </p:cNvPr>
          <p:cNvSpPr>
            <a:spLocks xmlns:a="http://schemas.openxmlformats.org/drawingml/2006/main" noGrp="1"/>
          </p:cNvSpPr>
          <p:nvPr/>
        </p:nvSpPr>
        <p:spPr>
          <a:xfrm xmlns:a="http://schemas.openxmlformats.org/drawingml/2006/main">
            <a:off x="4591050" y="5143119"/>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087E8B"/>
          </a:solidFill>
          <a:ln xmlns:a="http://schemas.openxmlformats.org/drawingml/2006/main" w="4763">
            <a:solidFill>
              <a:srgbClr val="087E8B"/>
            </a:solidFill>
          </a:ln>
        </p:spPr>
      </p:sp>
      <p:sp>
        <p:nvSpPr>
          <p:cNvPr id="16" name="">
            <a:extLst xmlns:a="http://schemas.openxmlformats.org/drawingml/2006/main">
              <a:ext uri="{FF2B5EF4-FFF2-40B4-BE49-F238E27FC236}">
                <a16:creationId xmlns:a16="http://schemas.microsoft.com/office/drawing/2014/main" id="{FBB35358-999A-4FE7-8CD8-EC6FEC2F8937}"/>
              </a:ext>
            </a:extLst>
          </p:cNvPr>
          <p:cNvSpPr>
            <a:spLocks xmlns:a="http://schemas.openxmlformats.org/drawingml/2006/main" noGrp="1"/>
          </p:cNvSpPr>
          <p:nvPr/>
        </p:nvSpPr>
        <p:spPr>
          <a:xfrm xmlns:a="http://schemas.openxmlformats.org/drawingml/2006/main">
            <a:off x="4743450" y="4838700"/>
            <a:ext cx="1619250" cy="695325"/>
          </a:xfrm>
          <a:prstGeom xmlns:a="http://schemas.openxmlformats.org/drawingml/2006/main" prst="rect">
            <a:avLst/>
          </a:prstGeom>
          <a:solidFill xmlns:a="http://schemas.openxmlformats.org/drawingml/2006/main">
            <a:srgbClr val="EAF4F3"/>
          </a:solidFill>
          <a:ln xmlns:a="http://schemas.openxmlformats.org/drawingml/2006/main" w="16193">
            <a:solidFill>
              <a:srgbClr val="087E8B"/>
            </a:solidFill>
          </a:ln>
        </p:spPr>
      </p:sp>
      <p:sp>
        <p:nvSpPr>
          <p:cNvPr id="17" name="">
            <a:extLst xmlns:a="http://schemas.openxmlformats.org/drawingml/2006/main">
              <a:ext uri="{FF2B5EF4-FFF2-40B4-BE49-F238E27FC236}">
                <a16:creationId xmlns:a16="http://schemas.microsoft.com/office/drawing/2014/main" id="{7D8D3A5D-D001-4C32-8DE4-E0B6D6F23B10}"/>
              </a:ext>
            </a:extLst>
          </p:cNvPr>
          <p:cNvSpPr>
            <a:spLocks xmlns:a="http://schemas.openxmlformats.org/drawingml/2006/main" noGrp="1"/>
          </p:cNvSpPr>
          <p:nvPr/>
        </p:nvSpPr>
        <p:spPr>
          <a:xfrm xmlns:a="http://schemas.openxmlformats.org/drawingml/2006/main">
            <a:off x="4743450" y="4895850"/>
            <a:ext cx="1619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800" b="1">
                <a:solidFill>
                  <a:srgbClr val="193B59"/>
                </a:solidFill>
                <a:latin typeface="Yu Gothic"/>
                <a:ea typeface="Yu Gothic"/>
                <a:cs typeface="Yu Gothic"/>
              </a:defRPr>
            </a:defPPr>
            <a:lvl1pPr algn="ctr">
              <a:buNone/>
              <a:defRPr sz="1800" b="1">
                <a:solidFill>
                  <a:srgbClr val="193B59"/>
                </a:solidFill>
                <a:latin typeface="Yu Gothic"/>
                <a:ea typeface="Yu Gothic"/>
                <a:cs typeface="Yu Gothic"/>
              </a:defRPr>
            </a:lvl1pPr>
            <a:lvl2pPr algn="ctr">
              <a:buNone/>
              <a:defRPr sz="1800" b="1">
                <a:solidFill>
                  <a:srgbClr val="193B59"/>
                </a:solidFill>
                <a:latin typeface="Yu Gothic"/>
                <a:ea typeface="Yu Gothic"/>
                <a:cs typeface="Yu Gothic"/>
              </a:defRPr>
            </a:lvl2pPr>
            <a:lvl3pPr algn="ctr">
              <a:buNone/>
              <a:defRPr sz="1800" b="1">
                <a:solidFill>
                  <a:srgbClr val="193B59"/>
                </a:solidFill>
                <a:latin typeface="Yu Gothic"/>
                <a:ea typeface="Yu Gothic"/>
                <a:cs typeface="Yu Gothic"/>
              </a:defRPr>
            </a:lvl3pPr>
            <a:lvl4pPr algn="ctr">
              <a:buNone/>
              <a:defRPr sz="1800" b="1">
                <a:solidFill>
                  <a:srgbClr val="193B59"/>
                </a:solidFill>
                <a:latin typeface="Yu Gothic"/>
                <a:ea typeface="Yu Gothic"/>
                <a:cs typeface="Yu Gothic"/>
              </a:defRPr>
            </a:lvl4pPr>
            <a:lvl5pPr algn="ctr">
              <a:buNone/>
              <a:defRPr sz="1800" b="1">
                <a:solidFill>
                  <a:srgbClr val="193B59"/>
                </a:solidFill>
                <a:latin typeface="Yu Gothic"/>
                <a:ea typeface="Yu Gothic"/>
                <a:cs typeface="Yu Gothic"/>
              </a:defRPr>
            </a:lvl5pPr>
            <a:lvl6pPr algn="ctr">
              <a:buNone/>
              <a:defRPr sz="1800" b="1">
                <a:solidFill>
                  <a:srgbClr val="193B59"/>
                </a:solidFill>
                <a:latin typeface="Yu Gothic"/>
                <a:ea typeface="Yu Gothic"/>
                <a:cs typeface="Yu Gothic"/>
              </a:defRPr>
            </a:lvl6pPr>
            <a:lvl7pPr algn="ctr">
              <a:buNone/>
              <a:defRPr sz="1800" b="1">
                <a:solidFill>
                  <a:srgbClr val="193B59"/>
                </a:solidFill>
                <a:latin typeface="Yu Gothic"/>
                <a:ea typeface="Yu Gothic"/>
                <a:cs typeface="Yu Gothic"/>
              </a:defRPr>
            </a:lvl7pPr>
            <a:lvl8pPr algn="ctr">
              <a:buNone/>
              <a:defRPr sz="1800" b="1">
                <a:solidFill>
                  <a:srgbClr val="193B59"/>
                </a:solidFill>
                <a:latin typeface="Yu Gothic"/>
                <a:ea typeface="Yu Gothic"/>
                <a:cs typeface="Yu Gothic"/>
              </a:defRPr>
            </a:lvl8pPr>
            <a:lvl9pPr algn="ctr">
              <a:buNone/>
              <a:defRPr sz="1800" b="1">
                <a:solidFill>
                  <a:srgbClr val="193B59"/>
                </a:solidFill>
                <a:latin typeface="Yu Gothic"/>
                <a:ea typeface="Yu Gothic"/>
                <a:cs typeface="Yu Gothic"/>
              </a:defRPr>
            </a:lvl9pPr>
          </a:lstStyle>
          <a:p xmlns:a="http://schemas.openxmlformats.org/drawingml/2006/main">
            <a:pPr algn="ctr">
              <a:buNone/>
              <a:defRPr sz="1800" b="1">
                <a:solidFill>
                  <a:srgbClr val="193B59"/>
                </a:solidFill>
                <a:latin typeface="Yu Gothic"/>
                <a:ea typeface="Yu Gothic"/>
                <a:cs typeface="Yu Gothic"/>
              </a:defRPr>
            </a:pPr>
            <a:r>
              <a:rPr sz="1800" b="1">
                <a:solidFill>
                  <a:srgbClr val="193B59"/>
                </a:solidFill>
                <a:latin typeface="Yu Gothic"/>
                <a:ea typeface="Yu Gothic"/>
                <a:cs typeface="Yu Gothic"/>
              </a:rPr>
              <a:t>構造</a:t>
            </a:r>
          </a:p>
        </p:txBody>
      </p:sp>
      <p:sp>
        <p:nvSpPr>
          <p:cNvPr id="18" name="">
            <a:extLst xmlns:a="http://schemas.openxmlformats.org/drawingml/2006/main">
              <a:ext uri="{FF2B5EF4-FFF2-40B4-BE49-F238E27FC236}">
                <a16:creationId xmlns:a16="http://schemas.microsoft.com/office/drawing/2014/main" id="{F0ACB036-F4CC-41D6-A9FC-FB24CDC06957}"/>
              </a:ext>
            </a:extLst>
          </p:cNvPr>
          <p:cNvSpPr>
            <a:spLocks xmlns:a="http://schemas.openxmlformats.org/drawingml/2006/main" noGrp="1"/>
          </p:cNvSpPr>
          <p:nvPr/>
        </p:nvSpPr>
        <p:spPr>
          <a:xfrm xmlns:a="http://schemas.openxmlformats.org/drawingml/2006/main">
            <a:off x="6391275" y="5191125"/>
            <a:ext cx="304800" cy="9525"/>
          </a:xfrm>
          <a:custGeom xmlns:a="http://schemas.openxmlformats.org/drawingml/2006/main">
            <a:pathLst>
              <a:path w="304800" h="9525">
                <a:moveTo>
                  <a:pt x="0" y="0"/>
                </a:moveTo>
                <a:lnTo>
                  <a:pt x="304800" y="0"/>
                </a:lnTo>
              </a:path>
            </a:pathLst>
          </a:custGeom>
          <a:noFill xmlns:a="http://schemas.openxmlformats.org/drawingml/2006/main"/>
          <a:ln xmlns:a="http://schemas.openxmlformats.org/drawingml/2006/main" w="19050">
            <a:solidFill>
              <a:srgbClr val="087E8B"/>
            </a:solidFill>
          </a:ln>
        </p:spPr>
      </p:sp>
      <p:sp>
        <p:nvSpPr>
          <p:cNvPr id="19" name="">
            <a:extLst xmlns:a="http://schemas.openxmlformats.org/drawingml/2006/main">
              <a:ext uri="{FF2B5EF4-FFF2-40B4-BE49-F238E27FC236}">
                <a16:creationId xmlns:a16="http://schemas.microsoft.com/office/drawing/2014/main" id="{102A44A9-C38A-431E-8651-D2338C6C4A77}"/>
              </a:ext>
            </a:extLst>
          </p:cNvPr>
          <p:cNvSpPr>
            <a:spLocks xmlns:a="http://schemas.openxmlformats.org/drawingml/2006/main" noGrp="1"/>
          </p:cNvSpPr>
          <p:nvPr/>
        </p:nvSpPr>
        <p:spPr>
          <a:xfrm xmlns:a="http://schemas.openxmlformats.org/drawingml/2006/main">
            <a:off x="6581775" y="5143119"/>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087E8B"/>
          </a:solidFill>
          <a:ln xmlns:a="http://schemas.openxmlformats.org/drawingml/2006/main" w="4763">
            <a:solidFill>
              <a:srgbClr val="087E8B"/>
            </a:solidFill>
          </a:ln>
        </p:spPr>
      </p:sp>
      <p:sp>
        <p:nvSpPr>
          <p:cNvPr id="20" name="">
            <a:extLst xmlns:a="http://schemas.openxmlformats.org/drawingml/2006/main">
              <a:ext uri="{FF2B5EF4-FFF2-40B4-BE49-F238E27FC236}">
                <a16:creationId xmlns:a16="http://schemas.microsoft.com/office/drawing/2014/main" id="{B86E1A96-C847-4BE4-B16E-53669B22A6AD}"/>
              </a:ext>
            </a:extLst>
          </p:cNvPr>
          <p:cNvSpPr>
            <a:spLocks xmlns:a="http://schemas.openxmlformats.org/drawingml/2006/main" noGrp="1"/>
          </p:cNvSpPr>
          <p:nvPr/>
        </p:nvSpPr>
        <p:spPr>
          <a:xfrm xmlns:a="http://schemas.openxmlformats.org/drawingml/2006/main">
            <a:off x="6734175" y="4838700"/>
            <a:ext cx="1619250" cy="695325"/>
          </a:xfrm>
          <a:prstGeom xmlns:a="http://schemas.openxmlformats.org/drawingml/2006/main" prst="rect">
            <a:avLst/>
          </a:prstGeom>
          <a:solidFill xmlns:a="http://schemas.openxmlformats.org/drawingml/2006/main">
            <a:srgbClr val="E8F0F4"/>
          </a:solidFill>
          <a:ln xmlns:a="http://schemas.openxmlformats.org/drawingml/2006/main" w="16193">
            <a:solidFill>
              <a:srgbClr val="087E8B"/>
            </a:solidFill>
          </a:ln>
        </p:spPr>
      </p:sp>
      <p:sp>
        <p:nvSpPr>
          <p:cNvPr id="21" name="">
            <a:extLst xmlns:a="http://schemas.openxmlformats.org/drawingml/2006/main">
              <a:ext uri="{FF2B5EF4-FFF2-40B4-BE49-F238E27FC236}">
                <a16:creationId xmlns:a16="http://schemas.microsoft.com/office/drawing/2014/main" id="{DF967FB4-D690-47B4-890F-35031ADFA15A}"/>
              </a:ext>
            </a:extLst>
          </p:cNvPr>
          <p:cNvSpPr>
            <a:spLocks xmlns:a="http://schemas.openxmlformats.org/drawingml/2006/main" noGrp="1"/>
          </p:cNvSpPr>
          <p:nvPr/>
        </p:nvSpPr>
        <p:spPr>
          <a:xfrm xmlns:a="http://schemas.openxmlformats.org/drawingml/2006/main">
            <a:off x="6734175" y="4895850"/>
            <a:ext cx="1619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800" b="1">
                <a:solidFill>
                  <a:srgbClr val="193B59"/>
                </a:solidFill>
                <a:latin typeface="Yu Gothic"/>
                <a:ea typeface="Yu Gothic"/>
                <a:cs typeface="Yu Gothic"/>
              </a:defRPr>
            </a:defPPr>
            <a:lvl1pPr algn="ctr">
              <a:buNone/>
              <a:defRPr sz="1800" b="1">
                <a:solidFill>
                  <a:srgbClr val="193B59"/>
                </a:solidFill>
                <a:latin typeface="Yu Gothic"/>
                <a:ea typeface="Yu Gothic"/>
                <a:cs typeface="Yu Gothic"/>
              </a:defRPr>
            </a:lvl1pPr>
            <a:lvl2pPr algn="ctr">
              <a:buNone/>
              <a:defRPr sz="1800" b="1">
                <a:solidFill>
                  <a:srgbClr val="193B59"/>
                </a:solidFill>
                <a:latin typeface="Yu Gothic"/>
                <a:ea typeface="Yu Gothic"/>
                <a:cs typeface="Yu Gothic"/>
              </a:defRPr>
            </a:lvl2pPr>
            <a:lvl3pPr algn="ctr">
              <a:buNone/>
              <a:defRPr sz="1800" b="1">
                <a:solidFill>
                  <a:srgbClr val="193B59"/>
                </a:solidFill>
                <a:latin typeface="Yu Gothic"/>
                <a:ea typeface="Yu Gothic"/>
                <a:cs typeface="Yu Gothic"/>
              </a:defRPr>
            </a:lvl3pPr>
            <a:lvl4pPr algn="ctr">
              <a:buNone/>
              <a:defRPr sz="1800" b="1">
                <a:solidFill>
                  <a:srgbClr val="193B59"/>
                </a:solidFill>
                <a:latin typeface="Yu Gothic"/>
                <a:ea typeface="Yu Gothic"/>
                <a:cs typeface="Yu Gothic"/>
              </a:defRPr>
            </a:lvl4pPr>
            <a:lvl5pPr algn="ctr">
              <a:buNone/>
              <a:defRPr sz="1800" b="1">
                <a:solidFill>
                  <a:srgbClr val="193B59"/>
                </a:solidFill>
                <a:latin typeface="Yu Gothic"/>
                <a:ea typeface="Yu Gothic"/>
                <a:cs typeface="Yu Gothic"/>
              </a:defRPr>
            </a:lvl5pPr>
            <a:lvl6pPr algn="ctr">
              <a:buNone/>
              <a:defRPr sz="1800" b="1">
                <a:solidFill>
                  <a:srgbClr val="193B59"/>
                </a:solidFill>
                <a:latin typeface="Yu Gothic"/>
                <a:ea typeface="Yu Gothic"/>
                <a:cs typeface="Yu Gothic"/>
              </a:defRPr>
            </a:lvl6pPr>
            <a:lvl7pPr algn="ctr">
              <a:buNone/>
              <a:defRPr sz="1800" b="1">
                <a:solidFill>
                  <a:srgbClr val="193B59"/>
                </a:solidFill>
                <a:latin typeface="Yu Gothic"/>
                <a:ea typeface="Yu Gothic"/>
                <a:cs typeface="Yu Gothic"/>
              </a:defRPr>
            </a:lvl7pPr>
            <a:lvl8pPr algn="ctr">
              <a:buNone/>
              <a:defRPr sz="1800" b="1">
                <a:solidFill>
                  <a:srgbClr val="193B59"/>
                </a:solidFill>
                <a:latin typeface="Yu Gothic"/>
                <a:ea typeface="Yu Gothic"/>
                <a:cs typeface="Yu Gothic"/>
              </a:defRPr>
            </a:lvl8pPr>
            <a:lvl9pPr algn="ctr">
              <a:buNone/>
              <a:defRPr sz="1800" b="1">
                <a:solidFill>
                  <a:srgbClr val="193B59"/>
                </a:solidFill>
                <a:latin typeface="Yu Gothic"/>
                <a:ea typeface="Yu Gothic"/>
                <a:cs typeface="Yu Gothic"/>
              </a:defRPr>
            </a:lvl9pPr>
          </a:lstStyle>
          <a:p xmlns:a="http://schemas.openxmlformats.org/drawingml/2006/main">
            <a:pPr algn="ctr">
              <a:buNone/>
              <a:defRPr sz="1800" b="1">
                <a:solidFill>
                  <a:srgbClr val="193B59"/>
                </a:solidFill>
                <a:latin typeface="Yu Gothic"/>
                <a:ea typeface="Yu Gothic"/>
                <a:cs typeface="Yu Gothic"/>
              </a:defRPr>
            </a:pPr>
            <a:r>
              <a:rPr sz="1800" b="1">
                <a:solidFill>
                  <a:srgbClr val="193B59"/>
                </a:solidFill>
                <a:latin typeface="Yu Gothic"/>
                <a:ea typeface="Yu Gothic"/>
                <a:cs typeface="Yu Gothic"/>
              </a:rPr>
              <a:t>性能</a:t>
            </a:r>
          </a:p>
        </p:txBody>
      </p:sp>
      <p:sp>
        <p:nvSpPr>
          <p:cNvPr id="22" name="">
            <a:extLst xmlns:a="http://schemas.openxmlformats.org/drawingml/2006/main">
              <a:ext uri="{FF2B5EF4-FFF2-40B4-BE49-F238E27FC236}">
                <a16:creationId xmlns:a16="http://schemas.microsoft.com/office/drawing/2014/main" id="{53C0A091-2B06-4A9C-BD57-BAB01F04F564}"/>
              </a:ext>
            </a:extLst>
          </p:cNvPr>
          <p:cNvSpPr>
            <a:spLocks xmlns:a="http://schemas.openxmlformats.org/drawingml/2006/main" noGrp="1"/>
          </p:cNvSpPr>
          <p:nvPr/>
        </p:nvSpPr>
        <p:spPr>
          <a:xfrm xmlns:a="http://schemas.openxmlformats.org/drawingml/2006/main">
            <a:off x="8382000" y="5191125"/>
            <a:ext cx="304800" cy="9525"/>
          </a:xfrm>
          <a:custGeom xmlns:a="http://schemas.openxmlformats.org/drawingml/2006/main">
            <a:pathLst>
              <a:path w="304800" h="9525">
                <a:moveTo>
                  <a:pt x="0" y="0"/>
                </a:moveTo>
                <a:lnTo>
                  <a:pt x="304800" y="0"/>
                </a:lnTo>
              </a:path>
            </a:pathLst>
          </a:custGeom>
          <a:noFill xmlns:a="http://schemas.openxmlformats.org/drawingml/2006/main"/>
          <a:ln xmlns:a="http://schemas.openxmlformats.org/drawingml/2006/main" w="19050">
            <a:solidFill>
              <a:srgbClr val="087E8B"/>
            </a:solidFill>
          </a:ln>
        </p:spPr>
      </p:sp>
      <p:sp>
        <p:nvSpPr>
          <p:cNvPr id="23" name="">
            <a:extLst xmlns:a="http://schemas.openxmlformats.org/drawingml/2006/main">
              <a:ext uri="{FF2B5EF4-FFF2-40B4-BE49-F238E27FC236}">
                <a16:creationId xmlns:a16="http://schemas.microsoft.com/office/drawing/2014/main" id="{4BAC2284-75F5-4D4A-BB17-9FE0DDA8419C}"/>
              </a:ext>
            </a:extLst>
          </p:cNvPr>
          <p:cNvSpPr>
            <a:spLocks xmlns:a="http://schemas.openxmlformats.org/drawingml/2006/main" noGrp="1"/>
          </p:cNvSpPr>
          <p:nvPr/>
        </p:nvSpPr>
        <p:spPr>
          <a:xfrm xmlns:a="http://schemas.openxmlformats.org/drawingml/2006/main">
            <a:off x="8572500" y="5143119"/>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087E8B"/>
          </a:solidFill>
          <a:ln xmlns:a="http://schemas.openxmlformats.org/drawingml/2006/main" w="4763">
            <a:solidFill>
              <a:srgbClr val="087E8B"/>
            </a:solidFill>
          </a:ln>
        </p:spPr>
      </p:sp>
      <p:sp>
        <p:nvSpPr>
          <p:cNvPr id="24" name="">
            <a:extLst xmlns:a="http://schemas.openxmlformats.org/drawingml/2006/main">
              <a:ext uri="{FF2B5EF4-FFF2-40B4-BE49-F238E27FC236}">
                <a16:creationId xmlns:a16="http://schemas.microsoft.com/office/drawing/2014/main" id="{E3CBD81C-0C1F-4B88-8FC5-EFF5BD3606F1}"/>
              </a:ext>
            </a:extLst>
          </p:cNvPr>
          <p:cNvSpPr>
            <a:spLocks xmlns:a="http://schemas.openxmlformats.org/drawingml/2006/main" noGrp="1"/>
          </p:cNvSpPr>
          <p:nvPr/>
        </p:nvSpPr>
        <p:spPr>
          <a:xfrm xmlns:a="http://schemas.openxmlformats.org/drawingml/2006/main">
            <a:off x="8724900" y="4838700"/>
            <a:ext cx="1619250" cy="695325"/>
          </a:xfrm>
          <a:prstGeom xmlns:a="http://schemas.openxmlformats.org/drawingml/2006/main" prst="rect">
            <a:avLst/>
          </a:prstGeom>
          <a:solidFill xmlns:a="http://schemas.openxmlformats.org/drawingml/2006/main">
            <a:srgbClr val="EAF4F3"/>
          </a:solidFill>
          <a:ln xmlns:a="http://schemas.openxmlformats.org/drawingml/2006/main" w="16193">
            <a:solidFill>
              <a:srgbClr val="087E8B"/>
            </a:solidFill>
          </a:ln>
        </p:spPr>
      </p:sp>
      <p:sp>
        <p:nvSpPr>
          <p:cNvPr id="25" name="">
            <a:extLst xmlns:a="http://schemas.openxmlformats.org/drawingml/2006/main">
              <a:ext uri="{FF2B5EF4-FFF2-40B4-BE49-F238E27FC236}">
                <a16:creationId xmlns:a16="http://schemas.microsoft.com/office/drawing/2014/main" id="{F690E57B-10F0-4257-AFCE-3D77FF6E4EF3}"/>
              </a:ext>
            </a:extLst>
          </p:cNvPr>
          <p:cNvSpPr>
            <a:spLocks xmlns:a="http://schemas.openxmlformats.org/drawingml/2006/main" noGrp="1"/>
          </p:cNvSpPr>
          <p:nvPr/>
        </p:nvSpPr>
        <p:spPr>
          <a:xfrm xmlns:a="http://schemas.openxmlformats.org/drawingml/2006/main">
            <a:off x="8724900" y="4895850"/>
            <a:ext cx="1619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800" b="1">
                <a:solidFill>
                  <a:srgbClr val="193B59"/>
                </a:solidFill>
                <a:latin typeface="Yu Gothic"/>
                <a:ea typeface="Yu Gothic"/>
                <a:cs typeface="Yu Gothic"/>
              </a:defRPr>
            </a:defPPr>
            <a:lvl1pPr algn="ctr">
              <a:buNone/>
              <a:defRPr sz="1800" b="1">
                <a:solidFill>
                  <a:srgbClr val="193B59"/>
                </a:solidFill>
                <a:latin typeface="Yu Gothic"/>
                <a:ea typeface="Yu Gothic"/>
                <a:cs typeface="Yu Gothic"/>
              </a:defRPr>
            </a:lvl1pPr>
            <a:lvl2pPr algn="ctr">
              <a:buNone/>
              <a:defRPr sz="1800" b="1">
                <a:solidFill>
                  <a:srgbClr val="193B59"/>
                </a:solidFill>
                <a:latin typeface="Yu Gothic"/>
                <a:ea typeface="Yu Gothic"/>
                <a:cs typeface="Yu Gothic"/>
              </a:defRPr>
            </a:lvl2pPr>
            <a:lvl3pPr algn="ctr">
              <a:buNone/>
              <a:defRPr sz="1800" b="1">
                <a:solidFill>
                  <a:srgbClr val="193B59"/>
                </a:solidFill>
                <a:latin typeface="Yu Gothic"/>
                <a:ea typeface="Yu Gothic"/>
                <a:cs typeface="Yu Gothic"/>
              </a:defRPr>
            </a:lvl3pPr>
            <a:lvl4pPr algn="ctr">
              <a:buNone/>
              <a:defRPr sz="1800" b="1">
                <a:solidFill>
                  <a:srgbClr val="193B59"/>
                </a:solidFill>
                <a:latin typeface="Yu Gothic"/>
                <a:ea typeface="Yu Gothic"/>
                <a:cs typeface="Yu Gothic"/>
              </a:defRPr>
            </a:lvl4pPr>
            <a:lvl5pPr algn="ctr">
              <a:buNone/>
              <a:defRPr sz="1800" b="1">
                <a:solidFill>
                  <a:srgbClr val="193B59"/>
                </a:solidFill>
                <a:latin typeface="Yu Gothic"/>
                <a:ea typeface="Yu Gothic"/>
                <a:cs typeface="Yu Gothic"/>
              </a:defRPr>
            </a:lvl5pPr>
            <a:lvl6pPr algn="ctr">
              <a:buNone/>
              <a:defRPr sz="1800" b="1">
                <a:solidFill>
                  <a:srgbClr val="193B59"/>
                </a:solidFill>
                <a:latin typeface="Yu Gothic"/>
                <a:ea typeface="Yu Gothic"/>
                <a:cs typeface="Yu Gothic"/>
              </a:defRPr>
            </a:lvl6pPr>
            <a:lvl7pPr algn="ctr">
              <a:buNone/>
              <a:defRPr sz="1800" b="1">
                <a:solidFill>
                  <a:srgbClr val="193B59"/>
                </a:solidFill>
                <a:latin typeface="Yu Gothic"/>
                <a:ea typeface="Yu Gothic"/>
                <a:cs typeface="Yu Gothic"/>
              </a:defRPr>
            </a:lvl7pPr>
            <a:lvl8pPr algn="ctr">
              <a:buNone/>
              <a:defRPr sz="1800" b="1">
                <a:solidFill>
                  <a:srgbClr val="193B59"/>
                </a:solidFill>
                <a:latin typeface="Yu Gothic"/>
                <a:ea typeface="Yu Gothic"/>
                <a:cs typeface="Yu Gothic"/>
              </a:defRPr>
            </a:lvl8pPr>
            <a:lvl9pPr algn="ctr">
              <a:buNone/>
              <a:defRPr sz="1800" b="1">
                <a:solidFill>
                  <a:srgbClr val="193B59"/>
                </a:solidFill>
                <a:latin typeface="Yu Gothic"/>
                <a:ea typeface="Yu Gothic"/>
                <a:cs typeface="Yu Gothic"/>
              </a:defRPr>
            </a:lvl9pPr>
          </a:lstStyle>
          <a:p xmlns:a="http://schemas.openxmlformats.org/drawingml/2006/main">
            <a:pPr algn="ctr">
              <a:buNone/>
              <a:defRPr sz="1800" b="1">
                <a:solidFill>
                  <a:srgbClr val="193B59"/>
                </a:solidFill>
                <a:latin typeface="Yu Gothic"/>
                <a:ea typeface="Yu Gothic"/>
                <a:cs typeface="Yu Gothic"/>
              </a:defRPr>
            </a:pPr>
            <a:r>
              <a:rPr sz="1800" b="1">
                <a:solidFill>
                  <a:srgbClr val="193B59"/>
                </a:solidFill>
                <a:latin typeface="Yu Gothic"/>
                <a:ea typeface="Yu Gothic"/>
                <a:cs typeface="Yu Gothic"/>
              </a:rPr>
              <a:t>使用</a:t>
            </a:r>
          </a:p>
        </p:txBody>
      </p:sp>
      <p:sp>
        <p:nvSpPr>
          <p:cNvPr id="26" name="">
            <a:extLst xmlns:a="http://schemas.openxmlformats.org/drawingml/2006/main">
              <a:ext uri="{FF2B5EF4-FFF2-40B4-BE49-F238E27FC236}">
                <a16:creationId xmlns:a16="http://schemas.microsoft.com/office/drawing/2014/main" id="{62F75082-29E3-40E7-9861-0E1750122F4A}"/>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4 / 26</a:t>
            </a:r>
          </a:p>
        </p:txBody>
      </p:sp>
    </p:spTree>
    <p:extLst>
      <p:ext uri="{BB962C8B-B14F-4D97-AF65-F5344CB8AC3E}">
        <p14:creationId xmlns:p14="http://schemas.microsoft.com/office/powerpoint/2010/main" val="89135915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504A743-36A8-48F1-B290-AC4EC3174869}"/>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三材料の延長として見る</a:t>
            </a:r>
          </a:p>
        </p:txBody>
      </p:sp>
      <p:sp>
        <p:nvSpPr>
          <p:cNvPr id="2" name="">
            <a:extLst xmlns:a="http://schemas.openxmlformats.org/drawingml/2006/main">
              <a:ext uri="{FF2B5EF4-FFF2-40B4-BE49-F238E27FC236}">
                <a16:creationId xmlns:a16="http://schemas.microsoft.com/office/drawing/2014/main" id="{8BA8511A-F5A6-4950-859A-7FD344B6B488}"/>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89958EC1-72C0-42E3-90C3-75FCFB16EC7F}"/>
              </a:ext>
            </a:extLst>
          </p:cNvPr>
          <p:cNvSpPr>
            <a:spLocks xmlns:a="http://schemas.openxmlformats.org/drawingml/2006/main" noGrp="1"/>
          </p:cNvSpPr>
          <p:nvPr/>
        </p:nvSpPr>
        <p:spPr>
          <a:xfrm xmlns:a="http://schemas.openxmlformats.org/drawingml/2006/main">
            <a:off x="809625" y="173355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金属：組織制御、合金、積層造形</a:t>
            </a:r>
          </a:p>
        </p:txBody>
      </p:sp>
      <p:sp>
        <p:nvSpPr>
          <p:cNvPr id="4" name="">
            <a:extLst xmlns:a="http://schemas.openxmlformats.org/drawingml/2006/main">
              <a:ext uri="{FF2B5EF4-FFF2-40B4-BE49-F238E27FC236}">
                <a16:creationId xmlns:a16="http://schemas.microsoft.com/office/drawing/2014/main" id="{05DCDBA1-2FC4-455D-B969-65F3AB540F5A}"/>
              </a:ext>
            </a:extLst>
          </p:cNvPr>
          <p:cNvSpPr>
            <a:spLocks xmlns:a="http://schemas.openxmlformats.org/drawingml/2006/main" noGrp="1"/>
          </p:cNvSpPr>
          <p:nvPr/>
        </p:nvSpPr>
        <p:spPr>
          <a:xfrm xmlns:a="http://schemas.openxmlformats.org/drawingml/2006/main">
            <a:off x="809625" y="279082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樹脂：分子設計、繊維との複合化</a:t>
            </a:r>
          </a:p>
        </p:txBody>
      </p:sp>
      <p:sp>
        <p:nvSpPr>
          <p:cNvPr id="5" name="">
            <a:extLst xmlns:a="http://schemas.openxmlformats.org/drawingml/2006/main">
              <a:ext uri="{FF2B5EF4-FFF2-40B4-BE49-F238E27FC236}">
                <a16:creationId xmlns:a16="http://schemas.microsoft.com/office/drawing/2014/main" id="{F3C1DF2E-F2D4-481F-A70D-33BCBE08582F}"/>
              </a:ext>
            </a:extLst>
          </p:cNvPr>
          <p:cNvSpPr>
            <a:spLocks xmlns:a="http://schemas.openxmlformats.org/drawingml/2006/main" noGrp="1"/>
          </p:cNvSpPr>
          <p:nvPr/>
        </p:nvSpPr>
        <p:spPr>
          <a:xfrm xmlns:a="http://schemas.openxmlformats.org/drawingml/2006/main">
            <a:off x="809625" y="384810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木質：繊維方向、セルロースの微細構造</a:t>
            </a:r>
          </a:p>
        </p:txBody>
      </p:sp>
      <p:sp>
        <p:nvSpPr>
          <p:cNvPr id="6" name="">
            <a:extLst xmlns:a="http://schemas.openxmlformats.org/drawingml/2006/main">
              <a:ext uri="{FF2B5EF4-FFF2-40B4-BE49-F238E27FC236}">
                <a16:creationId xmlns:a16="http://schemas.microsoft.com/office/drawing/2014/main" id="{21DAC669-1300-4C59-BD6C-41B8FAFF130E}"/>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参照 [1・3・4]</a:t>
            </a:r>
          </a:p>
        </p:txBody>
      </p:sp>
      <p:sp>
        <p:nvSpPr>
          <p:cNvPr id="7" name="">
            <a:extLst xmlns:a="http://schemas.openxmlformats.org/drawingml/2006/main">
              <a:ext uri="{FF2B5EF4-FFF2-40B4-BE49-F238E27FC236}">
                <a16:creationId xmlns:a16="http://schemas.microsoft.com/office/drawing/2014/main" id="{29D4256C-80AF-4355-B0B0-8EB692BA6348}"/>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発展B</a:t>
            </a:r>
          </a:p>
        </p:txBody>
      </p:sp>
      <p:sp>
        <p:nvSpPr>
          <p:cNvPr id="8" name="">
            <a:extLst xmlns:a="http://schemas.openxmlformats.org/drawingml/2006/main">
              <a:ext uri="{FF2B5EF4-FFF2-40B4-BE49-F238E27FC236}">
                <a16:creationId xmlns:a16="http://schemas.microsoft.com/office/drawing/2014/main" id="{A5DCF98B-D7F4-49BF-8196-722AC368DD42}"/>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5 / 26</a:t>
            </a:r>
          </a:p>
        </p:txBody>
      </p:sp>
    </p:spTree>
    <p:extLst>
      <p:ext uri="{BB962C8B-B14F-4D97-AF65-F5344CB8AC3E}">
        <p14:creationId xmlns:p14="http://schemas.microsoft.com/office/powerpoint/2010/main" val="116846790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EC841F30-8B4E-49A7-A0F5-5DDA7886F1EA}"/>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複合材料：繊維と母材の役割</a:t>
            </a:r>
          </a:p>
        </p:txBody>
      </p:sp>
      <p:sp>
        <p:nvSpPr>
          <p:cNvPr id="2" name="">
            <a:extLst xmlns:a="http://schemas.openxmlformats.org/drawingml/2006/main">
              <a:ext uri="{FF2B5EF4-FFF2-40B4-BE49-F238E27FC236}">
                <a16:creationId xmlns:a16="http://schemas.microsoft.com/office/drawing/2014/main" id="{29C43901-D3E2-4CDD-9C14-2C2C50A0E366}"/>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6" name="">
            <a:extLst xmlns:a="http://schemas.openxmlformats.org/drawingml/2006/main">
              <a:ext uri="{FF2B5EF4-FFF2-40B4-BE49-F238E27FC236}">
                <a16:creationId xmlns:a16="http://schemas.microsoft.com/office/drawing/2014/main" id="{ED0284F7-D865-4CF1-9B37-3A18A1D5F472}"/>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参照 [4]</a:t>
            </a:r>
          </a:p>
        </p:txBody>
      </p:sp>
      <p:sp>
        <p:nvSpPr>
          <p:cNvPr id="7" name="">
            <a:extLst xmlns:a="http://schemas.openxmlformats.org/drawingml/2006/main">
              <a:ext uri="{FF2B5EF4-FFF2-40B4-BE49-F238E27FC236}">
                <a16:creationId xmlns:a16="http://schemas.microsoft.com/office/drawing/2014/main" id="{D1EFAF02-32CC-485F-B8E3-57524D2E6386}"/>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発展B</a:t>
            </a:r>
          </a:p>
        </p:txBody>
      </p:sp>
      <p:sp>
        <p:nvSpPr>
          <p:cNvPr id="22" name="">
            <a:extLst xmlns:a="http://schemas.openxmlformats.org/drawingml/2006/main">
              <a:ext uri="{FF2B5EF4-FFF2-40B4-BE49-F238E27FC236}">
                <a16:creationId xmlns:a16="http://schemas.microsoft.com/office/drawing/2014/main" id="{C5F4046B-5609-4011-B1DC-C7837BCCBE78}"/>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6 / 26</a:t>
            </a:r>
          </a:p>
        </p:txBody>
      </p:sp>
      <p:sp>
        <p:nvSpPr>
          <p:cNvPr id="24" name="">
            <a:extLst xmlns:a="http://schemas.openxmlformats.org/drawingml/2006/main">
              <a:ext uri="{FF2B5EF4-FFF2-40B4-BE49-F238E27FC236}">
                <a16:creationId xmlns:a16="http://schemas.microsoft.com/office/drawing/2014/main" id="{C0A1632D-FCC6-421B-9BF1-1913F7555039}"/>
              </a:ext>
            </a:extLst>
          </p:cNvPr>
          <p:cNvSpPr>
            <a:spLocks xmlns:a="http://schemas.openxmlformats.org/drawingml/2006/main" noGrp="1"/>
          </p:cNvSpPr>
          <p:nvPr/>
        </p:nvSpPr>
        <p:spPr>
          <a:xfrm xmlns:a="http://schemas.openxmlformats.org/drawingml/2006/main">
            <a:off x="952500" y="2286000"/>
            <a:ext cx="6000750" cy="2333625"/>
          </a:xfrm>
          <a:prstGeom xmlns:a="http://schemas.openxmlformats.org/drawingml/2006/main" prst="rect">
            <a:avLst/>
          </a:prstGeom>
          <a:solidFill xmlns:a="http://schemas.openxmlformats.org/drawingml/2006/main">
            <a:srgbClr val="DCEDEF"/>
          </a:solidFill>
          <a:ln xmlns:a="http://schemas.openxmlformats.org/drawingml/2006/main" w="16193">
            <a:solidFill>
              <a:srgbClr val="087E8B"/>
            </a:solidFill>
          </a:ln>
        </p:spPr>
      </p:sp>
      <p:sp>
        <p:nvSpPr>
          <p:cNvPr id="25" name="">
            <a:extLst xmlns:a="http://schemas.openxmlformats.org/drawingml/2006/main">
              <a:ext uri="{FF2B5EF4-FFF2-40B4-BE49-F238E27FC236}">
                <a16:creationId xmlns:a16="http://schemas.microsoft.com/office/drawing/2014/main" id="{B1B3FC54-0950-4064-9856-EC876F7D8FC3}"/>
              </a:ext>
            </a:extLst>
          </p:cNvPr>
          <p:cNvSpPr>
            <a:spLocks xmlns:a="http://schemas.openxmlformats.org/drawingml/2006/main" noGrp="1"/>
          </p:cNvSpPr>
          <p:nvPr/>
        </p:nvSpPr>
        <p:spPr>
          <a:xfrm xmlns:a="http://schemas.openxmlformats.org/drawingml/2006/main">
            <a:off x="1143000" y="2476500"/>
            <a:ext cx="5619750" cy="9525"/>
          </a:xfrm>
          <a:custGeom xmlns:a="http://schemas.openxmlformats.org/drawingml/2006/main">
            <a:pathLst>
              <a:path w="5619750" h="9525">
                <a:moveTo>
                  <a:pt x="0" y="0"/>
                </a:moveTo>
                <a:lnTo>
                  <a:pt x="5619750" y="0"/>
                </a:lnTo>
              </a:path>
            </a:pathLst>
          </a:custGeom>
          <a:noFill xmlns:a="http://schemas.openxmlformats.org/drawingml/2006/main"/>
          <a:ln xmlns:a="http://schemas.openxmlformats.org/drawingml/2006/main" w="76200">
            <a:solidFill>
              <a:srgbClr val="193B59"/>
            </a:solidFill>
          </a:ln>
        </p:spPr>
      </p:sp>
      <p:sp>
        <p:nvSpPr>
          <p:cNvPr id="26" name="">
            <a:extLst xmlns:a="http://schemas.openxmlformats.org/drawingml/2006/main">
              <a:ext uri="{FF2B5EF4-FFF2-40B4-BE49-F238E27FC236}">
                <a16:creationId xmlns:a16="http://schemas.microsoft.com/office/drawing/2014/main" id="{F7BF7EAD-0CBE-46C3-800B-237CC18ACD03}"/>
              </a:ext>
            </a:extLst>
          </p:cNvPr>
          <p:cNvSpPr>
            <a:spLocks xmlns:a="http://schemas.openxmlformats.org/drawingml/2006/main" noGrp="1"/>
          </p:cNvSpPr>
          <p:nvPr/>
        </p:nvSpPr>
        <p:spPr>
          <a:xfrm xmlns:a="http://schemas.openxmlformats.org/drawingml/2006/main">
            <a:off x="1143000" y="2771775"/>
            <a:ext cx="5619750" cy="9525"/>
          </a:xfrm>
          <a:custGeom xmlns:a="http://schemas.openxmlformats.org/drawingml/2006/main">
            <a:pathLst>
              <a:path w="5619750" h="9525">
                <a:moveTo>
                  <a:pt x="0" y="0"/>
                </a:moveTo>
                <a:lnTo>
                  <a:pt x="5619750" y="0"/>
                </a:lnTo>
              </a:path>
            </a:pathLst>
          </a:custGeom>
          <a:noFill xmlns:a="http://schemas.openxmlformats.org/drawingml/2006/main"/>
          <a:ln xmlns:a="http://schemas.openxmlformats.org/drawingml/2006/main" w="76200">
            <a:solidFill>
              <a:srgbClr val="193B59"/>
            </a:solidFill>
          </a:ln>
        </p:spPr>
      </p:sp>
      <p:sp>
        <p:nvSpPr>
          <p:cNvPr id="27" name="">
            <a:extLst xmlns:a="http://schemas.openxmlformats.org/drawingml/2006/main">
              <a:ext uri="{FF2B5EF4-FFF2-40B4-BE49-F238E27FC236}">
                <a16:creationId xmlns:a16="http://schemas.microsoft.com/office/drawing/2014/main" id="{DA58B088-4C17-4496-BB1B-FA81EC5D838F}"/>
              </a:ext>
            </a:extLst>
          </p:cNvPr>
          <p:cNvSpPr>
            <a:spLocks xmlns:a="http://schemas.openxmlformats.org/drawingml/2006/main" noGrp="1"/>
          </p:cNvSpPr>
          <p:nvPr/>
        </p:nvSpPr>
        <p:spPr>
          <a:xfrm xmlns:a="http://schemas.openxmlformats.org/drawingml/2006/main">
            <a:off x="1143000" y="3067050"/>
            <a:ext cx="5619750" cy="9525"/>
          </a:xfrm>
          <a:custGeom xmlns:a="http://schemas.openxmlformats.org/drawingml/2006/main">
            <a:pathLst>
              <a:path w="5619750" h="9525">
                <a:moveTo>
                  <a:pt x="0" y="0"/>
                </a:moveTo>
                <a:lnTo>
                  <a:pt x="5619750" y="0"/>
                </a:lnTo>
              </a:path>
            </a:pathLst>
          </a:custGeom>
          <a:noFill xmlns:a="http://schemas.openxmlformats.org/drawingml/2006/main"/>
          <a:ln xmlns:a="http://schemas.openxmlformats.org/drawingml/2006/main" w="76200">
            <a:solidFill>
              <a:srgbClr val="193B59"/>
            </a:solidFill>
          </a:ln>
        </p:spPr>
      </p:sp>
      <p:sp>
        <p:nvSpPr>
          <p:cNvPr id="28" name="">
            <a:extLst xmlns:a="http://schemas.openxmlformats.org/drawingml/2006/main">
              <a:ext uri="{FF2B5EF4-FFF2-40B4-BE49-F238E27FC236}">
                <a16:creationId xmlns:a16="http://schemas.microsoft.com/office/drawing/2014/main" id="{DC3F5738-56D4-41FD-BE8B-78F1A1DCF649}"/>
              </a:ext>
            </a:extLst>
          </p:cNvPr>
          <p:cNvSpPr>
            <a:spLocks xmlns:a="http://schemas.openxmlformats.org/drawingml/2006/main" noGrp="1"/>
          </p:cNvSpPr>
          <p:nvPr/>
        </p:nvSpPr>
        <p:spPr>
          <a:xfrm xmlns:a="http://schemas.openxmlformats.org/drawingml/2006/main">
            <a:off x="1143000" y="3362325"/>
            <a:ext cx="5619750" cy="9525"/>
          </a:xfrm>
          <a:custGeom xmlns:a="http://schemas.openxmlformats.org/drawingml/2006/main">
            <a:pathLst>
              <a:path w="5619750" h="9525">
                <a:moveTo>
                  <a:pt x="0" y="0"/>
                </a:moveTo>
                <a:lnTo>
                  <a:pt x="5619750" y="0"/>
                </a:lnTo>
              </a:path>
            </a:pathLst>
          </a:custGeom>
          <a:noFill xmlns:a="http://schemas.openxmlformats.org/drawingml/2006/main"/>
          <a:ln xmlns:a="http://schemas.openxmlformats.org/drawingml/2006/main" w="76200">
            <a:solidFill>
              <a:srgbClr val="193B59"/>
            </a:solidFill>
          </a:ln>
        </p:spPr>
      </p:sp>
      <p:sp>
        <p:nvSpPr>
          <p:cNvPr id="29" name="">
            <a:extLst xmlns:a="http://schemas.openxmlformats.org/drawingml/2006/main">
              <a:ext uri="{FF2B5EF4-FFF2-40B4-BE49-F238E27FC236}">
                <a16:creationId xmlns:a16="http://schemas.microsoft.com/office/drawing/2014/main" id="{BBC79010-81FC-492B-A9C4-B7BABE37A5C9}"/>
              </a:ext>
            </a:extLst>
          </p:cNvPr>
          <p:cNvSpPr>
            <a:spLocks xmlns:a="http://schemas.openxmlformats.org/drawingml/2006/main" noGrp="1"/>
          </p:cNvSpPr>
          <p:nvPr/>
        </p:nvSpPr>
        <p:spPr>
          <a:xfrm xmlns:a="http://schemas.openxmlformats.org/drawingml/2006/main">
            <a:off x="1143000" y="3657600"/>
            <a:ext cx="5619750" cy="9525"/>
          </a:xfrm>
          <a:custGeom xmlns:a="http://schemas.openxmlformats.org/drawingml/2006/main">
            <a:pathLst>
              <a:path w="5619750" h="9525">
                <a:moveTo>
                  <a:pt x="0" y="0"/>
                </a:moveTo>
                <a:lnTo>
                  <a:pt x="5619750" y="0"/>
                </a:lnTo>
              </a:path>
            </a:pathLst>
          </a:custGeom>
          <a:noFill xmlns:a="http://schemas.openxmlformats.org/drawingml/2006/main"/>
          <a:ln xmlns:a="http://schemas.openxmlformats.org/drawingml/2006/main" w="76200">
            <a:solidFill>
              <a:srgbClr val="193B59"/>
            </a:solidFill>
          </a:ln>
        </p:spPr>
      </p:sp>
      <p:sp>
        <p:nvSpPr>
          <p:cNvPr id="30" name="">
            <a:extLst xmlns:a="http://schemas.openxmlformats.org/drawingml/2006/main">
              <a:ext uri="{FF2B5EF4-FFF2-40B4-BE49-F238E27FC236}">
                <a16:creationId xmlns:a16="http://schemas.microsoft.com/office/drawing/2014/main" id="{FC1720D2-39C1-40B1-837A-D565FCC92F6C}"/>
              </a:ext>
            </a:extLst>
          </p:cNvPr>
          <p:cNvSpPr>
            <a:spLocks xmlns:a="http://schemas.openxmlformats.org/drawingml/2006/main" noGrp="1"/>
          </p:cNvSpPr>
          <p:nvPr/>
        </p:nvSpPr>
        <p:spPr>
          <a:xfrm xmlns:a="http://schemas.openxmlformats.org/drawingml/2006/main">
            <a:off x="1143000" y="3952875"/>
            <a:ext cx="5619750" cy="9525"/>
          </a:xfrm>
          <a:custGeom xmlns:a="http://schemas.openxmlformats.org/drawingml/2006/main">
            <a:pathLst>
              <a:path w="5619750" h="9525">
                <a:moveTo>
                  <a:pt x="0" y="0"/>
                </a:moveTo>
                <a:lnTo>
                  <a:pt x="5619750" y="0"/>
                </a:lnTo>
              </a:path>
            </a:pathLst>
          </a:custGeom>
          <a:noFill xmlns:a="http://schemas.openxmlformats.org/drawingml/2006/main"/>
          <a:ln xmlns:a="http://schemas.openxmlformats.org/drawingml/2006/main" w="76200">
            <a:solidFill>
              <a:srgbClr val="193B59"/>
            </a:solidFill>
          </a:ln>
        </p:spPr>
      </p:sp>
      <p:sp>
        <p:nvSpPr>
          <p:cNvPr id="31" name="">
            <a:extLst xmlns:a="http://schemas.openxmlformats.org/drawingml/2006/main">
              <a:ext uri="{FF2B5EF4-FFF2-40B4-BE49-F238E27FC236}">
                <a16:creationId xmlns:a16="http://schemas.microsoft.com/office/drawing/2014/main" id="{3DE0C974-ADFF-4072-ACE7-5A230481B0D7}"/>
              </a:ext>
            </a:extLst>
          </p:cNvPr>
          <p:cNvSpPr>
            <a:spLocks xmlns:a="http://schemas.openxmlformats.org/drawingml/2006/main" noGrp="1"/>
          </p:cNvSpPr>
          <p:nvPr/>
        </p:nvSpPr>
        <p:spPr>
          <a:xfrm xmlns:a="http://schemas.openxmlformats.org/drawingml/2006/main">
            <a:off x="1143000" y="4248150"/>
            <a:ext cx="5619750" cy="9525"/>
          </a:xfrm>
          <a:custGeom xmlns:a="http://schemas.openxmlformats.org/drawingml/2006/main">
            <a:pathLst>
              <a:path w="5619750" h="9525">
                <a:moveTo>
                  <a:pt x="0" y="0"/>
                </a:moveTo>
                <a:lnTo>
                  <a:pt x="5619750" y="0"/>
                </a:lnTo>
              </a:path>
            </a:pathLst>
          </a:custGeom>
          <a:noFill xmlns:a="http://schemas.openxmlformats.org/drawingml/2006/main"/>
          <a:ln xmlns:a="http://schemas.openxmlformats.org/drawingml/2006/main" w="76200">
            <a:solidFill>
              <a:srgbClr val="193B59"/>
            </a:solidFill>
          </a:ln>
        </p:spPr>
      </p:sp>
      <p:sp>
        <p:nvSpPr>
          <p:cNvPr id="32" name="">
            <a:extLst xmlns:a="http://schemas.openxmlformats.org/drawingml/2006/main">
              <a:ext uri="{FF2B5EF4-FFF2-40B4-BE49-F238E27FC236}">
                <a16:creationId xmlns:a16="http://schemas.microsoft.com/office/drawing/2014/main" id="{2DE2DC8A-4562-45B4-92BB-1646BFEC7A01}"/>
              </a:ext>
            </a:extLst>
          </p:cNvPr>
          <p:cNvSpPr>
            <a:spLocks xmlns:a="http://schemas.openxmlformats.org/drawingml/2006/main" noGrp="1"/>
          </p:cNvSpPr>
          <p:nvPr/>
        </p:nvSpPr>
        <p:spPr>
          <a:xfrm xmlns:a="http://schemas.openxmlformats.org/drawingml/2006/main">
            <a:off x="571500" y="3381375"/>
            <a:ext cx="476250" cy="9525"/>
          </a:xfrm>
          <a:custGeom xmlns:a="http://schemas.openxmlformats.org/drawingml/2006/main">
            <a:pathLst>
              <a:path w="476250" h="9525">
                <a:moveTo>
                  <a:pt x="476250" y="0"/>
                </a:moveTo>
                <a:lnTo>
                  <a:pt x="0" y="0"/>
                </a:lnTo>
              </a:path>
            </a:pathLst>
          </a:custGeom>
          <a:noFill xmlns:a="http://schemas.openxmlformats.org/drawingml/2006/main"/>
          <a:ln xmlns:a="http://schemas.openxmlformats.org/drawingml/2006/main" w="38100">
            <a:solidFill>
              <a:srgbClr val="C4483C"/>
            </a:solidFill>
          </a:ln>
        </p:spPr>
      </p:sp>
      <p:sp>
        <p:nvSpPr>
          <p:cNvPr id="33" name="">
            <a:extLst xmlns:a="http://schemas.openxmlformats.org/drawingml/2006/main">
              <a:ext uri="{FF2B5EF4-FFF2-40B4-BE49-F238E27FC236}">
                <a16:creationId xmlns:a16="http://schemas.microsoft.com/office/drawing/2014/main" id="{E91356F3-D865-4891-BCA8-31B7E53470FB}"/>
              </a:ext>
            </a:extLst>
          </p:cNvPr>
          <p:cNvSpPr>
            <a:spLocks xmlns:a="http://schemas.openxmlformats.org/drawingml/2006/main" noGrp="1"/>
          </p:cNvSpPr>
          <p:nvPr/>
        </p:nvSpPr>
        <p:spPr>
          <a:xfrm xmlns:a="http://schemas.openxmlformats.org/drawingml/2006/main">
            <a:off x="571500" y="3333369"/>
            <a:ext cx="114300" cy="96012"/>
          </a:xfrm>
          <a:custGeom xmlns:a="http://schemas.openxmlformats.org/drawingml/2006/main">
            <a:pathLst>
              <a:path w="114300" h="96012">
                <a:moveTo>
                  <a:pt x="0" y="48006"/>
                </a:moveTo>
                <a:lnTo>
                  <a:pt x="114300" y="96012"/>
                </a:lnTo>
                <a:lnTo>
                  <a:pt x="114300" y="0"/>
                </a:lnTo>
                <a:close/>
              </a:path>
            </a:pathLst>
          </a:custGeom>
          <a:solidFill xmlns:a="http://schemas.openxmlformats.org/drawingml/2006/main">
            <a:srgbClr val="C4483C"/>
          </a:solidFill>
          <a:ln xmlns:a="http://schemas.openxmlformats.org/drawingml/2006/main" w="4763">
            <a:solidFill>
              <a:srgbClr val="C4483C"/>
            </a:solidFill>
          </a:ln>
        </p:spPr>
      </p:sp>
      <p:sp>
        <p:nvSpPr>
          <p:cNvPr id="34" name="">
            <a:extLst xmlns:a="http://schemas.openxmlformats.org/drawingml/2006/main">
              <a:ext uri="{FF2B5EF4-FFF2-40B4-BE49-F238E27FC236}">
                <a16:creationId xmlns:a16="http://schemas.microsoft.com/office/drawing/2014/main" id="{CC735C07-22D0-45F1-94C2-8EA1361658CD}"/>
              </a:ext>
            </a:extLst>
          </p:cNvPr>
          <p:cNvSpPr>
            <a:spLocks xmlns:a="http://schemas.openxmlformats.org/drawingml/2006/main" noGrp="1"/>
          </p:cNvSpPr>
          <p:nvPr/>
        </p:nvSpPr>
        <p:spPr>
          <a:xfrm xmlns:a="http://schemas.openxmlformats.org/drawingml/2006/main">
            <a:off x="6858000" y="3381375"/>
            <a:ext cx="571500" cy="9525"/>
          </a:xfrm>
          <a:custGeom xmlns:a="http://schemas.openxmlformats.org/drawingml/2006/main">
            <a:pathLst>
              <a:path w="571500" h="9525">
                <a:moveTo>
                  <a:pt x="0" y="0"/>
                </a:moveTo>
                <a:lnTo>
                  <a:pt x="571500" y="0"/>
                </a:lnTo>
              </a:path>
            </a:pathLst>
          </a:custGeom>
          <a:noFill xmlns:a="http://schemas.openxmlformats.org/drawingml/2006/main"/>
          <a:ln xmlns:a="http://schemas.openxmlformats.org/drawingml/2006/main" w="38100">
            <a:solidFill>
              <a:srgbClr val="C4483C"/>
            </a:solidFill>
          </a:ln>
        </p:spPr>
      </p:sp>
      <p:sp>
        <p:nvSpPr>
          <p:cNvPr id="35" name="">
            <a:extLst xmlns:a="http://schemas.openxmlformats.org/drawingml/2006/main">
              <a:ext uri="{FF2B5EF4-FFF2-40B4-BE49-F238E27FC236}">
                <a16:creationId xmlns:a16="http://schemas.microsoft.com/office/drawing/2014/main" id="{FA96F472-DDD4-4B5C-A255-FE27DF1425E8}"/>
              </a:ext>
            </a:extLst>
          </p:cNvPr>
          <p:cNvSpPr>
            <a:spLocks xmlns:a="http://schemas.openxmlformats.org/drawingml/2006/main" noGrp="1"/>
          </p:cNvSpPr>
          <p:nvPr/>
        </p:nvSpPr>
        <p:spPr>
          <a:xfrm xmlns:a="http://schemas.openxmlformats.org/drawingml/2006/main">
            <a:off x="7315200" y="3333369"/>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C4483C"/>
          </a:solidFill>
          <a:ln xmlns:a="http://schemas.openxmlformats.org/drawingml/2006/main" w="4763">
            <a:solidFill>
              <a:srgbClr val="C4483C"/>
            </a:solidFill>
          </a:ln>
        </p:spPr>
      </p:sp>
      <p:sp>
        <p:nvSpPr>
          <p:cNvPr id="36" name="">
            <a:extLst xmlns:a="http://schemas.openxmlformats.org/drawingml/2006/main">
              <a:ext uri="{FF2B5EF4-FFF2-40B4-BE49-F238E27FC236}">
                <a16:creationId xmlns:a16="http://schemas.microsoft.com/office/drawing/2014/main" id="{C0C7FFB0-3813-4C58-AD45-57A48106345F}"/>
              </a:ext>
            </a:extLst>
          </p:cNvPr>
          <p:cNvSpPr>
            <a:spLocks xmlns:a="http://schemas.openxmlformats.org/drawingml/2006/main" noGrp="1"/>
          </p:cNvSpPr>
          <p:nvPr/>
        </p:nvSpPr>
        <p:spPr>
          <a:xfrm xmlns:a="http://schemas.openxmlformats.org/drawingml/2006/main">
            <a:off x="1047750" y="1666875"/>
            <a:ext cx="3619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母材（樹脂）</a:t>
            </a:r>
          </a:p>
        </p:txBody>
      </p:sp>
      <p:sp>
        <p:nvSpPr>
          <p:cNvPr id="37" name="">
            <a:extLst xmlns:a="http://schemas.openxmlformats.org/drawingml/2006/main">
              <a:ext uri="{FF2B5EF4-FFF2-40B4-BE49-F238E27FC236}">
                <a16:creationId xmlns:a16="http://schemas.microsoft.com/office/drawing/2014/main" id="{E5C9728E-D829-45F9-A6AF-6F65D2FB2FA3}"/>
              </a:ext>
            </a:extLst>
          </p:cNvPr>
          <p:cNvSpPr>
            <a:spLocks xmlns:a="http://schemas.openxmlformats.org/drawingml/2006/main" noGrp="1"/>
          </p:cNvSpPr>
          <p:nvPr/>
        </p:nvSpPr>
        <p:spPr>
          <a:xfrm xmlns:a="http://schemas.openxmlformats.org/drawingml/2006/main">
            <a:off x="7762875" y="2190750"/>
            <a:ext cx="3524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63D4D"/>
                </a:solidFill>
                <a:latin typeface="Yu Gothic"/>
                <a:ea typeface="Yu Gothic"/>
                <a:cs typeface="Yu Gothic"/>
              </a:defRPr>
            </a:defPPr>
            <a:lvl1pPr>
              <a:defRPr sz="2100" b="1">
                <a:solidFill>
                  <a:srgbClr val="263D4D"/>
                </a:solidFill>
                <a:latin typeface="Yu Gothic"/>
                <a:ea typeface="Yu Gothic"/>
                <a:cs typeface="Yu Gothic"/>
              </a:defRPr>
            </a:lvl1pPr>
            <a:lvl2pPr>
              <a:defRPr sz="2100" b="1">
                <a:solidFill>
                  <a:srgbClr val="263D4D"/>
                </a:solidFill>
                <a:latin typeface="Yu Gothic"/>
                <a:ea typeface="Yu Gothic"/>
                <a:cs typeface="Yu Gothic"/>
              </a:defRPr>
            </a:lvl2pPr>
            <a:lvl3pPr>
              <a:defRPr sz="2100" b="1">
                <a:solidFill>
                  <a:srgbClr val="263D4D"/>
                </a:solidFill>
                <a:latin typeface="Yu Gothic"/>
                <a:ea typeface="Yu Gothic"/>
                <a:cs typeface="Yu Gothic"/>
              </a:defRPr>
            </a:lvl3pPr>
            <a:lvl4pPr>
              <a:defRPr sz="2100" b="1">
                <a:solidFill>
                  <a:srgbClr val="263D4D"/>
                </a:solidFill>
                <a:latin typeface="Yu Gothic"/>
                <a:ea typeface="Yu Gothic"/>
                <a:cs typeface="Yu Gothic"/>
              </a:defRPr>
            </a:lvl4pPr>
            <a:lvl5pPr>
              <a:defRPr sz="2100" b="1">
                <a:solidFill>
                  <a:srgbClr val="263D4D"/>
                </a:solidFill>
                <a:latin typeface="Yu Gothic"/>
                <a:ea typeface="Yu Gothic"/>
                <a:cs typeface="Yu Gothic"/>
              </a:defRPr>
            </a:lvl5pPr>
            <a:lvl6pPr>
              <a:defRPr sz="2100" b="1">
                <a:solidFill>
                  <a:srgbClr val="263D4D"/>
                </a:solidFill>
                <a:latin typeface="Yu Gothic"/>
                <a:ea typeface="Yu Gothic"/>
                <a:cs typeface="Yu Gothic"/>
              </a:defRPr>
            </a:lvl6pPr>
            <a:lvl7pPr>
              <a:defRPr sz="2100" b="1">
                <a:solidFill>
                  <a:srgbClr val="263D4D"/>
                </a:solidFill>
                <a:latin typeface="Yu Gothic"/>
                <a:ea typeface="Yu Gothic"/>
                <a:cs typeface="Yu Gothic"/>
              </a:defRPr>
            </a:lvl7pPr>
            <a:lvl8pPr>
              <a:defRPr sz="2100" b="1">
                <a:solidFill>
                  <a:srgbClr val="263D4D"/>
                </a:solidFill>
                <a:latin typeface="Yu Gothic"/>
                <a:ea typeface="Yu Gothic"/>
                <a:cs typeface="Yu Gothic"/>
              </a:defRPr>
            </a:lvl8pPr>
            <a:lvl9pPr>
              <a:defRPr sz="2100" b="1">
                <a:solidFill>
                  <a:srgbClr val="263D4D"/>
                </a:solidFill>
                <a:latin typeface="Yu Gothic"/>
                <a:ea typeface="Yu Gothic"/>
                <a:cs typeface="Yu Gothic"/>
              </a:defRPr>
            </a:lvl9pPr>
          </a:lstStyle>
          <a:p xmlns:a="http://schemas.openxmlformats.org/drawingml/2006/main">
            <a:pPr>
              <a:defRPr sz="2100" b="1">
                <a:solidFill>
                  <a:srgbClr val="263D4D"/>
                </a:solidFill>
                <a:latin typeface="Yu Gothic"/>
                <a:ea typeface="Yu Gothic"/>
                <a:cs typeface="Yu Gothic"/>
              </a:defRPr>
            </a:pPr>
            <a:r>
              <a:rPr sz="2100" b="1">
                <a:solidFill>
                  <a:srgbClr val="263D4D"/>
                </a:solidFill>
                <a:latin typeface="Yu Gothic"/>
                <a:ea typeface="Yu Gothic"/>
                <a:cs typeface="Yu Gothic"/>
              </a:rPr>
              <a:t>繊維：青い線</a:t>
            </a:r>
          </a:p>
        </p:txBody>
      </p:sp>
      <p:sp>
        <p:nvSpPr>
          <p:cNvPr id="38" name="">
            <a:extLst xmlns:a="http://schemas.openxmlformats.org/drawingml/2006/main">
              <a:ext uri="{FF2B5EF4-FFF2-40B4-BE49-F238E27FC236}">
                <a16:creationId xmlns:a16="http://schemas.microsoft.com/office/drawing/2014/main" id="{9B0A8408-5F61-4437-A08F-53F4123FF687}"/>
              </a:ext>
            </a:extLst>
          </p:cNvPr>
          <p:cNvSpPr>
            <a:spLocks xmlns:a="http://schemas.openxmlformats.org/drawingml/2006/main" noGrp="1"/>
          </p:cNvSpPr>
          <p:nvPr/>
        </p:nvSpPr>
        <p:spPr>
          <a:xfrm xmlns:a="http://schemas.openxmlformats.org/drawingml/2006/main">
            <a:off x="7762875" y="3000375"/>
            <a:ext cx="3524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63D4D"/>
                </a:solidFill>
                <a:latin typeface="Yu Gothic"/>
                <a:ea typeface="Yu Gothic"/>
                <a:cs typeface="Yu Gothic"/>
              </a:defRPr>
            </a:defPPr>
            <a:lvl1pPr>
              <a:defRPr sz="1950" b="0">
                <a:solidFill>
                  <a:srgbClr val="263D4D"/>
                </a:solidFill>
                <a:latin typeface="Yu Gothic"/>
                <a:ea typeface="Yu Gothic"/>
                <a:cs typeface="Yu Gothic"/>
              </a:defRPr>
            </a:lvl1pPr>
            <a:lvl2pPr>
              <a:defRPr sz="1950" b="0">
                <a:solidFill>
                  <a:srgbClr val="263D4D"/>
                </a:solidFill>
                <a:latin typeface="Yu Gothic"/>
                <a:ea typeface="Yu Gothic"/>
                <a:cs typeface="Yu Gothic"/>
              </a:defRPr>
            </a:lvl2pPr>
            <a:lvl3pPr>
              <a:defRPr sz="1950" b="0">
                <a:solidFill>
                  <a:srgbClr val="263D4D"/>
                </a:solidFill>
                <a:latin typeface="Yu Gothic"/>
                <a:ea typeface="Yu Gothic"/>
                <a:cs typeface="Yu Gothic"/>
              </a:defRPr>
            </a:lvl3pPr>
            <a:lvl4pPr>
              <a:defRPr sz="1950" b="0">
                <a:solidFill>
                  <a:srgbClr val="263D4D"/>
                </a:solidFill>
                <a:latin typeface="Yu Gothic"/>
                <a:ea typeface="Yu Gothic"/>
                <a:cs typeface="Yu Gothic"/>
              </a:defRPr>
            </a:lvl4pPr>
            <a:lvl5pPr>
              <a:defRPr sz="1950" b="0">
                <a:solidFill>
                  <a:srgbClr val="263D4D"/>
                </a:solidFill>
                <a:latin typeface="Yu Gothic"/>
                <a:ea typeface="Yu Gothic"/>
                <a:cs typeface="Yu Gothic"/>
              </a:defRPr>
            </a:lvl5pPr>
            <a:lvl6pPr>
              <a:defRPr sz="1950" b="0">
                <a:solidFill>
                  <a:srgbClr val="263D4D"/>
                </a:solidFill>
                <a:latin typeface="Yu Gothic"/>
                <a:ea typeface="Yu Gothic"/>
                <a:cs typeface="Yu Gothic"/>
              </a:defRPr>
            </a:lvl6pPr>
            <a:lvl7pPr>
              <a:defRPr sz="1950" b="0">
                <a:solidFill>
                  <a:srgbClr val="263D4D"/>
                </a:solidFill>
                <a:latin typeface="Yu Gothic"/>
                <a:ea typeface="Yu Gothic"/>
                <a:cs typeface="Yu Gothic"/>
              </a:defRPr>
            </a:lvl7pPr>
            <a:lvl8pPr>
              <a:defRPr sz="1950" b="0">
                <a:solidFill>
                  <a:srgbClr val="263D4D"/>
                </a:solidFill>
                <a:latin typeface="Yu Gothic"/>
                <a:ea typeface="Yu Gothic"/>
                <a:cs typeface="Yu Gothic"/>
              </a:defRPr>
            </a:lvl8pPr>
            <a:lvl9pPr>
              <a:defRPr sz="1950" b="0">
                <a:solidFill>
                  <a:srgbClr val="263D4D"/>
                </a:solidFill>
                <a:latin typeface="Yu Gothic"/>
                <a:ea typeface="Yu Gothic"/>
                <a:cs typeface="Yu Gothic"/>
              </a:defRPr>
            </a:lvl9pPr>
          </a:lstStyle>
          <a:p xmlns:a="http://schemas.openxmlformats.org/drawingml/2006/main">
            <a:pPr>
              <a:defRPr sz="1950" b="0">
                <a:solidFill>
                  <a:srgbClr val="263D4D"/>
                </a:solidFill>
                <a:latin typeface="Yu Gothic"/>
                <a:ea typeface="Yu Gothic"/>
                <a:cs typeface="Yu Gothic"/>
              </a:defRPr>
            </a:pPr>
            <a:r>
              <a:rPr sz="1950" b="0">
                <a:solidFill>
                  <a:srgbClr val="263D4D"/>
                </a:solidFill>
                <a:latin typeface="Yu Gothic"/>
                <a:ea typeface="Yu Gothic"/>
                <a:cs typeface="Yu Gothic"/>
              </a:rPr>
              <a:t>界面：繊維と樹脂の境界</a:t>
            </a:r>
          </a:p>
        </p:txBody>
      </p:sp>
      <p:sp>
        <p:nvSpPr>
          <p:cNvPr id="39" name="">
            <a:extLst xmlns:a="http://schemas.openxmlformats.org/drawingml/2006/main">
              <a:ext uri="{FF2B5EF4-FFF2-40B4-BE49-F238E27FC236}">
                <a16:creationId xmlns:a16="http://schemas.microsoft.com/office/drawing/2014/main" id="{F75B2D94-538F-4363-92E6-8751DCC5602F}"/>
              </a:ext>
            </a:extLst>
          </p:cNvPr>
          <p:cNvSpPr>
            <a:spLocks xmlns:a="http://schemas.openxmlformats.org/drawingml/2006/main" noGrp="1"/>
          </p:cNvSpPr>
          <p:nvPr/>
        </p:nvSpPr>
        <p:spPr>
          <a:xfrm xmlns:a="http://schemas.openxmlformats.org/drawingml/2006/main">
            <a:off x="7762875" y="4143375"/>
            <a:ext cx="3524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63D4D"/>
                </a:solidFill>
                <a:latin typeface="Yu Gothic"/>
                <a:ea typeface="Yu Gothic"/>
                <a:cs typeface="Yu Gothic"/>
              </a:defRPr>
            </a:defPPr>
            <a:lvl1pPr>
              <a:defRPr sz="1950" b="0">
                <a:solidFill>
                  <a:srgbClr val="263D4D"/>
                </a:solidFill>
                <a:latin typeface="Yu Gothic"/>
                <a:ea typeface="Yu Gothic"/>
                <a:cs typeface="Yu Gothic"/>
              </a:defRPr>
            </a:lvl1pPr>
            <a:lvl2pPr>
              <a:defRPr sz="1950" b="0">
                <a:solidFill>
                  <a:srgbClr val="263D4D"/>
                </a:solidFill>
                <a:latin typeface="Yu Gothic"/>
                <a:ea typeface="Yu Gothic"/>
                <a:cs typeface="Yu Gothic"/>
              </a:defRPr>
            </a:lvl2pPr>
            <a:lvl3pPr>
              <a:defRPr sz="1950" b="0">
                <a:solidFill>
                  <a:srgbClr val="263D4D"/>
                </a:solidFill>
                <a:latin typeface="Yu Gothic"/>
                <a:ea typeface="Yu Gothic"/>
                <a:cs typeface="Yu Gothic"/>
              </a:defRPr>
            </a:lvl3pPr>
            <a:lvl4pPr>
              <a:defRPr sz="1950" b="0">
                <a:solidFill>
                  <a:srgbClr val="263D4D"/>
                </a:solidFill>
                <a:latin typeface="Yu Gothic"/>
                <a:ea typeface="Yu Gothic"/>
                <a:cs typeface="Yu Gothic"/>
              </a:defRPr>
            </a:lvl4pPr>
            <a:lvl5pPr>
              <a:defRPr sz="1950" b="0">
                <a:solidFill>
                  <a:srgbClr val="263D4D"/>
                </a:solidFill>
                <a:latin typeface="Yu Gothic"/>
                <a:ea typeface="Yu Gothic"/>
                <a:cs typeface="Yu Gothic"/>
              </a:defRPr>
            </a:lvl5pPr>
            <a:lvl6pPr>
              <a:defRPr sz="1950" b="0">
                <a:solidFill>
                  <a:srgbClr val="263D4D"/>
                </a:solidFill>
                <a:latin typeface="Yu Gothic"/>
                <a:ea typeface="Yu Gothic"/>
                <a:cs typeface="Yu Gothic"/>
              </a:defRPr>
            </a:lvl6pPr>
            <a:lvl7pPr>
              <a:defRPr sz="1950" b="0">
                <a:solidFill>
                  <a:srgbClr val="263D4D"/>
                </a:solidFill>
                <a:latin typeface="Yu Gothic"/>
                <a:ea typeface="Yu Gothic"/>
                <a:cs typeface="Yu Gothic"/>
              </a:defRPr>
            </a:lvl7pPr>
            <a:lvl8pPr>
              <a:defRPr sz="1950" b="0">
                <a:solidFill>
                  <a:srgbClr val="263D4D"/>
                </a:solidFill>
                <a:latin typeface="Yu Gothic"/>
                <a:ea typeface="Yu Gothic"/>
                <a:cs typeface="Yu Gothic"/>
              </a:defRPr>
            </a:lvl8pPr>
            <a:lvl9pPr>
              <a:defRPr sz="1950" b="0">
                <a:solidFill>
                  <a:srgbClr val="263D4D"/>
                </a:solidFill>
                <a:latin typeface="Yu Gothic"/>
                <a:ea typeface="Yu Gothic"/>
                <a:cs typeface="Yu Gothic"/>
              </a:defRPr>
            </a:lvl9pPr>
          </a:lstStyle>
          <a:p xmlns:a="http://schemas.openxmlformats.org/drawingml/2006/main">
            <a:pPr>
              <a:defRPr sz="1950" b="0">
                <a:solidFill>
                  <a:srgbClr val="263D4D"/>
                </a:solidFill>
                <a:latin typeface="Yu Gothic"/>
                <a:ea typeface="Yu Gothic"/>
                <a:cs typeface="Yu Gothic"/>
              </a:defRPr>
            </a:pPr>
            <a:r>
              <a:rPr sz="1950" b="0">
                <a:solidFill>
                  <a:srgbClr val="263D4D"/>
                </a:solidFill>
                <a:latin typeface="Yu Gothic"/>
                <a:ea typeface="Yu Gothic"/>
                <a:cs typeface="Yu Gothic"/>
              </a:rPr>
              <a:t>荷重を繊維へ伝える</a:t>
            </a:r>
          </a:p>
        </p:txBody>
      </p:sp>
      <p:sp>
        <p:nvSpPr>
          <p:cNvPr id="40" name="">
            <a:extLst xmlns:a="http://schemas.openxmlformats.org/drawingml/2006/main">
              <a:ext uri="{FF2B5EF4-FFF2-40B4-BE49-F238E27FC236}">
                <a16:creationId xmlns:a16="http://schemas.microsoft.com/office/drawing/2014/main" id="{5ABF5A03-933F-4B4D-A523-BB9621E96CD9}"/>
              </a:ext>
            </a:extLst>
          </p:cNvPr>
          <p:cNvSpPr>
            <a:spLocks xmlns:a="http://schemas.openxmlformats.org/drawingml/2006/main" noGrp="1"/>
          </p:cNvSpPr>
          <p:nvPr/>
        </p:nvSpPr>
        <p:spPr>
          <a:xfrm xmlns:a="http://schemas.openxmlformats.org/drawingml/2006/main">
            <a:off x="952500" y="5095875"/>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63D4D"/>
                </a:solidFill>
                <a:latin typeface="Yu Gothic"/>
                <a:ea typeface="Yu Gothic"/>
                <a:cs typeface="Yu Gothic"/>
              </a:defRPr>
            </a:defPPr>
            <a:lvl1pPr>
              <a:defRPr sz="1950" b="0">
                <a:solidFill>
                  <a:srgbClr val="263D4D"/>
                </a:solidFill>
                <a:latin typeface="Yu Gothic"/>
                <a:ea typeface="Yu Gothic"/>
                <a:cs typeface="Yu Gothic"/>
              </a:defRPr>
            </a:lvl1pPr>
            <a:lvl2pPr>
              <a:defRPr sz="1950" b="0">
                <a:solidFill>
                  <a:srgbClr val="263D4D"/>
                </a:solidFill>
                <a:latin typeface="Yu Gothic"/>
                <a:ea typeface="Yu Gothic"/>
                <a:cs typeface="Yu Gothic"/>
              </a:defRPr>
            </a:lvl2pPr>
            <a:lvl3pPr>
              <a:defRPr sz="1950" b="0">
                <a:solidFill>
                  <a:srgbClr val="263D4D"/>
                </a:solidFill>
                <a:latin typeface="Yu Gothic"/>
                <a:ea typeface="Yu Gothic"/>
                <a:cs typeface="Yu Gothic"/>
              </a:defRPr>
            </a:lvl3pPr>
            <a:lvl4pPr>
              <a:defRPr sz="1950" b="0">
                <a:solidFill>
                  <a:srgbClr val="263D4D"/>
                </a:solidFill>
                <a:latin typeface="Yu Gothic"/>
                <a:ea typeface="Yu Gothic"/>
                <a:cs typeface="Yu Gothic"/>
              </a:defRPr>
            </a:lvl4pPr>
            <a:lvl5pPr>
              <a:defRPr sz="1950" b="0">
                <a:solidFill>
                  <a:srgbClr val="263D4D"/>
                </a:solidFill>
                <a:latin typeface="Yu Gothic"/>
                <a:ea typeface="Yu Gothic"/>
                <a:cs typeface="Yu Gothic"/>
              </a:defRPr>
            </a:lvl5pPr>
            <a:lvl6pPr>
              <a:defRPr sz="1950" b="0">
                <a:solidFill>
                  <a:srgbClr val="263D4D"/>
                </a:solidFill>
                <a:latin typeface="Yu Gothic"/>
                <a:ea typeface="Yu Gothic"/>
                <a:cs typeface="Yu Gothic"/>
              </a:defRPr>
            </a:lvl6pPr>
            <a:lvl7pPr>
              <a:defRPr sz="1950" b="0">
                <a:solidFill>
                  <a:srgbClr val="263D4D"/>
                </a:solidFill>
                <a:latin typeface="Yu Gothic"/>
                <a:ea typeface="Yu Gothic"/>
                <a:cs typeface="Yu Gothic"/>
              </a:defRPr>
            </a:lvl7pPr>
            <a:lvl8pPr>
              <a:defRPr sz="1950" b="0">
                <a:solidFill>
                  <a:srgbClr val="263D4D"/>
                </a:solidFill>
                <a:latin typeface="Yu Gothic"/>
                <a:ea typeface="Yu Gothic"/>
                <a:cs typeface="Yu Gothic"/>
              </a:defRPr>
            </a:lvl8pPr>
            <a:lvl9pPr>
              <a:defRPr sz="1950" b="0">
                <a:solidFill>
                  <a:srgbClr val="263D4D"/>
                </a:solidFill>
                <a:latin typeface="Yu Gothic"/>
                <a:ea typeface="Yu Gothic"/>
                <a:cs typeface="Yu Gothic"/>
              </a:defRPr>
            </a:lvl9pPr>
          </a:lstStyle>
          <a:p xmlns:a="http://schemas.openxmlformats.org/drawingml/2006/main">
            <a:pPr>
              <a:defRPr sz="1950" b="0">
                <a:solidFill>
                  <a:srgbClr val="263D4D"/>
                </a:solidFill>
                <a:latin typeface="Yu Gothic"/>
                <a:ea typeface="Yu Gothic"/>
                <a:cs typeface="Yu Gothic"/>
              </a:defRPr>
            </a:pPr>
            <a:r>
              <a:rPr sz="1950" b="0">
                <a:solidFill>
                  <a:srgbClr val="263D4D"/>
                </a:solidFill>
                <a:latin typeface="Yu Gothic"/>
                <a:ea typeface="Yu Gothic"/>
                <a:cs typeface="Yu Gothic"/>
              </a:rPr>
              <a:t>繊維の向き・界面・気孔・積層で、部品の働きが変わる。</a:t>
            </a:r>
          </a:p>
        </p:txBody>
      </p:sp>
    </p:spTree>
    <p:extLst>
      <p:ext uri="{BB962C8B-B14F-4D97-AF65-F5344CB8AC3E}">
        <p14:creationId xmlns:p14="http://schemas.microsoft.com/office/powerpoint/2010/main" val="88479783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4164E75-64DC-4506-B685-1FE59FBD9EF8}"/>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方向をそろえた強さには条件がある</a:t>
            </a:r>
          </a:p>
        </p:txBody>
      </p:sp>
      <p:sp>
        <p:nvSpPr>
          <p:cNvPr id="2" name="">
            <a:extLst xmlns:a="http://schemas.openxmlformats.org/drawingml/2006/main">
              <a:ext uri="{FF2B5EF4-FFF2-40B4-BE49-F238E27FC236}">
                <a16:creationId xmlns:a16="http://schemas.microsoft.com/office/drawing/2014/main" id="{5E71D969-C9DD-4828-AFAD-846BD4B5A089}"/>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FA952469-63A0-4794-BF30-F25250CDEBA9}"/>
              </a:ext>
            </a:extLst>
          </p:cNvPr>
          <p:cNvSpPr>
            <a:spLocks xmlns:a="http://schemas.openxmlformats.org/drawingml/2006/main" noGrp="1"/>
          </p:cNvSpPr>
          <p:nvPr/>
        </p:nvSpPr>
        <p:spPr>
          <a:xfrm xmlns:a="http://schemas.openxmlformats.org/drawingml/2006/main">
            <a:off x="809625" y="173355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荷重方向と繊維方向を明示する</a:t>
            </a:r>
          </a:p>
        </p:txBody>
      </p:sp>
      <p:sp>
        <p:nvSpPr>
          <p:cNvPr id="4" name="">
            <a:extLst xmlns:a="http://schemas.openxmlformats.org/drawingml/2006/main">
              <a:ext uri="{FF2B5EF4-FFF2-40B4-BE49-F238E27FC236}">
                <a16:creationId xmlns:a16="http://schemas.microsoft.com/office/drawing/2014/main" id="{1929B157-6001-4E3F-A0C2-F54B2C5C31F8}"/>
              </a:ext>
            </a:extLst>
          </p:cNvPr>
          <p:cNvSpPr>
            <a:spLocks xmlns:a="http://schemas.openxmlformats.org/drawingml/2006/main" noGrp="1"/>
          </p:cNvSpPr>
          <p:nvPr/>
        </p:nvSpPr>
        <p:spPr>
          <a:xfrm xmlns:a="http://schemas.openxmlformats.org/drawingml/2006/main">
            <a:off x="809625" y="279082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一方向材と積層材を区別する</a:t>
            </a:r>
          </a:p>
        </p:txBody>
      </p:sp>
      <p:sp>
        <p:nvSpPr>
          <p:cNvPr id="5" name="">
            <a:extLst xmlns:a="http://schemas.openxmlformats.org/drawingml/2006/main">
              <a:ext uri="{FF2B5EF4-FFF2-40B4-BE49-F238E27FC236}">
                <a16:creationId xmlns:a16="http://schemas.microsoft.com/office/drawing/2014/main" id="{845E0B19-89FB-469B-9458-C1F39A963B0F}"/>
              </a:ext>
            </a:extLst>
          </p:cNvPr>
          <p:cNvSpPr>
            <a:spLocks xmlns:a="http://schemas.openxmlformats.org/drawingml/2006/main" noGrp="1"/>
          </p:cNvSpPr>
          <p:nvPr/>
        </p:nvSpPr>
        <p:spPr>
          <a:xfrm xmlns:a="http://schemas.openxmlformats.org/drawingml/2006/main">
            <a:off x="809625" y="384810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穴・端部・接合部で荷重経路が変わる</a:t>
            </a:r>
          </a:p>
        </p:txBody>
      </p:sp>
      <p:sp>
        <p:nvSpPr>
          <p:cNvPr id="6" name="">
            <a:extLst xmlns:a="http://schemas.openxmlformats.org/drawingml/2006/main">
              <a:ext uri="{FF2B5EF4-FFF2-40B4-BE49-F238E27FC236}">
                <a16:creationId xmlns:a16="http://schemas.microsoft.com/office/drawing/2014/main" id="{51A21370-0F74-4DD7-9B34-C8DED44CD1F4}"/>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参照 [4]</a:t>
            </a:r>
          </a:p>
        </p:txBody>
      </p:sp>
      <p:sp>
        <p:nvSpPr>
          <p:cNvPr id="7" name="">
            <a:extLst xmlns:a="http://schemas.openxmlformats.org/drawingml/2006/main">
              <a:ext uri="{FF2B5EF4-FFF2-40B4-BE49-F238E27FC236}">
                <a16:creationId xmlns:a16="http://schemas.microsoft.com/office/drawing/2014/main" id="{4FE03904-78B3-4CEF-976A-3971F712F5EF}"/>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発展B</a:t>
            </a:r>
          </a:p>
        </p:txBody>
      </p:sp>
      <p:sp>
        <p:nvSpPr>
          <p:cNvPr id="8" name="">
            <a:extLst xmlns:a="http://schemas.openxmlformats.org/drawingml/2006/main">
              <a:ext uri="{FF2B5EF4-FFF2-40B4-BE49-F238E27FC236}">
                <a16:creationId xmlns:a16="http://schemas.microsoft.com/office/drawing/2014/main" id="{2C6821A3-8FC8-400B-8E15-357B582794D9}"/>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7 / 26</a:t>
            </a:r>
          </a:p>
        </p:txBody>
      </p:sp>
    </p:spTree>
    <p:extLst>
      <p:ext uri="{BB962C8B-B14F-4D97-AF65-F5344CB8AC3E}">
        <p14:creationId xmlns:p14="http://schemas.microsoft.com/office/powerpoint/2010/main" val="134846957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D7DFAD4C-A943-42D0-AE69-BBFC101BE47B}"/>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木材からナノセルロースへ</a:t>
            </a:r>
          </a:p>
        </p:txBody>
      </p:sp>
      <p:sp>
        <p:nvSpPr>
          <p:cNvPr id="2" name="">
            <a:extLst xmlns:a="http://schemas.openxmlformats.org/drawingml/2006/main">
              <a:ext uri="{FF2B5EF4-FFF2-40B4-BE49-F238E27FC236}">
                <a16:creationId xmlns:a16="http://schemas.microsoft.com/office/drawing/2014/main" id="{D7FEB1C7-A65C-4142-98F0-804BFEF04EC3}"/>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6" name="">
            <a:extLst xmlns:a="http://schemas.openxmlformats.org/drawingml/2006/main">
              <a:ext uri="{FF2B5EF4-FFF2-40B4-BE49-F238E27FC236}">
                <a16:creationId xmlns:a16="http://schemas.microsoft.com/office/drawing/2014/main" id="{650AEE85-A2A4-4CD6-AD6C-9539499B81C6}"/>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参照 [1・2・9]</a:t>
            </a:r>
          </a:p>
        </p:txBody>
      </p:sp>
      <p:sp>
        <p:nvSpPr>
          <p:cNvPr id="7" name="">
            <a:extLst xmlns:a="http://schemas.openxmlformats.org/drawingml/2006/main">
              <a:ext uri="{FF2B5EF4-FFF2-40B4-BE49-F238E27FC236}">
                <a16:creationId xmlns:a16="http://schemas.microsoft.com/office/drawing/2014/main" id="{FD8657FF-A06E-4FCC-A7BC-C5E16EDFE5EC}"/>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発展B</a:t>
            </a:r>
          </a:p>
        </p:txBody>
      </p:sp>
      <p:sp>
        <p:nvSpPr>
          <p:cNvPr id="22" name="">
            <a:extLst xmlns:a="http://schemas.openxmlformats.org/drawingml/2006/main">
              <a:ext uri="{FF2B5EF4-FFF2-40B4-BE49-F238E27FC236}">
                <a16:creationId xmlns:a16="http://schemas.microsoft.com/office/drawing/2014/main" id="{336600D8-D52E-40F8-9E44-6F95D9AE5858}"/>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8 / 26</a:t>
            </a:r>
          </a:p>
        </p:txBody>
      </p:sp>
      <p:sp>
        <p:nvSpPr>
          <p:cNvPr id="24" name="">
            <a:extLst xmlns:a="http://schemas.openxmlformats.org/drawingml/2006/main">
              <a:ext uri="{FF2B5EF4-FFF2-40B4-BE49-F238E27FC236}">
                <a16:creationId xmlns:a16="http://schemas.microsoft.com/office/drawing/2014/main" id="{CA5323F1-936C-425E-B35B-E55BC039A135}"/>
              </a:ext>
            </a:extLst>
          </p:cNvPr>
          <p:cNvSpPr>
            <a:spLocks xmlns:a="http://schemas.openxmlformats.org/drawingml/2006/main" noGrp="1"/>
          </p:cNvSpPr>
          <p:nvPr/>
        </p:nvSpPr>
        <p:spPr>
          <a:xfrm xmlns:a="http://schemas.openxmlformats.org/drawingml/2006/main">
            <a:off x="857250" y="2095500"/>
            <a:ext cx="2381250" cy="2333625"/>
          </a:xfrm>
          <a:prstGeom xmlns:a="http://schemas.openxmlformats.org/drawingml/2006/main" prst="rect">
            <a:avLst/>
          </a:prstGeom>
          <a:solidFill xmlns:a="http://schemas.openxmlformats.org/drawingml/2006/main">
            <a:srgbClr val="F3EBDD"/>
          </a:solidFill>
          <a:ln xmlns:a="http://schemas.openxmlformats.org/drawingml/2006/main" w="16193">
            <a:solidFill>
              <a:srgbClr val="AD8760"/>
            </a:solidFill>
          </a:ln>
        </p:spPr>
      </p:sp>
      <p:sp>
        <p:nvSpPr>
          <p:cNvPr id="25" name="">
            <a:extLst xmlns:a="http://schemas.openxmlformats.org/drawingml/2006/main">
              <a:ext uri="{FF2B5EF4-FFF2-40B4-BE49-F238E27FC236}">
                <a16:creationId xmlns:a16="http://schemas.microsoft.com/office/drawing/2014/main" id="{4619D47D-014A-4FD0-BD64-C4667B5A6FEE}"/>
              </a:ext>
            </a:extLst>
          </p:cNvPr>
          <p:cNvSpPr>
            <a:spLocks xmlns:a="http://schemas.openxmlformats.org/drawingml/2006/main" noGrp="1"/>
          </p:cNvSpPr>
          <p:nvPr/>
        </p:nvSpPr>
        <p:spPr>
          <a:xfrm xmlns:a="http://schemas.openxmlformats.org/drawingml/2006/main">
            <a:off x="1047750" y="2333625"/>
            <a:ext cx="266700" cy="1857375"/>
          </a:xfrm>
          <a:prstGeom xmlns:a="http://schemas.openxmlformats.org/drawingml/2006/main" prst="rect">
            <a:avLst/>
          </a:prstGeom>
          <a:solidFill xmlns:a="http://schemas.openxmlformats.org/drawingml/2006/main">
            <a:srgbClr val="FFFFFF"/>
          </a:solidFill>
          <a:ln xmlns:a="http://schemas.openxmlformats.org/drawingml/2006/main" w="16193">
            <a:solidFill>
              <a:srgbClr val="AD8760"/>
            </a:solidFill>
          </a:ln>
        </p:spPr>
      </p:sp>
      <p:sp>
        <p:nvSpPr>
          <p:cNvPr id="26" name="">
            <a:extLst xmlns:a="http://schemas.openxmlformats.org/drawingml/2006/main">
              <a:ext uri="{FF2B5EF4-FFF2-40B4-BE49-F238E27FC236}">
                <a16:creationId xmlns:a16="http://schemas.microsoft.com/office/drawing/2014/main" id="{69FBFEA6-358F-42DB-9D1D-04D7FF6C5A65}"/>
              </a:ext>
            </a:extLst>
          </p:cNvPr>
          <p:cNvSpPr>
            <a:spLocks xmlns:a="http://schemas.openxmlformats.org/drawingml/2006/main" noGrp="1"/>
          </p:cNvSpPr>
          <p:nvPr/>
        </p:nvSpPr>
        <p:spPr>
          <a:xfrm xmlns:a="http://schemas.openxmlformats.org/drawingml/2006/main">
            <a:off x="1466850" y="2333625"/>
            <a:ext cx="266700" cy="1857375"/>
          </a:xfrm>
          <a:prstGeom xmlns:a="http://schemas.openxmlformats.org/drawingml/2006/main" prst="rect">
            <a:avLst/>
          </a:prstGeom>
          <a:solidFill xmlns:a="http://schemas.openxmlformats.org/drawingml/2006/main">
            <a:srgbClr val="FFFFFF"/>
          </a:solidFill>
          <a:ln xmlns:a="http://schemas.openxmlformats.org/drawingml/2006/main" w="16193">
            <a:solidFill>
              <a:srgbClr val="AD8760"/>
            </a:solidFill>
          </a:ln>
        </p:spPr>
      </p:sp>
      <p:sp>
        <p:nvSpPr>
          <p:cNvPr id="27" name="">
            <a:extLst xmlns:a="http://schemas.openxmlformats.org/drawingml/2006/main">
              <a:ext uri="{FF2B5EF4-FFF2-40B4-BE49-F238E27FC236}">
                <a16:creationId xmlns:a16="http://schemas.microsoft.com/office/drawing/2014/main" id="{E250BA95-F16E-491A-B676-1A4520A3AD0F}"/>
              </a:ext>
            </a:extLst>
          </p:cNvPr>
          <p:cNvSpPr>
            <a:spLocks xmlns:a="http://schemas.openxmlformats.org/drawingml/2006/main" noGrp="1"/>
          </p:cNvSpPr>
          <p:nvPr/>
        </p:nvSpPr>
        <p:spPr>
          <a:xfrm xmlns:a="http://schemas.openxmlformats.org/drawingml/2006/main">
            <a:off x="1885950" y="2333625"/>
            <a:ext cx="266700" cy="1857375"/>
          </a:xfrm>
          <a:prstGeom xmlns:a="http://schemas.openxmlformats.org/drawingml/2006/main" prst="rect">
            <a:avLst/>
          </a:prstGeom>
          <a:solidFill xmlns:a="http://schemas.openxmlformats.org/drawingml/2006/main">
            <a:srgbClr val="FFFFFF"/>
          </a:solidFill>
          <a:ln xmlns:a="http://schemas.openxmlformats.org/drawingml/2006/main" w="16193">
            <a:solidFill>
              <a:srgbClr val="AD8760"/>
            </a:solidFill>
          </a:ln>
        </p:spPr>
      </p:sp>
      <p:sp>
        <p:nvSpPr>
          <p:cNvPr id="28" name="">
            <a:extLst xmlns:a="http://schemas.openxmlformats.org/drawingml/2006/main">
              <a:ext uri="{FF2B5EF4-FFF2-40B4-BE49-F238E27FC236}">
                <a16:creationId xmlns:a16="http://schemas.microsoft.com/office/drawing/2014/main" id="{E2E1A271-C246-42EC-A10E-3515992FBCC1}"/>
              </a:ext>
            </a:extLst>
          </p:cNvPr>
          <p:cNvSpPr>
            <a:spLocks xmlns:a="http://schemas.openxmlformats.org/drawingml/2006/main" noGrp="1"/>
          </p:cNvSpPr>
          <p:nvPr/>
        </p:nvSpPr>
        <p:spPr>
          <a:xfrm xmlns:a="http://schemas.openxmlformats.org/drawingml/2006/main">
            <a:off x="2305050" y="2333625"/>
            <a:ext cx="266700" cy="1857375"/>
          </a:xfrm>
          <a:prstGeom xmlns:a="http://schemas.openxmlformats.org/drawingml/2006/main" prst="rect">
            <a:avLst/>
          </a:prstGeom>
          <a:solidFill xmlns:a="http://schemas.openxmlformats.org/drawingml/2006/main">
            <a:srgbClr val="FFFFFF"/>
          </a:solidFill>
          <a:ln xmlns:a="http://schemas.openxmlformats.org/drawingml/2006/main" w="16193">
            <a:solidFill>
              <a:srgbClr val="AD8760"/>
            </a:solidFill>
          </a:ln>
        </p:spPr>
      </p:sp>
      <p:sp>
        <p:nvSpPr>
          <p:cNvPr id="29" name="">
            <a:extLst xmlns:a="http://schemas.openxmlformats.org/drawingml/2006/main">
              <a:ext uri="{FF2B5EF4-FFF2-40B4-BE49-F238E27FC236}">
                <a16:creationId xmlns:a16="http://schemas.microsoft.com/office/drawing/2014/main" id="{080FE10D-A5C2-4700-B95C-CC3E39E317EA}"/>
              </a:ext>
            </a:extLst>
          </p:cNvPr>
          <p:cNvSpPr>
            <a:spLocks xmlns:a="http://schemas.openxmlformats.org/drawingml/2006/main" noGrp="1"/>
          </p:cNvSpPr>
          <p:nvPr/>
        </p:nvSpPr>
        <p:spPr>
          <a:xfrm xmlns:a="http://schemas.openxmlformats.org/drawingml/2006/main">
            <a:off x="2724150" y="2333625"/>
            <a:ext cx="266700" cy="1857375"/>
          </a:xfrm>
          <a:prstGeom xmlns:a="http://schemas.openxmlformats.org/drawingml/2006/main" prst="rect">
            <a:avLst/>
          </a:prstGeom>
          <a:solidFill xmlns:a="http://schemas.openxmlformats.org/drawingml/2006/main">
            <a:srgbClr val="FFFFFF"/>
          </a:solidFill>
          <a:ln xmlns:a="http://schemas.openxmlformats.org/drawingml/2006/main" w="16193">
            <a:solidFill>
              <a:srgbClr val="AD8760"/>
            </a:solidFill>
          </a:ln>
        </p:spPr>
      </p:sp>
      <p:sp>
        <p:nvSpPr>
          <p:cNvPr id="30" name="">
            <a:extLst xmlns:a="http://schemas.openxmlformats.org/drawingml/2006/main">
              <a:ext uri="{FF2B5EF4-FFF2-40B4-BE49-F238E27FC236}">
                <a16:creationId xmlns:a16="http://schemas.microsoft.com/office/drawing/2014/main" id="{FDC7C394-5887-4687-AC61-75E161A07BF2}"/>
              </a:ext>
            </a:extLst>
          </p:cNvPr>
          <p:cNvSpPr>
            <a:spLocks xmlns:a="http://schemas.openxmlformats.org/drawingml/2006/main" noGrp="1"/>
          </p:cNvSpPr>
          <p:nvPr/>
        </p:nvSpPr>
        <p:spPr>
          <a:xfrm xmlns:a="http://schemas.openxmlformats.org/drawingml/2006/main">
            <a:off x="3381375" y="3238500"/>
            <a:ext cx="714375" cy="9525"/>
          </a:xfrm>
          <a:custGeom xmlns:a="http://schemas.openxmlformats.org/drawingml/2006/main">
            <a:pathLst>
              <a:path w="714375" h="9525">
                <a:moveTo>
                  <a:pt x="0" y="0"/>
                </a:moveTo>
                <a:lnTo>
                  <a:pt x="714375" y="0"/>
                </a:lnTo>
              </a:path>
            </a:pathLst>
          </a:custGeom>
          <a:noFill xmlns:a="http://schemas.openxmlformats.org/drawingml/2006/main"/>
          <a:ln xmlns:a="http://schemas.openxmlformats.org/drawingml/2006/main" w="28575">
            <a:solidFill>
              <a:srgbClr val="087E8B"/>
            </a:solidFill>
          </a:ln>
        </p:spPr>
      </p:sp>
      <p:sp>
        <p:nvSpPr>
          <p:cNvPr id="31" name="">
            <a:extLst xmlns:a="http://schemas.openxmlformats.org/drawingml/2006/main">
              <a:ext uri="{FF2B5EF4-FFF2-40B4-BE49-F238E27FC236}">
                <a16:creationId xmlns:a16="http://schemas.microsoft.com/office/drawing/2014/main" id="{F1419515-F86A-4B96-88CC-54A7F5D3CB40}"/>
              </a:ext>
            </a:extLst>
          </p:cNvPr>
          <p:cNvSpPr>
            <a:spLocks xmlns:a="http://schemas.openxmlformats.org/drawingml/2006/main" noGrp="1"/>
          </p:cNvSpPr>
          <p:nvPr/>
        </p:nvSpPr>
        <p:spPr>
          <a:xfrm xmlns:a="http://schemas.openxmlformats.org/drawingml/2006/main">
            <a:off x="3981450" y="3190494"/>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087E8B"/>
          </a:solidFill>
          <a:ln xmlns:a="http://schemas.openxmlformats.org/drawingml/2006/main" w="4763">
            <a:solidFill>
              <a:srgbClr val="087E8B"/>
            </a:solidFill>
          </a:ln>
        </p:spPr>
      </p:sp>
      <p:sp>
        <p:nvSpPr>
          <p:cNvPr id="32" name="">
            <a:extLst xmlns:a="http://schemas.openxmlformats.org/drawingml/2006/main">
              <a:ext uri="{FF2B5EF4-FFF2-40B4-BE49-F238E27FC236}">
                <a16:creationId xmlns:a16="http://schemas.microsoft.com/office/drawing/2014/main" id="{00E784D8-47F7-4CC5-A64A-2AA861B26FC9}"/>
              </a:ext>
            </a:extLst>
          </p:cNvPr>
          <p:cNvSpPr>
            <a:spLocks xmlns:a="http://schemas.openxmlformats.org/drawingml/2006/main" noGrp="1"/>
          </p:cNvSpPr>
          <p:nvPr/>
        </p:nvSpPr>
        <p:spPr>
          <a:xfrm xmlns:a="http://schemas.openxmlformats.org/drawingml/2006/main">
            <a:off x="4381500" y="2333625"/>
            <a:ext cx="2381250" cy="285750"/>
          </a:xfrm>
          <a:custGeom xmlns:a="http://schemas.openxmlformats.org/drawingml/2006/main">
            <a:pathLst>
              <a:path w="2381250" h="285750">
                <a:moveTo>
                  <a:pt x="0" y="0"/>
                </a:moveTo>
                <a:lnTo>
                  <a:pt x="2381250" y="285750"/>
                </a:lnTo>
              </a:path>
            </a:pathLst>
          </a:custGeom>
          <a:noFill xmlns:a="http://schemas.openxmlformats.org/drawingml/2006/main"/>
          <a:ln xmlns:a="http://schemas.openxmlformats.org/drawingml/2006/main" w="38100">
            <a:solidFill>
              <a:srgbClr val="087E8B"/>
            </a:solidFill>
          </a:ln>
        </p:spPr>
      </p:sp>
      <p:sp>
        <p:nvSpPr>
          <p:cNvPr id="33" name="">
            <a:extLst xmlns:a="http://schemas.openxmlformats.org/drawingml/2006/main">
              <a:ext uri="{FF2B5EF4-FFF2-40B4-BE49-F238E27FC236}">
                <a16:creationId xmlns:a16="http://schemas.microsoft.com/office/drawing/2014/main" id="{595A3323-BD40-4B7E-95B9-B7647F884952}"/>
              </a:ext>
            </a:extLst>
          </p:cNvPr>
          <p:cNvSpPr>
            <a:spLocks xmlns:a="http://schemas.openxmlformats.org/drawingml/2006/main" noGrp="1"/>
          </p:cNvSpPr>
          <p:nvPr/>
        </p:nvSpPr>
        <p:spPr>
          <a:xfrm xmlns:a="http://schemas.openxmlformats.org/drawingml/2006/main">
            <a:off x="4381500" y="2657475"/>
            <a:ext cx="2381250" cy="285750"/>
          </a:xfrm>
          <a:custGeom xmlns:a="http://schemas.openxmlformats.org/drawingml/2006/main">
            <a:pathLst>
              <a:path w="2381250" h="285750">
                <a:moveTo>
                  <a:pt x="0" y="0"/>
                </a:moveTo>
                <a:lnTo>
                  <a:pt x="2381250" y="285750"/>
                </a:lnTo>
              </a:path>
            </a:pathLst>
          </a:custGeom>
          <a:noFill xmlns:a="http://schemas.openxmlformats.org/drawingml/2006/main"/>
          <a:ln xmlns:a="http://schemas.openxmlformats.org/drawingml/2006/main" w="38100">
            <a:solidFill>
              <a:srgbClr val="087E8B"/>
            </a:solidFill>
          </a:ln>
        </p:spPr>
      </p:sp>
      <p:sp>
        <p:nvSpPr>
          <p:cNvPr id="34" name="">
            <a:extLst xmlns:a="http://schemas.openxmlformats.org/drawingml/2006/main">
              <a:ext uri="{FF2B5EF4-FFF2-40B4-BE49-F238E27FC236}">
                <a16:creationId xmlns:a16="http://schemas.microsoft.com/office/drawing/2014/main" id="{3E4342F7-6D32-4ED3-8D4E-AD61BAD85B15}"/>
              </a:ext>
            </a:extLst>
          </p:cNvPr>
          <p:cNvSpPr>
            <a:spLocks xmlns:a="http://schemas.openxmlformats.org/drawingml/2006/main" noGrp="1"/>
          </p:cNvSpPr>
          <p:nvPr/>
        </p:nvSpPr>
        <p:spPr>
          <a:xfrm xmlns:a="http://schemas.openxmlformats.org/drawingml/2006/main">
            <a:off x="4381500" y="2981325"/>
            <a:ext cx="2381250" cy="285750"/>
          </a:xfrm>
          <a:custGeom xmlns:a="http://schemas.openxmlformats.org/drawingml/2006/main">
            <a:pathLst>
              <a:path w="2381250" h="285750">
                <a:moveTo>
                  <a:pt x="0" y="0"/>
                </a:moveTo>
                <a:lnTo>
                  <a:pt x="2381250" y="285750"/>
                </a:lnTo>
              </a:path>
            </a:pathLst>
          </a:custGeom>
          <a:noFill xmlns:a="http://schemas.openxmlformats.org/drawingml/2006/main"/>
          <a:ln xmlns:a="http://schemas.openxmlformats.org/drawingml/2006/main" w="38100">
            <a:solidFill>
              <a:srgbClr val="087E8B"/>
            </a:solidFill>
          </a:ln>
        </p:spPr>
      </p:sp>
      <p:sp>
        <p:nvSpPr>
          <p:cNvPr id="35" name="">
            <a:extLst xmlns:a="http://schemas.openxmlformats.org/drawingml/2006/main">
              <a:ext uri="{FF2B5EF4-FFF2-40B4-BE49-F238E27FC236}">
                <a16:creationId xmlns:a16="http://schemas.microsoft.com/office/drawing/2014/main" id="{421572C6-9255-4033-B75F-1AC53A61250C}"/>
              </a:ext>
            </a:extLst>
          </p:cNvPr>
          <p:cNvSpPr>
            <a:spLocks xmlns:a="http://schemas.openxmlformats.org/drawingml/2006/main" noGrp="1"/>
          </p:cNvSpPr>
          <p:nvPr/>
        </p:nvSpPr>
        <p:spPr>
          <a:xfrm xmlns:a="http://schemas.openxmlformats.org/drawingml/2006/main">
            <a:off x="4381500" y="3305175"/>
            <a:ext cx="2381250" cy="285750"/>
          </a:xfrm>
          <a:custGeom xmlns:a="http://schemas.openxmlformats.org/drawingml/2006/main">
            <a:pathLst>
              <a:path w="2381250" h="285750">
                <a:moveTo>
                  <a:pt x="0" y="0"/>
                </a:moveTo>
                <a:lnTo>
                  <a:pt x="2381250" y="285750"/>
                </a:lnTo>
              </a:path>
            </a:pathLst>
          </a:custGeom>
          <a:noFill xmlns:a="http://schemas.openxmlformats.org/drawingml/2006/main"/>
          <a:ln xmlns:a="http://schemas.openxmlformats.org/drawingml/2006/main" w="38100">
            <a:solidFill>
              <a:srgbClr val="087E8B"/>
            </a:solidFill>
          </a:ln>
        </p:spPr>
      </p:sp>
      <p:sp>
        <p:nvSpPr>
          <p:cNvPr id="36" name="">
            <a:extLst xmlns:a="http://schemas.openxmlformats.org/drawingml/2006/main">
              <a:ext uri="{FF2B5EF4-FFF2-40B4-BE49-F238E27FC236}">
                <a16:creationId xmlns:a16="http://schemas.microsoft.com/office/drawing/2014/main" id="{F8A72E53-6441-4129-88D3-D86588EF9F87}"/>
              </a:ext>
            </a:extLst>
          </p:cNvPr>
          <p:cNvSpPr>
            <a:spLocks xmlns:a="http://schemas.openxmlformats.org/drawingml/2006/main" noGrp="1"/>
          </p:cNvSpPr>
          <p:nvPr/>
        </p:nvSpPr>
        <p:spPr>
          <a:xfrm xmlns:a="http://schemas.openxmlformats.org/drawingml/2006/main">
            <a:off x="4381500" y="3629025"/>
            <a:ext cx="2381250" cy="285750"/>
          </a:xfrm>
          <a:custGeom xmlns:a="http://schemas.openxmlformats.org/drawingml/2006/main">
            <a:pathLst>
              <a:path w="2381250" h="285750">
                <a:moveTo>
                  <a:pt x="0" y="0"/>
                </a:moveTo>
                <a:lnTo>
                  <a:pt x="2381250" y="285750"/>
                </a:lnTo>
              </a:path>
            </a:pathLst>
          </a:custGeom>
          <a:noFill xmlns:a="http://schemas.openxmlformats.org/drawingml/2006/main"/>
          <a:ln xmlns:a="http://schemas.openxmlformats.org/drawingml/2006/main" w="38100">
            <a:solidFill>
              <a:srgbClr val="087E8B"/>
            </a:solidFill>
          </a:ln>
        </p:spPr>
      </p:sp>
      <p:sp>
        <p:nvSpPr>
          <p:cNvPr id="37" name="">
            <a:extLst xmlns:a="http://schemas.openxmlformats.org/drawingml/2006/main">
              <a:ext uri="{FF2B5EF4-FFF2-40B4-BE49-F238E27FC236}">
                <a16:creationId xmlns:a16="http://schemas.microsoft.com/office/drawing/2014/main" id="{0316A440-BBC8-4238-853A-01CC079DF526}"/>
              </a:ext>
            </a:extLst>
          </p:cNvPr>
          <p:cNvSpPr>
            <a:spLocks xmlns:a="http://schemas.openxmlformats.org/drawingml/2006/main" noGrp="1"/>
          </p:cNvSpPr>
          <p:nvPr/>
        </p:nvSpPr>
        <p:spPr>
          <a:xfrm xmlns:a="http://schemas.openxmlformats.org/drawingml/2006/main">
            <a:off x="4381500" y="3952875"/>
            <a:ext cx="2381250" cy="285750"/>
          </a:xfrm>
          <a:custGeom xmlns:a="http://schemas.openxmlformats.org/drawingml/2006/main">
            <a:pathLst>
              <a:path w="2381250" h="285750">
                <a:moveTo>
                  <a:pt x="0" y="0"/>
                </a:moveTo>
                <a:lnTo>
                  <a:pt x="2381250" y="285750"/>
                </a:lnTo>
              </a:path>
            </a:pathLst>
          </a:custGeom>
          <a:noFill xmlns:a="http://schemas.openxmlformats.org/drawingml/2006/main"/>
          <a:ln xmlns:a="http://schemas.openxmlformats.org/drawingml/2006/main" w="38100">
            <a:solidFill>
              <a:srgbClr val="087E8B"/>
            </a:solidFill>
          </a:ln>
        </p:spPr>
      </p:sp>
      <p:sp>
        <p:nvSpPr>
          <p:cNvPr id="38" name="">
            <a:extLst xmlns:a="http://schemas.openxmlformats.org/drawingml/2006/main">
              <a:ext uri="{FF2B5EF4-FFF2-40B4-BE49-F238E27FC236}">
                <a16:creationId xmlns:a16="http://schemas.microsoft.com/office/drawing/2014/main" id="{C66E9ACD-1BD5-41DA-8B51-853EE50185F1}"/>
              </a:ext>
            </a:extLst>
          </p:cNvPr>
          <p:cNvSpPr>
            <a:spLocks xmlns:a="http://schemas.openxmlformats.org/drawingml/2006/main" noGrp="1"/>
          </p:cNvSpPr>
          <p:nvPr/>
        </p:nvSpPr>
        <p:spPr>
          <a:xfrm xmlns:a="http://schemas.openxmlformats.org/drawingml/2006/main">
            <a:off x="6953250" y="3238500"/>
            <a:ext cx="666750" cy="9525"/>
          </a:xfrm>
          <a:custGeom xmlns:a="http://schemas.openxmlformats.org/drawingml/2006/main">
            <a:pathLst>
              <a:path w="666750" h="9525">
                <a:moveTo>
                  <a:pt x="0" y="0"/>
                </a:moveTo>
                <a:lnTo>
                  <a:pt x="666750" y="0"/>
                </a:lnTo>
              </a:path>
            </a:pathLst>
          </a:custGeom>
          <a:noFill xmlns:a="http://schemas.openxmlformats.org/drawingml/2006/main"/>
          <a:ln xmlns:a="http://schemas.openxmlformats.org/drawingml/2006/main" w="28575">
            <a:solidFill>
              <a:srgbClr val="087E8B"/>
            </a:solidFill>
          </a:ln>
        </p:spPr>
      </p:sp>
      <p:sp>
        <p:nvSpPr>
          <p:cNvPr id="39" name="">
            <a:extLst xmlns:a="http://schemas.openxmlformats.org/drawingml/2006/main">
              <a:ext uri="{FF2B5EF4-FFF2-40B4-BE49-F238E27FC236}">
                <a16:creationId xmlns:a16="http://schemas.microsoft.com/office/drawing/2014/main" id="{A49D727B-B89D-4020-87C4-6ECFDD030C33}"/>
              </a:ext>
            </a:extLst>
          </p:cNvPr>
          <p:cNvSpPr>
            <a:spLocks xmlns:a="http://schemas.openxmlformats.org/drawingml/2006/main" noGrp="1"/>
          </p:cNvSpPr>
          <p:nvPr/>
        </p:nvSpPr>
        <p:spPr>
          <a:xfrm xmlns:a="http://schemas.openxmlformats.org/drawingml/2006/main">
            <a:off x="7505700" y="3190494"/>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087E8B"/>
          </a:solidFill>
          <a:ln xmlns:a="http://schemas.openxmlformats.org/drawingml/2006/main" w="4763">
            <a:solidFill>
              <a:srgbClr val="087E8B"/>
            </a:solidFill>
          </a:ln>
        </p:spPr>
      </p:sp>
      <p:sp>
        <p:nvSpPr>
          <p:cNvPr id="40" name="">
            <a:extLst xmlns:a="http://schemas.openxmlformats.org/drawingml/2006/main">
              <a:ext uri="{FF2B5EF4-FFF2-40B4-BE49-F238E27FC236}">
                <a16:creationId xmlns:a16="http://schemas.microsoft.com/office/drawing/2014/main" id="{C65FFEDE-C7B8-4741-BAB5-EB4E23402B95}"/>
              </a:ext>
            </a:extLst>
          </p:cNvPr>
          <p:cNvSpPr>
            <a:spLocks xmlns:a="http://schemas.openxmlformats.org/drawingml/2006/main" noGrp="1"/>
          </p:cNvSpPr>
          <p:nvPr/>
        </p:nvSpPr>
        <p:spPr>
          <a:xfrm xmlns:a="http://schemas.openxmlformats.org/drawingml/2006/main">
            <a:off x="7905750" y="2238375"/>
            <a:ext cx="3048000" cy="2000250"/>
          </a:xfrm>
          <a:prstGeom xmlns:a="http://schemas.openxmlformats.org/drawingml/2006/main" prst="rect">
            <a:avLst/>
          </a:prstGeom>
          <a:solidFill xmlns:a="http://schemas.openxmlformats.org/drawingml/2006/main">
            <a:srgbClr val="E8F0F4"/>
          </a:solidFill>
          <a:ln xmlns:a="http://schemas.openxmlformats.org/drawingml/2006/main" w="16193">
            <a:solidFill>
              <a:srgbClr val="2876A8"/>
            </a:solidFill>
          </a:ln>
        </p:spPr>
      </p:sp>
      <p:sp>
        <p:nvSpPr>
          <p:cNvPr id="41" name="">
            <a:extLst xmlns:a="http://schemas.openxmlformats.org/drawingml/2006/main">
              <a:ext uri="{FF2B5EF4-FFF2-40B4-BE49-F238E27FC236}">
                <a16:creationId xmlns:a16="http://schemas.microsoft.com/office/drawing/2014/main" id="{86AECF70-8C6E-4CBE-B97D-324228562A8D}"/>
              </a:ext>
            </a:extLst>
          </p:cNvPr>
          <p:cNvSpPr>
            <a:spLocks xmlns:a="http://schemas.openxmlformats.org/drawingml/2006/main" noGrp="1"/>
          </p:cNvSpPr>
          <p:nvPr/>
        </p:nvSpPr>
        <p:spPr>
          <a:xfrm xmlns:a="http://schemas.openxmlformats.org/drawingml/2006/main">
            <a:off x="8096250" y="2476500"/>
            <a:ext cx="190500" cy="1428750"/>
          </a:xfrm>
          <a:custGeom xmlns:a="http://schemas.openxmlformats.org/drawingml/2006/main">
            <a:pathLst>
              <a:path w="190500" h="1428750">
                <a:moveTo>
                  <a:pt x="0" y="0"/>
                </a:moveTo>
                <a:lnTo>
                  <a:pt x="190500" y="1428750"/>
                </a:lnTo>
              </a:path>
            </a:pathLst>
          </a:custGeom>
          <a:noFill xmlns:a="http://schemas.openxmlformats.org/drawingml/2006/main"/>
          <a:ln xmlns:a="http://schemas.openxmlformats.org/drawingml/2006/main" w="28575">
            <a:solidFill>
              <a:srgbClr val="087E8B"/>
            </a:solidFill>
          </a:ln>
        </p:spPr>
      </p:sp>
      <p:sp>
        <p:nvSpPr>
          <p:cNvPr id="42" name="">
            <a:extLst xmlns:a="http://schemas.openxmlformats.org/drawingml/2006/main">
              <a:ext uri="{FF2B5EF4-FFF2-40B4-BE49-F238E27FC236}">
                <a16:creationId xmlns:a16="http://schemas.microsoft.com/office/drawing/2014/main" id="{FFDEC5B0-F47D-42A6-8C68-F56126DE0032}"/>
              </a:ext>
            </a:extLst>
          </p:cNvPr>
          <p:cNvSpPr>
            <a:spLocks xmlns:a="http://schemas.openxmlformats.org/drawingml/2006/main" noGrp="1"/>
          </p:cNvSpPr>
          <p:nvPr/>
        </p:nvSpPr>
        <p:spPr>
          <a:xfrm xmlns:a="http://schemas.openxmlformats.org/drawingml/2006/main">
            <a:off x="8429625" y="2476500"/>
            <a:ext cx="190500" cy="1428750"/>
          </a:xfrm>
          <a:custGeom xmlns:a="http://schemas.openxmlformats.org/drawingml/2006/main">
            <a:pathLst>
              <a:path w="190500" h="1428750">
                <a:moveTo>
                  <a:pt x="0" y="0"/>
                </a:moveTo>
                <a:lnTo>
                  <a:pt x="190500" y="1428750"/>
                </a:lnTo>
              </a:path>
            </a:pathLst>
          </a:custGeom>
          <a:noFill xmlns:a="http://schemas.openxmlformats.org/drawingml/2006/main"/>
          <a:ln xmlns:a="http://schemas.openxmlformats.org/drawingml/2006/main" w="28575">
            <a:solidFill>
              <a:srgbClr val="087E8B"/>
            </a:solidFill>
          </a:ln>
        </p:spPr>
      </p:sp>
      <p:sp>
        <p:nvSpPr>
          <p:cNvPr id="43" name="">
            <a:extLst xmlns:a="http://schemas.openxmlformats.org/drawingml/2006/main">
              <a:ext uri="{FF2B5EF4-FFF2-40B4-BE49-F238E27FC236}">
                <a16:creationId xmlns:a16="http://schemas.microsoft.com/office/drawing/2014/main" id="{6EF7FC43-84D2-4686-9EB2-F30C965E2D4D}"/>
              </a:ext>
            </a:extLst>
          </p:cNvPr>
          <p:cNvSpPr>
            <a:spLocks xmlns:a="http://schemas.openxmlformats.org/drawingml/2006/main" noGrp="1"/>
          </p:cNvSpPr>
          <p:nvPr/>
        </p:nvSpPr>
        <p:spPr>
          <a:xfrm xmlns:a="http://schemas.openxmlformats.org/drawingml/2006/main">
            <a:off x="8763000" y="2476500"/>
            <a:ext cx="190500" cy="1428750"/>
          </a:xfrm>
          <a:custGeom xmlns:a="http://schemas.openxmlformats.org/drawingml/2006/main">
            <a:pathLst>
              <a:path w="190500" h="1428750">
                <a:moveTo>
                  <a:pt x="0" y="0"/>
                </a:moveTo>
                <a:lnTo>
                  <a:pt x="190500" y="1428750"/>
                </a:lnTo>
              </a:path>
            </a:pathLst>
          </a:custGeom>
          <a:noFill xmlns:a="http://schemas.openxmlformats.org/drawingml/2006/main"/>
          <a:ln xmlns:a="http://schemas.openxmlformats.org/drawingml/2006/main" w="28575">
            <a:solidFill>
              <a:srgbClr val="087E8B"/>
            </a:solidFill>
          </a:ln>
        </p:spPr>
      </p:sp>
      <p:sp>
        <p:nvSpPr>
          <p:cNvPr id="44" name="">
            <a:extLst xmlns:a="http://schemas.openxmlformats.org/drawingml/2006/main">
              <a:ext uri="{FF2B5EF4-FFF2-40B4-BE49-F238E27FC236}">
                <a16:creationId xmlns:a16="http://schemas.microsoft.com/office/drawing/2014/main" id="{57CCB47A-70FB-4704-8B58-35C02CE56A26}"/>
              </a:ext>
            </a:extLst>
          </p:cNvPr>
          <p:cNvSpPr>
            <a:spLocks xmlns:a="http://schemas.openxmlformats.org/drawingml/2006/main" noGrp="1"/>
          </p:cNvSpPr>
          <p:nvPr/>
        </p:nvSpPr>
        <p:spPr>
          <a:xfrm xmlns:a="http://schemas.openxmlformats.org/drawingml/2006/main">
            <a:off x="9096375" y="2476500"/>
            <a:ext cx="190500" cy="1428750"/>
          </a:xfrm>
          <a:custGeom xmlns:a="http://schemas.openxmlformats.org/drawingml/2006/main">
            <a:pathLst>
              <a:path w="190500" h="1428750">
                <a:moveTo>
                  <a:pt x="0" y="0"/>
                </a:moveTo>
                <a:lnTo>
                  <a:pt x="190500" y="1428750"/>
                </a:lnTo>
              </a:path>
            </a:pathLst>
          </a:custGeom>
          <a:noFill xmlns:a="http://schemas.openxmlformats.org/drawingml/2006/main"/>
          <a:ln xmlns:a="http://schemas.openxmlformats.org/drawingml/2006/main" w="28575">
            <a:solidFill>
              <a:srgbClr val="087E8B"/>
            </a:solidFill>
          </a:ln>
        </p:spPr>
      </p:sp>
      <p:sp>
        <p:nvSpPr>
          <p:cNvPr id="45" name="">
            <a:extLst xmlns:a="http://schemas.openxmlformats.org/drawingml/2006/main">
              <a:ext uri="{FF2B5EF4-FFF2-40B4-BE49-F238E27FC236}">
                <a16:creationId xmlns:a16="http://schemas.microsoft.com/office/drawing/2014/main" id="{C1EFA8DF-E443-4289-B7BC-C61FA2976367}"/>
              </a:ext>
            </a:extLst>
          </p:cNvPr>
          <p:cNvSpPr>
            <a:spLocks xmlns:a="http://schemas.openxmlformats.org/drawingml/2006/main" noGrp="1"/>
          </p:cNvSpPr>
          <p:nvPr/>
        </p:nvSpPr>
        <p:spPr>
          <a:xfrm xmlns:a="http://schemas.openxmlformats.org/drawingml/2006/main">
            <a:off x="9429750" y="2476500"/>
            <a:ext cx="190500" cy="1428750"/>
          </a:xfrm>
          <a:custGeom xmlns:a="http://schemas.openxmlformats.org/drawingml/2006/main">
            <a:pathLst>
              <a:path w="190500" h="1428750">
                <a:moveTo>
                  <a:pt x="0" y="0"/>
                </a:moveTo>
                <a:lnTo>
                  <a:pt x="190500" y="1428750"/>
                </a:lnTo>
              </a:path>
            </a:pathLst>
          </a:custGeom>
          <a:noFill xmlns:a="http://schemas.openxmlformats.org/drawingml/2006/main"/>
          <a:ln xmlns:a="http://schemas.openxmlformats.org/drawingml/2006/main" w="28575">
            <a:solidFill>
              <a:srgbClr val="087E8B"/>
            </a:solidFill>
          </a:ln>
        </p:spPr>
      </p:sp>
      <p:sp>
        <p:nvSpPr>
          <p:cNvPr id="46" name="">
            <a:extLst xmlns:a="http://schemas.openxmlformats.org/drawingml/2006/main">
              <a:ext uri="{FF2B5EF4-FFF2-40B4-BE49-F238E27FC236}">
                <a16:creationId xmlns:a16="http://schemas.microsoft.com/office/drawing/2014/main" id="{F4A7024B-D02A-462B-BEFB-EFAB24704798}"/>
              </a:ext>
            </a:extLst>
          </p:cNvPr>
          <p:cNvSpPr>
            <a:spLocks xmlns:a="http://schemas.openxmlformats.org/drawingml/2006/main" noGrp="1"/>
          </p:cNvSpPr>
          <p:nvPr/>
        </p:nvSpPr>
        <p:spPr>
          <a:xfrm xmlns:a="http://schemas.openxmlformats.org/drawingml/2006/main">
            <a:off x="9763125" y="2476500"/>
            <a:ext cx="190500" cy="1428750"/>
          </a:xfrm>
          <a:custGeom xmlns:a="http://schemas.openxmlformats.org/drawingml/2006/main">
            <a:pathLst>
              <a:path w="190500" h="1428750">
                <a:moveTo>
                  <a:pt x="0" y="0"/>
                </a:moveTo>
                <a:lnTo>
                  <a:pt x="190500" y="1428750"/>
                </a:lnTo>
              </a:path>
            </a:pathLst>
          </a:custGeom>
          <a:noFill xmlns:a="http://schemas.openxmlformats.org/drawingml/2006/main"/>
          <a:ln xmlns:a="http://schemas.openxmlformats.org/drawingml/2006/main" w="28575">
            <a:solidFill>
              <a:srgbClr val="087E8B"/>
            </a:solidFill>
          </a:ln>
        </p:spPr>
      </p:sp>
      <p:sp>
        <p:nvSpPr>
          <p:cNvPr id="47" name="">
            <a:extLst xmlns:a="http://schemas.openxmlformats.org/drawingml/2006/main">
              <a:ext uri="{FF2B5EF4-FFF2-40B4-BE49-F238E27FC236}">
                <a16:creationId xmlns:a16="http://schemas.microsoft.com/office/drawing/2014/main" id="{E266DE01-613C-481E-90E7-47C9297861D5}"/>
              </a:ext>
            </a:extLst>
          </p:cNvPr>
          <p:cNvSpPr>
            <a:spLocks xmlns:a="http://schemas.openxmlformats.org/drawingml/2006/main" noGrp="1"/>
          </p:cNvSpPr>
          <p:nvPr/>
        </p:nvSpPr>
        <p:spPr>
          <a:xfrm xmlns:a="http://schemas.openxmlformats.org/drawingml/2006/main">
            <a:off x="10096500" y="2476500"/>
            <a:ext cx="190500" cy="1428750"/>
          </a:xfrm>
          <a:custGeom xmlns:a="http://schemas.openxmlformats.org/drawingml/2006/main">
            <a:pathLst>
              <a:path w="190500" h="1428750">
                <a:moveTo>
                  <a:pt x="0" y="0"/>
                </a:moveTo>
                <a:lnTo>
                  <a:pt x="190500" y="1428750"/>
                </a:lnTo>
              </a:path>
            </a:pathLst>
          </a:custGeom>
          <a:noFill xmlns:a="http://schemas.openxmlformats.org/drawingml/2006/main"/>
          <a:ln xmlns:a="http://schemas.openxmlformats.org/drawingml/2006/main" w="28575">
            <a:solidFill>
              <a:srgbClr val="087E8B"/>
            </a:solidFill>
          </a:ln>
        </p:spPr>
      </p:sp>
      <p:sp>
        <p:nvSpPr>
          <p:cNvPr id="48" name="">
            <a:extLst xmlns:a="http://schemas.openxmlformats.org/drawingml/2006/main">
              <a:ext uri="{FF2B5EF4-FFF2-40B4-BE49-F238E27FC236}">
                <a16:creationId xmlns:a16="http://schemas.microsoft.com/office/drawing/2014/main" id="{DF37A413-54EE-4A00-9957-EC08B898DBCE}"/>
              </a:ext>
            </a:extLst>
          </p:cNvPr>
          <p:cNvSpPr>
            <a:spLocks xmlns:a="http://schemas.openxmlformats.org/drawingml/2006/main" noGrp="1"/>
          </p:cNvSpPr>
          <p:nvPr/>
        </p:nvSpPr>
        <p:spPr>
          <a:xfrm xmlns:a="http://schemas.openxmlformats.org/drawingml/2006/main">
            <a:off x="762000" y="1619250"/>
            <a:ext cx="257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025" b="1">
                <a:solidFill>
                  <a:srgbClr val="263D4D"/>
                </a:solidFill>
                <a:latin typeface="Yu Gothic"/>
                <a:ea typeface="Yu Gothic"/>
                <a:cs typeface="Yu Gothic"/>
              </a:defRPr>
            </a:defPPr>
            <a:lvl1pPr algn="ctr">
              <a:defRPr sz="2025" b="1">
                <a:solidFill>
                  <a:srgbClr val="263D4D"/>
                </a:solidFill>
                <a:latin typeface="Yu Gothic"/>
                <a:ea typeface="Yu Gothic"/>
                <a:cs typeface="Yu Gothic"/>
              </a:defRPr>
            </a:lvl1pPr>
            <a:lvl2pPr algn="ctr">
              <a:defRPr sz="2025" b="1">
                <a:solidFill>
                  <a:srgbClr val="263D4D"/>
                </a:solidFill>
                <a:latin typeface="Yu Gothic"/>
                <a:ea typeface="Yu Gothic"/>
                <a:cs typeface="Yu Gothic"/>
              </a:defRPr>
            </a:lvl2pPr>
            <a:lvl3pPr algn="ctr">
              <a:defRPr sz="2025" b="1">
                <a:solidFill>
                  <a:srgbClr val="263D4D"/>
                </a:solidFill>
                <a:latin typeface="Yu Gothic"/>
                <a:ea typeface="Yu Gothic"/>
                <a:cs typeface="Yu Gothic"/>
              </a:defRPr>
            </a:lvl3pPr>
            <a:lvl4pPr algn="ctr">
              <a:defRPr sz="2025" b="1">
                <a:solidFill>
                  <a:srgbClr val="263D4D"/>
                </a:solidFill>
                <a:latin typeface="Yu Gothic"/>
                <a:ea typeface="Yu Gothic"/>
                <a:cs typeface="Yu Gothic"/>
              </a:defRPr>
            </a:lvl4pPr>
            <a:lvl5pPr algn="ctr">
              <a:defRPr sz="2025" b="1">
                <a:solidFill>
                  <a:srgbClr val="263D4D"/>
                </a:solidFill>
                <a:latin typeface="Yu Gothic"/>
                <a:ea typeface="Yu Gothic"/>
                <a:cs typeface="Yu Gothic"/>
              </a:defRPr>
            </a:lvl5pPr>
            <a:lvl6pPr algn="ctr">
              <a:defRPr sz="2025" b="1">
                <a:solidFill>
                  <a:srgbClr val="263D4D"/>
                </a:solidFill>
                <a:latin typeface="Yu Gothic"/>
                <a:ea typeface="Yu Gothic"/>
                <a:cs typeface="Yu Gothic"/>
              </a:defRPr>
            </a:lvl6pPr>
            <a:lvl7pPr algn="ctr">
              <a:defRPr sz="2025" b="1">
                <a:solidFill>
                  <a:srgbClr val="263D4D"/>
                </a:solidFill>
                <a:latin typeface="Yu Gothic"/>
                <a:ea typeface="Yu Gothic"/>
                <a:cs typeface="Yu Gothic"/>
              </a:defRPr>
            </a:lvl7pPr>
            <a:lvl8pPr algn="ctr">
              <a:defRPr sz="2025" b="1">
                <a:solidFill>
                  <a:srgbClr val="263D4D"/>
                </a:solidFill>
                <a:latin typeface="Yu Gothic"/>
                <a:ea typeface="Yu Gothic"/>
                <a:cs typeface="Yu Gothic"/>
              </a:defRPr>
            </a:lvl8pPr>
            <a:lvl9pPr algn="ctr">
              <a:defRPr sz="2025" b="1">
                <a:solidFill>
                  <a:srgbClr val="263D4D"/>
                </a:solidFill>
                <a:latin typeface="Yu Gothic"/>
                <a:ea typeface="Yu Gothic"/>
                <a:cs typeface="Yu Gothic"/>
              </a:defRPr>
            </a:lvl9pPr>
          </a:lstStyle>
          <a:p xmlns:a="http://schemas.openxmlformats.org/drawingml/2006/main">
            <a:pPr algn="ctr">
              <a:defRPr sz="2025" b="1">
                <a:solidFill>
                  <a:srgbClr val="263D4D"/>
                </a:solidFill>
                <a:latin typeface="Yu Gothic"/>
                <a:ea typeface="Yu Gothic"/>
                <a:cs typeface="Yu Gothic"/>
              </a:defRPr>
            </a:pPr>
            <a:r>
              <a:rPr sz="2025" b="1">
                <a:solidFill>
                  <a:srgbClr val="263D4D"/>
                </a:solidFill>
                <a:latin typeface="Yu Gothic"/>
                <a:ea typeface="Yu Gothic"/>
                <a:cs typeface="Yu Gothic"/>
              </a:rPr>
              <a:t>木材の細胞</a:t>
            </a:r>
          </a:p>
        </p:txBody>
      </p:sp>
      <p:sp>
        <p:nvSpPr>
          <p:cNvPr id="49" name="">
            <a:extLst xmlns:a="http://schemas.openxmlformats.org/drawingml/2006/main">
              <a:ext uri="{FF2B5EF4-FFF2-40B4-BE49-F238E27FC236}">
                <a16:creationId xmlns:a16="http://schemas.microsoft.com/office/drawing/2014/main" id="{876CE260-A069-448B-BF2E-C44B03D1ED2E}"/>
              </a:ext>
            </a:extLst>
          </p:cNvPr>
          <p:cNvSpPr>
            <a:spLocks xmlns:a="http://schemas.openxmlformats.org/drawingml/2006/main" noGrp="1"/>
          </p:cNvSpPr>
          <p:nvPr/>
        </p:nvSpPr>
        <p:spPr>
          <a:xfrm xmlns:a="http://schemas.openxmlformats.org/drawingml/2006/main">
            <a:off x="4095750" y="161925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025" b="1">
                <a:solidFill>
                  <a:srgbClr val="263D4D"/>
                </a:solidFill>
                <a:latin typeface="Yu Gothic"/>
                <a:ea typeface="Yu Gothic"/>
                <a:cs typeface="Yu Gothic"/>
              </a:defRPr>
            </a:defPPr>
            <a:lvl1pPr algn="ctr">
              <a:defRPr sz="2025" b="1">
                <a:solidFill>
                  <a:srgbClr val="263D4D"/>
                </a:solidFill>
                <a:latin typeface="Yu Gothic"/>
                <a:ea typeface="Yu Gothic"/>
                <a:cs typeface="Yu Gothic"/>
              </a:defRPr>
            </a:lvl1pPr>
            <a:lvl2pPr algn="ctr">
              <a:defRPr sz="2025" b="1">
                <a:solidFill>
                  <a:srgbClr val="263D4D"/>
                </a:solidFill>
                <a:latin typeface="Yu Gothic"/>
                <a:ea typeface="Yu Gothic"/>
                <a:cs typeface="Yu Gothic"/>
              </a:defRPr>
            </a:lvl2pPr>
            <a:lvl3pPr algn="ctr">
              <a:defRPr sz="2025" b="1">
                <a:solidFill>
                  <a:srgbClr val="263D4D"/>
                </a:solidFill>
                <a:latin typeface="Yu Gothic"/>
                <a:ea typeface="Yu Gothic"/>
                <a:cs typeface="Yu Gothic"/>
              </a:defRPr>
            </a:lvl3pPr>
            <a:lvl4pPr algn="ctr">
              <a:defRPr sz="2025" b="1">
                <a:solidFill>
                  <a:srgbClr val="263D4D"/>
                </a:solidFill>
                <a:latin typeface="Yu Gothic"/>
                <a:ea typeface="Yu Gothic"/>
                <a:cs typeface="Yu Gothic"/>
              </a:defRPr>
            </a:lvl4pPr>
            <a:lvl5pPr algn="ctr">
              <a:defRPr sz="2025" b="1">
                <a:solidFill>
                  <a:srgbClr val="263D4D"/>
                </a:solidFill>
                <a:latin typeface="Yu Gothic"/>
                <a:ea typeface="Yu Gothic"/>
                <a:cs typeface="Yu Gothic"/>
              </a:defRPr>
            </a:lvl5pPr>
            <a:lvl6pPr algn="ctr">
              <a:defRPr sz="2025" b="1">
                <a:solidFill>
                  <a:srgbClr val="263D4D"/>
                </a:solidFill>
                <a:latin typeface="Yu Gothic"/>
                <a:ea typeface="Yu Gothic"/>
                <a:cs typeface="Yu Gothic"/>
              </a:defRPr>
            </a:lvl6pPr>
            <a:lvl7pPr algn="ctr">
              <a:defRPr sz="2025" b="1">
                <a:solidFill>
                  <a:srgbClr val="263D4D"/>
                </a:solidFill>
                <a:latin typeface="Yu Gothic"/>
                <a:ea typeface="Yu Gothic"/>
                <a:cs typeface="Yu Gothic"/>
              </a:defRPr>
            </a:lvl7pPr>
            <a:lvl8pPr algn="ctr">
              <a:defRPr sz="2025" b="1">
                <a:solidFill>
                  <a:srgbClr val="263D4D"/>
                </a:solidFill>
                <a:latin typeface="Yu Gothic"/>
                <a:ea typeface="Yu Gothic"/>
                <a:cs typeface="Yu Gothic"/>
              </a:defRPr>
            </a:lvl8pPr>
            <a:lvl9pPr algn="ctr">
              <a:defRPr sz="2025" b="1">
                <a:solidFill>
                  <a:srgbClr val="263D4D"/>
                </a:solidFill>
                <a:latin typeface="Yu Gothic"/>
                <a:ea typeface="Yu Gothic"/>
                <a:cs typeface="Yu Gothic"/>
              </a:defRPr>
            </a:lvl9pPr>
          </a:lstStyle>
          <a:p xmlns:a="http://schemas.openxmlformats.org/drawingml/2006/main">
            <a:pPr algn="ctr">
              <a:defRPr sz="2025" b="1">
                <a:solidFill>
                  <a:srgbClr val="263D4D"/>
                </a:solidFill>
                <a:latin typeface="Yu Gothic"/>
                <a:ea typeface="Yu Gothic"/>
                <a:cs typeface="Yu Gothic"/>
              </a:defRPr>
            </a:pPr>
            <a:r>
              <a:rPr sz="2025" b="1">
                <a:solidFill>
                  <a:srgbClr val="263D4D"/>
                </a:solidFill>
                <a:latin typeface="Yu Gothic"/>
                <a:ea typeface="Yu Gothic"/>
                <a:cs typeface="Yu Gothic"/>
              </a:rPr>
              <a:t>細胞壁由来のCNF</a:t>
            </a:r>
          </a:p>
        </p:txBody>
      </p:sp>
      <p:sp>
        <p:nvSpPr>
          <p:cNvPr id="50" name="">
            <a:extLst xmlns:a="http://schemas.openxmlformats.org/drawingml/2006/main">
              <a:ext uri="{FF2B5EF4-FFF2-40B4-BE49-F238E27FC236}">
                <a16:creationId xmlns:a16="http://schemas.microsoft.com/office/drawing/2014/main" id="{2CDB56AA-909E-4965-997E-DAE90AAF83F9}"/>
              </a:ext>
            </a:extLst>
          </p:cNvPr>
          <p:cNvSpPr>
            <a:spLocks xmlns:a="http://schemas.openxmlformats.org/drawingml/2006/main" noGrp="1"/>
          </p:cNvSpPr>
          <p:nvPr/>
        </p:nvSpPr>
        <p:spPr>
          <a:xfrm xmlns:a="http://schemas.openxmlformats.org/drawingml/2006/main">
            <a:off x="7715250" y="1619250"/>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025" b="1">
                <a:solidFill>
                  <a:srgbClr val="263D4D"/>
                </a:solidFill>
                <a:latin typeface="Yu Gothic"/>
                <a:ea typeface="Yu Gothic"/>
                <a:cs typeface="Yu Gothic"/>
              </a:defRPr>
            </a:defPPr>
            <a:lvl1pPr algn="ctr">
              <a:defRPr sz="2025" b="1">
                <a:solidFill>
                  <a:srgbClr val="263D4D"/>
                </a:solidFill>
                <a:latin typeface="Yu Gothic"/>
                <a:ea typeface="Yu Gothic"/>
                <a:cs typeface="Yu Gothic"/>
              </a:defRPr>
            </a:lvl1pPr>
            <a:lvl2pPr algn="ctr">
              <a:defRPr sz="2025" b="1">
                <a:solidFill>
                  <a:srgbClr val="263D4D"/>
                </a:solidFill>
                <a:latin typeface="Yu Gothic"/>
                <a:ea typeface="Yu Gothic"/>
                <a:cs typeface="Yu Gothic"/>
              </a:defRPr>
            </a:lvl2pPr>
            <a:lvl3pPr algn="ctr">
              <a:defRPr sz="2025" b="1">
                <a:solidFill>
                  <a:srgbClr val="263D4D"/>
                </a:solidFill>
                <a:latin typeface="Yu Gothic"/>
                <a:ea typeface="Yu Gothic"/>
                <a:cs typeface="Yu Gothic"/>
              </a:defRPr>
            </a:lvl3pPr>
            <a:lvl4pPr algn="ctr">
              <a:defRPr sz="2025" b="1">
                <a:solidFill>
                  <a:srgbClr val="263D4D"/>
                </a:solidFill>
                <a:latin typeface="Yu Gothic"/>
                <a:ea typeface="Yu Gothic"/>
                <a:cs typeface="Yu Gothic"/>
              </a:defRPr>
            </a:lvl4pPr>
            <a:lvl5pPr algn="ctr">
              <a:defRPr sz="2025" b="1">
                <a:solidFill>
                  <a:srgbClr val="263D4D"/>
                </a:solidFill>
                <a:latin typeface="Yu Gothic"/>
                <a:ea typeface="Yu Gothic"/>
                <a:cs typeface="Yu Gothic"/>
              </a:defRPr>
            </a:lvl5pPr>
            <a:lvl6pPr algn="ctr">
              <a:defRPr sz="2025" b="1">
                <a:solidFill>
                  <a:srgbClr val="263D4D"/>
                </a:solidFill>
                <a:latin typeface="Yu Gothic"/>
                <a:ea typeface="Yu Gothic"/>
                <a:cs typeface="Yu Gothic"/>
              </a:defRPr>
            </a:lvl6pPr>
            <a:lvl7pPr algn="ctr">
              <a:defRPr sz="2025" b="1">
                <a:solidFill>
                  <a:srgbClr val="263D4D"/>
                </a:solidFill>
                <a:latin typeface="Yu Gothic"/>
                <a:ea typeface="Yu Gothic"/>
                <a:cs typeface="Yu Gothic"/>
              </a:defRPr>
            </a:lvl7pPr>
            <a:lvl8pPr algn="ctr">
              <a:defRPr sz="2025" b="1">
                <a:solidFill>
                  <a:srgbClr val="263D4D"/>
                </a:solidFill>
                <a:latin typeface="Yu Gothic"/>
                <a:ea typeface="Yu Gothic"/>
                <a:cs typeface="Yu Gothic"/>
              </a:defRPr>
            </a:lvl8pPr>
            <a:lvl9pPr algn="ctr">
              <a:defRPr sz="2025" b="1">
                <a:solidFill>
                  <a:srgbClr val="263D4D"/>
                </a:solidFill>
                <a:latin typeface="Yu Gothic"/>
                <a:ea typeface="Yu Gothic"/>
                <a:cs typeface="Yu Gothic"/>
              </a:defRPr>
            </a:lvl9pPr>
          </a:lstStyle>
          <a:p xmlns:a="http://schemas.openxmlformats.org/drawingml/2006/main">
            <a:pPr algn="ctr">
              <a:defRPr sz="2025" b="1">
                <a:solidFill>
                  <a:srgbClr val="263D4D"/>
                </a:solidFill>
                <a:latin typeface="Yu Gothic"/>
                <a:ea typeface="Yu Gothic"/>
                <a:cs typeface="Yu Gothic"/>
              </a:defRPr>
            </a:pPr>
            <a:r>
              <a:rPr sz="2025" b="1">
                <a:solidFill>
                  <a:srgbClr val="263D4D"/>
                </a:solidFill>
                <a:latin typeface="Yu Gothic"/>
                <a:ea typeface="Yu Gothic"/>
                <a:cs typeface="Yu Gothic"/>
              </a:rPr>
              <a:t>樹脂との複合体</a:t>
            </a:r>
          </a:p>
        </p:txBody>
      </p:sp>
      <p:sp>
        <p:nvSpPr>
          <p:cNvPr id="51" name="">
            <a:extLst xmlns:a="http://schemas.openxmlformats.org/drawingml/2006/main">
              <a:ext uri="{FF2B5EF4-FFF2-40B4-BE49-F238E27FC236}">
                <a16:creationId xmlns:a16="http://schemas.microsoft.com/office/drawing/2014/main" id="{76F55CB1-556C-4B24-BDAA-1D1E0C0BFFA3}"/>
              </a:ext>
            </a:extLst>
          </p:cNvPr>
          <p:cNvSpPr>
            <a:spLocks xmlns:a="http://schemas.openxmlformats.org/drawingml/2006/main" noGrp="1"/>
          </p:cNvSpPr>
          <p:nvPr/>
        </p:nvSpPr>
        <p:spPr>
          <a:xfrm xmlns:a="http://schemas.openxmlformats.org/drawingml/2006/main">
            <a:off x="857250" y="49530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63D4D"/>
                </a:solidFill>
                <a:latin typeface="Yu Gothic"/>
                <a:ea typeface="Yu Gothic"/>
                <a:cs typeface="Yu Gothic"/>
              </a:defRPr>
            </a:defPPr>
            <a:lvl1pPr>
              <a:defRPr sz="1950" b="0">
                <a:solidFill>
                  <a:srgbClr val="263D4D"/>
                </a:solidFill>
                <a:latin typeface="Yu Gothic"/>
                <a:ea typeface="Yu Gothic"/>
                <a:cs typeface="Yu Gothic"/>
              </a:defRPr>
            </a:lvl1pPr>
            <a:lvl2pPr>
              <a:defRPr sz="1950" b="0">
                <a:solidFill>
                  <a:srgbClr val="263D4D"/>
                </a:solidFill>
                <a:latin typeface="Yu Gothic"/>
                <a:ea typeface="Yu Gothic"/>
                <a:cs typeface="Yu Gothic"/>
              </a:defRPr>
            </a:lvl2pPr>
            <a:lvl3pPr>
              <a:defRPr sz="1950" b="0">
                <a:solidFill>
                  <a:srgbClr val="263D4D"/>
                </a:solidFill>
                <a:latin typeface="Yu Gothic"/>
                <a:ea typeface="Yu Gothic"/>
                <a:cs typeface="Yu Gothic"/>
              </a:defRPr>
            </a:lvl3pPr>
            <a:lvl4pPr>
              <a:defRPr sz="1950" b="0">
                <a:solidFill>
                  <a:srgbClr val="263D4D"/>
                </a:solidFill>
                <a:latin typeface="Yu Gothic"/>
                <a:ea typeface="Yu Gothic"/>
                <a:cs typeface="Yu Gothic"/>
              </a:defRPr>
            </a:lvl4pPr>
            <a:lvl5pPr>
              <a:defRPr sz="1950" b="0">
                <a:solidFill>
                  <a:srgbClr val="263D4D"/>
                </a:solidFill>
                <a:latin typeface="Yu Gothic"/>
                <a:ea typeface="Yu Gothic"/>
                <a:cs typeface="Yu Gothic"/>
              </a:defRPr>
            </a:lvl5pPr>
            <a:lvl6pPr>
              <a:defRPr sz="1950" b="0">
                <a:solidFill>
                  <a:srgbClr val="263D4D"/>
                </a:solidFill>
                <a:latin typeface="Yu Gothic"/>
                <a:ea typeface="Yu Gothic"/>
                <a:cs typeface="Yu Gothic"/>
              </a:defRPr>
            </a:lvl6pPr>
            <a:lvl7pPr>
              <a:defRPr sz="1950" b="0">
                <a:solidFill>
                  <a:srgbClr val="263D4D"/>
                </a:solidFill>
                <a:latin typeface="Yu Gothic"/>
                <a:ea typeface="Yu Gothic"/>
                <a:cs typeface="Yu Gothic"/>
              </a:defRPr>
            </a:lvl7pPr>
            <a:lvl8pPr>
              <a:defRPr sz="1950" b="0">
                <a:solidFill>
                  <a:srgbClr val="263D4D"/>
                </a:solidFill>
                <a:latin typeface="Yu Gothic"/>
                <a:ea typeface="Yu Gothic"/>
                <a:cs typeface="Yu Gothic"/>
              </a:defRPr>
            </a:lvl8pPr>
            <a:lvl9pPr>
              <a:defRPr sz="1950" b="0">
                <a:solidFill>
                  <a:srgbClr val="263D4D"/>
                </a:solidFill>
                <a:latin typeface="Yu Gothic"/>
                <a:ea typeface="Yu Gothic"/>
                <a:cs typeface="Yu Gothic"/>
              </a:defRPr>
            </a:lvl9pPr>
          </a:lstStyle>
          <a:p xmlns:a="http://schemas.openxmlformats.org/drawingml/2006/main">
            <a:pPr>
              <a:defRPr sz="1950" b="0">
                <a:solidFill>
                  <a:srgbClr val="263D4D"/>
                </a:solidFill>
                <a:latin typeface="Yu Gothic"/>
                <a:ea typeface="Yu Gothic"/>
                <a:cs typeface="Yu Gothic"/>
              </a:defRPr>
            </a:pPr>
            <a:r>
              <a:rPr sz="1950" b="0">
                <a:solidFill>
                  <a:srgbClr val="263D4D"/>
                </a:solidFill>
                <a:latin typeface="Yu Gothic"/>
                <a:ea typeface="Yu Gothic"/>
                <a:cs typeface="Yu Gothic"/>
              </a:rPr>
              <a:t>各図の縮尺は異なる。取り出し方、分散、配向、界面を確かめる。</a:t>
            </a:r>
          </a:p>
        </p:txBody>
      </p:sp>
    </p:spTree>
    <p:extLst>
      <p:ext uri="{BB962C8B-B14F-4D97-AF65-F5344CB8AC3E}">
        <p14:creationId xmlns:p14="http://schemas.microsoft.com/office/powerpoint/2010/main" val="11484384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805D92B-CBCB-4E9D-BA68-E3C7AE0D0244}"/>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加工条件を変えたCNF複合材料</a:t>
            </a:r>
          </a:p>
        </p:txBody>
      </p:sp>
      <p:sp>
        <p:nvSpPr>
          <p:cNvPr id="2" name="">
            <a:extLst xmlns:a="http://schemas.openxmlformats.org/drawingml/2006/main">
              <a:ext uri="{FF2B5EF4-FFF2-40B4-BE49-F238E27FC236}">
                <a16:creationId xmlns:a16="http://schemas.microsoft.com/office/drawing/2014/main" id="{E71958F9-06F2-4637-81DB-F9CBC91E70D0}"/>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8627611C-E251-4B38-83FB-D1742ED0FEC1}"/>
              </a:ext>
            </a:extLst>
          </p:cNvPr>
          <p:cNvSpPr>
            <a:spLocks xmlns:a="http://schemas.openxmlformats.org/drawingml/2006/main" noGrp="1"/>
          </p:cNvSpPr>
          <p:nvPr/>
        </p:nvSpPr>
        <p:spPr>
          <a:xfrm xmlns:a="http://schemas.openxmlformats.org/drawingml/2006/main">
            <a:off x="809625" y="173355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混ぜ方と相容化剤で分散・界面が変わる</a:t>
            </a:r>
          </a:p>
        </p:txBody>
      </p:sp>
      <p:sp>
        <p:nvSpPr>
          <p:cNvPr id="4" name="">
            <a:extLst xmlns:a="http://schemas.openxmlformats.org/drawingml/2006/main">
              <a:ext uri="{FF2B5EF4-FFF2-40B4-BE49-F238E27FC236}">
                <a16:creationId xmlns:a16="http://schemas.microsoft.com/office/drawing/2014/main" id="{E6FAC3F9-5178-4D55-90CD-B1942381B4CA}"/>
              </a:ext>
            </a:extLst>
          </p:cNvPr>
          <p:cNvSpPr>
            <a:spLocks xmlns:a="http://schemas.openxmlformats.org/drawingml/2006/main" noGrp="1"/>
          </p:cNvSpPr>
          <p:nvPr/>
        </p:nvSpPr>
        <p:spPr>
          <a:xfrm xmlns:a="http://schemas.openxmlformats.org/drawingml/2006/main">
            <a:off x="809625" y="279082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同じ配合でも加工履歴を記録する</a:t>
            </a:r>
          </a:p>
        </p:txBody>
      </p:sp>
      <p:sp>
        <p:nvSpPr>
          <p:cNvPr id="5" name="">
            <a:extLst xmlns:a="http://schemas.openxmlformats.org/drawingml/2006/main">
              <a:ext uri="{FF2B5EF4-FFF2-40B4-BE49-F238E27FC236}">
                <a16:creationId xmlns:a16="http://schemas.microsoft.com/office/drawing/2014/main" id="{8C857F81-4034-44F6-9748-DE5886BEB04A}"/>
              </a:ext>
            </a:extLst>
          </p:cNvPr>
          <p:cNvSpPr>
            <a:spLocks xmlns:a="http://schemas.openxmlformats.org/drawingml/2006/main" noGrp="1"/>
          </p:cNvSpPr>
          <p:nvPr/>
        </p:nvSpPr>
        <p:spPr>
          <a:xfrm xmlns:a="http://schemas.openxmlformats.org/drawingml/2006/main">
            <a:off x="809625" y="384810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強度だけでなく吸水・耐久性・再利用も見る</a:t>
            </a:r>
          </a:p>
        </p:txBody>
      </p:sp>
      <p:sp>
        <p:nvSpPr>
          <p:cNvPr id="6" name="">
            <a:extLst xmlns:a="http://schemas.openxmlformats.org/drawingml/2006/main">
              <a:ext uri="{FF2B5EF4-FFF2-40B4-BE49-F238E27FC236}">
                <a16:creationId xmlns:a16="http://schemas.microsoft.com/office/drawing/2014/main" id="{C505D8BE-F0A5-48E1-B98F-C3D09EDEE030}"/>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参照 [2・9]</a:t>
            </a:r>
          </a:p>
        </p:txBody>
      </p:sp>
      <p:sp>
        <p:nvSpPr>
          <p:cNvPr id="7" name="">
            <a:extLst xmlns:a="http://schemas.openxmlformats.org/drawingml/2006/main">
              <a:ext uri="{FF2B5EF4-FFF2-40B4-BE49-F238E27FC236}">
                <a16:creationId xmlns:a16="http://schemas.microsoft.com/office/drawing/2014/main" id="{4DCDF9EF-E567-4CD9-A254-BA841932806A}"/>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発展B</a:t>
            </a:r>
          </a:p>
        </p:txBody>
      </p:sp>
      <p:sp>
        <p:nvSpPr>
          <p:cNvPr id="8" name="">
            <a:extLst xmlns:a="http://schemas.openxmlformats.org/drawingml/2006/main">
              <a:ext uri="{FF2B5EF4-FFF2-40B4-BE49-F238E27FC236}">
                <a16:creationId xmlns:a16="http://schemas.microsoft.com/office/drawing/2014/main" id="{24477BA1-0857-48F7-B96B-986A81337806}"/>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9 / 26</a:t>
            </a:r>
          </a:p>
        </p:txBody>
      </p:sp>
    </p:spTree>
    <p:extLst>
      <p:ext uri="{BB962C8B-B14F-4D97-AF65-F5344CB8AC3E}">
        <p14:creationId xmlns:p14="http://schemas.microsoft.com/office/powerpoint/2010/main" val="66867197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6E21819-0F81-4AC9-A7BE-3969AF81B948}"/>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積層造形：形と製造を同時に設計</a:t>
            </a:r>
          </a:p>
        </p:txBody>
      </p:sp>
      <p:sp>
        <p:nvSpPr>
          <p:cNvPr id="2" name="">
            <a:extLst xmlns:a="http://schemas.openxmlformats.org/drawingml/2006/main">
              <a:ext uri="{FF2B5EF4-FFF2-40B4-BE49-F238E27FC236}">
                <a16:creationId xmlns:a16="http://schemas.microsoft.com/office/drawing/2014/main" id="{034C715C-3A1E-413F-BCC9-250A5D27A59E}"/>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6" name="">
            <a:extLst xmlns:a="http://schemas.openxmlformats.org/drawingml/2006/main">
              <a:ext uri="{FF2B5EF4-FFF2-40B4-BE49-F238E27FC236}">
                <a16:creationId xmlns:a16="http://schemas.microsoft.com/office/drawing/2014/main" id="{508D1DB2-2FA4-4CA1-9902-95E8F0A65A0D}"/>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参照 [3]</a:t>
            </a:r>
          </a:p>
        </p:txBody>
      </p:sp>
      <p:sp>
        <p:nvSpPr>
          <p:cNvPr id="7" name="">
            <a:extLst xmlns:a="http://schemas.openxmlformats.org/drawingml/2006/main">
              <a:ext uri="{FF2B5EF4-FFF2-40B4-BE49-F238E27FC236}">
                <a16:creationId xmlns:a16="http://schemas.microsoft.com/office/drawing/2014/main" id="{384D74E0-C0E4-443B-BDF2-173A5772E48B}"/>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発展B</a:t>
            </a:r>
          </a:p>
        </p:txBody>
      </p:sp>
      <p:sp>
        <p:nvSpPr>
          <p:cNvPr id="22" name="">
            <a:extLst xmlns:a="http://schemas.openxmlformats.org/drawingml/2006/main">
              <a:ext uri="{FF2B5EF4-FFF2-40B4-BE49-F238E27FC236}">
                <a16:creationId xmlns:a16="http://schemas.microsoft.com/office/drawing/2014/main" id="{ACCA414C-B8FC-4B6E-A640-0A6AAB87097F}"/>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10 / 26</a:t>
            </a:r>
          </a:p>
        </p:txBody>
      </p:sp>
      <p:sp>
        <p:nvSpPr>
          <p:cNvPr id="24" name="">
            <a:extLst xmlns:a="http://schemas.openxmlformats.org/drawingml/2006/main">
              <a:ext uri="{FF2B5EF4-FFF2-40B4-BE49-F238E27FC236}">
                <a16:creationId xmlns:a16="http://schemas.microsoft.com/office/drawing/2014/main" id="{76BF269F-F121-412B-AEB2-0929541DB767}"/>
              </a:ext>
            </a:extLst>
          </p:cNvPr>
          <p:cNvSpPr>
            <a:spLocks xmlns:a="http://schemas.openxmlformats.org/drawingml/2006/main" noGrp="1"/>
          </p:cNvSpPr>
          <p:nvPr/>
        </p:nvSpPr>
        <p:spPr>
          <a:xfrm xmlns:a="http://schemas.openxmlformats.org/drawingml/2006/main">
            <a:off x="1143000" y="4095750"/>
            <a:ext cx="4762500" cy="190500"/>
          </a:xfrm>
          <a:prstGeom xmlns:a="http://schemas.openxmlformats.org/drawingml/2006/main" prst="rect">
            <a:avLst/>
          </a:prstGeom>
          <a:solidFill xmlns:a="http://schemas.openxmlformats.org/drawingml/2006/main">
            <a:srgbClr val="D2E1EB"/>
          </a:solidFill>
          <a:ln xmlns:a="http://schemas.openxmlformats.org/drawingml/2006/main" w="16193">
            <a:solidFill>
              <a:srgbClr val="2876A8"/>
            </a:solidFill>
          </a:ln>
        </p:spPr>
      </p:sp>
      <p:sp>
        <p:nvSpPr>
          <p:cNvPr id="25" name="">
            <a:extLst xmlns:a="http://schemas.openxmlformats.org/drawingml/2006/main">
              <a:ext uri="{FF2B5EF4-FFF2-40B4-BE49-F238E27FC236}">
                <a16:creationId xmlns:a16="http://schemas.microsoft.com/office/drawing/2014/main" id="{F9607835-58F6-42F4-A0E5-96FAB7AF8F99}"/>
              </a:ext>
            </a:extLst>
          </p:cNvPr>
          <p:cNvSpPr>
            <a:spLocks xmlns:a="http://schemas.openxmlformats.org/drawingml/2006/main" noGrp="1"/>
          </p:cNvSpPr>
          <p:nvPr/>
        </p:nvSpPr>
        <p:spPr>
          <a:xfrm xmlns:a="http://schemas.openxmlformats.org/drawingml/2006/main">
            <a:off x="1143000" y="3857625"/>
            <a:ext cx="4762500" cy="190500"/>
          </a:xfrm>
          <a:prstGeom xmlns:a="http://schemas.openxmlformats.org/drawingml/2006/main" prst="rect">
            <a:avLst/>
          </a:prstGeom>
          <a:solidFill xmlns:a="http://schemas.openxmlformats.org/drawingml/2006/main">
            <a:srgbClr val="E8F0F4"/>
          </a:solidFill>
          <a:ln xmlns:a="http://schemas.openxmlformats.org/drawingml/2006/main" w="16193">
            <a:solidFill>
              <a:srgbClr val="2876A8"/>
            </a:solidFill>
          </a:ln>
        </p:spPr>
      </p:sp>
      <p:sp>
        <p:nvSpPr>
          <p:cNvPr id="26" name="">
            <a:extLst xmlns:a="http://schemas.openxmlformats.org/drawingml/2006/main">
              <a:ext uri="{FF2B5EF4-FFF2-40B4-BE49-F238E27FC236}">
                <a16:creationId xmlns:a16="http://schemas.microsoft.com/office/drawing/2014/main" id="{BDF9A505-8F51-4CB8-B67C-D81EEA32F2AF}"/>
              </a:ext>
            </a:extLst>
          </p:cNvPr>
          <p:cNvSpPr>
            <a:spLocks xmlns:a="http://schemas.openxmlformats.org/drawingml/2006/main" noGrp="1"/>
          </p:cNvSpPr>
          <p:nvPr/>
        </p:nvSpPr>
        <p:spPr>
          <a:xfrm xmlns:a="http://schemas.openxmlformats.org/drawingml/2006/main">
            <a:off x="1143000" y="3619500"/>
            <a:ext cx="4762500" cy="190500"/>
          </a:xfrm>
          <a:prstGeom xmlns:a="http://schemas.openxmlformats.org/drawingml/2006/main" prst="rect">
            <a:avLst/>
          </a:prstGeom>
          <a:solidFill xmlns:a="http://schemas.openxmlformats.org/drawingml/2006/main">
            <a:srgbClr val="D2E1EB"/>
          </a:solidFill>
          <a:ln xmlns:a="http://schemas.openxmlformats.org/drawingml/2006/main" w="16193">
            <a:solidFill>
              <a:srgbClr val="2876A8"/>
            </a:solidFill>
          </a:ln>
        </p:spPr>
      </p:sp>
      <p:sp>
        <p:nvSpPr>
          <p:cNvPr id="27" name="">
            <a:extLst xmlns:a="http://schemas.openxmlformats.org/drawingml/2006/main">
              <a:ext uri="{FF2B5EF4-FFF2-40B4-BE49-F238E27FC236}">
                <a16:creationId xmlns:a16="http://schemas.microsoft.com/office/drawing/2014/main" id="{08936943-E1F8-46F0-9BB0-8D13C802987F}"/>
              </a:ext>
            </a:extLst>
          </p:cNvPr>
          <p:cNvSpPr>
            <a:spLocks xmlns:a="http://schemas.openxmlformats.org/drawingml/2006/main" noGrp="1"/>
          </p:cNvSpPr>
          <p:nvPr/>
        </p:nvSpPr>
        <p:spPr>
          <a:xfrm xmlns:a="http://schemas.openxmlformats.org/drawingml/2006/main">
            <a:off x="1143000" y="3381375"/>
            <a:ext cx="4762500" cy="190500"/>
          </a:xfrm>
          <a:prstGeom xmlns:a="http://schemas.openxmlformats.org/drawingml/2006/main" prst="rect">
            <a:avLst/>
          </a:prstGeom>
          <a:solidFill xmlns:a="http://schemas.openxmlformats.org/drawingml/2006/main">
            <a:srgbClr val="E8F0F4"/>
          </a:solidFill>
          <a:ln xmlns:a="http://schemas.openxmlformats.org/drawingml/2006/main" w="16193">
            <a:solidFill>
              <a:srgbClr val="2876A8"/>
            </a:solidFill>
          </a:ln>
        </p:spPr>
      </p:sp>
      <p:sp>
        <p:nvSpPr>
          <p:cNvPr id="28" name="">
            <a:extLst xmlns:a="http://schemas.openxmlformats.org/drawingml/2006/main">
              <a:ext uri="{FF2B5EF4-FFF2-40B4-BE49-F238E27FC236}">
                <a16:creationId xmlns:a16="http://schemas.microsoft.com/office/drawing/2014/main" id="{B5D875C3-6DCE-4F9E-AC59-74839C4E01A7}"/>
              </a:ext>
            </a:extLst>
          </p:cNvPr>
          <p:cNvSpPr>
            <a:spLocks xmlns:a="http://schemas.openxmlformats.org/drawingml/2006/main" noGrp="1"/>
          </p:cNvSpPr>
          <p:nvPr/>
        </p:nvSpPr>
        <p:spPr>
          <a:xfrm xmlns:a="http://schemas.openxmlformats.org/drawingml/2006/main">
            <a:off x="1143000" y="3143250"/>
            <a:ext cx="4762500" cy="190500"/>
          </a:xfrm>
          <a:prstGeom xmlns:a="http://schemas.openxmlformats.org/drawingml/2006/main" prst="rect">
            <a:avLst/>
          </a:prstGeom>
          <a:solidFill xmlns:a="http://schemas.openxmlformats.org/drawingml/2006/main">
            <a:srgbClr val="D2E1EB"/>
          </a:solidFill>
          <a:ln xmlns:a="http://schemas.openxmlformats.org/drawingml/2006/main" w="16193">
            <a:solidFill>
              <a:srgbClr val="2876A8"/>
            </a:solidFill>
          </a:ln>
        </p:spPr>
      </p:sp>
      <p:sp>
        <p:nvSpPr>
          <p:cNvPr id="29" name="">
            <a:extLst xmlns:a="http://schemas.openxmlformats.org/drawingml/2006/main">
              <a:ext uri="{FF2B5EF4-FFF2-40B4-BE49-F238E27FC236}">
                <a16:creationId xmlns:a16="http://schemas.microsoft.com/office/drawing/2014/main" id="{290E5C1D-2AE7-4B8D-AFFD-68FE8BB412FC}"/>
              </a:ext>
            </a:extLst>
          </p:cNvPr>
          <p:cNvSpPr>
            <a:spLocks xmlns:a="http://schemas.openxmlformats.org/drawingml/2006/main" noGrp="1"/>
          </p:cNvSpPr>
          <p:nvPr/>
        </p:nvSpPr>
        <p:spPr>
          <a:xfrm xmlns:a="http://schemas.openxmlformats.org/drawingml/2006/main">
            <a:off x="1143000" y="2905125"/>
            <a:ext cx="4762500" cy="190500"/>
          </a:xfrm>
          <a:prstGeom xmlns:a="http://schemas.openxmlformats.org/drawingml/2006/main" prst="rect">
            <a:avLst/>
          </a:prstGeom>
          <a:solidFill xmlns:a="http://schemas.openxmlformats.org/drawingml/2006/main">
            <a:srgbClr val="E8F0F4"/>
          </a:solidFill>
          <a:ln xmlns:a="http://schemas.openxmlformats.org/drawingml/2006/main" w="16193">
            <a:solidFill>
              <a:srgbClr val="2876A8"/>
            </a:solidFill>
          </a:ln>
        </p:spPr>
      </p:sp>
      <p:sp>
        <p:nvSpPr>
          <p:cNvPr id="30" name="">
            <a:extLst xmlns:a="http://schemas.openxmlformats.org/drawingml/2006/main">
              <a:ext uri="{FF2B5EF4-FFF2-40B4-BE49-F238E27FC236}">
                <a16:creationId xmlns:a16="http://schemas.microsoft.com/office/drawing/2014/main" id="{0C282F76-279B-452F-940A-450C25B5959F}"/>
              </a:ext>
            </a:extLst>
          </p:cNvPr>
          <p:cNvSpPr>
            <a:spLocks xmlns:a="http://schemas.openxmlformats.org/drawingml/2006/main" noGrp="1"/>
          </p:cNvSpPr>
          <p:nvPr/>
        </p:nvSpPr>
        <p:spPr>
          <a:xfrm xmlns:a="http://schemas.openxmlformats.org/drawingml/2006/main">
            <a:off x="1143000" y="2667000"/>
            <a:ext cx="4762500" cy="190500"/>
          </a:xfrm>
          <a:prstGeom xmlns:a="http://schemas.openxmlformats.org/drawingml/2006/main" prst="rect">
            <a:avLst/>
          </a:prstGeom>
          <a:solidFill xmlns:a="http://schemas.openxmlformats.org/drawingml/2006/main">
            <a:srgbClr val="D2E1EB"/>
          </a:solidFill>
          <a:ln xmlns:a="http://schemas.openxmlformats.org/drawingml/2006/main" w="16193">
            <a:solidFill>
              <a:srgbClr val="2876A8"/>
            </a:solidFill>
          </a:ln>
        </p:spPr>
      </p:sp>
      <p:sp>
        <p:nvSpPr>
          <p:cNvPr id="31" name="">
            <a:extLst xmlns:a="http://schemas.openxmlformats.org/drawingml/2006/main">
              <a:ext uri="{FF2B5EF4-FFF2-40B4-BE49-F238E27FC236}">
                <a16:creationId xmlns:a16="http://schemas.microsoft.com/office/drawing/2014/main" id="{F2F7D4E7-5943-4427-8840-061E93CFAA4A}"/>
              </a:ext>
            </a:extLst>
          </p:cNvPr>
          <p:cNvSpPr>
            <a:spLocks xmlns:a="http://schemas.openxmlformats.org/drawingml/2006/main" noGrp="1"/>
          </p:cNvSpPr>
          <p:nvPr/>
        </p:nvSpPr>
        <p:spPr>
          <a:xfrm xmlns:a="http://schemas.openxmlformats.org/drawingml/2006/main">
            <a:off x="1143000" y="2428875"/>
            <a:ext cx="4762500" cy="190500"/>
          </a:xfrm>
          <a:prstGeom xmlns:a="http://schemas.openxmlformats.org/drawingml/2006/main" prst="rect">
            <a:avLst/>
          </a:prstGeom>
          <a:solidFill xmlns:a="http://schemas.openxmlformats.org/drawingml/2006/main">
            <a:srgbClr val="E8F0F4"/>
          </a:solidFill>
          <a:ln xmlns:a="http://schemas.openxmlformats.org/drawingml/2006/main" w="16193">
            <a:solidFill>
              <a:srgbClr val="2876A8"/>
            </a:solidFill>
          </a:ln>
        </p:spPr>
      </p:sp>
      <p:sp>
        <p:nvSpPr>
          <p:cNvPr id="32" name="">
            <a:extLst xmlns:a="http://schemas.openxmlformats.org/drawingml/2006/main">
              <a:ext uri="{FF2B5EF4-FFF2-40B4-BE49-F238E27FC236}">
                <a16:creationId xmlns:a16="http://schemas.microsoft.com/office/drawing/2014/main" id="{5ACC9DA5-FAB9-4138-947E-3FCB8678DB53}"/>
              </a:ext>
            </a:extLst>
          </p:cNvPr>
          <p:cNvSpPr>
            <a:spLocks xmlns:a="http://schemas.openxmlformats.org/drawingml/2006/main" noGrp="1"/>
          </p:cNvSpPr>
          <p:nvPr/>
        </p:nvSpPr>
        <p:spPr>
          <a:xfrm xmlns:a="http://schemas.openxmlformats.org/drawingml/2006/main">
            <a:off x="762000" y="1905000"/>
            <a:ext cx="9525" cy="2381250"/>
          </a:xfrm>
          <a:custGeom xmlns:a="http://schemas.openxmlformats.org/drawingml/2006/main">
            <a:pathLst>
              <a:path w="9525" h="2381250">
                <a:moveTo>
                  <a:pt x="0" y="2381250"/>
                </a:moveTo>
                <a:lnTo>
                  <a:pt x="0" y="0"/>
                </a:lnTo>
              </a:path>
            </a:pathLst>
          </a:custGeom>
          <a:noFill xmlns:a="http://schemas.openxmlformats.org/drawingml/2006/main"/>
          <a:ln xmlns:a="http://schemas.openxmlformats.org/drawingml/2006/main" w="38100">
            <a:solidFill>
              <a:srgbClr val="C4483C"/>
            </a:solidFill>
          </a:ln>
        </p:spPr>
      </p:sp>
      <p:sp>
        <p:nvSpPr>
          <p:cNvPr id="33" name="">
            <a:extLst xmlns:a="http://schemas.openxmlformats.org/drawingml/2006/main">
              <a:ext uri="{FF2B5EF4-FFF2-40B4-BE49-F238E27FC236}">
                <a16:creationId xmlns:a16="http://schemas.microsoft.com/office/drawing/2014/main" id="{B8B49507-1263-493D-B141-F0A68618596F}"/>
              </a:ext>
            </a:extLst>
          </p:cNvPr>
          <p:cNvSpPr>
            <a:spLocks xmlns:a="http://schemas.openxmlformats.org/drawingml/2006/main" noGrp="1"/>
          </p:cNvSpPr>
          <p:nvPr/>
        </p:nvSpPr>
        <p:spPr>
          <a:xfrm xmlns:a="http://schemas.openxmlformats.org/drawingml/2006/main">
            <a:off x="713994" y="1905000"/>
            <a:ext cx="96012" cy="114300"/>
          </a:xfrm>
          <a:custGeom xmlns:a="http://schemas.openxmlformats.org/drawingml/2006/main">
            <a:pathLst>
              <a:path w="96012" h="114300">
                <a:moveTo>
                  <a:pt x="48006" y="0"/>
                </a:moveTo>
                <a:lnTo>
                  <a:pt x="0" y="114300"/>
                </a:lnTo>
                <a:lnTo>
                  <a:pt x="96012" y="114300"/>
                </a:lnTo>
                <a:close/>
              </a:path>
            </a:pathLst>
          </a:custGeom>
          <a:solidFill xmlns:a="http://schemas.openxmlformats.org/drawingml/2006/main">
            <a:srgbClr val="C4483C"/>
          </a:solidFill>
          <a:ln xmlns:a="http://schemas.openxmlformats.org/drawingml/2006/main" w="4763">
            <a:solidFill>
              <a:srgbClr val="C4483C"/>
            </a:solidFill>
          </a:ln>
        </p:spPr>
      </p:sp>
      <p:sp>
        <p:nvSpPr>
          <p:cNvPr id="34" name="">
            <a:extLst xmlns:a="http://schemas.openxmlformats.org/drawingml/2006/main">
              <a:ext uri="{FF2B5EF4-FFF2-40B4-BE49-F238E27FC236}">
                <a16:creationId xmlns:a16="http://schemas.microsoft.com/office/drawing/2014/main" id="{22642ED9-8D17-48C8-B323-9CE9F9B9BD7E}"/>
              </a:ext>
            </a:extLst>
          </p:cNvPr>
          <p:cNvSpPr>
            <a:spLocks xmlns:a="http://schemas.openxmlformats.org/drawingml/2006/main" noGrp="1"/>
          </p:cNvSpPr>
          <p:nvPr/>
        </p:nvSpPr>
        <p:spPr>
          <a:xfrm xmlns:a="http://schemas.openxmlformats.org/drawingml/2006/main">
            <a:off x="809625" y="16192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263D4D"/>
                </a:solidFill>
                <a:latin typeface="Yu Gothic"/>
                <a:ea typeface="Yu Gothic"/>
                <a:cs typeface="Yu Gothic"/>
              </a:defRPr>
            </a:defPPr>
            <a:lvl1pPr>
              <a:defRPr sz="2025" b="1">
                <a:solidFill>
                  <a:srgbClr val="263D4D"/>
                </a:solidFill>
                <a:latin typeface="Yu Gothic"/>
                <a:ea typeface="Yu Gothic"/>
                <a:cs typeface="Yu Gothic"/>
              </a:defRPr>
            </a:lvl1pPr>
            <a:lvl2pPr>
              <a:defRPr sz="2025" b="1">
                <a:solidFill>
                  <a:srgbClr val="263D4D"/>
                </a:solidFill>
                <a:latin typeface="Yu Gothic"/>
                <a:ea typeface="Yu Gothic"/>
                <a:cs typeface="Yu Gothic"/>
              </a:defRPr>
            </a:lvl2pPr>
            <a:lvl3pPr>
              <a:defRPr sz="2025" b="1">
                <a:solidFill>
                  <a:srgbClr val="263D4D"/>
                </a:solidFill>
                <a:latin typeface="Yu Gothic"/>
                <a:ea typeface="Yu Gothic"/>
                <a:cs typeface="Yu Gothic"/>
              </a:defRPr>
            </a:lvl3pPr>
            <a:lvl4pPr>
              <a:defRPr sz="2025" b="1">
                <a:solidFill>
                  <a:srgbClr val="263D4D"/>
                </a:solidFill>
                <a:latin typeface="Yu Gothic"/>
                <a:ea typeface="Yu Gothic"/>
                <a:cs typeface="Yu Gothic"/>
              </a:defRPr>
            </a:lvl4pPr>
            <a:lvl5pPr>
              <a:defRPr sz="2025" b="1">
                <a:solidFill>
                  <a:srgbClr val="263D4D"/>
                </a:solidFill>
                <a:latin typeface="Yu Gothic"/>
                <a:ea typeface="Yu Gothic"/>
                <a:cs typeface="Yu Gothic"/>
              </a:defRPr>
            </a:lvl5pPr>
            <a:lvl6pPr>
              <a:defRPr sz="2025" b="1">
                <a:solidFill>
                  <a:srgbClr val="263D4D"/>
                </a:solidFill>
                <a:latin typeface="Yu Gothic"/>
                <a:ea typeface="Yu Gothic"/>
                <a:cs typeface="Yu Gothic"/>
              </a:defRPr>
            </a:lvl6pPr>
            <a:lvl7pPr>
              <a:defRPr sz="2025" b="1">
                <a:solidFill>
                  <a:srgbClr val="263D4D"/>
                </a:solidFill>
                <a:latin typeface="Yu Gothic"/>
                <a:ea typeface="Yu Gothic"/>
                <a:cs typeface="Yu Gothic"/>
              </a:defRPr>
            </a:lvl7pPr>
            <a:lvl8pPr>
              <a:defRPr sz="2025" b="1">
                <a:solidFill>
                  <a:srgbClr val="263D4D"/>
                </a:solidFill>
                <a:latin typeface="Yu Gothic"/>
                <a:ea typeface="Yu Gothic"/>
                <a:cs typeface="Yu Gothic"/>
              </a:defRPr>
            </a:lvl8pPr>
            <a:lvl9pPr>
              <a:defRPr sz="2025" b="1">
                <a:solidFill>
                  <a:srgbClr val="263D4D"/>
                </a:solidFill>
                <a:latin typeface="Yu Gothic"/>
                <a:ea typeface="Yu Gothic"/>
                <a:cs typeface="Yu Gothic"/>
              </a:defRPr>
            </a:lvl9pPr>
          </a:lstStyle>
          <a:p xmlns:a="http://schemas.openxmlformats.org/drawingml/2006/main">
            <a:pPr>
              <a:defRPr sz="2025" b="1">
                <a:solidFill>
                  <a:srgbClr val="263D4D"/>
                </a:solidFill>
                <a:latin typeface="Yu Gothic"/>
                <a:ea typeface="Yu Gothic"/>
                <a:cs typeface="Yu Gothic"/>
              </a:defRPr>
            </a:pPr>
            <a:r>
              <a:rPr sz="2025" b="1">
                <a:solidFill>
                  <a:srgbClr val="263D4D"/>
                </a:solidFill>
                <a:latin typeface="Yu Gothic"/>
                <a:ea typeface="Yu Gothic"/>
                <a:cs typeface="Yu Gothic"/>
              </a:rPr>
              <a:t>積層方向</a:t>
            </a:r>
          </a:p>
        </p:txBody>
      </p:sp>
      <p:sp>
        <p:nvSpPr>
          <p:cNvPr id="35" name="">
            <a:extLst xmlns:a="http://schemas.openxmlformats.org/drawingml/2006/main">
              <a:ext uri="{FF2B5EF4-FFF2-40B4-BE49-F238E27FC236}">
                <a16:creationId xmlns:a16="http://schemas.microsoft.com/office/drawing/2014/main" id="{05578BC4-F930-4AFE-BCAA-C4EB295ACA8A}"/>
              </a:ext>
            </a:extLst>
          </p:cNvPr>
          <p:cNvSpPr>
            <a:spLocks xmlns:a="http://schemas.openxmlformats.org/drawingml/2006/main" noGrp="1"/>
          </p:cNvSpPr>
          <p:nvPr/>
        </p:nvSpPr>
        <p:spPr>
          <a:xfrm xmlns:a="http://schemas.openxmlformats.org/drawingml/2006/main">
            <a:off x="6572250" y="3143250"/>
            <a:ext cx="952500" cy="9525"/>
          </a:xfrm>
          <a:custGeom xmlns:a="http://schemas.openxmlformats.org/drawingml/2006/main">
            <a:pathLst>
              <a:path w="952500" h="9525">
                <a:moveTo>
                  <a:pt x="0" y="0"/>
                </a:moveTo>
                <a:lnTo>
                  <a:pt x="952500" y="0"/>
                </a:lnTo>
              </a:path>
            </a:pathLst>
          </a:custGeom>
          <a:noFill xmlns:a="http://schemas.openxmlformats.org/drawingml/2006/main"/>
          <a:ln xmlns:a="http://schemas.openxmlformats.org/drawingml/2006/main" w="28575">
            <a:solidFill>
              <a:srgbClr val="087E8B"/>
            </a:solidFill>
          </a:ln>
        </p:spPr>
      </p:sp>
      <p:sp>
        <p:nvSpPr>
          <p:cNvPr id="36" name="">
            <a:extLst xmlns:a="http://schemas.openxmlformats.org/drawingml/2006/main">
              <a:ext uri="{FF2B5EF4-FFF2-40B4-BE49-F238E27FC236}">
                <a16:creationId xmlns:a16="http://schemas.microsoft.com/office/drawing/2014/main" id="{45E68484-FEC2-40BE-A187-894372F7BE05}"/>
              </a:ext>
            </a:extLst>
          </p:cNvPr>
          <p:cNvSpPr>
            <a:spLocks xmlns:a="http://schemas.openxmlformats.org/drawingml/2006/main" noGrp="1"/>
          </p:cNvSpPr>
          <p:nvPr/>
        </p:nvSpPr>
        <p:spPr>
          <a:xfrm xmlns:a="http://schemas.openxmlformats.org/drawingml/2006/main">
            <a:off x="7410450" y="3095244"/>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087E8B"/>
          </a:solidFill>
          <a:ln xmlns:a="http://schemas.openxmlformats.org/drawingml/2006/main" w="4763">
            <a:solidFill>
              <a:srgbClr val="087E8B"/>
            </a:solidFill>
          </a:ln>
        </p:spPr>
      </p:sp>
      <p:sp>
        <p:nvSpPr>
          <p:cNvPr id="37" name="">
            <a:extLst xmlns:a="http://schemas.openxmlformats.org/drawingml/2006/main">
              <a:ext uri="{FF2B5EF4-FFF2-40B4-BE49-F238E27FC236}">
                <a16:creationId xmlns:a16="http://schemas.microsoft.com/office/drawing/2014/main" id="{F45F220D-11F1-4A36-A0FE-5AA05021C567}"/>
              </a:ext>
            </a:extLst>
          </p:cNvPr>
          <p:cNvSpPr>
            <a:spLocks xmlns:a="http://schemas.openxmlformats.org/drawingml/2006/main" noGrp="1"/>
          </p:cNvSpPr>
          <p:nvPr/>
        </p:nvSpPr>
        <p:spPr>
          <a:xfrm xmlns:a="http://schemas.openxmlformats.org/drawingml/2006/main">
            <a:off x="7715250" y="2286000"/>
            <a:ext cx="352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63D4D"/>
                </a:solidFill>
                <a:latin typeface="Yu Gothic"/>
                <a:ea typeface="Yu Gothic"/>
                <a:cs typeface="Yu Gothic"/>
              </a:defRPr>
            </a:defPPr>
            <a:lvl1pPr>
              <a:defRPr sz="2100" b="1">
                <a:solidFill>
                  <a:srgbClr val="263D4D"/>
                </a:solidFill>
                <a:latin typeface="Yu Gothic"/>
                <a:ea typeface="Yu Gothic"/>
                <a:cs typeface="Yu Gothic"/>
              </a:defRPr>
            </a:lvl1pPr>
            <a:lvl2pPr>
              <a:defRPr sz="2100" b="1">
                <a:solidFill>
                  <a:srgbClr val="263D4D"/>
                </a:solidFill>
                <a:latin typeface="Yu Gothic"/>
                <a:ea typeface="Yu Gothic"/>
                <a:cs typeface="Yu Gothic"/>
              </a:defRPr>
            </a:lvl2pPr>
            <a:lvl3pPr>
              <a:defRPr sz="2100" b="1">
                <a:solidFill>
                  <a:srgbClr val="263D4D"/>
                </a:solidFill>
                <a:latin typeface="Yu Gothic"/>
                <a:ea typeface="Yu Gothic"/>
                <a:cs typeface="Yu Gothic"/>
              </a:defRPr>
            </a:lvl3pPr>
            <a:lvl4pPr>
              <a:defRPr sz="2100" b="1">
                <a:solidFill>
                  <a:srgbClr val="263D4D"/>
                </a:solidFill>
                <a:latin typeface="Yu Gothic"/>
                <a:ea typeface="Yu Gothic"/>
                <a:cs typeface="Yu Gothic"/>
              </a:defRPr>
            </a:lvl4pPr>
            <a:lvl5pPr>
              <a:defRPr sz="2100" b="1">
                <a:solidFill>
                  <a:srgbClr val="263D4D"/>
                </a:solidFill>
                <a:latin typeface="Yu Gothic"/>
                <a:ea typeface="Yu Gothic"/>
                <a:cs typeface="Yu Gothic"/>
              </a:defRPr>
            </a:lvl5pPr>
            <a:lvl6pPr>
              <a:defRPr sz="2100" b="1">
                <a:solidFill>
                  <a:srgbClr val="263D4D"/>
                </a:solidFill>
                <a:latin typeface="Yu Gothic"/>
                <a:ea typeface="Yu Gothic"/>
                <a:cs typeface="Yu Gothic"/>
              </a:defRPr>
            </a:lvl6pPr>
            <a:lvl7pPr>
              <a:defRPr sz="2100" b="1">
                <a:solidFill>
                  <a:srgbClr val="263D4D"/>
                </a:solidFill>
                <a:latin typeface="Yu Gothic"/>
                <a:ea typeface="Yu Gothic"/>
                <a:cs typeface="Yu Gothic"/>
              </a:defRPr>
            </a:lvl7pPr>
            <a:lvl8pPr>
              <a:defRPr sz="2100" b="1">
                <a:solidFill>
                  <a:srgbClr val="263D4D"/>
                </a:solidFill>
                <a:latin typeface="Yu Gothic"/>
                <a:ea typeface="Yu Gothic"/>
                <a:cs typeface="Yu Gothic"/>
              </a:defRPr>
            </a:lvl8pPr>
            <a:lvl9pPr>
              <a:defRPr sz="2100" b="1">
                <a:solidFill>
                  <a:srgbClr val="263D4D"/>
                </a:solidFill>
                <a:latin typeface="Yu Gothic"/>
                <a:ea typeface="Yu Gothic"/>
                <a:cs typeface="Yu Gothic"/>
              </a:defRPr>
            </a:lvl9pPr>
          </a:lstStyle>
          <a:p xmlns:a="http://schemas.openxmlformats.org/drawingml/2006/main">
            <a:pPr>
              <a:defRPr sz="2100" b="1">
                <a:solidFill>
                  <a:srgbClr val="263D4D"/>
                </a:solidFill>
                <a:latin typeface="Yu Gothic"/>
                <a:ea typeface="Yu Gothic"/>
                <a:cs typeface="Yu Gothic"/>
              </a:defRPr>
            </a:pPr>
            <a:r>
              <a:rPr sz="2100" b="1">
                <a:solidFill>
                  <a:srgbClr val="263D4D"/>
                </a:solidFill>
                <a:latin typeface="Yu Gothic"/>
                <a:ea typeface="Yu Gothic"/>
                <a:cs typeface="Yu Gothic"/>
              </a:rPr>
              <a:t>平行・垂直に試験</a:t>
            </a:r>
          </a:p>
        </p:txBody>
      </p:sp>
      <p:sp>
        <p:nvSpPr>
          <p:cNvPr id="38" name="">
            <a:extLst xmlns:a="http://schemas.openxmlformats.org/drawingml/2006/main">
              <a:ext uri="{FF2B5EF4-FFF2-40B4-BE49-F238E27FC236}">
                <a16:creationId xmlns:a16="http://schemas.microsoft.com/office/drawing/2014/main" id="{7B79D276-C343-4653-A660-E3B82559B9B6}"/>
              </a:ext>
            </a:extLst>
          </p:cNvPr>
          <p:cNvSpPr>
            <a:spLocks xmlns:a="http://schemas.openxmlformats.org/drawingml/2006/main" noGrp="1"/>
          </p:cNvSpPr>
          <p:nvPr/>
        </p:nvSpPr>
        <p:spPr>
          <a:xfrm xmlns:a="http://schemas.openxmlformats.org/drawingml/2006/main">
            <a:off x="7715250" y="3333750"/>
            <a:ext cx="352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defRPr sz="2025" b="0">
                <a:solidFill>
                  <a:srgbClr val="263D4D"/>
                </a:solidFill>
                <a:latin typeface="Yu Gothic"/>
                <a:ea typeface="Yu Gothic"/>
                <a:cs typeface="Yu Gothic"/>
              </a:defRPr>
            </a:lvl1pPr>
            <a:lvl2pPr>
              <a:defRPr sz="2025" b="0">
                <a:solidFill>
                  <a:srgbClr val="263D4D"/>
                </a:solidFill>
                <a:latin typeface="Yu Gothic"/>
                <a:ea typeface="Yu Gothic"/>
                <a:cs typeface="Yu Gothic"/>
              </a:defRPr>
            </a:lvl2pPr>
            <a:lvl3pPr>
              <a:defRPr sz="2025" b="0">
                <a:solidFill>
                  <a:srgbClr val="263D4D"/>
                </a:solidFill>
                <a:latin typeface="Yu Gothic"/>
                <a:ea typeface="Yu Gothic"/>
                <a:cs typeface="Yu Gothic"/>
              </a:defRPr>
            </a:lvl3pPr>
            <a:lvl4pPr>
              <a:defRPr sz="2025" b="0">
                <a:solidFill>
                  <a:srgbClr val="263D4D"/>
                </a:solidFill>
                <a:latin typeface="Yu Gothic"/>
                <a:ea typeface="Yu Gothic"/>
                <a:cs typeface="Yu Gothic"/>
              </a:defRPr>
            </a:lvl4pPr>
            <a:lvl5pPr>
              <a:defRPr sz="2025" b="0">
                <a:solidFill>
                  <a:srgbClr val="263D4D"/>
                </a:solidFill>
                <a:latin typeface="Yu Gothic"/>
                <a:ea typeface="Yu Gothic"/>
                <a:cs typeface="Yu Gothic"/>
              </a:defRPr>
            </a:lvl5pPr>
            <a:lvl6pPr>
              <a:defRPr sz="2025" b="0">
                <a:solidFill>
                  <a:srgbClr val="263D4D"/>
                </a:solidFill>
                <a:latin typeface="Yu Gothic"/>
                <a:ea typeface="Yu Gothic"/>
                <a:cs typeface="Yu Gothic"/>
              </a:defRPr>
            </a:lvl6pPr>
            <a:lvl7pPr>
              <a:defRPr sz="2025" b="0">
                <a:solidFill>
                  <a:srgbClr val="263D4D"/>
                </a:solidFill>
                <a:latin typeface="Yu Gothic"/>
                <a:ea typeface="Yu Gothic"/>
                <a:cs typeface="Yu Gothic"/>
              </a:defRPr>
            </a:lvl7pPr>
            <a:lvl8pPr>
              <a:defRPr sz="2025" b="0">
                <a:solidFill>
                  <a:srgbClr val="263D4D"/>
                </a:solidFill>
                <a:latin typeface="Yu Gothic"/>
                <a:ea typeface="Yu Gothic"/>
                <a:cs typeface="Yu Gothic"/>
              </a:defRPr>
            </a:lvl8pPr>
            <a:lvl9pPr>
              <a:defRPr sz="2025" b="0">
                <a:solidFill>
                  <a:srgbClr val="263D4D"/>
                </a:solidFill>
                <a:latin typeface="Yu Gothic"/>
                <a:ea typeface="Yu Gothic"/>
                <a:cs typeface="Yu Gothic"/>
              </a:defRPr>
            </a:lvl9pPr>
          </a:lstStyle>
          <a:p xmlns:a="http://schemas.openxmlformats.org/drawingml/2006/main">
            <a:pPr>
              <a:defRPr sz="2025" b="0">
                <a:solidFill>
                  <a:srgbClr val="263D4D"/>
                </a:solidFill>
                <a:latin typeface="Yu Gothic"/>
                <a:ea typeface="Yu Gothic"/>
                <a:cs typeface="Yu Gothic"/>
              </a:defRPr>
            </a:pPr>
            <a:r>
              <a:rPr sz="2025" b="0">
                <a:solidFill>
                  <a:srgbClr val="263D4D"/>
                </a:solidFill>
                <a:latin typeface="Yu Gothic"/>
                <a:ea typeface="Yu Gothic"/>
                <a:cs typeface="Yu Gothic"/>
              </a:rPr>
              <a:t>内部の欠陥も確認</a:t>
            </a:r>
          </a:p>
        </p:txBody>
      </p:sp>
      <p:sp>
        <p:nvSpPr>
          <p:cNvPr id="39" name="">
            <a:extLst xmlns:a="http://schemas.openxmlformats.org/drawingml/2006/main">
              <a:ext uri="{FF2B5EF4-FFF2-40B4-BE49-F238E27FC236}">
                <a16:creationId xmlns:a16="http://schemas.microsoft.com/office/drawing/2014/main" id="{20FDA346-3E4F-417C-869F-E1D6F6D9C8FD}"/>
              </a:ext>
            </a:extLst>
          </p:cNvPr>
          <p:cNvSpPr>
            <a:spLocks xmlns:a="http://schemas.openxmlformats.org/drawingml/2006/main" noGrp="1"/>
          </p:cNvSpPr>
          <p:nvPr/>
        </p:nvSpPr>
        <p:spPr>
          <a:xfrm xmlns:a="http://schemas.openxmlformats.org/drawingml/2006/main">
            <a:off x="1047750" y="5000625"/>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defRPr sz="2100" b="0">
                <a:solidFill>
                  <a:srgbClr val="263D4D"/>
                </a:solidFill>
                <a:latin typeface="Yu Gothic"/>
                <a:ea typeface="Yu Gothic"/>
                <a:cs typeface="Yu Gothic"/>
              </a:defRPr>
            </a:lvl1pPr>
            <a:lvl2pPr>
              <a:defRPr sz="2100" b="0">
                <a:solidFill>
                  <a:srgbClr val="263D4D"/>
                </a:solidFill>
                <a:latin typeface="Yu Gothic"/>
                <a:ea typeface="Yu Gothic"/>
                <a:cs typeface="Yu Gothic"/>
              </a:defRPr>
            </a:lvl2pPr>
            <a:lvl3pPr>
              <a:defRPr sz="2100" b="0">
                <a:solidFill>
                  <a:srgbClr val="263D4D"/>
                </a:solidFill>
                <a:latin typeface="Yu Gothic"/>
                <a:ea typeface="Yu Gothic"/>
                <a:cs typeface="Yu Gothic"/>
              </a:defRPr>
            </a:lvl3pPr>
            <a:lvl4pPr>
              <a:defRPr sz="2100" b="0">
                <a:solidFill>
                  <a:srgbClr val="263D4D"/>
                </a:solidFill>
                <a:latin typeface="Yu Gothic"/>
                <a:ea typeface="Yu Gothic"/>
                <a:cs typeface="Yu Gothic"/>
              </a:defRPr>
            </a:lvl4pPr>
            <a:lvl5pPr>
              <a:defRPr sz="2100" b="0">
                <a:solidFill>
                  <a:srgbClr val="263D4D"/>
                </a:solidFill>
                <a:latin typeface="Yu Gothic"/>
                <a:ea typeface="Yu Gothic"/>
                <a:cs typeface="Yu Gothic"/>
              </a:defRPr>
            </a:lvl5pPr>
            <a:lvl6pPr>
              <a:defRPr sz="2100" b="0">
                <a:solidFill>
                  <a:srgbClr val="263D4D"/>
                </a:solidFill>
                <a:latin typeface="Yu Gothic"/>
                <a:ea typeface="Yu Gothic"/>
                <a:cs typeface="Yu Gothic"/>
              </a:defRPr>
            </a:lvl6pPr>
            <a:lvl7pPr>
              <a:defRPr sz="2100" b="0">
                <a:solidFill>
                  <a:srgbClr val="263D4D"/>
                </a:solidFill>
                <a:latin typeface="Yu Gothic"/>
                <a:ea typeface="Yu Gothic"/>
                <a:cs typeface="Yu Gothic"/>
              </a:defRPr>
            </a:lvl7pPr>
            <a:lvl8pPr>
              <a:defRPr sz="2100" b="0">
                <a:solidFill>
                  <a:srgbClr val="263D4D"/>
                </a:solidFill>
                <a:latin typeface="Yu Gothic"/>
                <a:ea typeface="Yu Gothic"/>
                <a:cs typeface="Yu Gothic"/>
              </a:defRPr>
            </a:lvl8pPr>
            <a:lvl9pPr>
              <a:defRPr sz="2100" b="0">
                <a:solidFill>
                  <a:srgbClr val="263D4D"/>
                </a:solidFill>
                <a:latin typeface="Yu Gothic"/>
                <a:ea typeface="Yu Gothic"/>
                <a:cs typeface="Yu Gothic"/>
              </a:defRPr>
            </a:lvl9pPr>
          </a:lstStyle>
          <a:p xmlns:a="http://schemas.openxmlformats.org/drawingml/2006/main">
            <a:pPr>
              <a:defRPr sz="2100" b="0">
                <a:solidFill>
                  <a:srgbClr val="263D4D"/>
                </a:solidFill>
                <a:latin typeface="Yu Gothic"/>
                <a:ea typeface="Yu Gothic"/>
                <a:cs typeface="Yu Gothic"/>
              </a:defRPr>
            </a:pPr>
            <a:r>
              <a:rPr sz="2100" b="0">
                <a:solidFill>
                  <a:srgbClr val="263D4D"/>
                </a:solidFill>
                <a:latin typeface="Yu Gothic"/>
                <a:ea typeface="Yu Gothic"/>
                <a:cs typeface="Yu Gothic"/>
              </a:rPr>
              <a:t>向きと製造条件をデータに残す</a:t>
            </a:r>
          </a:p>
        </p:txBody>
      </p:sp>
    </p:spTree>
    <p:extLst>
      <p:ext uri="{BB962C8B-B14F-4D97-AF65-F5344CB8AC3E}">
        <p14:creationId xmlns:p14="http://schemas.microsoft.com/office/powerpoint/2010/main" val="213236549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7065AC2-3B99-461E-9F7B-AC149C0E8E04}"/>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複合材の積層造形にも異方性</a:t>
            </a:r>
          </a:p>
        </p:txBody>
      </p:sp>
      <p:sp>
        <p:nvSpPr>
          <p:cNvPr id="2" name="">
            <a:extLst xmlns:a="http://schemas.openxmlformats.org/drawingml/2006/main">
              <a:ext uri="{FF2B5EF4-FFF2-40B4-BE49-F238E27FC236}">
                <a16:creationId xmlns:a16="http://schemas.microsoft.com/office/drawing/2014/main" id="{4316407A-EF0B-4D43-9565-05259CCC4352}"/>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2B64DA58-2156-40AA-B776-1F3AB05C7A51}"/>
              </a:ext>
            </a:extLst>
          </p:cNvPr>
          <p:cNvSpPr>
            <a:spLocks xmlns:a="http://schemas.openxmlformats.org/drawingml/2006/main" noGrp="1"/>
          </p:cNvSpPr>
          <p:nvPr/>
        </p:nvSpPr>
        <p:spPr>
          <a:xfrm xmlns:a="http://schemas.openxmlformats.org/drawingml/2006/main">
            <a:off x="809625" y="173355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吐出時に繊維や粒子が向く場合がある</a:t>
            </a:r>
          </a:p>
        </p:txBody>
      </p:sp>
      <p:sp>
        <p:nvSpPr>
          <p:cNvPr id="4" name="">
            <a:extLst xmlns:a="http://schemas.openxmlformats.org/drawingml/2006/main">
              <a:ext uri="{FF2B5EF4-FFF2-40B4-BE49-F238E27FC236}">
                <a16:creationId xmlns:a16="http://schemas.microsoft.com/office/drawing/2014/main" id="{E750207B-75A8-4A27-950B-59383251A464}"/>
              </a:ext>
            </a:extLst>
          </p:cNvPr>
          <p:cNvSpPr>
            <a:spLocks xmlns:a="http://schemas.openxmlformats.org/drawingml/2006/main" noGrp="1"/>
          </p:cNvSpPr>
          <p:nvPr/>
        </p:nvSpPr>
        <p:spPr>
          <a:xfrm xmlns:a="http://schemas.openxmlformats.org/drawingml/2006/main">
            <a:off x="809625" y="279082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造形方向と試験方向を記載する</a:t>
            </a:r>
          </a:p>
        </p:txBody>
      </p:sp>
      <p:sp>
        <p:nvSpPr>
          <p:cNvPr id="5" name="">
            <a:extLst xmlns:a="http://schemas.openxmlformats.org/drawingml/2006/main">
              <a:ext uri="{FF2B5EF4-FFF2-40B4-BE49-F238E27FC236}">
                <a16:creationId xmlns:a16="http://schemas.microsoft.com/office/drawing/2014/main" id="{10EB2676-5800-4BA3-B1DD-E8D253800171}"/>
              </a:ext>
            </a:extLst>
          </p:cNvPr>
          <p:cNvSpPr>
            <a:spLocks xmlns:a="http://schemas.openxmlformats.org/drawingml/2006/main" noGrp="1"/>
          </p:cNvSpPr>
          <p:nvPr/>
        </p:nvSpPr>
        <p:spPr>
          <a:xfrm xmlns:a="http://schemas.openxmlformats.org/drawingml/2006/main">
            <a:off x="809625" y="384810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再現するには装置・経路・条件を残す</a:t>
            </a:r>
          </a:p>
        </p:txBody>
      </p:sp>
      <p:sp>
        <p:nvSpPr>
          <p:cNvPr id="6" name="">
            <a:extLst xmlns:a="http://schemas.openxmlformats.org/drawingml/2006/main">
              <a:ext uri="{FF2B5EF4-FFF2-40B4-BE49-F238E27FC236}">
                <a16:creationId xmlns:a16="http://schemas.microsoft.com/office/drawing/2014/main" id="{E29AC073-4C94-408D-BAF9-0CE3E5F5F592}"/>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参照 [4]</a:t>
            </a:r>
          </a:p>
        </p:txBody>
      </p:sp>
      <p:sp>
        <p:nvSpPr>
          <p:cNvPr id="7" name="">
            <a:extLst xmlns:a="http://schemas.openxmlformats.org/drawingml/2006/main">
              <a:ext uri="{FF2B5EF4-FFF2-40B4-BE49-F238E27FC236}">
                <a16:creationId xmlns:a16="http://schemas.microsoft.com/office/drawing/2014/main" id="{32AD687D-D717-4594-9969-118BCB565B88}"/>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発展B</a:t>
            </a:r>
          </a:p>
        </p:txBody>
      </p:sp>
      <p:sp>
        <p:nvSpPr>
          <p:cNvPr id="8" name="">
            <a:extLst xmlns:a="http://schemas.openxmlformats.org/drawingml/2006/main">
              <a:ext uri="{FF2B5EF4-FFF2-40B4-BE49-F238E27FC236}">
                <a16:creationId xmlns:a16="http://schemas.microsoft.com/office/drawing/2014/main" id="{A53472CB-3E6E-483C-9176-36575D22B092}"/>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11 / 26</a:t>
            </a:r>
          </a:p>
        </p:txBody>
      </p:sp>
    </p:spTree>
    <p:extLst>
      <p:ext uri="{BB962C8B-B14F-4D97-AF65-F5344CB8AC3E}">
        <p14:creationId xmlns:p14="http://schemas.microsoft.com/office/powerpoint/2010/main" val="144566095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4C20F19-DB02-4D10-A924-82B759819076}"/>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機能性材料：力以外の働きを設計</a:t>
            </a:r>
          </a:p>
        </p:txBody>
      </p:sp>
      <p:sp>
        <p:nvSpPr>
          <p:cNvPr id="2" name="">
            <a:extLst xmlns:a="http://schemas.openxmlformats.org/drawingml/2006/main">
              <a:ext uri="{FF2B5EF4-FFF2-40B4-BE49-F238E27FC236}">
                <a16:creationId xmlns:a16="http://schemas.microsoft.com/office/drawing/2014/main" id="{7A2019FC-3EAE-4505-9DA8-C9E17DD5806F}"/>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B259DFB0-4EDF-46B3-85FF-F29F791F5263}"/>
              </a:ext>
            </a:extLst>
          </p:cNvPr>
          <p:cNvSpPr>
            <a:spLocks xmlns:a="http://schemas.openxmlformats.org/drawingml/2006/main" noGrp="1"/>
          </p:cNvSpPr>
          <p:nvPr/>
        </p:nvSpPr>
        <p:spPr>
          <a:xfrm xmlns:a="http://schemas.openxmlformats.org/drawingml/2006/main">
            <a:off x="809625" y="173355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電気・熱・磁気・光への応答を用途に結ぶ</a:t>
            </a:r>
          </a:p>
        </p:txBody>
      </p:sp>
      <p:sp>
        <p:nvSpPr>
          <p:cNvPr id="4" name="">
            <a:extLst xmlns:a="http://schemas.openxmlformats.org/drawingml/2006/main">
              <a:ext uri="{FF2B5EF4-FFF2-40B4-BE49-F238E27FC236}">
                <a16:creationId xmlns:a16="http://schemas.microsoft.com/office/drawing/2014/main" id="{0626E265-34F4-4B05-A33D-FAF1FEB2680F}"/>
              </a:ext>
            </a:extLst>
          </p:cNvPr>
          <p:cNvSpPr>
            <a:spLocks xmlns:a="http://schemas.openxmlformats.org/drawingml/2006/main" noGrp="1"/>
          </p:cNvSpPr>
          <p:nvPr/>
        </p:nvSpPr>
        <p:spPr>
          <a:xfrm xmlns:a="http://schemas.openxmlformats.org/drawingml/2006/main">
            <a:off x="809625" y="279082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刺激と応答、繰り返し、使用環境を決める</a:t>
            </a:r>
          </a:p>
        </p:txBody>
      </p:sp>
      <p:sp>
        <p:nvSpPr>
          <p:cNvPr id="5" name="">
            <a:extLst xmlns:a="http://schemas.openxmlformats.org/drawingml/2006/main">
              <a:ext uri="{FF2B5EF4-FFF2-40B4-BE49-F238E27FC236}">
                <a16:creationId xmlns:a16="http://schemas.microsoft.com/office/drawing/2014/main" id="{8AF17C16-C688-404B-8AA0-E199705D20E1}"/>
              </a:ext>
            </a:extLst>
          </p:cNvPr>
          <p:cNvSpPr>
            <a:spLocks xmlns:a="http://schemas.openxmlformats.org/drawingml/2006/main" noGrp="1"/>
          </p:cNvSpPr>
          <p:nvPr/>
        </p:nvSpPr>
        <p:spPr>
          <a:xfrm xmlns:a="http://schemas.openxmlformats.org/drawingml/2006/main">
            <a:off x="809625" y="384810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センサー部品と製品全体の役割を分ける</a:t>
            </a:r>
          </a:p>
        </p:txBody>
      </p:sp>
      <p:sp>
        <p:nvSpPr>
          <p:cNvPr id="6" name="">
            <a:extLst xmlns:a="http://schemas.openxmlformats.org/drawingml/2006/main">
              <a:ext uri="{FF2B5EF4-FFF2-40B4-BE49-F238E27FC236}">
                <a16:creationId xmlns:a16="http://schemas.microsoft.com/office/drawing/2014/main" id="{4F6A3F61-CEA7-49EA-94D6-73F982C2EBE6}"/>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授業用の比較例は仮想。条件を明記する。</a:t>
            </a:r>
          </a:p>
        </p:txBody>
      </p:sp>
      <p:sp>
        <p:nvSpPr>
          <p:cNvPr id="7" name="">
            <a:extLst xmlns:a="http://schemas.openxmlformats.org/drawingml/2006/main">
              <a:ext uri="{FF2B5EF4-FFF2-40B4-BE49-F238E27FC236}">
                <a16:creationId xmlns:a16="http://schemas.microsoft.com/office/drawing/2014/main" id="{150B9B8C-CF2C-47C6-A0E8-A77F1C952656}"/>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発展B</a:t>
            </a:r>
          </a:p>
        </p:txBody>
      </p:sp>
      <p:sp>
        <p:nvSpPr>
          <p:cNvPr id="8" name="">
            <a:extLst xmlns:a="http://schemas.openxmlformats.org/drawingml/2006/main">
              <a:ext uri="{FF2B5EF4-FFF2-40B4-BE49-F238E27FC236}">
                <a16:creationId xmlns:a16="http://schemas.microsoft.com/office/drawing/2014/main" id="{FDD5AD30-4B74-4616-8DDA-6D141ED08C2F}"/>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12 / 26</a:t>
            </a:r>
          </a:p>
        </p:txBody>
      </p:sp>
    </p:spTree>
    <p:extLst>
      <p:ext uri="{BB962C8B-B14F-4D97-AF65-F5344CB8AC3E}">
        <p14:creationId xmlns:p14="http://schemas.microsoft.com/office/powerpoint/2010/main" val="27914712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A1A7A33-6B4C-418A-B28C-37B2B75DBF1A}"/>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生物育成設備での使い分け</a:t>
            </a:r>
          </a:p>
        </p:txBody>
      </p:sp>
      <p:sp>
        <p:nvSpPr>
          <p:cNvPr id="2" name="">
            <a:extLst xmlns:a="http://schemas.openxmlformats.org/drawingml/2006/main">
              <a:ext uri="{FF2B5EF4-FFF2-40B4-BE49-F238E27FC236}">
                <a16:creationId xmlns:a16="http://schemas.microsoft.com/office/drawing/2014/main" id="{4770E8AD-FFF0-4ED5-85E7-97DD3AE88527}"/>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CF4E9935-AC48-4626-A125-FC140D0F9E6A}"/>
              </a:ext>
            </a:extLst>
          </p:cNvPr>
          <p:cNvSpPr>
            <a:spLocks xmlns:a="http://schemas.openxmlformats.org/drawingml/2006/main" noGrp="1"/>
          </p:cNvSpPr>
          <p:nvPr/>
        </p:nvSpPr>
        <p:spPr>
          <a:xfrm xmlns:a="http://schemas.openxmlformats.org/drawingml/2006/main">
            <a:off x="809625" y="173355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支える部材、覆う部材、測る部材を分ける</a:t>
            </a:r>
          </a:p>
        </p:txBody>
      </p:sp>
      <p:sp>
        <p:nvSpPr>
          <p:cNvPr id="4" name="">
            <a:extLst xmlns:a="http://schemas.openxmlformats.org/drawingml/2006/main">
              <a:ext uri="{FF2B5EF4-FFF2-40B4-BE49-F238E27FC236}">
                <a16:creationId xmlns:a16="http://schemas.microsoft.com/office/drawing/2014/main" id="{E0AA8981-5CB1-43E3-91A7-24B40DFC65D2}"/>
              </a:ext>
            </a:extLst>
          </p:cNvPr>
          <p:cNvSpPr>
            <a:spLocks xmlns:a="http://schemas.openxmlformats.org/drawingml/2006/main" noGrp="1"/>
          </p:cNvSpPr>
          <p:nvPr/>
        </p:nvSpPr>
        <p:spPr>
          <a:xfrm xmlns:a="http://schemas.openxmlformats.org/drawingml/2006/main">
            <a:off x="809625" y="279082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湿り気・光・清掃・交換の条件を置く</a:t>
            </a:r>
          </a:p>
        </p:txBody>
      </p:sp>
      <p:sp>
        <p:nvSpPr>
          <p:cNvPr id="5" name="">
            <a:extLst xmlns:a="http://schemas.openxmlformats.org/drawingml/2006/main">
              <a:ext uri="{FF2B5EF4-FFF2-40B4-BE49-F238E27FC236}">
                <a16:creationId xmlns:a16="http://schemas.microsoft.com/office/drawing/2014/main" id="{80067DD8-7AC7-4536-8089-E43C29F0E7B3}"/>
              </a:ext>
            </a:extLst>
          </p:cNvPr>
          <p:cNvSpPr>
            <a:spLocks xmlns:a="http://schemas.openxmlformats.org/drawingml/2006/main" noGrp="1"/>
          </p:cNvSpPr>
          <p:nvPr/>
        </p:nvSpPr>
        <p:spPr>
          <a:xfrm xmlns:a="http://schemas.openxmlformats.org/drawingml/2006/main">
            <a:off x="809625" y="384810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センサー値には位置と校正を添える</a:t>
            </a:r>
          </a:p>
        </p:txBody>
      </p:sp>
      <p:sp>
        <p:nvSpPr>
          <p:cNvPr id="6" name="">
            <a:extLst xmlns:a="http://schemas.openxmlformats.org/drawingml/2006/main">
              <a:ext uri="{FF2B5EF4-FFF2-40B4-BE49-F238E27FC236}">
                <a16:creationId xmlns:a16="http://schemas.microsoft.com/office/drawing/2014/main" id="{64037FDC-0DB8-4811-A7A1-D1FD62A9177F}"/>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授業用の比較例は仮想。条件を明記する。</a:t>
            </a:r>
          </a:p>
        </p:txBody>
      </p:sp>
      <p:sp>
        <p:nvSpPr>
          <p:cNvPr id="7" name="">
            <a:extLst xmlns:a="http://schemas.openxmlformats.org/drawingml/2006/main">
              <a:ext uri="{FF2B5EF4-FFF2-40B4-BE49-F238E27FC236}">
                <a16:creationId xmlns:a16="http://schemas.microsoft.com/office/drawing/2014/main" id="{4CB0568D-CCA3-4937-A09E-1DA17FED2210}"/>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発展B</a:t>
            </a:r>
          </a:p>
        </p:txBody>
      </p:sp>
      <p:sp>
        <p:nvSpPr>
          <p:cNvPr id="8" name="">
            <a:extLst xmlns:a="http://schemas.openxmlformats.org/drawingml/2006/main">
              <a:ext uri="{FF2B5EF4-FFF2-40B4-BE49-F238E27FC236}">
                <a16:creationId xmlns:a16="http://schemas.microsoft.com/office/drawing/2014/main" id="{F2AEAD87-C8C2-4892-9596-B72B27618843}"/>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13 / 26</a:t>
            </a:r>
          </a:p>
        </p:txBody>
      </p:sp>
    </p:spTree>
    <p:extLst>
      <p:ext uri="{BB962C8B-B14F-4D97-AF65-F5344CB8AC3E}">
        <p14:creationId xmlns:p14="http://schemas.microsoft.com/office/powerpoint/2010/main" val="42911558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4E56E13-0679-4714-B12A-4565A5A5F887}"/>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比較例：架台の二つの設計案</a:t>
            </a:r>
          </a:p>
        </p:txBody>
      </p:sp>
      <p:sp>
        <p:nvSpPr>
          <p:cNvPr id="2" name="">
            <a:extLst xmlns:a="http://schemas.openxmlformats.org/drawingml/2006/main">
              <a:ext uri="{FF2B5EF4-FFF2-40B4-BE49-F238E27FC236}">
                <a16:creationId xmlns:a16="http://schemas.microsoft.com/office/drawing/2014/main" id="{6B9DDFDB-A481-4D20-8BDA-F12D4007A5E3}"/>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0C9903D0-8D41-45C1-B557-DF3553C1955C}"/>
              </a:ext>
            </a:extLst>
          </p:cNvPr>
          <p:cNvSpPr>
            <a:spLocks xmlns:a="http://schemas.openxmlformats.org/drawingml/2006/main" noGrp="1"/>
          </p:cNvSpPr>
          <p:nvPr/>
        </p:nvSpPr>
        <p:spPr>
          <a:xfrm xmlns:a="http://schemas.openxmlformats.org/drawingml/2006/main">
            <a:off x="809625" y="173355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案A：木材の板＋交換しやすい接合</a:t>
            </a:r>
          </a:p>
        </p:txBody>
      </p:sp>
      <p:sp>
        <p:nvSpPr>
          <p:cNvPr id="4" name="">
            <a:extLst xmlns:a="http://schemas.openxmlformats.org/drawingml/2006/main">
              <a:ext uri="{FF2B5EF4-FFF2-40B4-BE49-F238E27FC236}">
                <a16:creationId xmlns:a16="http://schemas.microsoft.com/office/drawing/2014/main" id="{13E731F5-35A4-4591-8918-1BE9ACB70C6A}"/>
              </a:ext>
            </a:extLst>
          </p:cNvPr>
          <p:cNvSpPr>
            <a:spLocks xmlns:a="http://schemas.openxmlformats.org/drawingml/2006/main" noGrp="1"/>
          </p:cNvSpPr>
          <p:nvPr/>
        </p:nvSpPr>
        <p:spPr>
          <a:xfrm xmlns:a="http://schemas.openxmlformats.org/drawingml/2006/main">
            <a:off x="809625" y="279082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案B：繊維強化樹脂の板＋専用接合</a:t>
            </a:r>
          </a:p>
        </p:txBody>
      </p:sp>
      <p:sp>
        <p:nvSpPr>
          <p:cNvPr id="5" name="">
            <a:extLst xmlns:a="http://schemas.openxmlformats.org/drawingml/2006/main">
              <a:ext uri="{FF2B5EF4-FFF2-40B4-BE49-F238E27FC236}">
                <a16:creationId xmlns:a16="http://schemas.microsoft.com/office/drawing/2014/main" id="{424B6359-2B29-4C1A-9471-A9ACB738E583}"/>
              </a:ext>
            </a:extLst>
          </p:cNvPr>
          <p:cNvSpPr>
            <a:spLocks xmlns:a="http://schemas.openxmlformats.org/drawingml/2006/main" noGrp="1"/>
          </p:cNvSpPr>
          <p:nvPr/>
        </p:nvSpPr>
        <p:spPr>
          <a:xfrm xmlns:a="http://schemas.openxmlformats.org/drawingml/2006/main">
            <a:off x="809625" y="384810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同じ荷重・使用期間・補修条件で比べる</a:t>
            </a:r>
          </a:p>
        </p:txBody>
      </p:sp>
      <p:sp>
        <p:nvSpPr>
          <p:cNvPr id="6" name="">
            <a:extLst xmlns:a="http://schemas.openxmlformats.org/drawingml/2006/main">
              <a:ext uri="{FF2B5EF4-FFF2-40B4-BE49-F238E27FC236}">
                <a16:creationId xmlns:a16="http://schemas.microsoft.com/office/drawing/2014/main" id="{BE14FF06-B893-4EB6-B745-25CC63896663}"/>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授業用の比較例は仮想。条件を明記する。</a:t>
            </a:r>
          </a:p>
        </p:txBody>
      </p:sp>
      <p:sp>
        <p:nvSpPr>
          <p:cNvPr id="7" name="">
            <a:extLst xmlns:a="http://schemas.openxmlformats.org/drawingml/2006/main">
              <a:ext uri="{FF2B5EF4-FFF2-40B4-BE49-F238E27FC236}">
                <a16:creationId xmlns:a16="http://schemas.microsoft.com/office/drawing/2014/main" id="{E29DDC3F-A7B3-49EC-B1D2-3CFD5CE6E5E6}"/>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発展B</a:t>
            </a:r>
          </a:p>
        </p:txBody>
      </p:sp>
      <p:sp>
        <p:nvSpPr>
          <p:cNvPr id="8" name="">
            <a:extLst xmlns:a="http://schemas.openxmlformats.org/drawingml/2006/main">
              <a:ext uri="{FF2B5EF4-FFF2-40B4-BE49-F238E27FC236}">
                <a16:creationId xmlns:a16="http://schemas.microsoft.com/office/drawing/2014/main" id="{E730926F-BC01-49E8-ACB2-9B5961A48278}"/>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14 / 26</a:t>
            </a:r>
          </a:p>
        </p:txBody>
      </p:sp>
    </p:spTree>
    <p:extLst>
      <p:ext uri="{BB962C8B-B14F-4D97-AF65-F5344CB8AC3E}">
        <p14:creationId xmlns:p14="http://schemas.microsoft.com/office/powerpoint/2010/main" val="70057888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DF97EC7-DA65-4D8D-9FB7-EF8CA5D69B5E}"/>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自己確認1：新素材に替える根拠を作る</a:t>
            </a:r>
          </a:p>
        </p:txBody>
      </p:sp>
      <p:sp>
        <p:nvSpPr>
          <p:cNvPr id="2" name="">
            <a:extLst xmlns:a="http://schemas.openxmlformats.org/drawingml/2006/main">
              <a:ext uri="{FF2B5EF4-FFF2-40B4-BE49-F238E27FC236}">
                <a16:creationId xmlns:a16="http://schemas.microsoft.com/office/drawing/2014/main" id="{891FE9B7-9A4E-4643-B769-8899B726A555}"/>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ECC4AADB-3290-4A44-8F54-51AFE7BF9E13}"/>
              </a:ext>
            </a:extLst>
          </p:cNvPr>
          <p:cNvSpPr>
            <a:spLocks xmlns:a="http://schemas.openxmlformats.org/drawingml/2006/main" noGrp="1"/>
          </p:cNvSpPr>
          <p:nvPr/>
        </p:nvSpPr>
        <p:spPr>
          <a:xfrm xmlns:a="http://schemas.openxmlformats.org/drawingml/2006/main">
            <a:off x="809625" y="173355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案Bへ替えるなら、何を改善したいか</a:t>
            </a:r>
          </a:p>
        </p:txBody>
      </p:sp>
      <p:sp>
        <p:nvSpPr>
          <p:cNvPr id="4" name="">
            <a:extLst xmlns:a="http://schemas.openxmlformats.org/drawingml/2006/main">
              <a:ext uri="{FF2B5EF4-FFF2-40B4-BE49-F238E27FC236}">
                <a16:creationId xmlns:a16="http://schemas.microsoft.com/office/drawing/2014/main" id="{0BEFBB57-3DD5-41D6-97C0-6A56D0F051AE}"/>
              </a:ext>
            </a:extLst>
          </p:cNvPr>
          <p:cNvSpPr>
            <a:spLocks xmlns:a="http://schemas.openxmlformats.org/drawingml/2006/main" noGrp="1"/>
          </p:cNvSpPr>
          <p:nvPr/>
        </p:nvSpPr>
        <p:spPr>
          <a:xfrm xmlns:a="http://schemas.openxmlformats.org/drawingml/2006/main">
            <a:off x="809625" y="279082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同時に悪くなる可能性がある点を二つ</a:t>
            </a:r>
          </a:p>
        </p:txBody>
      </p:sp>
      <p:sp>
        <p:nvSpPr>
          <p:cNvPr id="5" name="">
            <a:extLst xmlns:a="http://schemas.openxmlformats.org/drawingml/2006/main">
              <a:ext uri="{FF2B5EF4-FFF2-40B4-BE49-F238E27FC236}">
                <a16:creationId xmlns:a16="http://schemas.microsoft.com/office/drawing/2014/main" id="{0AE0468E-D811-434F-A4D5-8527153CB281}"/>
              </a:ext>
            </a:extLst>
          </p:cNvPr>
          <p:cNvSpPr>
            <a:spLocks xmlns:a="http://schemas.openxmlformats.org/drawingml/2006/main" noGrp="1"/>
          </p:cNvSpPr>
          <p:nvPr/>
        </p:nvSpPr>
        <p:spPr>
          <a:xfrm xmlns:a="http://schemas.openxmlformats.org/drawingml/2006/main">
            <a:off x="809625" y="384810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必要な試験と維持管理の記録を三つ</a:t>
            </a:r>
          </a:p>
        </p:txBody>
      </p:sp>
      <p:sp>
        <p:nvSpPr>
          <p:cNvPr id="6" name="">
            <a:extLst xmlns:a="http://schemas.openxmlformats.org/drawingml/2006/main">
              <a:ext uri="{FF2B5EF4-FFF2-40B4-BE49-F238E27FC236}">
                <a16:creationId xmlns:a16="http://schemas.microsoft.com/office/drawing/2014/main" id="{10F671F5-310E-4DE1-AF56-A4AB75FF0DD6}"/>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授業用の比較例は仮想。条件を明記する。</a:t>
            </a:r>
          </a:p>
        </p:txBody>
      </p:sp>
      <p:sp>
        <p:nvSpPr>
          <p:cNvPr id="7" name="">
            <a:extLst xmlns:a="http://schemas.openxmlformats.org/drawingml/2006/main">
              <a:ext uri="{FF2B5EF4-FFF2-40B4-BE49-F238E27FC236}">
                <a16:creationId xmlns:a16="http://schemas.microsoft.com/office/drawing/2014/main" id="{0BB92DAC-C1CB-4EE2-B12F-AA89CE1966CA}"/>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発展B</a:t>
            </a:r>
          </a:p>
        </p:txBody>
      </p:sp>
      <p:sp>
        <p:nvSpPr>
          <p:cNvPr id="8" name="">
            <a:extLst xmlns:a="http://schemas.openxmlformats.org/drawingml/2006/main">
              <a:ext uri="{FF2B5EF4-FFF2-40B4-BE49-F238E27FC236}">
                <a16:creationId xmlns:a16="http://schemas.microsoft.com/office/drawing/2014/main" id="{A3AAF30C-8AC8-4BB7-8031-44002625D7EC}"/>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15 / 26</a:t>
            </a:r>
          </a:p>
        </p:txBody>
      </p:sp>
    </p:spTree>
    <p:extLst>
      <p:ext uri="{BB962C8B-B14F-4D97-AF65-F5344CB8AC3E}">
        <p14:creationId xmlns:p14="http://schemas.microsoft.com/office/powerpoint/2010/main" val="129846245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CC7C5BB-AC5D-4CF7-A37A-E288938AF7DD}"/>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解説1：用途を固定してから比較する</a:t>
            </a:r>
          </a:p>
        </p:txBody>
      </p:sp>
      <p:sp>
        <p:nvSpPr>
          <p:cNvPr id="2" name="">
            <a:extLst xmlns:a="http://schemas.openxmlformats.org/drawingml/2006/main">
              <a:ext uri="{FF2B5EF4-FFF2-40B4-BE49-F238E27FC236}">
                <a16:creationId xmlns:a16="http://schemas.microsoft.com/office/drawing/2014/main" id="{804CD32E-F703-401D-BA30-3F4FF57C4DC9}"/>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AEA44CBA-9600-4A9D-B3D3-3D79646ECC52}"/>
              </a:ext>
            </a:extLst>
          </p:cNvPr>
          <p:cNvSpPr>
            <a:spLocks xmlns:a="http://schemas.openxmlformats.org/drawingml/2006/main" noGrp="1"/>
          </p:cNvSpPr>
          <p:nvPr/>
        </p:nvSpPr>
        <p:spPr>
          <a:xfrm xmlns:a="http://schemas.openxmlformats.org/drawingml/2006/main">
            <a:off x="809625" y="173355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必要な機能：載せる量・変形上限・使用期間</a:t>
            </a:r>
          </a:p>
        </p:txBody>
      </p:sp>
      <p:sp>
        <p:nvSpPr>
          <p:cNvPr id="4" name="">
            <a:extLst xmlns:a="http://schemas.openxmlformats.org/drawingml/2006/main">
              <a:ext uri="{FF2B5EF4-FFF2-40B4-BE49-F238E27FC236}">
                <a16:creationId xmlns:a16="http://schemas.microsoft.com/office/drawing/2014/main" id="{50EB2402-70A4-4B33-895A-BBB9CE0E3A82}"/>
              </a:ext>
            </a:extLst>
          </p:cNvPr>
          <p:cNvSpPr>
            <a:spLocks xmlns:a="http://schemas.openxmlformats.org/drawingml/2006/main" noGrp="1"/>
          </p:cNvSpPr>
          <p:nvPr/>
        </p:nvSpPr>
        <p:spPr>
          <a:xfrm xmlns:a="http://schemas.openxmlformats.org/drawingml/2006/main">
            <a:off x="809625" y="279082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比較する案：形・接合・維持管理を含む</a:t>
            </a:r>
          </a:p>
        </p:txBody>
      </p:sp>
      <p:sp>
        <p:nvSpPr>
          <p:cNvPr id="5" name="">
            <a:extLst xmlns:a="http://schemas.openxmlformats.org/drawingml/2006/main">
              <a:ext uri="{FF2B5EF4-FFF2-40B4-BE49-F238E27FC236}">
                <a16:creationId xmlns:a16="http://schemas.microsoft.com/office/drawing/2014/main" id="{BB3EC4D6-22B2-4AA6-8BD9-611F15FC514F}"/>
              </a:ext>
            </a:extLst>
          </p:cNvPr>
          <p:cNvSpPr>
            <a:spLocks xmlns:a="http://schemas.openxmlformats.org/drawingml/2006/main" noGrp="1"/>
          </p:cNvSpPr>
          <p:nvPr/>
        </p:nvSpPr>
        <p:spPr>
          <a:xfrm xmlns:a="http://schemas.openxmlformats.org/drawingml/2006/main">
            <a:off x="809625" y="384810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未確認の値は試験または資料で調べる</a:t>
            </a:r>
          </a:p>
        </p:txBody>
      </p:sp>
      <p:sp>
        <p:nvSpPr>
          <p:cNvPr id="6" name="">
            <a:extLst xmlns:a="http://schemas.openxmlformats.org/drawingml/2006/main">
              <a:ext uri="{FF2B5EF4-FFF2-40B4-BE49-F238E27FC236}">
                <a16:creationId xmlns:a16="http://schemas.microsoft.com/office/drawing/2014/main" id="{C33231D6-AC39-4621-9C78-84F35B0859E3}"/>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授業用の比較例は仮想。条件を明記する。</a:t>
            </a:r>
          </a:p>
        </p:txBody>
      </p:sp>
      <p:sp>
        <p:nvSpPr>
          <p:cNvPr id="7" name="">
            <a:extLst xmlns:a="http://schemas.openxmlformats.org/drawingml/2006/main">
              <a:ext uri="{FF2B5EF4-FFF2-40B4-BE49-F238E27FC236}">
                <a16:creationId xmlns:a16="http://schemas.microsoft.com/office/drawing/2014/main" id="{2D538F82-F408-4F03-9EF9-B1ACCC42CEAD}"/>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発展B</a:t>
            </a:r>
          </a:p>
        </p:txBody>
      </p:sp>
      <p:sp>
        <p:nvSpPr>
          <p:cNvPr id="8" name="">
            <a:extLst xmlns:a="http://schemas.openxmlformats.org/drawingml/2006/main">
              <a:ext uri="{FF2B5EF4-FFF2-40B4-BE49-F238E27FC236}">
                <a16:creationId xmlns:a16="http://schemas.microsoft.com/office/drawing/2014/main" id="{873DF595-15DD-4C03-800C-DD36F65E9052}"/>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16 / 26</a:t>
            </a:r>
          </a:p>
        </p:txBody>
      </p:sp>
    </p:spTree>
    <p:extLst>
      <p:ext uri="{BB962C8B-B14F-4D97-AF65-F5344CB8AC3E}">
        <p14:creationId xmlns:p14="http://schemas.microsoft.com/office/powerpoint/2010/main" val="62716326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47E13F1-D70F-4E30-ABB9-8107C9118ED8}"/>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耐久性と回収まで含める</a:t>
            </a:r>
          </a:p>
        </p:txBody>
      </p:sp>
      <p:sp>
        <p:nvSpPr>
          <p:cNvPr id="2" name="">
            <a:extLst xmlns:a="http://schemas.openxmlformats.org/drawingml/2006/main">
              <a:ext uri="{FF2B5EF4-FFF2-40B4-BE49-F238E27FC236}">
                <a16:creationId xmlns:a16="http://schemas.microsoft.com/office/drawing/2014/main" id="{F6476DA3-0497-43B5-B500-6964BAB5FDC7}"/>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96AE9126-290D-40B4-BC4F-AE5AF2E17E6D}"/>
              </a:ext>
            </a:extLst>
          </p:cNvPr>
          <p:cNvSpPr>
            <a:spLocks xmlns:a="http://schemas.openxmlformats.org/drawingml/2006/main" noGrp="1"/>
          </p:cNvSpPr>
          <p:nvPr/>
        </p:nvSpPr>
        <p:spPr>
          <a:xfrm xmlns:a="http://schemas.openxmlformats.org/drawingml/2006/main">
            <a:off x="809625" y="173355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製造時のエネルギーだけで結論しない</a:t>
            </a:r>
          </a:p>
        </p:txBody>
      </p:sp>
      <p:sp>
        <p:nvSpPr>
          <p:cNvPr id="4" name="">
            <a:extLst xmlns:a="http://schemas.openxmlformats.org/drawingml/2006/main">
              <a:ext uri="{FF2B5EF4-FFF2-40B4-BE49-F238E27FC236}">
                <a16:creationId xmlns:a16="http://schemas.microsoft.com/office/drawing/2014/main" id="{C8D6A692-5299-4EA1-941B-671D4CEB8A49}"/>
              </a:ext>
            </a:extLst>
          </p:cNvPr>
          <p:cNvSpPr>
            <a:spLocks xmlns:a="http://schemas.openxmlformats.org/drawingml/2006/main" noGrp="1"/>
          </p:cNvSpPr>
          <p:nvPr/>
        </p:nvSpPr>
        <p:spPr>
          <a:xfrm xmlns:a="http://schemas.openxmlformats.org/drawingml/2006/main">
            <a:off x="809625" y="279082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使用中の寿命・交換・修理を入れる</a:t>
            </a:r>
          </a:p>
        </p:txBody>
      </p:sp>
      <p:sp>
        <p:nvSpPr>
          <p:cNvPr id="5" name="">
            <a:extLst xmlns:a="http://schemas.openxmlformats.org/drawingml/2006/main">
              <a:ext uri="{FF2B5EF4-FFF2-40B4-BE49-F238E27FC236}">
                <a16:creationId xmlns:a16="http://schemas.microsoft.com/office/drawing/2014/main" id="{486C7E79-C06D-4C76-BAA8-1991F7B9C8A0}"/>
              </a:ext>
            </a:extLst>
          </p:cNvPr>
          <p:cNvSpPr>
            <a:spLocks xmlns:a="http://schemas.openxmlformats.org/drawingml/2006/main" noGrp="1"/>
          </p:cNvSpPr>
          <p:nvPr/>
        </p:nvSpPr>
        <p:spPr>
          <a:xfrm xmlns:a="http://schemas.openxmlformats.org/drawingml/2006/main">
            <a:off x="809625" y="384810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繊維と母材をどう分離・再利用するか</a:t>
            </a:r>
          </a:p>
        </p:txBody>
      </p:sp>
      <p:sp>
        <p:nvSpPr>
          <p:cNvPr id="6" name="">
            <a:extLst xmlns:a="http://schemas.openxmlformats.org/drawingml/2006/main">
              <a:ext uri="{FF2B5EF4-FFF2-40B4-BE49-F238E27FC236}">
                <a16:creationId xmlns:a16="http://schemas.microsoft.com/office/drawing/2014/main" id="{75656DEE-4FE1-4EDB-BA9E-5F40EBDF33FB}"/>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参照 [5]</a:t>
            </a:r>
          </a:p>
        </p:txBody>
      </p:sp>
      <p:sp>
        <p:nvSpPr>
          <p:cNvPr id="7" name="">
            <a:extLst xmlns:a="http://schemas.openxmlformats.org/drawingml/2006/main">
              <a:ext uri="{FF2B5EF4-FFF2-40B4-BE49-F238E27FC236}">
                <a16:creationId xmlns:a16="http://schemas.microsoft.com/office/drawing/2014/main" id="{C3DD8035-AD08-434C-9988-AD92F41E9213}"/>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発展B</a:t>
            </a:r>
          </a:p>
        </p:txBody>
      </p:sp>
      <p:sp>
        <p:nvSpPr>
          <p:cNvPr id="8" name="">
            <a:extLst xmlns:a="http://schemas.openxmlformats.org/drawingml/2006/main">
              <a:ext uri="{FF2B5EF4-FFF2-40B4-BE49-F238E27FC236}">
                <a16:creationId xmlns:a16="http://schemas.microsoft.com/office/drawing/2014/main" id="{3ECE6D4C-722D-4E65-8628-F65C280103F1}"/>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17 / 26</a:t>
            </a:r>
          </a:p>
        </p:txBody>
      </p:sp>
    </p:spTree>
    <p:extLst>
      <p:ext uri="{BB962C8B-B14F-4D97-AF65-F5344CB8AC3E}">
        <p14:creationId xmlns:p14="http://schemas.microsoft.com/office/powerpoint/2010/main" val="82289579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9C0E72E-4B2F-4A58-83FC-4D30DF8C3541}"/>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新しい材料のデータを読む</a:t>
            </a:r>
          </a:p>
        </p:txBody>
      </p:sp>
      <p:sp>
        <p:nvSpPr>
          <p:cNvPr id="2" name="">
            <a:extLst xmlns:a="http://schemas.openxmlformats.org/drawingml/2006/main">
              <a:ext uri="{FF2B5EF4-FFF2-40B4-BE49-F238E27FC236}">
                <a16:creationId xmlns:a16="http://schemas.microsoft.com/office/drawing/2014/main" id="{7B09D848-88EE-4C91-9FE2-CEE0A7A284E8}"/>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0F315C2C-2639-47D7-BE24-2088AC5F2A41}"/>
              </a:ext>
            </a:extLst>
          </p:cNvPr>
          <p:cNvSpPr>
            <a:spLocks xmlns:a="http://schemas.openxmlformats.org/drawingml/2006/main" noGrp="1"/>
          </p:cNvSpPr>
          <p:nvPr/>
        </p:nvSpPr>
        <p:spPr>
          <a:xfrm xmlns:a="http://schemas.openxmlformats.org/drawingml/2006/main">
            <a:off x="809625" y="173355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材種・配合・製法・試験片を特定する</a:t>
            </a:r>
          </a:p>
        </p:txBody>
      </p:sp>
      <p:sp>
        <p:nvSpPr>
          <p:cNvPr id="4" name="">
            <a:extLst xmlns:a="http://schemas.openxmlformats.org/drawingml/2006/main">
              <a:ext uri="{FF2B5EF4-FFF2-40B4-BE49-F238E27FC236}">
                <a16:creationId xmlns:a16="http://schemas.microsoft.com/office/drawing/2014/main" id="{054ADF98-6512-47C9-A396-DC534893BCA6}"/>
              </a:ext>
            </a:extLst>
          </p:cNvPr>
          <p:cNvSpPr>
            <a:spLocks xmlns:a="http://schemas.openxmlformats.org/drawingml/2006/main" noGrp="1"/>
          </p:cNvSpPr>
          <p:nvPr/>
        </p:nvSpPr>
        <p:spPr>
          <a:xfrm xmlns:a="http://schemas.openxmlformats.org/drawingml/2006/main">
            <a:off x="809625" y="279082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温度・湿度・荷重・方向・回数を残す</a:t>
            </a:r>
          </a:p>
        </p:txBody>
      </p:sp>
      <p:sp>
        <p:nvSpPr>
          <p:cNvPr id="5" name="">
            <a:extLst xmlns:a="http://schemas.openxmlformats.org/drawingml/2006/main">
              <a:ext uri="{FF2B5EF4-FFF2-40B4-BE49-F238E27FC236}">
                <a16:creationId xmlns:a16="http://schemas.microsoft.com/office/drawing/2014/main" id="{6F688243-0DBD-4204-8FBA-37ABF261F485}"/>
              </a:ext>
            </a:extLst>
          </p:cNvPr>
          <p:cNvSpPr>
            <a:spLocks xmlns:a="http://schemas.openxmlformats.org/drawingml/2006/main" noGrp="1"/>
          </p:cNvSpPr>
          <p:nvPr/>
        </p:nvSpPr>
        <p:spPr>
          <a:xfrm xmlns:a="http://schemas.openxmlformats.org/drawingml/2006/main">
            <a:off x="809625" y="384810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平均値と個々の値、欠測を区別する</a:t>
            </a:r>
          </a:p>
        </p:txBody>
      </p:sp>
      <p:sp>
        <p:nvSpPr>
          <p:cNvPr id="6" name="">
            <a:extLst xmlns:a="http://schemas.openxmlformats.org/drawingml/2006/main">
              <a:ext uri="{FF2B5EF4-FFF2-40B4-BE49-F238E27FC236}">
                <a16:creationId xmlns:a16="http://schemas.microsoft.com/office/drawing/2014/main" id="{66FAE974-2CF4-4F21-AAB1-65D07B8557AF}"/>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参照 [6]</a:t>
            </a:r>
          </a:p>
        </p:txBody>
      </p:sp>
      <p:sp>
        <p:nvSpPr>
          <p:cNvPr id="7" name="">
            <a:extLst xmlns:a="http://schemas.openxmlformats.org/drawingml/2006/main">
              <a:ext uri="{FF2B5EF4-FFF2-40B4-BE49-F238E27FC236}">
                <a16:creationId xmlns:a16="http://schemas.microsoft.com/office/drawing/2014/main" id="{D6AE3B9B-7CAF-4DBB-9F56-0BD1E4BE0BEC}"/>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発展B</a:t>
            </a:r>
          </a:p>
        </p:txBody>
      </p:sp>
      <p:sp>
        <p:nvSpPr>
          <p:cNvPr id="8" name="">
            <a:extLst xmlns:a="http://schemas.openxmlformats.org/drawingml/2006/main">
              <a:ext uri="{FF2B5EF4-FFF2-40B4-BE49-F238E27FC236}">
                <a16:creationId xmlns:a16="http://schemas.microsoft.com/office/drawing/2014/main" id="{A7C6CFB4-F735-46F5-BF4D-1A4A3666177F}"/>
              </a:ext>
            </a:extLst>
          </p:cNvPr>
          <p:cNvSpPr>
            <a:spLocks xmlns:a="http://schemas.openxmlformats.org/drawingml/2006/main" noGrp="1"/>
          </p:cNvSpPr>
          <p:nvPr/>
        </p:nvSpPr>
        <p:spPr>
          <a:xfrm xmlns:a="http://schemas.openxmlformats.org/drawingml/2006/main">
            <a:off x="762000" y="4838700"/>
            <a:ext cx="2000250" cy="695325"/>
          </a:xfrm>
          <a:prstGeom xmlns:a="http://schemas.openxmlformats.org/drawingml/2006/main" prst="rect">
            <a:avLst/>
          </a:prstGeom>
          <a:solidFill xmlns:a="http://schemas.openxmlformats.org/drawingml/2006/main">
            <a:srgbClr val="EAF4F3"/>
          </a:solidFill>
          <a:ln xmlns:a="http://schemas.openxmlformats.org/drawingml/2006/main" w="16193">
            <a:solidFill>
              <a:srgbClr val="087E8B"/>
            </a:solidFill>
          </a:ln>
        </p:spPr>
      </p:sp>
      <p:sp>
        <p:nvSpPr>
          <p:cNvPr id="9" name="">
            <a:extLst xmlns:a="http://schemas.openxmlformats.org/drawingml/2006/main">
              <a:ext uri="{FF2B5EF4-FFF2-40B4-BE49-F238E27FC236}">
                <a16:creationId xmlns:a16="http://schemas.microsoft.com/office/drawing/2014/main" id="{69B5B3ED-AD21-4BDE-A927-AED9F2C59916}"/>
              </a:ext>
            </a:extLst>
          </p:cNvPr>
          <p:cNvSpPr>
            <a:spLocks xmlns:a="http://schemas.openxmlformats.org/drawingml/2006/main" noGrp="1"/>
          </p:cNvSpPr>
          <p:nvPr/>
        </p:nvSpPr>
        <p:spPr>
          <a:xfrm xmlns:a="http://schemas.openxmlformats.org/drawingml/2006/main">
            <a:off x="762000" y="4895850"/>
            <a:ext cx="2000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800" b="1">
                <a:solidFill>
                  <a:srgbClr val="193B59"/>
                </a:solidFill>
                <a:latin typeface="Yu Gothic"/>
                <a:ea typeface="Yu Gothic"/>
                <a:cs typeface="Yu Gothic"/>
              </a:defRPr>
            </a:defPPr>
            <a:lvl1pPr algn="ctr">
              <a:buNone/>
              <a:defRPr sz="1800" b="1">
                <a:solidFill>
                  <a:srgbClr val="193B59"/>
                </a:solidFill>
                <a:latin typeface="Yu Gothic"/>
                <a:ea typeface="Yu Gothic"/>
                <a:cs typeface="Yu Gothic"/>
              </a:defRPr>
            </a:lvl1pPr>
            <a:lvl2pPr algn="ctr">
              <a:buNone/>
              <a:defRPr sz="1800" b="1">
                <a:solidFill>
                  <a:srgbClr val="193B59"/>
                </a:solidFill>
                <a:latin typeface="Yu Gothic"/>
                <a:ea typeface="Yu Gothic"/>
                <a:cs typeface="Yu Gothic"/>
              </a:defRPr>
            </a:lvl2pPr>
            <a:lvl3pPr algn="ctr">
              <a:buNone/>
              <a:defRPr sz="1800" b="1">
                <a:solidFill>
                  <a:srgbClr val="193B59"/>
                </a:solidFill>
                <a:latin typeface="Yu Gothic"/>
                <a:ea typeface="Yu Gothic"/>
                <a:cs typeface="Yu Gothic"/>
              </a:defRPr>
            </a:lvl3pPr>
            <a:lvl4pPr algn="ctr">
              <a:buNone/>
              <a:defRPr sz="1800" b="1">
                <a:solidFill>
                  <a:srgbClr val="193B59"/>
                </a:solidFill>
                <a:latin typeface="Yu Gothic"/>
                <a:ea typeface="Yu Gothic"/>
                <a:cs typeface="Yu Gothic"/>
              </a:defRPr>
            </a:lvl4pPr>
            <a:lvl5pPr algn="ctr">
              <a:buNone/>
              <a:defRPr sz="1800" b="1">
                <a:solidFill>
                  <a:srgbClr val="193B59"/>
                </a:solidFill>
                <a:latin typeface="Yu Gothic"/>
                <a:ea typeface="Yu Gothic"/>
                <a:cs typeface="Yu Gothic"/>
              </a:defRPr>
            </a:lvl5pPr>
            <a:lvl6pPr algn="ctr">
              <a:buNone/>
              <a:defRPr sz="1800" b="1">
                <a:solidFill>
                  <a:srgbClr val="193B59"/>
                </a:solidFill>
                <a:latin typeface="Yu Gothic"/>
                <a:ea typeface="Yu Gothic"/>
                <a:cs typeface="Yu Gothic"/>
              </a:defRPr>
            </a:lvl6pPr>
            <a:lvl7pPr algn="ctr">
              <a:buNone/>
              <a:defRPr sz="1800" b="1">
                <a:solidFill>
                  <a:srgbClr val="193B59"/>
                </a:solidFill>
                <a:latin typeface="Yu Gothic"/>
                <a:ea typeface="Yu Gothic"/>
                <a:cs typeface="Yu Gothic"/>
              </a:defRPr>
            </a:lvl7pPr>
            <a:lvl8pPr algn="ctr">
              <a:buNone/>
              <a:defRPr sz="1800" b="1">
                <a:solidFill>
                  <a:srgbClr val="193B59"/>
                </a:solidFill>
                <a:latin typeface="Yu Gothic"/>
                <a:ea typeface="Yu Gothic"/>
                <a:cs typeface="Yu Gothic"/>
              </a:defRPr>
            </a:lvl8pPr>
            <a:lvl9pPr algn="ctr">
              <a:buNone/>
              <a:defRPr sz="1800" b="1">
                <a:solidFill>
                  <a:srgbClr val="193B59"/>
                </a:solidFill>
                <a:latin typeface="Yu Gothic"/>
                <a:ea typeface="Yu Gothic"/>
                <a:cs typeface="Yu Gothic"/>
              </a:defRPr>
            </a:lvl9pPr>
          </a:lstStyle>
          <a:p xmlns:a="http://schemas.openxmlformats.org/drawingml/2006/main">
            <a:pPr algn="ctr">
              <a:buNone/>
              <a:defRPr sz="1800" b="1">
                <a:solidFill>
                  <a:srgbClr val="193B59"/>
                </a:solidFill>
                <a:latin typeface="Yu Gothic"/>
                <a:ea typeface="Yu Gothic"/>
                <a:cs typeface="Yu Gothic"/>
              </a:defRPr>
            </a:pPr>
            <a:r>
              <a:rPr sz="1800" b="1">
                <a:solidFill>
                  <a:srgbClr val="193B59"/>
                </a:solidFill>
                <a:latin typeface="Yu Gothic"/>
                <a:ea typeface="Yu Gothic"/>
                <a:cs typeface="Yu Gothic"/>
              </a:rPr>
              <a:t>試料</a:t>
            </a:r>
          </a:p>
        </p:txBody>
      </p:sp>
      <p:sp>
        <p:nvSpPr>
          <p:cNvPr id="10" name="">
            <a:extLst xmlns:a="http://schemas.openxmlformats.org/drawingml/2006/main">
              <a:ext uri="{FF2B5EF4-FFF2-40B4-BE49-F238E27FC236}">
                <a16:creationId xmlns:a16="http://schemas.microsoft.com/office/drawing/2014/main" id="{6BE6F042-6345-4237-A2E6-493186B328AE}"/>
              </a:ext>
            </a:extLst>
          </p:cNvPr>
          <p:cNvSpPr>
            <a:spLocks xmlns:a="http://schemas.openxmlformats.org/drawingml/2006/main" noGrp="1"/>
          </p:cNvSpPr>
          <p:nvPr/>
        </p:nvSpPr>
        <p:spPr>
          <a:xfrm xmlns:a="http://schemas.openxmlformats.org/drawingml/2006/main">
            <a:off x="2790825" y="5191125"/>
            <a:ext cx="485775" cy="9525"/>
          </a:xfrm>
          <a:custGeom xmlns:a="http://schemas.openxmlformats.org/drawingml/2006/main">
            <a:pathLst>
              <a:path w="485775" h="9525">
                <a:moveTo>
                  <a:pt x="0" y="0"/>
                </a:moveTo>
                <a:lnTo>
                  <a:pt x="485775" y="0"/>
                </a:lnTo>
              </a:path>
            </a:pathLst>
          </a:custGeom>
          <a:noFill xmlns:a="http://schemas.openxmlformats.org/drawingml/2006/main"/>
          <a:ln xmlns:a="http://schemas.openxmlformats.org/drawingml/2006/main" w="19050">
            <a:solidFill>
              <a:srgbClr val="087E8B"/>
            </a:solidFill>
          </a:ln>
        </p:spPr>
      </p:sp>
      <p:sp>
        <p:nvSpPr>
          <p:cNvPr id="11" name="">
            <a:extLst xmlns:a="http://schemas.openxmlformats.org/drawingml/2006/main">
              <a:ext uri="{FF2B5EF4-FFF2-40B4-BE49-F238E27FC236}">
                <a16:creationId xmlns:a16="http://schemas.microsoft.com/office/drawing/2014/main" id="{AFF5BFFE-7E6C-49D1-B340-B088A3F20AFD}"/>
              </a:ext>
            </a:extLst>
          </p:cNvPr>
          <p:cNvSpPr>
            <a:spLocks xmlns:a="http://schemas.openxmlformats.org/drawingml/2006/main" noGrp="1"/>
          </p:cNvSpPr>
          <p:nvPr/>
        </p:nvSpPr>
        <p:spPr>
          <a:xfrm xmlns:a="http://schemas.openxmlformats.org/drawingml/2006/main">
            <a:off x="3162300" y="5143119"/>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087E8B"/>
          </a:solidFill>
          <a:ln xmlns:a="http://schemas.openxmlformats.org/drawingml/2006/main" w="4763">
            <a:solidFill>
              <a:srgbClr val="087E8B"/>
            </a:solidFill>
          </a:ln>
        </p:spPr>
      </p:sp>
      <p:sp>
        <p:nvSpPr>
          <p:cNvPr id="12" name="">
            <a:extLst xmlns:a="http://schemas.openxmlformats.org/drawingml/2006/main">
              <a:ext uri="{FF2B5EF4-FFF2-40B4-BE49-F238E27FC236}">
                <a16:creationId xmlns:a16="http://schemas.microsoft.com/office/drawing/2014/main" id="{A8A97760-510A-4B27-887F-0898C9625CD5}"/>
              </a:ext>
            </a:extLst>
          </p:cNvPr>
          <p:cNvSpPr>
            <a:spLocks xmlns:a="http://schemas.openxmlformats.org/drawingml/2006/main" noGrp="1"/>
          </p:cNvSpPr>
          <p:nvPr/>
        </p:nvSpPr>
        <p:spPr>
          <a:xfrm xmlns:a="http://schemas.openxmlformats.org/drawingml/2006/main">
            <a:off x="3314700" y="4838700"/>
            <a:ext cx="2000250" cy="695325"/>
          </a:xfrm>
          <a:prstGeom xmlns:a="http://schemas.openxmlformats.org/drawingml/2006/main" prst="rect">
            <a:avLst/>
          </a:prstGeom>
          <a:solidFill xmlns:a="http://schemas.openxmlformats.org/drawingml/2006/main">
            <a:srgbClr val="E8F0F4"/>
          </a:solidFill>
          <a:ln xmlns:a="http://schemas.openxmlformats.org/drawingml/2006/main" w="16193">
            <a:solidFill>
              <a:srgbClr val="087E8B"/>
            </a:solidFill>
          </a:ln>
        </p:spPr>
      </p:sp>
      <p:sp>
        <p:nvSpPr>
          <p:cNvPr id="13" name="">
            <a:extLst xmlns:a="http://schemas.openxmlformats.org/drawingml/2006/main">
              <a:ext uri="{FF2B5EF4-FFF2-40B4-BE49-F238E27FC236}">
                <a16:creationId xmlns:a16="http://schemas.microsoft.com/office/drawing/2014/main" id="{E3589BED-1D8B-434F-98ED-74342B1B1622}"/>
              </a:ext>
            </a:extLst>
          </p:cNvPr>
          <p:cNvSpPr>
            <a:spLocks xmlns:a="http://schemas.openxmlformats.org/drawingml/2006/main" noGrp="1"/>
          </p:cNvSpPr>
          <p:nvPr/>
        </p:nvSpPr>
        <p:spPr>
          <a:xfrm xmlns:a="http://schemas.openxmlformats.org/drawingml/2006/main">
            <a:off x="3314700" y="4895850"/>
            <a:ext cx="2000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800" b="1">
                <a:solidFill>
                  <a:srgbClr val="193B59"/>
                </a:solidFill>
                <a:latin typeface="Yu Gothic"/>
                <a:ea typeface="Yu Gothic"/>
                <a:cs typeface="Yu Gothic"/>
              </a:defRPr>
            </a:defPPr>
            <a:lvl1pPr algn="ctr">
              <a:buNone/>
              <a:defRPr sz="1800" b="1">
                <a:solidFill>
                  <a:srgbClr val="193B59"/>
                </a:solidFill>
                <a:latin typeface="Yu Gothic"/>
                <a:ea typeface="Yu Gothic"/>
                <a:cs typeface="Yu Gothic"/>
              </a:defRPr>
            </a:lvl1pPr>
            <a:lvl2pPr algn="ctr">
              <a:buNone/>
              <a:defRPr sz="1800" b="1">
                <a:solidFill>
                  <a:srgbClr val="193B59"/>
                </a:solidFill>
                <a:latin typeface="Yu Gothic"/>
                <a:ea typeface="Yu Gothic"/>
                <a:cs typeface="Yu Gothic"/>
              </a:defRPr>
            </a:lvl2pPr>
            <a:lvl3pPr algn="ctr">
              <a:buNone/>
              <a:defRPr sz="1800" b="1">
                <a:solidFill>
                  <a:srgbClr val="193B59"/>
                </a:solidFill>
                <a:latin typeface="Yu Gothic"/>
                <a:ea typeface="Yu Gothic"/>
                <a:cs typeface="Yu Gothic"/>
              </a:defRPr>
            </a:lvl3pPr>
            <a:lvl4pPr algn="ctr">
              <a:buNone/>
              <a:defRPr sz="1800" b="1">
                <a:solidFill>
                  <a:srgbClr val="193B59"/>
                </a:solidFill>
                <a:latin typeface="Yu Gothic"/>
                <a:ea typeface="Yu Gothic"/>
                <a:cs typeface="Yu Gothic"/>
              </a:defRPr>
            </a:lvl4pPr>
            <a:lvl5pPr algn="ctr">
              <a:buNone/>
              <a:defRPr sz="1800" b="1">
                <a:solidFill>
                  <a:srgbClr val="193B59"/>
                </a:solidFill>
                <a:latin typeface="Yu Gothic"/>
                <a:ea typeface="Yu Gothic"/>
                <a:cs typeface="Yu Gothic"/>
              </a:defRPr>
            </a:lvl5pPr>
            <a:lvl6pPr algn="ctr">
              <a:buNone/>
              <a:defRPr sz="1800" b="1">
                <a:solidFill>
                  <a:srgbClr val="193B59"/>
                </a:solidFill>
                <a:latin typeface="Yu Gothic"/>
                <a:ea typeface="Yu Gothic"/>
                <a:cs typeface="Yu Gothic"/>
              </a:defRPr>
            </a:lvl6pPr>
            <a:lvl7pPr algn="ctr">
              <a:buNone/>
              <a:defRPr sz="1800" b="1">
                <a:solidFill>
                  <a:srgbClr val="193B59"/>
                </a:solidFill>
                <a:latin typeface="Yu Gothic"/>
                <a:ea typeface="Yu Gothic"/>
                <a:cs typeface="Yu Gothic"/>
              </a:defRPr>
            </a:lvl7pPr>
            <a:lvl8pPr algn="ctr">
              <a:buNone/>
              <a:defRPr sz="1800" b="1">
                <a:solidFill>
                  <a:srgbClr val="193B59"/>
                </a:solidFill>
                <a:latin typeface="Yu Gothic"/>
                <a:ea typeface="Yu Gothic"/>
                <a:cs typeface="Yu Gothic"/>
              </a:defRPr>
            </a:lvl8pPr>
            <a:lvl9pPr algn="ctr">
              <a:buNone/>
              <a:defRPr sz="1800" b="1">
                <a:solidFill>
                  <a:srgbClr val="193B59"/>
                </a:solidFill>
                <a:latin typeface="Yu Gothic"/>
                <a:ea typeface="Yu Gothic"/>
                <a:cs typeface="Yu Gothic"/>
              </a:defRPr>
            </a:lvl9pPr>
          </a:lstStyle>
          <a:p xmlns:a="http://schemas.openxmlformats.org/drawingml/2006/main">
            <a:pPr algn="ctr">
              <a:buNone/>
              <a:defRPr sz="1800" b="1">
                <a:solidFill>
                  <a:srgbClr val="193B59"/>
                </a:solidFill>
                <a:latin typeface="Yu Gothic"/>
                <a:ea typeface="Yu Gothic"/>
                <a:cs typeface="Yu Gothic"/>
              </a:defRPr>
            </a:pPr>
            <a:r>
              <a:rPr sz="1800" b="1">
                <a:solidFill>
                  <a:srgbClr val="193B59"/>
                </a:solidFill>
                <a:latin typeface="Yu Gothic"/>
                <a:ea typeface="Yu Gothic"/>
                <a:cs typeface="Yu Gothic"/>
              </a:rPr>
              <a:t>試験条件</a:t>
            </a:r>
          </a:p>
        </p:txBody>
      </p:sp>
      <p:sp>
        <p:nvSpPr>
          <p:cNvPr id="14" name="">
            <a:extLst xmlns:a="http://schemas.openxmlformats.org/drawingml/2006/main">
              <a:ext uri="{FF2B5EF4-FFF2-40B4-BE49-F238E27FC236}">
                <a16:creationId xmlns:a16="http://schemas.microsoft.com/office/drawing/2014/main" id="{6F1E5858-D84D-41A9-BB4C-2AF695360055}"/>
              </a:ext>
            </a:extLst>
          </p:cNvPr>
          <p:cNvSpPr>
            <a:spLocks xmlns:a="http://schemas.openxmlformats.org/drawingml/2006/main" noGrp="1"/>
          </p:cNvSpPr>
          <p:nvPr/>
        </p:nvSpPr>
        <p:spPr>
          <a:xfrm xmlns:a="http://schemas.openxmlformats.org/drawingml/2006/main">
            <a:off x="5343525" y="5191125"/>
            <a:ext cx="485775" cy="9525"/>
          </a:xfrm>
          <a:custGeom xmlns:a="http://schemas.openxmlformats.org/drawingml/2006/main">
            <a:pathLst>
              <a:path w="485775" h="9525">
                <a:moveTo>
                  <a:pt x="0" y="0"/>
                </a:moveTo>
                <a:lnTo>
                  <a:pt x="485775" y="0"/>
                </a:lnTo>
              </a:path>
            </a:pathLst>
          </a:custGeom>
          <a:noFill xmlns:a="http://schemas.openxmlformats.org/drawingml/2006/main"/>
          <a:ln xmlns:a="http://schemas.openxmlformats.org/drawingml/2006/main" w="19050">
            <a:solidFill>
              <a:srgbClr val="087E8B"/>
            </a:solidFill>
          </a:ln>
        </p:spPr>
      </p:sp>
      <p:sp>
        <p:nvSpPr>
          <p:cNvPr id="15" name="">
            <a:extLst xmlns:a="http://schemas.openxmlformats.org/drawingml/2006/main">
              <a:ext uri="{FF2B5EF4-FFF2-40B4-BE49-F238E27FC236}">
                <a16:creationId xmlns:a16="http://schemas.microsoft.com/office/drawing/2014/main" id="{9C3AAF37-A653-4D5E-8E09-6347A2D1F9E3}"/>
              </a:ext>
            </a:extLst>
          </p:cNvPr>
          <p:cNvSpPr>
            <a:spLocks xmlns:a="http://schemas.openxmlformats.org/drawingml/2006/main" noGrp="1"/>
          </p:cNvSpPr>
          <p:nvPr/>
        </p:nvSpPr>
        <p:spPr>
          <a:xfrm xmlns:a="http://schemas.openxmlformats.org/drawingml/2006/main">
            <a:off x="5715000" y="5143119"/>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087E8B"/>
          </a:solidFill>
          <a:ln xmlns:a="http://schemas.openxmlformats.org/drawingml/2006/main" w="4763">
            <a:solidFill>
              <a:srgbClr val="087E8B"/>
            </a:solidFill>
          </a:ln>
        </p:spPr>
      </p:sp>
      <p:sp>
        <p:nvSpPr>
          <p:cNvPr id="16" name="">
            <a:extLst xmlns:a="http://schemas.openxmlformats.org/drawingml/2006/main">
              <a:ext uri="{FF2B5EF4-FFF2-40B4-BE49-F238E27FC236}">
                <a16:creationId xmlns:a16="http://schemas.microsoft.com/office/drawing/2014/main" id="{D63EC3A7-A5A6-4738-BDE2-1767A6A78596}"/>
              </a:ext>
            </a:extLst>
          </p:cNvPr>
          <p:cNvSpPr>
            <a:spLocks xmlns:a="http://schemas.openxmlformats.org/drawingml/2006/main" noGrp="1"/>
          </p:cNvSpPr>
          <p:nvPr/>
        </p:nvSpPr>
        <p:spPr>
          <a:xfrm xmlns:a="http://schemas.openxmlformats.org/drawingml/2006/main">
            <a:off x="5867400" y="4838700"/>
            <a:ext cx="2000250" cy="695325"/>
          </a:xfrm>
          <a:prstGeom xmlns:a="http://schemas.openxmlformats.org/drawingml/2006/main" prst="rect">
            <a:avLst/>
          </a:prstGeom>
          <a:solidFill xmlns:a="http://schemas.openxmlformats.org/drawingml/2006/main">
            <a:srgbClr val="EAF4F3"/>
          </a:solidFill>
          <a:ln xmlns:a="http://schemas.openxmlformats.org/drawingml/2006/main" w="16193">
            <a:solidFill>
              <a:srgbClr val="087E8B"/>
            </a:solidFill>
          </a:ln>
        </p:spPr>
      </p:sp>
      <p:sp>
        <p:nvSpPr>
          <p:cNvPr id="17" name="">
            <a:extLst xmlns:a="http://schemas.openxmlformats.org/drawingml/2006/main">
              <a:ext uri="{FF2B5EF4-FFF2-40B4-BE49-F238E27FC236}">
                <a16:creationId xmlns:a16="http://schemas.microsoft.com/office/drawing/2014/main" id="{B8084392-5DF7-425C-BEAE-2D68722A1031}"/>
              </a:ext>
            </a:extLst>
          </p:cNvPr>
          <p:cNvSpPr>
            <a:spLocks xmlns:a="http://schemas.openxmlformats.org/drawingml/2006/main" noGrp="1"/>
          </p:cNvSpPr>
          <p:nvPr/>
        </p:nvSpPr>
        <p:spPr>
          <a:xfrm xmlns:a="http://schemas.openxmlformats.org/drawingml/2006/main">
            <a:off x="5867400" y="4895850"/>
            <a:ext cx="2000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800" b="1">
                <a:solidFill>
                  <a:srgbClr val="193B59"/>
                </a:solidFill>
                <a:latin typeface="Yu Gothic"/>
                <a:ea typeface="Yu Gothic"/>
                <a:cs typeface="Yu Gothic"/>
              </a:defRPr>
            </a:defPPr>
            <a:lvl1pPr algn="ctr">
              <a:buNone/>
              <a:defRPr sz="1800" b="1">
                <a:solidFill>
                  <a:srgbClr val="193B59"/>
                </a:solidFill>
                <a:latin typeface="Yu Gothic"/>
                <a:ea typeface="Yu Gothic"/>
                <a:cs typeface="Yu Gothic"/>
              </a:defRPr>
            </a:lvl1pPr>
            <a:lvl2pPr algn="ctr">
              <a:buNone/>
              <a:defRPr sz="1800" b="1">
                <a:solidFill>
                  <a:srgbClr val="193B59"/>
                </a:solidFill>
                <a:latin typeface="Yu Gothic"/>
                <a:ea typeface="Yu Gothic"/>
                <a:cs typeface="Yu Gothic"/>
              </a:defRPr>
            </a:lvl2pPr>
            <a:lvl3pPr algn="ctr">
              <a:buNone/>
              <a:defRPr sz="1800" b="1">
                <a:solidFill>
                  <a:srgbClr val="193B59"/>
                </a:solidFill>
                <a:latin typeface="Yu Gothic"/>
                <a:ea typeface="Yu Gothic"/>
                <a:cs typeface="Yu Gothic"/>
              </a:defRPr>
            </a:lvl3pPr>
            <a:lvl4pPr algn="ctr">
              <a:buNone/>
              <a:defRPr sz="1800" b="1">
                <a:solidFill>
                  <a:srgbClr val="193B59"/>
                </a:solidFill>
                <a:latin typeface="Yu Gothic"/>
                <a:ea typeface="Yu Gothic"/>
                <a:cs typeface="Yu Gothic"/>
              </a:defRPr>
            </a:lvl4pPr>
            <a:lvl5pPr algn="ctr">
              <a:buNone/>
              <a:defRPr sz="1800" b="1">
                <a:solidFill>
                  <a:srgbClr val="193B59"/>
                </a:solidFill>
                <a:latin typeface="Yu Gothic"/>
                <a:ea typeface="Yu Gothic"/>
                <a:cs typeface="Yu Gothic"/>
              </a:defRPr>
            </a:lvl5pPr>
            <a:lvl6pPr algn="ctr">
              <a:buNone/>
              <a:defRPr sz="1800" b="1">
                <a:solidFill>
                  <a:srgbClr val="193B59"/>
                </a:solidFill>
                <a:latin typeface="Yu Gothic"/>
                <a:ea typeface="Yu Gothic"/>
                <a:cs typeface="Yu Gothic"/>
              </a:defRPr>
            </a:lvl6pPr>
            <a:lvl7pPr algn="ctr">
              <a:buNone/>
              <a:defRPr sz="1800" b="1">
                <a:solidFill>
                  <a:srgbClr val="193B59"/>
                </a:solidFill>
                <a:latin typeface="Yu Gothic"/>
                <a:ea typeface="Yu Gothic"/>
                <a:cs typeface="Yu Gothic"/>
              </a:defRPr>
            </a:lvl7pPr>
            <a:lvl8pPr algn="ctr">
              <a:buNone/>
              <a:defRPr sz="1800" b="1">
                <a:solidFill>
                  <a:srgbClr val="193B59"/>
                </a:solidFill>
                <a:latin typeface="Yu Gothic"/>
                <a:ea typeface="Yu Gothic"/>
                <a:cs typeface="Yu Gothic"/>
              </a:defRPr>
            </a:lvl8pPr>
            <a:lvl9pPr algn="ctr">
              <a:buNone/>
              <a:defRPr sz="1800" b="1">
                <a:solidFill>
                  <a:srgbClr val="193B59"/>
                </a:solidFill>
                <a:latin typeface="Yu Gothic"/>
                <a:ea typeface="Yu Gothic"/>
                <a:cs typeface="Yu Gothic"/>
              </a:defRPr>
            </a:lvl9pPr>
          </a:lstStyle>
          <a:p xmlns:a="http://schemas.openxmlformats.org/drawingml/2006/main">
            <a:pPr algn="ctr">
              <a:buNone/>
              <a:defRPr sz="1800" b="1">
                <a:solidFill>
                  <a:srgbClr val="193B59"/>
                </a:solidFill>
                <a:latin typeface="Yu Gothic"/>
                <a:ea typeface="Yu Gothic"/>
                <a:cs typeface="Yu Gothic"/>
              </a:defRPr>
            </a:pPr>
            <a:r>
              <a:rPr sz="1800" b="1">
                <a:solidFill>
                  <a:srgbClr val="193B59"/>
                </a:solidFill>
                <a:latin typeface="Yu Gothic"/>
                <a:ea typeface="Yu Gothic"/>
                <a:cs typeface="Yu Gothic"/>
              </a:rPr>
              <a:t>測定値</a:t>
            </a:r>
          </a:p>
        </p:txBody>
      </p:sp>
      <p:sp>
        <p:nvSpPr>
          <p:cNvPr id="18" name="">
            <a:extLst xmlns:a="http://schemas.openxmlformats.org/drawingml/2006/main">
              <a:ext uri="{FF2B5EF4-FFF2-40B4-BE49-F238E27FC236}">
                <a16:creationId xmlns:a16="http://schemas.microsoft.com/office/drawing/2014/main" id="{E2FBB557-9D53-4692-9AD2-34474870F9E6}"/>
              </a:ext>
            </a:extLst>
          </p:cNvPr>
          <p:cNvSpPr>
            <a:spLocks xmlns:a="http://schemas.openxmlformats.org/drawingml/2006/main" noGrp="1"/>
          </p:cNvSpPr>
          <p:nvPr/>
        </p:nvSpPr>
        <p:spPr>
          <a:xfrm xmlns:a="http://schemas.openxmlformats.org/drawingml/2006/main">
            <a:off x="7896225" y="5191125"/>
            <a:ext cx="485775" cy="9525"/>
          </a:xfrm>
          <a:custGeom xmlns:a="http://schemas.openxmlformats.org/drawingml/2006/main">
            <a:pathLst>
              <a:path w="485775" h="9525">
                <a:moveTo>
                  <a:pt x="0" y="0"/>
                </a:moveTo>
                <a:lnTo>
                  <a:pt x="485775" y="0"/>
                </a:lnTo>
              </a:path>
            </a:pathLst>
          </a:custGeom>
          <a:noFill xmlns:a="http://schemas.openxmlformats.org/drawingml/2006/main"/>
          <a:ln xmlns:a="http://schemas.openxmlformats.org/drawingml/2006/main" w="19050">
            <a:solidFill>
              <a:srgbClr val="087E8B"/>
            </a:solidFill>
          </a:ln>
        </p:spPr>
      </p:sp>
      <p:sp>
        <p:nvSpPr>
          <p:cNvPr id="19" name="">
            <a:extLst xmlns:a="http://schemas.openxmlformats.org/drawingml/2006/main">
              <a:ext uri="{FF2B5EF4-FFF2-40B4-BE49-F238E27FC236}">
                <a16:creationId xmlns:a16="http://schemas.microsoft.com/office/drawing/2014/main" id="{BEC80BF2-A5E6-468B-92F0-72A68C0FA697}"/>
              </a:ext>
            </a:extLst>
          </p:cNvPr>
          <p:cNvSpPr>
            <a:spLocks xmlns:a="http://schemas.openxmlformats.org/drawingml/2006/main" noGrp="1"/>
          </p:cNvSpPr>
          <p:nvPr/>
        </p:nvSpPr>
        <p:spPr>
          <a:xfrm xmlns:a="http://schemas.openxmlformats.org/drawingml/2006/main">
            <a:off x="8267700" y="5143119"/>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087E8B"/>
          </a:solidFill>
          <a:ln xmlns:a="http://schemas.openxmlformats.org/drawingml/2006/main" w="4763">
            <a:solidFill>
              <a:srgbClr val="087E8B"/>
            </a:solidFill>
          </a:ln>
        </p:spPr>
      </p:sp>
      <p:sp>
        <p:nvSpPr>
          <p:cNvPr id="20" name="">
            <a:extLst xmlns:a="http://schemas.openxmlformats.org/drawingml/2006/main">
              <a:ext uri="{FF2B5EF4-FFF2-40B4-BE49-F238E27FC236}">
                <a16:creationId xmlns:a16="http://schemas.microsoft.com/office/drawing/2014/main" id="{9B0CBB95-6D1C-49F2-84F3-B54462D064E0}"/>
              </a:ext>
            </a:extLst>
          </p:cNvPr>
          <p:cNvSpPr>
            <a:spLocks xmlns:a="http://schemas.openxmlformats.org/drawingml/2006/main" noGrp="1"/>
          </p:cNvSpPr>
          <p:nvPr/>
        </p:nvSpPr>
        <p:spPr>
          <a:xfrm xmlns:a="http://schemas.openxmlformats.org/drawingml/2006/main">
            <a:off x="8420100" y="4838700"/>
            <a:ext cx="2000250" cy="695325"/>
          </a:xfrm>
          <a:prstGeom xmlns:a="http://schemas.openxmlformats.org/drawingml/2006/main" prst="rect">
            <a:avLst/>
          </a:prstGeom>
          <a:solidFill xmlns:a="http://schemas.openxmlformats.org/drawingml/2006/main">
            <a:srgbClr val="E8F0F4"/>
          </a:solidFill>
          <a:ln xmlns:a="http://schemas.openxmlformats.org/drawingml/2006/main" w="16193">
            <a:solidFill>
              <a:srgbClr val="087E8B"/>
            </a:solidFill>
          </a:ln>
        </p:spPr>
      </p:sp>
      <p:sp>
        <p:nvSpPr>
          <p:cNvPr id="21" name="">
            <a:extLst xmlns:a="http://schemas.openxmlformats.org/drawingml/2006/main">
              <a:ext uri="{FF2B5EF4-FFF2-40B4-BE49-F238E27FC236}">
                <a16:creationId xmlns:a16="http://schemas.microsoft.com/office/drawing/2014/main" id="{E4A5D797-D59E-43E3-B9E4-07792A74EF7B}"/>
              </a:ext>
            </a:extLst>
          </p:cNvPr>
          <p:cNvSpPr>
            <a:spLocks xmlns:a="http://schemas.openxmlformats.org/drawingml/2006/main" noGrp="1"/>
          </p:cNvSpPr>
          <p:nvPr/>
        </p:nvSpPr>
        <p:spPr>
          <a:xfrm xmlns:a="http://schemas.openxmlformats.org/drawingml/2006/main">
            <a:off x="8420100" y="4895850"/>
            <a:ext cx="2000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800" b="1">
                <a:solidFill>
                  <a:srgbClr val="193B59"/>
                </a:solidFill>
                <a:latin typeface="Yu Gothic"/>
                <a:ea typeface="Yu Gothic"/>
                <a:cs typeface="Yu Gothic"/>
              </a:defRPr>
            </a:defPPr>
            <a:lvl1pPr algn="ctr">
              <a:buNone/>
              <a:defRPr sz="1800" b="1">
                <a:solidFill>
                  <a:srgbClr val="193B59"/>
                </a:solidFill>
                <a:latin typeface="Yu Gothic"/>
                <a:ea typeface="Yu Gothic"/>
                <a:cs typeface="Yu Gothic"/>
              </a:defRPr>
            </a:lvl1pPr>
            <a:lvl2pPr algn="ctr">
              <a:buNone/>
              <a:defRPr sz="1800" b="1">
                <a:solidFill>
                  <a:srgbClr val="193B59"/>
                </a:solidFill>
                <a:latin typeface="Yu Gothic"/>
                <a:ea typeface="Yu Gothic"/>
                <a:cs typeface="Yu Gothic"/>
              </a:defRPr>
            </a:lvl2pPr>
            <a:lvl3pPr algn="ctr">
              <a:buNone/>
              <a:defRPr sz="1800" b="1">
                <a:solidFill>
                  <a:srgbClr val="193B59"/>
                </a:solidFill>
                <a:latin typeface="Yu Gothic"/>
                <a:ea typeface="Yu Gothic"/>
                <a:cs typeface="Yu Gothic"/>
              </a:defRPr>
            </a:lvl3pPr>
            <a:lvl4pPr algn="ctr">
              <a:buNone/>
              <a:defRPr sz="1800" b="1">
                <a:solidFill>
                  <a:srgbClr val="193B59"/>
                </a:solidFill>
                <a:latin typeface="Yu Gothic"/>
                <a:ea typeface="Yu Gothic"/>
                <a:cs typeface="Yu Gothic"/>
              </a:defRPr>
            </a:lvl4pPr>
            <a:lvl5pPr algn="ctr">
              <a:buNone/>
              <a:defRPr sz="1800" b="1">
                <a:solidFill>
                  <a:srgbClr val="193B59"/>
                </a:solidFill>
                <a:latin typeface="Yu Gothic"/>
                <a:ea typeface="Yu Gothic"/>
                <a:cs typeface="Yu Gothic"/>
              </a:defRPr>
            </a:lvl5pPr>
            <a:lvl6pPr algn="ctr">
              <a:buNone/>
              <a:defRPr sz="1800" b="1">
                <a:solidFill>
                  <a:srgbClr val="193B59"/>
                </a:solidFill>
                <a:latin typeface="Yu Gothic"/>
                <a:ea typeface="Yu Gothic"/>
                <a:cs typeface="Yu Gothic"/>
              </a:defRPr>
            </a:lvl6pPr>
            <a:lvl7pPr algn="ctr">
              <a:buNone/>
              <a:defRPr sz="1800" b="1">
                <a:solidFill>
                  <a:srgbClr val="193B59"/>
                </a:solidFill>
                <a:latin typeface="Yu Gothic"/>
                <a:ea typeface="Yu Gothic"/>
                <a:cs typeface="Yu Gothic"/>
              </a:defRPr>
            </a:lvl7pPr>
            <a:lvl8pPr algn="ctr">
              <a:buNone/>
              <a:defRPr sz="1800" b="1">
                <a:solidFill>
                  <a:srgbClr val="193B59"/>
                </a:solidFill>
                <a:latin typeface="Yu Gothic"/>
                <a:ea typeface="Yu Gothic"/>
                <a:cs typeface="Yu Gothic"/>
              </a:defRPr>
            </a:lvl8pPr>
            <a:lvl9pPr algn="ctr">
              <a:buNone/>
              <a:defRPr sz="1800" b="1">
                <a:solidFill>
                  <a:srgbClr val="193B59"/>
                </a:solidFill>
                <a:latin typeface="Yu Gothic"/>
                <a:ea typeface="Yu Gothic"/>
                <a:cs typeface="Yu Gothic"/>
              </a:defRPr>
            </a:lvl9pPr>
          </a:lstStyle>
          <a:p xmlns:a="http://schemas.openxmlformats.org/drawingml/2006/main">
            <a:pPr algn="ctr">
              <a:buNone/>
              <a:defRPr sz="1800" b="1">
                <a:solidFill>
                  <a:srgbClr val="193B59"/>
                </a:solidFill>
                <a:latin typeface="Yu Gothic"/>
                <a:ea typeface="Yu Gothic"/>
                <a:cs typeface="Yu Gothic"/>
              </a:defRPr>
            </a:pPr>
            <a:r>
              <a:rPr sz="1800" b="1">
                <a:solidFill>
                  <a:srgbClr val="193B59"/>
                </a:solidFill>
                <a:latin typeface="Yu Gothic"/>
                <a:ea typeface="Yu Gothic"/>
                <a:cs typeface="Yu Gothic"/>
              </a:rPr>
              <a:t>出典</a:t>
            </a:r>
          </a:p>
        </p:txBody>
      </p:sp>
      <p:sp>
        <p:nvSpPr>
          <p:cNvPr id="22" name="">
            <a:extLst xmlns:a="http://schemas.openxmlformats.org/drawingml/2006/main">
              <a:ext uri="{FF2B5EF4-FFF2-40B4-BE49-F238E27FC236}">
                <a16:creationId xmlns:a16="http://schemas.microsoft.com/office/drawing/2014/main" id="{C460F748-DC67-4533-8346-6AA661D08B52}"/>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18 / 26</a:t>
            </a:r>
          </a:p>
        </p:txBody>
      </p:sp>
    </p:spTree>
    <p:extLst>
      <p:ext uri="{BB962C8B-B14F-4D97-AF65-F5344CB8AC3E}">
        <p14:creationId xmlns:p14="http://schemas.microsoft.com/office/powerpoint/2010/main" val="174228247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E8C7C63-634D-49D9-9BB1-3D6E65076341}"/>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データの分け方：試料とロット</a:t>
            </a:r>
          </a:p>
        </p:txBody>
      </p:sp>
      <p:sp>
        <p:nvSpPr>
          <p:cNvPr id="2" name="">
            <a:extLst xmlns:a="http://schemas.openxmlformats.org/drawingml/2006/main">
              <a:ext uri="{FF2B5EF4-FFF2-40B4-BE49-F238E27FC236}">
                <a16:creationId xmlns:a16="http://schemas.microsoft.com/office/drawing/2014/main" id="{26459252-552E-409C-BFAB-69C449492216}"/>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888E40F8-D7CA-4A48-952D-82EBE62AF58F}"/>
              </a:ext>
            </a:extLst>
          </p:cNvPr>
          <p:cNvSpPr>
            <a:spLocks xmlns:a="http://schemas.openxmlformats.org/drawingml/2006/main" noGrp="1"/>
          </p:cNvSpPr>
          <p:nvPr/>
        </p:nvSpPr>
        <p:spPr>
          <a:xfrm xmlns:a="http://schemas.openxmlformats.org/drawingml/2006/main">
            <a:off x="809625" y="173355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同じ試料の測定を独立試料と数えない</a:t>
            </a:r>
          </a:p>
        </p:txBody>
      </p:sp>
      <p:sp>
        <p:nvSpPr>
          <p:cNvPr id="4" name="">
            <a:extLst xmlns:a="http://schemas.openxmlformats.org/drawingml/2006/main">
              <a:ext uri="{FF2B5EF4-FFF2-40B4-BE49-F238E27FC236}">
                <a16:creationId xmlns:a16="http://schemas.microsoft.com/office/drawing/2014/main" id="{8E53B6C1-A284-407C-A455-025B8D3111EF}"/>
              </a:ext>
            </a:extLst>
          </p:cNvPr>
          <p:cNvSpPr>
            <a:spLocks xmlns:a="http://schemas.openxmlformats.org/drawingml/2006/main" noGrp="1"/>
          </p:cNvSpPr>
          <p:nvPr/>
        </p:nvSpPr>
        <p:spPr>
          <a:xfrm xmlns:a="http://schemas.openxmlformats.org/drawingml/2006/main">
            <a:off x="809625" y="279082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同一ロットの値を訓練と評価へ分ける問題</a:t>
            </a:r>
          </a:p>
        </p:txBody>
      </p:sp>
      <p:sp>
        <p:nvSpPr>
          <p:cNvPr id="5" name="">
            <a:extLst xmlns:a="http://schemas.openxmlformats.org/drawingml/2006/main">
              <a:ext uri="{FF2B5EF4-FFF2-40B4-BE49-F238E27FC236}">
                <a16:creationId xmlns:a16="http://schemas.microsoft.com/office/drawing/2014/main" id="{D1AAC18D-00E8-4AB3-A226-7CA5857AB76A}"/>
              </a:ext>
            </a:extLst>
          </p:cNvPr>
          <p:cNvSpPr>
            <a:spLocks xmlns:a="http://schemas.openxmlformats.org/drawingml/2006/main" noGrp="1"/>
          </p:cNvSpPr>
          <p:nvPr/>
        </p:nvSpPr>
        <p:spPr>
          <a:xfrm xmlns:a="http://schemas.openxmlformats.org/drawingml/2006/main">
            <a:off x="809625" y="384810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未知の製造条件で性能を再確認する</a:t>
            </a:r>
          </a:p>
        </p:txBody>
      </p:sp>
      <p:sp>
        <p:nvSpPr>
          <p:cNvPr id="6" name="">
            <a:extLst xmlns:a="http://schemas.openxmlformats.org/drawingml/2006/main">
              <a:ext uri="{FF2B5EF4-FFF2-40B4-BE49-F238E27FC236}">
                <a16:creationId xmlns:a16="http://schemas.microsoft.com/office/drawing/2014/main" id="{FF61FBD5-FDF8-436E-AD80-A23933123D2A}"/>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参照 [8]</a:t>
            </a:r>
          </a:p>
        </p:txBody>
      </p:sp>
      <p:sp>
        <p:nvSpPr>
          <p:cNvPr id="7" name="">
            <a:extLst xmlns:a="http://schemas.openxmlformats.org/drawingml/2006/main">
              <a:ext uri="{FF2B5EF4-FFF2-40B4-BE49-F238E27FC236}">
                <a16:creationId xmlns:a16="http://schemas.microsoft.com/office/drawing/2014/main" id="{D58A0007-6ACE-4636-81C0-AF56C86C6B24}"/>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発展B</a:t>
            </a:r>
          </a:p>
        </p:txBody>
      </p:sp>
      <p:sp>
        <p:nvSpPr>
          <p:cNvPr id="8" name="">
            <a:extLst xmlns:a="http://schemas.openxmlformats.org/drawingml/2006/main">
              <a:ext uri="{FF2B5EF4-FFF2-40B4-BE49-F238E27FC236}">
                <a16:creationId xmlns:a16="http://schemas.microsoft.com/office/drawing/2014/main" id="{28A5A1BE-1693-4162-954E-9438EC913DF6}"/>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19 / 26</a:t>
            </a:r>
          </a:p>
        </p:txBody>
      </p:sp>
    </p:spTree>
    <p:extLst>
      <p:ext uri="{BB962C8B-B14F-4D97-AF65-F5344CB8AC3E}">
        <p14:creationId xmlns:p14="http://schemas.microsoft.com/office/powerpoint/2010/main" val="203388860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329EB0AA-738F-428B-B8E6-999831B44DB3}"/>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AIの材料予測が答えている問い</a:t>
            </a:r>
          </a:p>
        </p:txBody>
      </p:sp>
      <p:sp>
        <p:nvSpPr>
          <p:cNvPr id="2" name="">
            <a:extLst xmlns:a="http://schemas.openxmlformats.org/drawingml/2006/main">
              <a:ext uri="{FF2B5EF4-FFF2-40B4-BE49-F238E27FC236}">
                <a16:creationId xmlns:a16="http://schemas.microsoft.com/office/drawing/2014/main" id="{4F44B0AB-D03A-4B2F-8FC4-F2E50C59BE70}"/>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78C18294-E4AB-40F1-BD31-839BD5380B3F}"/>
              </a:ext>
            </a:extLst>
          </p:cNvPr>
          <p:cNvSpPr>
            <a:spLocks xmlns:a="http://schemas.openxmlformats.org/drawingml/2006/main" noGrp="1"/>
          </p:cNvSpPr>
          <p:nvPr/>
        </p:nvSpPr>
        <p:spPr>
          <a:xfrm xmlns:a="http://schemas.openxmlformats.org/drawingml/2006/main">
            <a:off x="809625" y="173355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入力：組成・製法・構造・測定条件</a:t>
            </a:r>
          </a:p>
        </p:txBody>
      </p:sp>
      <p:sp>
        <p:nvSpPr>
          <p:cNvPr id="4" name="">
            <a:extLst xmlns:a="http://schemas.openxmlformats.org/drawingml/2006/main">
              <a:ext uri="{FF2B5EF4-FFF2-40B4-BE49-F238E27FC236}">
                <a16:creationId xmlns:a16="http://schemas.microsoft.com/office/drawing/2014/main" id="{6143ECD0-08E1-4F14-BAE5-00E222BDDE6F}"/>
              </a:ext>
            </a:extLst>
          </p:cNvPr>
          <p:cNvSpPr>
            <a:spLocks xmlns:a="http://schemas.openxmlformats.org/drawingml/2006/main" noGrp="1"/>
          </p:cNvSpPr>
          <p:nvPr/>
        </p:nvSpPr>
        <p:spPr>
          <a:xfrm xmlns:a="http://schemas.openxmlformats.org/drawingml/2006/main">
            <a:off x="809625" y="279082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出力：どの物性を、どの範囲で予測したか</a:t>
            </a:r>
          </a:p>
        </p:txBody>
      </p:sp>
      <p:sp>
        <p:nvSpPr>
          <p:cNvPr id="5" name="">
            <a:extLst xmlns:a="http://schemas.openxmlformats.org/drawingml/2006/main">
              <a:ext uri="{FF2B5EF4-FFF2-40B4-BE49-F238E27FC236}">
                <a16:creationId xmlns:a16="http://schemas.microsoft.com/office/drawing/2014/main" id="{46703B22-D345-40C5-BFFF-D041E04DC957}"/>
              </a:ext>
            </a:extLst>
          </p:cNvPr>
          <p:cNvSpPr>
            <a:spLocks xmlns:a="http://schemas.openxmlformats.org/drawingml/2006/main" noGrp="1"/>
          </p:cNvSpPr>
          <p:nvPr/>
        </p:nvSpPr>
        <p:spPr>
          <a:xfrm xmlns:a="http://schemas.openxmlformats.org/drawingml/2006/main">
            <a:off x="809625" y="384810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予測の不確かさと実験による確認</a:t>
            </a:r>
          </a:p>
        </p:txBody>
      </p:sp>
      <p:sp>
        <p:nvSpPr>
          <p:cNvPr id="6" name="">
            <a:extLst xmlns:a="http://schemas.openxmlformats.org/drawingml/2006/main">
              <a:ext uri="{FF2B5EF4-FFF2-40B4-BE49-F238E27FC236}">
                <a16:creationId xmlns:a16="http://schemas.microsoft.com/office/drawing/2014/main" id="{0C45208C-540D-4A5F-8702-4761D932339B}"/>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参照 [6・7・8]</a:t>
            </a:r>
          </a:p>
        </p:txBody>
      </p:sp>
      <p:sp>
        <p:nvSpPr>
          <p:cNvPr id="7" name="">
            <a:extLst xmlns:a="http://schemas.openxmlformats.org/drawingml/2006/main">
              <a:ext uri="{FF2B5EF4-FFF2-40B4-BE49-F238E27FC236}">
                <a16:creationId xmlns:a16="http://schemas.microsoft.com/office/drawing/2014/main" id="{757611B9-2BEF-44BA-8E94-F6DA40857B22}"/>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発展B</a:t>
            </a:r>
          </a:p>
        </p:txBody>
      </p:sp>
      <p:sp>
        <p:nvSpPr>
          <p:cNvPr id="8" name="">
            <a:extLst xmlns:a="http://schemas.openxmlformats.org/drawingml/2006/main">
              <a:ext uri="{FF2B5EF4-FFF2-40B4-BE49-F238E27FC236}">
                <a16:creationId xmlns:a16="http://schemas.microsoft.com/office/drawing/2014/main" id="{5D07F107-38D4-4CE4-86C1-77A1D485DBBB}"/>
              </a:ext>
            </a:extLst>
          </p:cNvPr>
          <p:cNvSpPr>
            <a:spLocks xmlns:a="http://schemas.openxmlformats.org/drawingml/2006/main" noGrp="1"/>
          </p:cNvSpPr>
          <p:nvPr/>
        </p:nvSpPr>
        <p:spPr>
          <a:xfrm xmlns:a="http://schemas.openxmlformats.org/drawingml/2006/main">
            <a:off x="762000" y="4838700"/>
            <a:ext cx="2000250" cy="695325"/>
          </a:xfrm>
          <a:prstGeom xmlns:a="http://schemas.openxmlformats.org/drawingml/2006/main" prst="rect">
            <a:avLst/>
          </a:prstGeom>
          <a:solidFill xmlns:a="http://schemas.openxmlformats.org/drawingml/2006/main">
            <a:srgbClr val="EAF4F3"/>
          </a:solidFill>
          <a:ln xmlns:a="http://schemas.openxmlformats.org/drawingml/2006/main" w="16193">
            <a:solidFill>
              <a:srgbClr val="087E8B"/>
            </a:solidFill>
          </a:ln>
        </p:spPr>
      </p:sp>
      <p:sp>
        <p:nvSpPr>
          <p:cNvPr id="9" name="">
            <a:extLst xmlns:a="http://schemas.openxmlformats.org/drawingml/2006/main">
              <a:ext uri="{FF2B5EF4-FFF2-40B4-BE49-F238E27FC236}">
                <a16:creationId xmlns:a16="http://schemas.microsoft.com/office/drawing/2014/main" id="{211E2B0C-8923-4681-8EE6-3C7C0145C4A7}"/>
              </a:ext>
            </a:extLst>
          </p:cNvPr>
          <p:cNvSpPr>
            <a:spLocks xmlns:a="http://schemas.openxmlformats.org/drawingml/2006/main" noGrp="1"/>
          </p:cNvSpPr>
          <p:nvPr/>
        </p:nvSpPr>
        <p:spPr>
          <a:xfrm xmlns:a="http://schemas.openxmlformats.org/drawingml/2006/main">
            <a:off x="762000" y="4895850"/>
            <a:ext cx="2000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800" b="1">
                <a:solidFill>
                  <a:srgbClr val="193B59"/>
                </a:solidFill>
                <a:latin typeface="Yu Gothic"/>
                <a:ea typeface="Yu Gothic"/>
                <a:cs typeface="Yu Gothic"/>
              </a:defRPr>
            </a:defPPr>
            <a:lvl1pPr algn="ctr">
              <a:buNone/>
              <a:defRPr sz="1800" b="1">
                <a:solidFill>
                  <a:srgbClr val="193B59"/>
                </a:solidFill>
                <a:latin typeface="Yu Gothic"/>
                <a:ea typeface="Yu Gothic"/>
                <a:cs typeface="Yu Gothic"/>
              </a:defRPr>
            </a:lvl1pPr>
            <a:lvl2pPr algn="ctr">
              <a:buNone/>
              <a:defRPr sz="1800" b="1">
                <a:solidFill>
                  <a:srgbClr val="193B59"/>
                </a:solidFill>
                <a:latin typeface="Yu Gothic"/>
                <a:ea typeface="Yu Gothic"/>
                <a:cs typeface="Yu Gothic"/>
              </a:defRPr>
            </a:lvl2pPr>
            <a:lvl3pPr algn="ctr">
              <a:buNone/>
              <a:defRPr sz="1800" b="1">
                <a:solidFill>
                  <a:srgbClr val="193B59"/>
                </a:solidFill>
                <a:latin typeface="Yu Gothic"/>
                <a:ea typeface="Yu Gothic"/>
                <a:cs typeface="Yu Gothic"/>
              </a:defRPr>
            </a:lvl3pPr>
            <a:lvl4pPr algn="ctr">
              <a:buNone/>
              <a:defRPr sz="1800" b="1">
                <a:solidFill>
                  <a:srgbClr val="193B59"/>
                </a:solidFill>
                <a:latin typeface="Yu Gothic"/>
                <a:ea typeface="Yu Gothic"/>
                <a:cs typeface="Yu Gothic"/>
              </a:defRPr>
            </a:lvl4pPr>
            <a:lvl5pPr algn="ctr">
              <a:buNone/>
              <a:defRPr sz="1800" b="1">
                <a:solidFill>
                  <a:srgbClr val="193B59"/>
                </a:solidFill>
                <a:latin typeface="Yu Gothic"/>
                <a:ea typeface="Yu Gothic"/>
                <a:cs typeface="Yu Gothic"/>
              </a:defRPr>
            </a:lvl5pPr>
            <a:lvl6pPr algn="ctr">
              <a:buNone/>
              <a:defRPr sz="1800" b="1">
                <a:solidFill>
                  <a:srgbClr val="193B59"/>
                </a:solidFill>
                <a:latin typeface="Yu Gothic"/>
                <a:ea typeface="Yu Gothic"/>
                <a:cs typeface="Yu Gothic"/>
              </a:defRPr>
            </a:lvl6pPr>
            <a:lvl7pPr algn="ctr">
              <a:buNone/>
              <a:defRPr sz="1800" b="1">
                <a:solidFill>
                  <a:srgbClr val="193B59"/>
                </a:solidFill>
                <a:latin typeface="Yu Gothic"/>
                <a:ea typeface="Yu Gothic"/>
                <a:cs typeface="Yu Gothic"/>
              </a:defRPr>
            </a:lvl7pPr>
            <a:lvl8pPr algn="ctr">
              <a:buNone/>
              <a:defRPr sz="1800" b="1">
                <a:solidFill>
                  <a:srgbClr val="193B59"/>
                </a:solidFill>
                <a:latin typeface="Yu Gothic"/>
                <a:ea typeface="Yu Gothic"/>
                <a:cs typeface="Yu Gothic"/>
              </a:defRPr>
            </a:lvl8pPr>
            <a:lvl9pPr algn="ctr">
              <a:buNone/>
              <a:defRPr sz="1800" b="1">
                <a:solidFill>
                  <a:srgbClr val="193B59"/>
                </a:solidFill>
                <a:latin typeface="Yu Gothic"/>
                <a:ea typeface="Yu Gothic"/>
                <a:cs typeface="Yu Gothic"/>
              </a:defRPr>
            </a:lvl9pPr>
          </a:lstStyle>
          <a:p xmlns:a="http://schemas.openxmlformats.org/drawingml/2006/main">
            <a:pPr algn="ctr">
              <a:buNone/>
              <a:defRPr sz="1800" b="1">
                <a:solidFill>
                  <a:srgbClr val="193B59"/>
                </a:solidFill>
                <a:latin typeface="Yu Gothic"/>
                <a:ea typeface="Yu Gothic"/>
                <a:cs typeface="Yu Gothic"/>
              </a:defRPr>
            </a:pPr>
            <a:r>
              <a:rPr sz="1800" b="1">
                <a:solidFill>
                  <a:srgbClr val="193B59"/>
                </a:solidFill>
                <a:latin typeface="Yu Gothic"/>
                <a:ea typeface="Yu Gothic"/>
                <a:cs typeface="Yu Gothic"/>
              </a:rPr>
              <a:t>入力</a:t>
            </a:r>
          </a:p>
        </p:txBody>
      </p:sp>
      <p:sp>
        <p:nvSpPr>
          <p:cNvPr id="10" name="">
            <a:extLst xmlns:a="http://schemas.openxmlformats.org/drawingml/2006/main">
              <a:ext uri="{FF2B5EF4-FFF2-40B4-BE49-F238E27FC236}">
                <a16:creationId xmlns:a16="http://schemas.microsoft.com/office/drawing/2014/main" id="{CB62536A-670E-43D9-ADD3-00A069D60F5C}"/>
              </a:ext>
            </a:extLst>
          </p:cNvPr>
          <p:cNvSpPr>
            <a:spLocks xmlns:a="http://schemas.openxmlformats.org/drawingml/2006/main" noGrp="1"/>
          </p:cNvSpPr>
          <p:nvPr/>
        </p:nvSpPr>
        <p:spPr>
          <a:xfrm xmlns:a="http://schemas.openxmlformats.org/drawingml/2006/main">
            <a:off x="2790825" y="5191125"/>
            <a:ext cx="485775" cy="9525"/>
          </a:xfrm>
          <a:custGeom xmlns:a="http://schemas.openxmlformats.org/drawingml/2006/main">
            <a:pathLst>
              <a:path w="485775" h="9525">
                <a:moveTo>
                  <a:pt x="0" y="0"/>
                </a:moveTo>
                <a:lnTo>
                  <a:pt x="485775" y="0"/>
                </a:lnTo>
              </a:path>
            </a:pathLst>
          </a:custGeom>
          <a:noFill xmlns:a="http://schemas.openxmlformats.org/drawingml/2006/main"/>
          <a:ln xmlns:a="http://schemas.openxmlformats.org/drawingml/2006/main" w="19050">
            <a:solidFill>
              <a:srgbClr val="087E8B"/>
            </a:solidFill>
          </a:ln>
        </p:spPr>
      </p:sp>
      <p:sp>
        <p:nvSpPr>
          <p:cNvPr id="11" name="">
            <a:extLst xmlns:a="http://schemas.openxmlformats.org/drawingml/2006/main">
              <a:ext uri="{FF2B5EF4-FFF2-40B4-BE49-F238E27FC236}">
                <a16:creationId xmlns:a16="http://schemas.microsoft.com/office/drawing/2014/main" id="{435F0118-F92D-40E6-A8A9-EBC00EB10910}"/>
              </a:ext>
            </a:extLst>
          </p:cNvPr>
          <p:cNvSpPr>
            <a:spLocks xmlns:a="http://schemas.openxmlformats.org/drawingml/2006/main" noGrp="1"/>
          </p:cNvSpPr>
          <p:nvPr/>
        </p:nvSpPr>
        <p:spPr>
          <a:xfrm xmlns:a="http://schemas.openxmlformats.org/drawingml/2006/main">
            <a:off x="3162300" y="5143119"/>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087E8B"/>
          </a:solidFill>
          <a:ln xmlns:a="http://schemas.openxmlformats.org/drawingml/2006/main" w="4763">
            <a:solidFill>
              <a:srgbClr val="087E8B"/>
            </a:solidFill>
          </a:ln>
        </p:spPr>
      </p:sp>
      <p:sp>
        <p:nvSpPr>
          <p:cNvPr id="12" name="">
            <a:extLst xmlns:a="http://schemas.openxmlformats.org/drawingml/2006/main">
              <a:ext uri="{FF2B5EF4-FFF2-40B4-BE49-F238E27FC236}">
                <a16:creationId xmlns:a16="http://schemas.microsoft.com/office/drawing/2014/main" id="{EB4BC2CE-433A-4C83-84C3-6ADE8800589D}"/>
              </a:ext>
            </a:extLst>
          </p:cNvPr>
          <p:cNvSpPr>
            <a:spLocks xmlns:a="http://schemas.openxmlformats.org/drawingml/2006/main" noGrp="1"/>
          </p:cNvSpPr>
          <p:nvPr/>
        </p:nvSpPr>
        <p:spPr>
          <a:xfrm xmlns:a="http://schemas.openxmlformats.org/drawingml/2006/main">
            <a:off x="3314700" y="4838700"/>
            <a:ext cx="2000250" cy="695325"/>
          </a:xfrm>
          <a:prstGeom xmlns:a="http://schemas.openxmlformats.org/drawingml/2006/main" prst="rect">
            <a:avLst/>
          </a:prstGeom>
          <a:solidFill xmlns:a="http://schemas.openxmlformats.org/drawingml/2006/main">
            <a:srgbClr val="E8F0F4"/>
          </a:solidFill>
          <a:ln xmlns:a="http://schemas.openxmlformats.org/drawingml/2006/main" w="16193">
            <a:solidFill>
              <a:srgbClr val="087E8B"/>
            </a:solidFill>
          </a:ln>
        </p:spPr>
      </p:sp>
      <p:sp>
        <p:nvSpPr>
          <p:cNvPr id="13" name="">
            <a:extLst xmlns:a="http://schemas.openxmlformats.org/drawingml/2006/main">
              <a:ext uri="{FF2B5EF4-FFF2-40B4-BE49-F238E27FC236}">
                <a16:creationId xmlns:a16="http://schemas.microsoft.com/office/drawing/2014/main" id="{04CBB2F3-E0DE-4CB2-8A72-DDDE669DEE7E}"/>
              </a:ext>
            </a:extLst>
          </p:cNvPr>
          <p:cNvSpPr>
            <a:spLocks xmlns:a="http://schemas.openxmlformats.org/drawingml/2006/main" noGrp="1"/>
          </p:cNvSpPr>
          <p:nvPr/>
        </p:nvSpPr>
        <p:spPr>
          <a:xfrm xmlns:a="http://schemas.openxmlformats.org/drawingml/2006/main">
            <a:off x="3314700" y="4895850"/>
            <a:ext cx="2000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800" b="1">
                <a:solidFill>
                  <a:srgbClr val="193B59"/>
                </a:solidFill>
                <a:latin typeface="Yu Gothic"/>
                <a:ea typeface="Yu Gothic"/>
                <a:cs typeface="Yu Gothic"/>
              </a:defRPr>
            </a:defPPr>
            <a:lvl1pPr algn="ctr">
              <a:buNone/>
              <a:defRPr sz="1800" b="1">
                <a:solidFill>
                  <a:srgbClr val="193B59"/>
                </a:solidFill>
                <a:latin typeface="Yu Gothic"/>
                <a:ea typeface="Yu Gothic"/>
                <a:cs typeface="Yu Gothic"/>
              </a:defRPr>
            </a:lvl1pPr>
            <a:lvl2pPr algn="ctr">
              <a:buNone/>
              <a:defRPr sz="1800" b="1">
                <a:solidFill>
                  <a:srgbClr val="193B59"/>
                </a:solidFill>
                <a:latin typeface="Yu Gothic"/>
                <a:ea typeface="Yu Gothic"/>
                <a:cs typeface="Yu Gothic"/>
              </a:defRPr>
            </a:lvl2pPr>
            <a:lvl3pPr algn="ctr">
              <a:buNone/>
              <a:defRPr sz="1800" b="1">
                <a:solidFill>
                  <a:srgbClr val="193B59"/>
                </a:solidFill>
                <a:latin typeface="Yu Gothic"/>
                <a:ea typeface="Yu Gothic"/>
                <a:cs typeface="Yu Gothic"/>
              </a:defRPr>
            </a:lvl3pPr>
            <a:lvl4pPr algn="ctr">
              <a:buNone/>
              <a:defRPr sz="1800" b="1">
                <a:solidFill>
                  <a:srgbClr val="193B59"/>
                </a:solidFill>
                <a:latin typeface="Yu Gothic"/>
                <a:ea typeface="Yu Gothic"/>
                <a:cs typeface="Yu Gothic"/>
              </a:defRPr>
            </a:lvl4pPr>
            <a:lvl5pPr algn="ctr">
              <a:buNone/>
              <a:defRPr sz="1800" b="1">
                <a:solidFill>
                  <a:srgbClr val="193B59"/>
                </a:solidFill>
                <a:latin typeface="Yu Gothic"/>
                <a:ea typeface="Yu Gothic"/>
                <a:cs typeface="Yu Gothic"/>
              </a:defRPr>
            </a:lvl5pPr>
            <a:lvl6pPr algn="ctr">
              <a:buNone/>
              <a:defRPr sz="1800" b="1">
                <a:solidFill>
                  <a:srgbClr val="193B59"/>
                </a:solidFill>
                <a:latin typeface="Yu Gothic"/>
                <a:ea typeface="Yu Gothic"/>
                <a:cs typeface="Yu Gothic"/>
              </a:defRPr>
            </a:lvl6pPr>
            <a:lvl7pPr algn="ctr">
              <a:buNone/>
              <a:defRPr sz="1800" b="1">
                <a:solidFill>
                  <a:srgbClr val="193B59"/>
                </a:solidFill>
                <a:latin typeface="Yu Gothic"/>
                <a:ea typeface="Yu Gothic"/>
                <a:cs typeface="Yu Gothic"/>
              </a:defRPr>
            </a:lvl7pPr>
            <a:lvl8pPr algn="ctr">
              <a:buNone/>
              <a:defRPr sz="1800" b="1">
                <a:solidFill>
                  <a:srgbClr val="193B59"/>
                </a:solidFill>
                <a:latin typeface="Yu Gothic"/>
                <a:ea typeface="Yu Gothic"/>
                <a:cs typeface="Yu Gothic"/>
              </a:defRPr>
            </a:lvl8pPr>
            <a:lvl9pPr algn="ctr">
              <a:buNone/>
              <a:defRPr sz="1800" b="1">
                <a:solidFill>
                  <a:srgbClr val="193B59"/>
                </a:solidFill>
                <a:latin typeface="Yu Gothic"/>
                <a:ea typeface="Yu Gothic"/>
                <a:cs typeface="Yu Gothic"/>
              </a:defRPr>
            </a:lvl9pPr>
          </a:lstStyle>
          <a:p xmlns:a="http://schemas.openxmlformats.org/drawingml/2006/main">
            <a:pPr algn="ctr">
              <a:buNone/>
              <a:defRPr sz="1800" b="1">
                <a:solidFill>
                  <a:srgbClr val="193B59"/>
                </a:solidFill>
                <a:latin typeface="Yu Gothic"/>
                <a:ea typeface="Yu Gothic"/>
                <a:cs typeface="Yu Gothic"/>
              </a:defRPr>
            </a:pPr>
            <a:r>
              <a:rPr sz="1800" b="1">
                <a:solidFill>
                  <a:srgbClr val="193B59"/>
                </a:solidFill>
                <a:latin typeface="Yu Gothic"/>
                <a:ea typeface="Yu Gothic"/>
                <a:cs typeface="Yu Gothic"/>
              </a:rPr>
              <a:t>モデル</a:t>
            </a:r>
          </a:p>
        </p:txBody>
      </p:sp>
      <p:sp>
        <p:nvSpPr>
          <p:cNvPr id="14" name="">
            <a:extLst xmlns:a="http://schemas.openxmlformats.org/drawingml/2006/main">
              <a:ext uri="{FF2B5EF4-FFF2-40B4-BE49-F238E27FC236}">
                <a16:creationId xmlns:a16="http://schemas.microsoft.com/office/drawing/2014/main" id="{CECBCCCB-5B8E-40E6-AC2F-E22ABF7301AD}"/>
              </a:ext>
            </a:extLst>
          </p:cNvPr>
          <p:cNvSpPr>
            <a:spLocks xmlns:a="http://schemas.openxmlformats.org/drawingml/2006/main" noGrp="1"/>
          </p:cNvSpPr>
          <p:nvPr/>
        </p:nvSpPr>
        <p:spPr>
          <a:xfrm xmlns:a="http://schemas.openxmlformats.org/drawingml/2006/main">
            <a:off x="5343525" y="5191125"/>
            <a:ext cx="485775" cy="9525"/>
          </a:xfrm>
          <a:custGeom xmlns:a="http://schemas.openxmlformats.org/drawingml/2006/main">
            <a:pathLst>
              <a:path w="485775" h="9525">
                <a:moveTo>
                  <a:pt x="0" y="0"/>
                </a:moveTo>
                <a:lnTo>
                  <a:pt x="485775" y="0"/>
                </a:lnTo>
              </a:path>
            </a:pathLst>
          </a:custGeom>
          <a:noFill xmlns:a="http://schemas.openxmlformats.org/drawingml/2006/main"/>
          <a:ln xmlns:a="http://schemas.openxmlformats.org/drawingml/2006/main" w="19050">
            <a:solidFill>
              <a:srgbClr val="087E8B"/>
            </a:solidFill>
          </a:ln>
        </p:spPr>
      </p:sp>
      <p:sp>
        <p:nvSpPr>
          <p:cNvPr id="15" name="">
            <a:extLst xmlns:a="http://schemas.openxmlformats.org/drawingml/2006/main">
              <a:ext uri="{FF2B5EF4-FFF2-40B4-BE49-F238E27FC236}">
                <a16:creationId xmlns:a16="http://schemas.microsoft.com/office/drawing/2014/main" id="{EBE4EAEC-8754-496B-BA79-062C723A6DD0}"/>
              </a:ext>
            </a:extLst>
          </p:cNvPr>
          <p:cNvSpPr>
            <a:spLocks xmlns:a="http://schemas.openxmlformats.org/drawingml/2006/main" noGrp="1"/>
          </p:cNvSpPr>
          <p:nvPr/>
        </p:nvSpPr>
        <p:spPr>
          <a:xfrm xmlns:a="http://schemas.openxmlformats.org/drawingml/2006/main">
            <a:off x="5715000" y="5143119"/>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087E8B"/>
          </a:solidFill>
          <a:ln xmlns:a="http://schemas.openxmlformats.org/drawingml/2006/main" w="4763">
            <a:solidFill>
              <a:srgbClr val="087E8B"/>
            </a:solidFill>
          </a:ln>
        </p:spPr>
      </p:sp>
      <p:sp>
        <p:nvSpPr>
          <p:cNvPr id="16" name="">
            <a:extLst xmlns:a="http://schemas.openxmlformats.org/drawingml/2006/main">
              <a:ext uri="{FF2B5EF4-FFF2-40B4-BE49-F238E27FC236}">
                <a16:creationId xmlns:a16="http://schemas.microsoft.com/office/drawing/2014/main" id="{22F11250-9A32-499C-BF2C-5F3CC6B860F7}"/>
              </a:ext>
            </a:extLst>
          </p:cNvPr>
          <p:cNvSpPr>
            <a:spLocks xmlns:a="http://schemas.openxmlformats.org/drawingml/2006/main" noGrp="1"/>
          </p:cNvSpPr>
          <p:nvPr/>
        </p:nvSpPr>
        <p:spPr>
          <a:xfrm xmlns:a="http://schemas.openxmlformats.org/drawingml/2006/main">
            <a:off x="5867400" y="4838700"/>
            <a:ext cx="2000250" cy="695325"/>
          </a:xfrm>
          <a:prstGeom xmlns:a="http://schemas.openxmlformats.org/drawingml/2006/main" prst="rect">
            <a:avLst/>
          </a:prstGeom>
          <a:solidFill xmlns:a="http://schemas.openxmlformats.org/drawingml/2006/main">
            <a:srgbClr val="EAF4F3"/>
          </a:solidFill>
          <a:ln xmlns:a="http://schemas.openxmlformats.org/drawingml/2006/main" w="16193">
            <a:solidFill>
              <a:srgbClr val="087E8B"/>
            </a:solidFill>
          </a:ln>
        </p:spPr>
      </p:sp>
      <p:sp>
        <p:nvSpPr>
          <p:cNvPr id="17" name="">
            <a:extLst xmlns:a="http://schemas.openxmlformats.org/drawingml/2006/main">
              <a:ext uri="{FF2B5EF4-FFF2-40B4-BE49-F238E27FC236}">
                <a16:creationId xmlns:a16="http://schemas.microsoft.com/office/drawing/2014/main" id="{ADF2E516-D3D9-4A5E-A99D-909E757126A6}"/>
              </a:ext>
            </a:extLst>
          </p:cNvPr>
          <p:cNvSpPr>
            <a:spLocks xmlns:a="http://schemas.openxmlformats.org/drawingml/2006/main" noGrp="1"/>
          </p:cNvSpPr>
          <p:nvPr/>
        </p:nvSpPr>
        <p:spPr>
          <a:xfrm xmlns:a="http://schemas.openxmlformats.org/drawingml/2006/main">
            <a:off x="5867400" y="4895850"/>
            <a:ext cx="2000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800" b="1">
                <a:solidFill>
                  <a:srgbClr val="193B59"/>
                </a:solidFill>
                <a:latin typeface="Yu Gothic"/>
                <a:ea typeface="Yu Gothic"/>
                <a:cs typeface="Yu Gothic"/>
              </a:defRPr>
            </a:defPPr>
            <a:lvl1pPr algn="ctr">
              <a:buNone/>
              <a:defRPr sz="1800" b="1">
                <a:solidFill>
                  <a:srgbClr val="193B59"/>
                </a:solidFill>
                <a:latin typeface="Yu Gothic"/>
                <a:ea typeface="Yu Gothic"/>
                <a:cs typeface="Yu Gothic"/>
              </a:defRPr>
            </a:lvl1pPr>
            <a:lvl2pPr algn="ctr">
              <a:buNone/>
              <a:defRPr sz="1800" b="1">
                <a:solidFill>
                  <a:srgbClr val="193B59"/>
                </a:solidFill>
                <a:latin typeface="Yu Gothic"/>
                <a:ea typeface="Yu Gothic"/>
                <a:cs typeface="Yu Gothic"/>
              </a:defRPr>
            </a:lvl2pPr>
            <a:lvl3pPr algn="ctr">
              <a:buNone/>
              <a:defRPr sz="1800" b="1">
                <a:solidFill>
                  <a:srgbClr val="193B59"/>
                </a:solidFill>
                <a:latin typeface="Yu Gothic"/>
                <a:ea typeface="Yu Gothic"/>
                <a:cs typeface="Yu Gothic"/>
              </a:defRPr>
            </a:lvl3pPr>
            <a:lvl4pPr algn="ctr">
              <a:buNone/>
              <a:defRPr sz="1800" b="1">
                <a:solidFill>
                  <a:srgbClr val="193B59"/>
                </a:solidFill>
                <a:latin typeface="Yu Gothic"/>
                <a:ea typeface="Yu Gothic"/>
                <a:cs typeface="Yu Gothic"/>
              </a:defRPr>
            </a:lvl4pPr>
            <a:lvl5pPr algn="ctr">
              <a:buNone/>
              <a:defRPr sz="1800" b="1">
                <a:solidFill>
                  <a:srgbClr val="193B59"/>
                </a:solidFill>
                <a:latin typeface="Yu Gothic"/>
                <a:ea typeface="Yu Gothic"/>
                <a:cs typeface="Yu Gothic"/>
              </a:defRPr>
            </a:lvl5pPr>
            <a:lvl6pPr algn="ctr">
              <a:buNone/>
              <a:defRPr sz="1800" b="1">
                <a:solidFill>
                  <a:srgbClr val="193B59"/>
                </a:solidFill>
                <a:latin typeface="Yu Gothic"/>
                <a:ea typeface="Yu Gothic"/>
                <a:cs typeface="Yu Gothic"/>
              </a:defRPr>
            </a:lvl6pPr>
            <a:lvl7pPr algn="ctr">
              <a:buNone/>
              <a:defRPr sz="1800" b="1">
                <a:solidFill>
                  <a:srgbClr val="193B59"/>
                </a:solidFill>
                <a:latin typeface="Yu Gothic"/>
                <a:ea typeface="Yu Gothic"/>
                <a:cs typeface="Yu Gothic"/>
              </a:defRPr>
            </a:lvl7pPr>
            <a:lvl8pPr algn="ctr">
              <a:buNone/>
              <a:defRPr sz="1800" b="1">
                <a:solidFill>
                  <a:srgbClr val="193B59"/>
                </a:solidFill>
                <a:latin typeface="Yu Gothic"/>
                <a:ea typeface="Yu Gothic"/>
                <a:cs typeface="Yu Gothic"/>
              </a:defRPr>
            </a:lvl8pPr>
            <a:lvl9pPr algn="ctr">
              <a:buNone/>
              <a:defRPr sz="1800" b="1">
                <a:solidFill>
                  <a:srgbClr val="193B59"/>
                </a:solidFill>
                <a:latin typeface="Yu Gothic"/>
                <a:ea typeface="Yu Gothic"/>
                <a:cs typeface="Yu Gothic"/>
              </a:defRPr>
            </a:lvl9pPr>
          </a:lstStyle>
          <a:p xmlns:a="http://schemas.openxmlformats.org/drawingml/2006/main">
            <a:pPr algn="ctr">
              <a:buNone/>
              <a:defRPr sz="1800" b="1">
                <a:solidFill>
                  <a:srgbClr val="193B59"/>
                </a:solidFill>
                <a:latin typeface="Yu Gothic"/>
                <a:ea typeface="Yu Gothic"/>
                <a:cs typeface="Yu Gothic"/>
              </a:defRPr>
            </a:pPr>
            <a:r>
              <a:rPr sz="1800" b="1">
                <a:solidFill>
                  <a:srgbClr val="193B59"/>
                </a:solidFill>
                <a:latin typeface="Yu Gothic"/>
                <a:ea typeface="Yu Gothic"/>
                <a:cs typeface="Yu Gothic"/>
              </a:rPr>
              <a:t>予測</a:t>
            </a:r>
          </a:p>
        </p:txBody>
      </p:sp>
      <p:sp>
        <p:nvSpPr>
          <p:cNvPr id="18" name="">
            <a:extLst xmlns:a="http://schemas.openxmlformats.org/drawingml/2006/main">
              <a:ext uri="{FF2B5EF4-FFF2-40B4-BE49-F238E27FC236}">
                <a16:creationId xmlns:a16="http://schemas.microsoft.com/office/drawing/2014/main" id="{04092B9F-09A6-45A0-8B47-E9006AAEF69A}"/>
              </a:ext>
            </a:extLst>
          </p:cNvPr>
          <p:cNvSpPr>
            <a:spLocks xmlns:a="http://schemas.openxmlformats.org/drawingml/2006/main" noGrp="1"/>
          </p:cNvSpPr>
          <p:nvPr/>
        </p:nvSpPr>
        <p:spPr>
          <a:xfrm xmlns:a="http://schemas.openxmlformats.org/drawingml/2006/main">
            <a:off x="7896225" y="5191125"/>
            <a:ext cx="485775" cy="9525"/>
          </a:xfrm>
          <a:custGeom xmlns:a="http://schemas.openxmlformats.org/drawingml/2006/main">
            <a:pathLst>
              <a:path w="485775" h="9525">
                <a:moveTo>
                  <a:pt x="0" y="0"/>
                </a:moveTo>
                <a:lnTo>
                  <a:pt x="485775" y="0"/>
                </a:lnTo>
              </a:path>
            </a:pathLst>
          </a:custGeom>
          <a:noFill xmlns:a="http://schemas.openxmlformats.org/drawingml/2006/main"/>
          <a:ln xmlns:a="http://schemas.openxmlformats.org/drawingml/2006/main" w="19050">
            <a:solidFill>
              <a:srgbClr val="087E8B"/>
            </a:solidFill>
          </a:ln>
        </p:spPr>
      </p:sp>
      <p:sp>
        <p:nvSpPr>
          <p:cNvPr id="19" name="">
            <a:extLst xmlns:a="http://schemas.openxmlformats.org/drawingml/2006/main">
              <a:ext uri="{FF2B5EF4-FFF2-40B4-BE49-F238E27FC236}">
                <a16:creationId xmlns:a16="http://schemas.microsoft.com/office/drawing/2014/main" id="{B7315B1E-7C88-40F7-8197-CEEB57BCB165}"/>
              </a:ext>
            </a:extLst>
          </p:cNvPr>
          <p:cNvSpPr>
            <a:spLocks xmlns:a="http://schemas.openxmlformats.org/drawingml/2006/main" noGrp="1"/>
          </p:cNvSpPr>
          <p:nvPr/>
        </p:nvSpPr>
        <p:spPr>
          <a:xfrm xmlns:a="http://schemas.openxmlformats.org/drawingml/2006/main">
            <a:off x="8267700" y="5143119"/>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087E8B"/>
          </a:solidFill>
          <a:ln xmlns:a="http://schemas.openxmlformats.org/drawingml/2006/main" w="4763">
            <a:solidFill>
              <a:srgbClr val="087E8B"/>
            </a:solidFill>
          </a:ln>
        </p:spPr>
      </p:sp>
      <p:sp>
        <p:nvSpPr>
          <p:cNvPr id="20" name="">
            <a:extLst xmlns:a="http://schemas.openxmlformats.org/drawingml/2006/main">
              <a:ext uri="{FF2B5EF4-FFF2-40B4-BE49-F238E27FC236}">
                <a16:creationId xmlns:a16="http://schemas.microsoft.com/office/drawing/2014/main" id="{F2EA30A2-905A-4F65-8F4F-6472DE77053A}"/>
              </a:ext>
            </a:extLst>
          </p:cNvPr>
          <p:cNvSpPr>
            <a:spLocks xmlns:a="http://schemas.openxmlformats.org/drawingml/2006/main" noGrp="1"/>
          </p:cNvSpPr>
          <p:nvPr/>
        </p:nvSpPr>
        <p:spPr>
          <a:xfrm xmlns:a="http://schemas.openxmlformats.org/drawingml/2006/main">
            <a:off x="8420100" y="4838700"/>
            <a:ext cx="2000250" cy="695325"/>
          </a:xfrm>
          <a:prstGeom xmlns:a="http://schemas.openxmlformats.org/drawingml/2006/main" prst="rect">
            <a:avLst/>
          </a:prstGeom>
          <a:solidFill xmlns:a="http://schemas.openxmlformats.org/drawingml/2006/main">
            <a:srgbClr val="E8F0F4"/>
          </a:solidFill>
          <a:ln xmlns:a="http://schemas.openxmlformats.org/drawingml/2006/main" w="16193">
            <a:solidFill>
              <a:srgbClr val="087E8B"/>
            </a:solidFill>
          </a:ln>
        </p:spPr>
      </p:sp>
      <p:sp>
        <p:nvSpPr>
          <p:cNvPr id="21" name="">
            <a:extLst xmlns:a="http://schemas.openxmlformats.org/drawingml/2006/main">
              <a:ext uri="{FF2B5EF4-FFF2-40B4-BE49-F238E27FC236}">
                <a16:creationId xmlns:a16="http://schemas.microsoft.com/office/drawing/2014/main" id="{86BCC3E5-EC68-4FE0-BF4D-054EA061305B}"/>
              </a:ext>
            </a:extLst>
          </p:cNvPr>
          <p:cNvSpPr>
            <a:spLocks xmlns:a="http://schemas.openxmlformats.org/drawingml/2006/main" noGrp="1"/>
          </p:cNvSpPr>
          <p:nvPr/>
        </p:nvSpPr>
        <p:spPr>
          <a:xfrm xmlns:a="http://schemas.openxmlformats.org/drawingml/2006/main">
            <a:off x="8420100" y="4895850"/>
            <a:ext cx="2000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800" b="1">
                <a:solidFill>
                  <a:srgbClr val="193B59"/>
                </a:solidFill>
                <a:latin typeface="Yu Gothic"/>
                <a:ea typeface="Yu Gothic"/>
                <a:cs typeface="Yu Gothic"/>
              </a:defRPr>
            </a:defPPr>
            <a:lvl1pPr algn="ctr">
              <a:buNone/>
              <a:defRPr sz="1800" b="1">
                <a:solidFill>
                  <a:srgbClr val="193B59"/>
                </a:solidFill>
                <a:latin typeface="Yu Gothic"/>
                <a:ea typeface="Yu Gothic"/>
                <a:cs typeface="Yu Gothic"/>
              </a:defRPr>
            </a:lvl1pPr>
            <a:lvl2pPr algn="ctr">
              <a:buNone/>
              <a:defRPr sz="1800" b="1">
                <a:solidFill>
                  <a:srgbClr val="193B59"/>
                </a:solidFill>
                <a:latin typeface="Yu Gothic"/>
                <a:ea typeface="Yu Gothic"/>
                <a:cs typeface="Yu Gothic"/>
              </a:defRPr>
            </a:lvl2pPr>
            <a:lvl3pPr algn="ctr">
              <a:buNone/>
              <a:defRPr sz="1800" b="1">
                <a:solidFill>
                  <a:srgbClr val="193B59"/>
                </a:solidFill>
                <a:latin typeface="Yu Gothic"/>
                <a:ea typeface="Yu Gothic"/>
                <a:cs typeface="Yu Gothic"/>
              </a:defRPr>
            </a:lvl3pPr>
            <a:lvl4pPr algn="ctr">
              <a:buNone/>
              <a:defRPr sz="1800" b="1">
                <a:solidFill>
                  <a:srgbClr val="193B59"/>
                </a:solidFill>
                <a:latin typeface="Yu Gothic"/>
                <a:ea typeface="Yu Gothic"/>
                <a:cs typeface="Yu Gothic"/>
              </a:defRPr>
            </a:lvl4pPr>
            <a:lvl5pPr algn="ctr">
              <a:buNone/>
              <a:defRPr sz="1800" b="1">
                <a:solidFill>
                  <a:srgbClr val="193B59"/>
                </a:solidFill>
                <a:latin typeface="Yu Gothic"/>
                <a:ea typeface="Yu Gothic"/>
                <a:cs typeface="Yu Gothic"/>
              </a:defRPr>
            </a:lvl5pPr>
            <a:lvl6pPr algn="ctr">
              <a:buNone/>
              <a:defRPr sz="1800" b="1">
                <a:solidFill>
                  <a:srgbClr val="193B59"/>
                </a:solidFill>
                <a:latin typeface="Yu Gothic"/>
                <a:ea typeface="Yu Gothic"/>
                <a:cs typeface="Yu Gothic"/>
              </a:defRPr>
            </a:lvl6pPr>
            <a:lvl7pPr algn="ctr">
              <a:buNone/>
              <a:defRPr sz="1800" b="1">
                <a:solidFill>
                  <a:srgbClr val="193B59"/>
                </a:solidFill>
                <a:latin typeface="Yu Gothic"/>
                <a:ea typeface="Yu Gothic"/>
                <a:cs typeface="Yu Gothic"/>
              </a:defRPr>
            </a:lvl7pPr>
            <a:lvl8pPr algn="ctr">
              <a:buNone/>
              <a:defRPr sz="1800" b="1">
                <a:solidFill>
                  <a:srgbClr val="193B59"/>
                </a:solidFill>
                <a:latin typeface="Yu Gothic"/>
                <a:ea typeface="Yu Gothic"/>
                <a:cs typeface="Yu Gothic"/>
              </a:defRPr>
            </a:lvl8pPr>
            <a:lvl9pPr algn="ctr">
              <a:buNone/>
              <a:defRPr sz="1800" b="1">
                <a:solidFill>
                  <a:srgbClr val="193B59"/>
                </a:solidFill>
                <a:latin typeface="Yu Gothic"/>
                <a:ea typeface="Yu Gothic"/>
                <a:cs typeface="Yu Gothic"/>
              </a:defRPr>
            </a:lvl9pPr>
          </a:lstStyle>
          <a:p xmlns:a="http://schemas.openxmlformats.org/drawingml/2006/main">
            <a:pPr algn="ctr">
              <a:buNone/>
              <a:defRPr sz="1800" b="1">
                <a:solidFill>
                  <a:srgbClr val="193B59"/>
                </a:solidFill>
                <a:latin typeface="Yu Gothic"/>
                <a:ea typeface="Yu Gothic"/>
                <a:cs typeface="Yu Gothic"/>
              </a:defRPr>
            </a:pPr>
            <a:r>
              <a:rPr sz="1800" b="1">
                <a:solidFill>
                  <a:srgbClr val="193B59"/>
                </a:solidFill>
                <a:latin typeface="Yu Gothic"/>
                <a:ea typeface="Yu Gothic"/>
                <a:cs typeface="Yu Gothic"/>
              </a:rPr>
              <a:t>実験</a:t>
            </a:r>
          </a:p>
        </p:txBody>
      </p:sp>
      <p:sp>
        <p:nvSpPr>
          <p:cNvPr id="22" name="">
            <a:extLst xmlns:a="http://schemas.openxmlformats.org/drawingml/2006/main">
              <a:ext uri="{FF2B5EF4-FFF2-40B4-BE49-F238E27FC236}">
                <a16:creationId xmlns:a16="http://schemas.microsoft.com/office/drawing/2014/main" id="{B3F143FC-EA96-4085-B272-18EC4C8B7CEC}"/>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20 / 26</a:t>
            </a:r>
          </a:p>
        </p:txBody>
      </p:sp>
    </p:spTree>
    <p:extLst>
      <p:ext uri="{BB962C8B-B14F-4D97-AF65-F5344CB8AC3E}">
        <p14:creationId xmlns:p14="http://schemas.microsoft.com/office/powerpoint/2010/main" val="24380624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E127D94-BFA2-46A2-8704-B4E7AE279F00}"/>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自己確認2：AIの推薦を点検する</a:t>
            </a:r>
          </a:p>
        </p:txBody>
      </p:sp>
      <p:sp>
        <p:nvSpPr>
          <p:cNvPr id="2" name="">
            <a:extLst xmlns:a="http://schemas.openxmlformats.org/drawingml/2006/main">
              <a:ext uri="{FF2B5EF4-FFF2-40B4-BE49-F238E27FC236}">
                <a16:creationId xmlns:a16="http://schemas.microsoft.com/office/drawing/2014/main" id="{F89E7D70-39AE-40E5-B4D7-7D7FA74F1E30}"/>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00126EB4-7299-4F7F-A726-F12F0D5F0B2E}"/>
              </a:ext>
            </a:extLst>
          </p:cNvPr>
          <p:cNvSpPr>
            <a:spLocks xmlns:a="http://schemas.openxmlformats.org/drawingml/2006/main" noGrp="1"/>
          </p:cNvSpPr>
          <p:nvPr/>
        </p:nvSpPr>
        <p:spPr>
          <a:xfrm xmlns:a="http://schemas.openxmlformats.org/drawingml/2006/main">
            <a:off x="809625" y="173355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AI「CNF複合材は木材より常に軽く強い」</a:t>
            </a:r>
          </a:p>
        </p:txBody>
      </p:sp>
      <p:sp>
        <p:nvSpPr>
          <p:cNvPr id="4" name="">
            <a:extLst xmlns:a="http://schemas.openxmlformats.org/drawingml/2006/main">
              <a:ext uri="{FF2B5EF4-FFF2-40B4-BE49-F238E27FC236}">
                <a16:creationId xmlns:a16="http://schemas.microsoft.com/office/drawing/2014/main" id="{5D6BC648-AAF2-4B67-9B62-728F3CF6E293}"/>
              </a:ext>
            </a:extLst>
          </p:cNvPr>
          <p:cNvSpPr>
            <a:spLocks xmlns:a="http://schemas.openxmlformats.org/drawingml/2006/main" noGrp="1"/>
          </p:cNvSpPr>
          <p:nvPr/>
        </p:nvSpPr>
        <p:spPr>
          <a:xfrm xmlns:a="http://schemas.openxmlformats.org/drawingml/2006/main">
            <a:off x="809625" y="279082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比較する密度・強度・形と試験方向は？</a:t>
            </a:r>
          </a:p>
        </p:txBody>
      </p:sp>
      <p:sp>
        <p:nvSpPr>
          <p:cNvPr id="5" name="">
            <a:extLst xmlns:a="http://schemas.openxmlformats.org/drawingml/2006/main">
              <a:ext uri="{FF2B5EF4-FFF2-40B4-BE49-F238E27FC236}">
                <a16:creationId xmlns:a16="http://schemas.microsoft.com/office/drawing/2014/main" id="{CF531AD5-AF34-4DDC-8B44-8498CDE06922}"/>
              </a:ext>
            </a:extLst>
          </p:cNvPr>
          <p:cNvSpPr>
            <a:spLocks xmlns:a="http://schemas.openxmlformats.org/drawingml/2006/main" noGrp="1"/>
          </p:cNvSpPr>
          <p:nvPr/>
        </p:nvSpPr>
        <p:spPr>
          <a:xfrm xmlns:a="http://schemas.openxmlformats.org/drawingml/2006/main">
            <a:off x="809625" y="384810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原料・製造・使用・廃棄の範囲は？</a:t>
            </a:r>
          </a:p>
        </p:txBody>
      </p:sp>
      <p:sp>
        <p:nvSpPr>
          <p:cNvPr id="6" name="">
            <a:extLst xmlns:a="http://schemas.openxmlformats.org/drawingml/2006/main">
              <a:ext uri="{FF2B5EF4-FFF2-40B4-BE49-F238E27FC236}">
                <a16:creationId xmlns:a16="http://schemas.microsoft.com/office/drawing/2014/main" id="{B8BF349C-3C96-41B8-BA3C-6394E6433488}"/>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参照 [1・2]</a:t>
            </a:r>
          </a:p>
        </p:txBody>
      </p:sp>
      <p:sp>
        <p:nvSpPr>
          <p:cNvPr id="7" name="">
            <a:extLst xmlns:a="http://schemas.openxmlformats.org/drawingml/2006/main">
              <a:ext uri="{FF2B5EF4-FFF2-40B4-BE49-F238E27FC236}">
                <a16:creationId xmlns:a16="http://schemas.microsoft.com/office/drawing/2014/main" id="{2E6C71DC-F77E-412D-B66D-9D8B51E18187}"/>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発展B</a:t>
            </a:r>
          </a:p>
        </p:txBody>
      </p:sp>
      <p:sp>
        <p:nvSpPr>
          <p:cNvPr id="8" name="">
            <a:extLst xmlns:a="http://schemas.openxmlformats.org/drawingml/2006/main">
              <a:ext uri="{FF2B5EF4-FFF2-40B4-BE49-F238E27FC236}">
                <a16:creationId xmlns:a16="http://schemas.microsoft.com/office/drawing/2014/main" id="{D84A2108-4079-424F-BDC9-545254CCDFCB}"/>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21 / 26</a:t>
            </a:r>
          </a:p>
        </p:txBody>
      </p:sp>
    </p:spTree>
    <p:extLst>
      <p:ext uri="{BB962C8B-B14F-4D97-AF65-F5344CB8AC3E}">
        <p14:creationId xmlns:p14="http://schemas.microsoft.com/office/powerpoint/2010/main" val="160124756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6B5554B-6826-498E-97C2-7351C5E09D31}"/>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解説2：数値の適用範囲を示す</a:t>
            </a:r>
          </a:p>
        </p:txBody>
      </p:sp>
      <p:sp>
        <p:nvSpPr>
          <p:cNvPr id="2" name="">
            <a:extLst xmlns:a="http://schemas.openxmlformats.org/drawingml/2006/main">
              <a:ext uri="{FF2B5EF4-FFF2-40B4-BE49-F238E27FC236}">
                <a16:creationId xmlns:a16="http://schemas.microsoft.com/office/drawing/2014/main" id="{5EB94AEB-4939-46AA-8637-2E44AF20D14A}"/>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F67500F0-12D0-4034-9AA6-4760B39DD3D1}"/>
              </a:ext>
            </a:extLst>
          </p:cNvPr>
          <p:cNvSpPr>
            <a:spLocks xmlns:a="http://schemas.openxmlformats.org/drawingml/2006/main" noGrp="1"/>
          </p:cNvSpPr>
          <p:nvPr/>
        </p:nvSpPr>
        <p:spPr>
          <a:xfrm xmlns:a="http://schemas.openxmlformats.org/drawingml/2006/main">
            <a:off x="809625" y="173355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試料の密度と方向別強度を同じ方法で測る</a:t>
            </a:r>
          </a:p>
        </p:txBody>
      </p:sp>
      <p:sp>
        <p:nvSpPr>
          <p:cNvPr id="4" name="">
            <a:extLst xmlns:a="http://schemas.openxmlformats.org/drawingml/2006/main">
              <a:ext uri="{FF2B5EF4-FFF2-40B4-BE49-F238E27FC236}">
                <a16:creationId xmlns:a16="http://schemas.microsoft.com/office/drawing/2014/main" id="{9898D49F-AFDB-41F4-AE0E-CB2662A9638A}"/>
              </a:ext>
            </a:extLst>
          </p:cNvPr>
          <p:cNvSpPr>
            <a:spLocks xmlns:a="http://schemas.openxmlformats.org/drawingml/2006/main" noGrp="1"/>
          </p:cNvSpPr>
          <p:nvPr/>
        </p:nvSpPr>
        <p:spPr>
          <a:xfrm xmlns:a="http://schemas.openxmlformats.org/drawingml/2006/main">
            <a:off x="809625" y="279082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必要な形と接合を含む製品案に直す</a:t>
            </a:r>
          </a:p>
        </p:txBody>
      </p:sp>
      <p:sp>
        <p:nvSpPr>
          <p:cNvPr id="5" name="">
            <a:extLst xmlns:a="http://schemas.openxmlformats.org/drawingml/2006/main">
              <a:ext uri="{FF2B5EF4-FFF2-40B4-BE49-F238E27FC236}">
                <a16:creationId xmlns:a16="http://schemas.microsoft.com/office/drawing/2014/main" id="{99197015-4664-4E9C-B1BE-1B9AE5D33594}"/>
              </a:ext>
            </a:extLst>
          </p:cNvPr>
          <p:cNvSpPr>
            <a:spLocks xmlns:a="http://schemas.openxmlformats.org/drawingml/2006/main" noGrp="1"/>
          </p:cNvSpPr>
          <p:nvPr/>
        </p:nvSpPr>
        <p:spPr>
          <a:xfrm xmlns:a="http://schemas.openxmlformats.org/drawingml/2006/main">
            <a:off x="809625" y="384810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未確認の耐久性・補修・回収を残す</a:t>
            </a:r>
          </a:p>
        </p:txBody>
      </p:sp>
      <p:sp>
        <p:nvSpPr>
          <p:cNvPr id="6" name="">
            <a:extLst xmlns:a="http://schemas.openxmlformats.org/drawingml/2006/main">
              <a:ext uri="{FF2B5EF4-FFF2-40B4-BE49-F238E27FC236}">
                <a16:creationId xmlns:a16="http://schemas.microsoft.com/office/drawing/2014/main" id="{F4C2B1D3-28DE-4F36-96C3-5BDB7140BC16}"/>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参照 [7・8]</a:t>
            </a:r>
          </a:p>
        </p:txBody>
      </p:sp>
      <p:sp>
        <p:nvSpPr>
          <p:cNvPr id="7" name="">
            <a:extLst xmlns:a="http://schemas.openxmlformats.org/drawingml/2006/main">
              <a:ext uri="{FF2B5EF4-FFF2-40B4-BE49-F238E27FC236}">
                <a16:creationId xmlns:a16="http://schemas.microsoft.com/office/drawing/2014/main" id="{BFC708BC-8020-4DFB-BE7C-93FA7A6A5390}"/>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発展B</a:t>
            </a:r>
          </a:p>
        </p:txBody>
      </p:sp>
      <p:sp>
        <p:nvSpPr>
          <p:cNvPr id="8" name="">
            <a:extLst xmlns:a="http://schemas.openxmlformats.org/drawingml/2006/main">
              <a:ext uri="{FF2B5EF4-FFF2-40B4-BE49-F238E27FC236}">
                <a16:creationId xmlns:a16="http://schemas.microsoft.com/office/drawing/2014/main" id="{58368892-17AD-409E-940D-FC2EC127F03D}"/>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22 / 26</a:t>
            </a:r>
          </a:p>
        </p:txBody>
      </p:sp>
    </p:spTree>
    <p:extLst>
      <p:ext uri="{BB962C8B-B14F-4D97-AF65-F5344CB8AC3E}">
        <p14:creationId xmlns:p14="http://schemas.microsoft.com/office/powerpoint/2010/main" val="123715358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A99E561-EAD0-4CA4-B413-98D6480F181E}"/>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材料探索の小さな循環</a:t>
            </a:r>
          </a:p>
        </p:txBody>
      </p:sp>
      <p:sp>
        <p:nvSpPr>
          <p:cNvPr id="2" name="">
            <a:extLst xmlns:a="http://schemas.openxmlformats.org/drawingml/2006/main">
              <a:ext uri="{FF2B5EF4-FFF2-40B4-BE49-F238E27FC236}">
                <a16:creationId xmlns:a16="http://schemas.microsoft.com/office/drawing/2014/main" id="{CEA58407-4C59-4C19-B1F1-08D1D2F71E1A}"/>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39427265-B071-4D45-AF8B-D1BCFDB6CB14}"/>
              </a:ext>
            </a:extLst>
          </p:cNvPr>
          <p:cNvSpPr>
            <a:spLocks xmlns:a="http://schemas.openxmlformats.org/drawingml/2006/main" noGrp="1"/>
          </p:cNvSpPr>
          <p:nvPr/>
        </p:nvSpPr>
        <p:spPr>
          <a:xfrm xmlns:a="http://schemas.openxmlformats.org/drawingml/2006/main">
            <a:off x="809625" y="173355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目的と制約を決める → 候補を作る</a:t>
            </a:r>
          </a:p>
        </p:txBody>
      </p:sp>
      <p:sp>
        <p:nvSpPr>
          <p:cNvPr id="4" name="">
            <a:extLst xmlns:a="http://schemas.openxmlformats.org/drawingml/2006/main">
              <a:ext uri="{FF2B5EF4-FFF2-40B4-BE49-F238E27FC236}">
                <a16:creationId xmlns:a16="http://schemas.microsoft.com/office/drawing/2014/main" id="{0594DFD2-490F-4286-B2B5-9730B0F878C8}"/>
              </a:ext>
            </a:extLst>
          </p:cNvPr>
          <p:cNvSpPr>
            <a:spLocks xmlns:a="http://schemas.openxmlformats.org/drawingml/2006/main" noGrp="1"/>
          </p:cNvSpPr>
          <p:nvPr/>
        </p:nvSpPr>
        <p:spPr>
          <a:xfrm xmlns:a="http://schemas.openxmlformats.org/drawingml/2006/main">
            <a:off x="809625" y="279082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測定・計算を照合 → データを残す</a:t>
            </a:r>
          </a:p>
        </p:txBody>
      </p:sp>
      <p:sp>
        <p:nvSpPr>
          <p:cNvPr id="5" name="">
            <a:extLst xmlns:a="http://schemas.openxmlformats.org/drawingml/2006/main">
              <a:ext uri="{FF2B5EF4-FFF2-40B4-BE49-F238E27FC236}">
                <a16:creationId xmlns:a16="http://schemas.microsoft.com/office/drawing/2014/main" id="{B2A2624A-B4B7-496F-8D64-9725E7A1E77C}"/>
              </a:ext>
            </a:extLst>
          </p:cNvPr>
          <p:cNvSpPr>
            <a:spLocks xmlns:a="http://schemas.openxmlformats.org/drawingml/2006/main" noGrp="1"/>
          </p:cNvSpPr>
          <p:nvPr/>
        </p:nvSpPr>
        <p:spPr>
          <a:xfrm xmlns:a="http://schemas.openxmlformats.org/drawingml/2006/main">
            <a:off x="809625" y="384810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予測が外れた条件を調べ、次を試す</a:t>
            </a:r>
          </a:p>
        </p:txBody>
      </p:sp>
      <p:sp>
        <p:nvSpPr>
          <p:cNvPr id="6" name="">
            <a:extLst xmlns:a="http://schemas.openxmlformats.org/drawingml/2006/main">
              <a:ext uri="{FF2B5EF4-FFF2-40B4-BE49-F238E27FC236}">
                <a16:creationId xmlns:a16="http://schemas.microsoft.com/office/drawing/2014/main" id="{D92B45F4-693C-4F99-97C0-C806EA4B613D}"/>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参照 [6]</a:t>
            </a:r>
          </a:p>
        </p:txBody>
      </p:sp>
      <p:sp>
        <p:nvSpPr>
          <p:cNvPr id="7" name="">
            <a:extLst xmlns:a="http://schemas.openxmlformats.org/drawingml/2006/main">
              <a:ext uri="{FF2B5EF4-FFF2-40B4-BE49-F238E27FC236}">
                <a16:creationId xmlns:a16="http://schemas.microsoft.com/office/drawing/2014/main" id="{04CB8F3B-E62D-4CC2-B3B1-C672C1A3ED5D}"/>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発展B</a:t>
            </a:r>
          </a:p>
        </p:txBody>
      </p:sp>
      <p:sp>
        <p:nvSpPr>
          <p:cNvPr id="8" name="">
            <a:extLst xmlns:a="http://schemas.openxmlformats.org/drawingml/2006/main">
              <a:ext uri="{FF2B5EF4-FFF2-40B4-BE49-F238E27FC236}">
                <a16:creationId xmlns:a16="http://schemas.microsoft.com/office/drawing/2014/main" id="{77E6480B-47B0-461C-9B96-AADC6B70228D}"/>
              </a:ext>
            </a:extLst>
          </p:cNvPr>
          <p:cNvSpPr>
            <a:spLocks xmlns:a="http://schemas.openxmlformats.org/drawingml/2006/main" noGrp="1"/>
          </p:cNvSpPr>
          <p:nvPr/>
        </p:nvSpPr>
        <p:spPr>
          <a:xfrm xmlns:a="http://schemas.openxmlformats.org/drawingml/2006/main">
            <a:off x="762000" y="4838700"/>
            <a:ext cx="2000250" cy="695325"/>
          </a:xfrm>
          <a:prstGeom xmlns:a="http://schemas.openxmlformats.org/drawingml/2006/main" prst="rect">
            <a:avLst/>
          </a:prstGeom>
          <a:solidFill xmlns:a="http://schemas.openxmlformats.org/drawingml/2006/main">
            <a:srgbClr val="EAF4F3"/>
          </a:solidFill>
          <a:ln xmlns:a="http://schemas.openxmlformats.org/drawingml/2006/main" w="16193">
            <a:solidFill>
              <a:srgbClr val="087E8B"/>
            </a:solidFill>
          </a:ln>
        </p:spPr>
      </p:sp>
      <p:sp>
        <p:nvSpPr>
          <p:cNvPr id="9" name="">
            <a:extLst xmlns:a="http://schemas.openxmlformats.org/drawingml/2006/main">
              <a:ext uri="{FF2B5EF4-FFF2-40B4-BE49-F238E27FC236}">
                <a16:creationId xmlns:a16="http://schemas.microsoft.com/office/drawing/2014/main" id="{6CF6DBC3-7F61-4257-80B5-5D893D3E7F24}"/>
              </a:ext>
            </a:extLst>
          </p:cNvPr>
          <p:cNvSpPr>
            <a:spLocks xmlns:a="http://schemas.openxmlformats.org/drawingml/2006/main" noGrp="1"/>
          </p:cNvSpPr>
          <p:nvPr/>
        </p:nvSpPr>
        <p:spPr>
          <a:xfrm xmlns:a="http://schemas.openxmlformats.org/drawingml/2006/main">
            <a:off x="762000" y="4895850"/>
            <a:ext cx="2000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800" b="1">
                <a:solidFill>
                  <a:srgbClr val="193B59"/>
                </a:solidFill>
                <a:latin typeface="Yu Gothic"/>
                <a:ea typeface="Yu Gothic"/>
                <a:cs typeface="Yu Gothic"/>
              </a:defRPr>
            </a:defPPr>
            <a:lvl1pPr algn="ctr">
              <a:buNone/>
              <a:defRPr sz="1800" b="1">
                <a:solidFill>
                  <a:srgbClr val="193B59"/>
                </a:solidFill>
                <a:latin typeface="Yu Gothic"/>
                <a:ea typeface="Yu Gothic"/>
                <a:cs typeface="Yu Gothic"/>
              </a:defRPr>
            </a:lvl1pPr>
            <a:lvl2pPr algn="ctr">
              <a:buNone/>
              <a:defRPr sz="1800" b="1">
                <a:solidFill>
                  <a:srgbClr val="193B59"/>
                </a:solidFill>
                <a:latin typeface="Yu Gothic"/>
                <a:ea typeface="Yu Gothic"/>
                <a:cs typeface="Yu Gothic"/>
              </a:defRPr>
            </a:lvl2pPr>
            <a:lvl3pPr algn="ctr">
              <a:buNone/>
              <a:defRPr sz="1800" b="1">
                <a:solidFill>
                  <a:srgbClr val="193B59"/>
                </a:solidFill>
                <a:latin typeface="Yu Gothic"/>
                <a:ea typeface="Yu Gothic"/>
                <a:cs typeface="Yu Gothic"/>
              </a:defRPr>
            </a:lvl3pPr>
            <a:lvl4pPr algn="ctr">
              <a:buNone/>
              <a:defRPr sz="1800" b="1">
                <a:solidFill>
                  <a:srgbClr val="193B59"/>
                </a:solidFill>
                <a:latin typeface="Yu Gothic"/>
                <a:ea typeface="Yu Gothic"/>
                <a:cs typeface="Yu Gothic"/>
              </a:defRPr>
            </a:lvl4pPr>
            <a:lvl5pPr algn="ctr">
              <a:buNone/>
              <a:defRPr sz="1800" b="1">
                <a:solidFill>
                  <a:srgbClr val="193B59"/>
                </a:solidFill>
                <a:latin typeface="Yu Gothic"/>
                <a:ea typeface="Yu Gothic"/>
                <a:cs typeface="Yu Gothic"/>
              </a:defRPr>
            </a:lvl5pPr>
            <a:lvl6pPr algn="ctr">
              <a:buNone/>
              <a:defRPr sz="1800" b="1">
                <a:solidFill>
                  <a:srgbClr val="193B59"/>
                </a:solidFill>
                <a:latin typeface="Yu Gothic"/>
                <a:ea typeface="Yu Gothic"/>
                <a:cs typeface="Yu Gothic"/>
              </a:defRPr>
            </a:lvl6pPr>
            <a:lvl7pPr algn="ctr">
              <a:buNone/>
              <a:defRPr sz="1800" b="1">
                <a:solidFill>
                  <a:srgbClr val="193B59"/>
                </a:solidFill>
                <a:latin typeface="Yu Gothic"/>
                <a:ea typeface="Yu Gothic"/>
                <a:cs typeface="Yu Gothic"/>
              </a:defRPr>
            </a:lvl7pPr>
            <a:lvl8pPr algn="ctr">
              <a:buNone/>
              <a:defRPr sz="1800" b="1">
                <a:solidFill>
                  <a:srgbClr val="193B59"/>
                </a:solidFill>
                <a:latin typeface="Yu Gothic"/>
                <a:ea typeface="Yu Gothic"/>
                <a:cs typeface="Yu Gothic"/>
              </a:defRPr>
            </a:lvl8pPr>
            <a:lvl9pPr algn="ctr">
              <a:buNone/>
              <a:defRPr sz="1800" b="1">
                <a:solidFill>
                  <a:srgbClr val="193B59"/>
                </a:solidFill>
                <a:latin typeface="Yu Gothic"/>
                <a:ea typeface="Yu Gothic"/>
                <a:cs typeface="Yu Gothic"/>
              </a:defRPr>
            </a:lvl9pPr>
          </a:lstStyle>
          <a:p xmlns:a="http://schemas.openxmlformats.org/drawingml/2006/main">
            <a:pPr algn="ctr">
              <a:buNone/>
              <a:defRPr sz="1800" b="1">
                <a:solidFill>
                  <a:srgbClr val="193B59"/>
                </a:solidFill>
                <a:latin typeface="Yu Gothic"/>
                <a:ea typeface="Yu Gothic"/>
                <a:cs typeface="Yu Gothic"/>
              </a:defRPr>
            </a:pPr>
            <a:r>
              <a:rPr sz="1800" b="1">
                <a:solidFill>
                  <a:srgbClr val="193B59"/>
                </a:solidFill>
                <a:latin typeface="Yu Gothic"/>
                <a:ea typeface="Yu Gothic"/>
                <a:cs typeface="Yu Gothic"/>
              </a:rPr>
              <a:t>目的</a:t>
            </a:r>
          </a:p>
        </p:txBody>
      </p:sp>
      <p:sp>
        <p:nvSpPr>
          <p:cNvPr id="10" name="">
            <a:extLst xmlns:a="http://schemas.openxmlformats.org/drawingml/2006/main">
              <a:ext uri="{FF2B5EF4-FFF2-40B4-BE49-F238E27FC236}">
                <a16:creationId xmlns:a16="http://schemas.microsoft.com/office/drawing/2014/main" id="{1DC1CA38-75BC-4168-B796-4F385B691E9A}"/>
              </a:ext>
            </a:extLst>
          </p:cNvPr>
          <p:cNvSpPr>
            <a:spLocks xmlns:a="http://schemas.openxmlformats.org/drawingml/2006/main" noGrp="1"/>
          </p:cNvSpPr>
          <p:nvPr/>
        </p:nvSpPr>
        <p:spPr>
          <a:xfrm xmlns:a="http://schemas.openxmlformats.org/drawingml/2006/main">
            <a:off x="2790825" y="5191125"/>
            <a:ext cx="485775" cy="9525"/>
          </a:xfrm>
          <a:custGeom xmlns:a="http://schemas.openxmlformats.org/drawingml/2006/main">
            <a:pathLst>
              <a:path w="485775" h="9525">
                <a:moveTo>
                  <a:pt x="0" y="0"/>
                </a:moveTo>
                <a:lnTo>
                  <a:pt x="485775" y="0"/>
                </a:lnTo>
              </a:path>
            </a:pathLst>
          </a:custGeom>
          <a:noFill xmlns:a="http://schemas.openxmlformats.org/drawingml/2006/main"/>
          <a:ln xmlns:a="http://schemas.openxmlformats.org/drawingml/2006/main" w="19050">
            <a:solidFill>
              <a:srgbClr val="087E8B"/>
            </a:solidFill>
          </a:ln>
        </p:spPr>
      </p:sp>
      <p:sp>
        <p:nvSpPr>
          <p:cNvPr id="11" name="">
            <a:extLst xmlns:a="http://schemas.openxmlformats.org/drawingml/2006/main">
              <a:ext uri="{FF2B5EF4-FFF2-40B4-BE49-F238E27FC236}">
                <a16:creationId xmlns:a16="http://schemas.microsoft.com/office/drawing/2014/main" id="{FE81E4E9-8755-4E2D-A5BC-49B7F6479102}"/>
              </a:ext>
            </a:extLst>
          </p:cNvPr>
          <p:cNvSpPr>
            <a:spLocks xmlns:a="http://schemas.openxmlformats.org/drawingml/2006/main" noGrp="1"/>
          </p:cNvSpPr>
          <p:nvPr/>
        </p:nvSpPr>
        <p:spPr>
          <a:xfrm xmlns:a="http://schemas.openxmlformats.org/drawingml/2006/main">
            <a:off x="3162300" y="5143119"/>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087E8B"/>
          </a:solidFill>
          <a:ln xmlns:a="http://schemas.openxmlformats.org/drawingml/2006/main" w="4763">
            <a:solidFill>
              <a:srgbClr val="087E8B"/>
            </a:solidFill>
          </a:ln>
        </p:spPr>
      </p:sp>
      <p:sp>
        <p:nvSpPr>
          <p:cNvPr id="12" name="">
            <a:extLst xmlns:a="http://schemas.openxmlformats.org/drawingml/2006/main">
              <a:ext uri="{FF2B5EF4-FFF2-40B4-BE49-F238E27FC236}">
                <a16:creationId xmlns:a16="http://schemas.microsoft.com/office/drawing/2014/main" id="{0607DFBC-E4C5-42BD-8AF6-96C10A0B713F}"/>
              </a:ext>
            </a:extLst>
          </p:cNvPr>
          <p:cNvSpPr>
            <a:spLocks xmlns:a="http://schemas.openxmlformats.org/drawingml/2006/main" noGrp="1"/>
          </p:cNvSpPr>
          <p:nvPr/>
        </p:nvSpPr>
        <p:spPr>
          <a:xfrm xmlns:a="http://schemas.openxmlformats.org/drawingml/2006/main">
            <a:off x="3314700" y="4838700"/>
            <a:ext cx="2000250" cy="695325"/>
          </a:xfrm>
          <a:prstGeom xmlns:a="http://schemas.openxmlformats.org/drawingml/2006/main" prst="rect">
            <a:avLst/>
          </a:prstGeom>
          <a:solidFill xmlns:a="http://schemas.openxmlformats.org/drawingml/2006/main">
            <a:srgbClr val="E8F0F4"/>
          </a:solidFill>
          <a:ln xmlns:a="http://schemas.openxmlformats.org/drawingml/2006/main" w="16193">
            <a:solidFill>
              <a:srgbClr val="087E8B"/>
            </a:solidFill>
          </a:ln>
        </p:spPr>
      </p:sp>
      <p:sp>
        <p:nvSpPr>
          <p:cNvPr id="13" name="">
            <a:extLst xmlns:a="http://schemas.openxmlformats.org/drawingml/2006/main">
              <a:ext uri="{FF2B5EF4-FFF2-40B4-BE49-F238E27FC236}">
                <a16:creationId xmlns:a16="http://schemas.microsoft.com/office/drawing/2014/main" id="{F1706902-0E2D-40D2-9D9E-EB7860215136}"/>
              </a:ext>
            </a:extLst>
          </p:cNvPr>
          <p:cNvSpPr>
            <a:spLocks xmlns:a="http://schemas.openxmlformats.org/drawingml/2006/main" noGrp="1"/>
          </p:cNvSpPr>
          <p:nvPr/>
        </p:nvSpPr>
        <p:spPr>
          <a:xfrm xmlns:a="http://schemas.openxmlformats.org/drawingml/2006/main">
            <a:off x="3314700" y="4895850"/>
            <a:ext cx="2000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800" b="1">
                <a:solidFill>
                  <a:srgbClr val="193B59"/>
                </a:solidFill>
                <a:latin typeface="Yu Gothic"/>
                <a:ea typeface="Yu Gothic"/>
                <a:cs typeface="Yu Gothic"/>
              </a:defRPr>
            </a:defPPr>
            <a:lvl1pPr algn="ctr">
              <a:buNone/>
              <a:defRPr sz="1800" b="1">
                <a:solidFill>
                  <a:srgbClr val="193B59"/>
                </a:solidFill>
                <a:latin typeface="Yu Gothic"/>
                <a:ea typeface="Yu Gothic"/>
                <a:cs typeface="Yu Gothic"/>
              </a:defRPr>
            </a:lvl1pPr>
            <a:lvl2pPr algn="ctr">
              <a:buNone/>
              <a:defRPr sz="1800" b="1">
                <a:solidFill>
                  <a:srgbClr val="193B59"/>
                </a:solidFill>
                <a:latin typeface="Yu Gothic"/>
                <a:ea typeface="Yu Gothic"/>
                <a:cs typeface="Yu Gothic"/>
              </a:defRPr>
            </a:lvl2pPr>
            <a:lvl3pPr algn="ctr">
              <a:buNone/>
              <a:defRPr sz="1800" b="1">
                <a:solidFill>
                  <a:srgbClr val="193B59"/>
                </a:solidFill>
                <a:latin typeface="Yu Gothic"/>
                <a:ea typeface="Yu Gothic"/>
                <a:cs typeface="Yu Gothic"/>
              </a:defRPr>
            </a:lvl3pPr>
            <a:lvl4pPr algn="ctr">
              <a:buNone/>
              <a:defRPr sz="1800" b="1">
                <a:solidFill>
                  <a:srgbClr val="193B59"/>
                </a:solidFill>
                <a:latin typeface="Yu Gothic"/>
                <a:ea typeface="Yu Gothic"/>
                <a:cs typeface="Yu Gothic"/>
              </a:defRPr>
            </a:lvl4pPr>
            <a:lvl5pPr algn="ctr">
              <a:buNone/>
              <a:defRPr sz="1800" b="1">
                <a:solidFill>
                  <a:srgbClr val="193B59"/>
                </a:solidFill>
                <a:latin typeface="Yu Gothic"/>
                <a:ea typeface="Yu Gothic"/>
                <a:cs typeface="Yu Gothic"/>
              </a:defRPr>
            </a:lvl5pPr>
            <a:lvl6pPr algn="ctr">
              <a:buNone/>
              <a:defRPr sz="1800" b="1">
                <a:solidFill>
                  <a:srgbClr val="193B59"/>
                </a:solidFill>
                <a:latin typeface="Yu Gothic"/>
                <a:ea typeface="Yu Gothic"/>
                <a:cs typeface="Yu Gothic"/>
              </a:defRPr>
            </a:lvl6pPr>
            <a:lvl7pPr algn="ctr">
              <a:buNone/>
              <a:defRPr sz="1800" b="1">
                <a:solidFill>
                  <a:srgbClr val="193B59"/>
                </a:solidFill>
                <a:latin typeface="Yu Gothic"/>
                <a:ea typeface="Yu Gothic"/>
                <a:cs typeface="Yu Gothic"/>
              </a:defRPr>
            </a:lvl7pPr>
            <a:lvl8pPr algn="ctr">
              <a:buNone/>
              <a:defRPr sz="1800" b="1">
                <a:solidFill>
                  <a:srgbClr val="193B59"/>
                </a:solidFill>
                <a:latin typeface="Yu Gothic"/>
                <a:ea typeface="Yu Gothic"/>
                <a:cs typeface="Yu Gothic"/>
              </a:defRPr>
            </a:lvl8pPr>
            <a:lvl9pPr algn="ctr">
              <a:buNone/>
              <a:defRPr sz="1800" b="1">
                <a:solidFill>
                  <a:srgbClr val="193B59"/>
                </a:solidFill>
                <a:latin typeface="Yu Gothic"/>
                <a:ea typeface="Yu Gothic"/>
                <a:cs typeface="Yu Gothic"/>
              </a:defRPr>
            </a:lvl9pPr>
          </a:lstStyle>
          <a:p xmlns:a="http://schemas.openxmlformats.org/drawingml/2006/main">
            <a:pPr algn="ctr">
              <a:buNone/>
              <a:defRPr sz="1800" b="1">
                <a:solidFill>
                  <a:srgbClr val="193B59"/>
                </a:solidFill>
                <a:latin typeface="Yu Gothic"/>
                <a:ea typeface="Yu Gothic"/>
                <a:cs typeface="Yu Gothic"/>
              </a:defRPr>
            </a:pPr>
            <a:r>
              <a:rPr sz="1800" b="1">
                <a:solidFill>
                  <a:srgbClr val="193B59"/>
                </a:solidFill>
                <a:latin typeface="Yu Gothic"/>
                <a:ea typeface="Yu Gothic"/>
                <a:cs typeface="Yu Gothic"/>
              </a:rPr>
              <a:t>候補</a:t>
            </a:r>
          </a:p>
        </p:txBody>
      </p:sp>
      <p:sp>
        <p:nvSpPr>
          <p:cNvPr id="14" name="">
            <a:extLst xmlns:a="http://schemas.openxmlformats.org/drawingml/2006/main">
              <a:ext uri="{FF2B5EF4-FFF2-40B4-BE49-F238E27FC236}">
                <a16:creationId xmlns:a16="http://schemas.microsoft.com/office/drawing/2014/main" id="{5964A2F8-B3F1-4F3F-BDC4-A1B06B5E087F}"/>
              </a:ext>
            </a:extLst>
          </p:cNvPr>
          <p:cNvSpPr>
            <a:spLocks xmlns:a="http://schemas.openxmlformats.org/drawingml/2006/main" noGrp="1"/>
          </p:cNvSpPr>
          <p:nvPr/>
        </p:nvSpPr>
        <p:spPr>
          <a:xfrm xmlns:a="http://schemas.openxmlformats.org/drawingml/2006/main">
            <a:off x="5343525" y="5191125"/>
            <a:ext cx="485775" cy="9525"/>
          </a:xfrm>
          <a:custGeom xmlns:a="http://schemas.openxmlformats.org/drawingml/2006/main">
            <a:pathLst>
              <a:path w="485775" h="9525">
                <a:moveTo>
                  <a:pt x="0" y="0"/>
                </a:moveTo>
                <a:lnTo>
                  <a:pt x="485775" y="0"/>
                </a:lnTo>
              </a:path>
            </a:pathLst>
          </a:custGeom>
          <a:noFill xmlns:a="http://schemas.openxmlformats.org/drawingml/2006/main"/>
          <a:ln xmlns:a="http://schemas.openxmlformats.org/drawingml/2006/main" w="19050">
            <a:solidFill>
              <a:srgbClr val="087E8B"/>
            </a:solidFill>
          </a:ln>
        </p:spPr>
      </p:sp>
      <p:sp>
        <p:nvSpPr>
          <p:cNvPr id="15" name="">
            <a:extLst xmlns:a="http://schemas.openxmlformats.org/drawingml/2006/main">
              <a:ext uri="{FF2B5EF4-FFF2-40B4-BE49-F238E27FC236}">
                <a16:creationId xmlns:a16="http://schemas.microsoft.com/office/drawing/2014/main" id="{73D94749-8A5D-4AD4-93BB-35DFB5C95E7F}"/>
              </a:ext>
            </a:extLst>
          </p:cNvPr>
          <p:cNvSpPr>
            <a:spLocks xmlns:a="http://schemas.openxmlformats.org/drawingml/2006/main" noGrp="1"/>
          </p:cNvSpPr>
          <p:nvPr/>
        </p:nvSpPr>
        <p:spPr>
          <a:xfrm xmlns:a="http://schemas.openxmlformats.org/drawingml/2006/main">
            <a:off x="5715000" y="5143119"/>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087E8B"/>
          </a:solidFill>
          <a:ln xmlns:a="http://schemas.openxmlformats.org/drawingml/2006/main" w="4763">
            <a:solidFill>
              <a:srgbClr val="087E8B"/>
            </a:solidFill>
          </a:ln>
        </p:spPr>
      </p:sp>
      <p:sp>
        <p:nvSpPr>
          <p:cNvPr id="16" name="">
            <a:extLst xmlns:a="http://schemas.openxmlformats.org/drawingml/2006/main">
              <a:ext uri="{FF2B5EF4-FFF2-40B4-BE49-F238E27FC236}">
                <a16:creationId xmlns:a16="http://schemas.microsoft.com/office/drawing/2014/main" id="{04B1C7B2-A032-4131-8CDE-6DF2A0401EB1}"/>
              </a:ext>
            </a:extLst>
          </p:cNvPr>
          <p:cNvSpPr>
            <a:spLocks xmlns:a="http://schemas.openxmlformats.org/drawingml/2006/main" noGrp="1"/>
          </p:cNvSpPr>
          <p:nvPr/>
        </p:nvSpPr>
        <p:spPr>
          <a:xfrm xmlns:a="http://schemas.openxmlformats.org/drawingml/2006/main">
            <a:off x="5867400" y="4838700"/>
            <a:ext cx="2000250" cy="695325"/>
          </a:xfrm>
          <a:prstGeom xmlns:a="http://schemas.openxmlformats.org/drawingml/2006/main" prst="rect">
            <a:avLst/>
          </a:prstGeom>
          <a:solidFill xmlns:a="http://schemas.openxmlformats.org/drawingml/2006/main">
            <a:srgbClr val="EAF4F3"/>
          </a:solidFill>
          <a:ln xmlns:a="http://schemas.openxmlformats.org/drawingml/2006/main" w="16193">
            <a:solidFill>
              <a:srgbClr val="087E8B"/>
            </a:solidFill>
          </a:ln>
        </p:spPr>
      </p:sp>
      <p:sp>
        <p:nvSpPr>
          <p:cNvPr id="17" name="">
            <a:extLst xmlns:a="http://schemas.openxmlformats.org/drawingml/2006/main">
              <a:ext uri="{FF2B5EF4-FFF2-40B4-BE49-F238E27FC236}">
                <a16:creationId xmlns:a16="http://schemas.microsoft.com/office/drawing/2014/main" id="{8C80FFDC-D16B-4C55-B28D-3CBCC2C9B49E}"/>
              </a:ext>
            </a:extLst>
          </p:cNvPr>
          <p:cNvSpPr>
            <a:spLocks xmlns:a="http://schemas.openxmlformats.org/drawingml/2006/main" noGrp="1"/>
          </p:cNvSpPr>
          <p:nvPr/>
        </p:nvSpPr>
        <p:spPr>
          <a:xfrm xmlns:a="http://schemas.openxmlformats.org/drawingml/2006/main">
            <a:off x="5867400" y="4895850"/>
            <a:ext cx="2000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800" b="1">
                <a:solidFill>
                  <a:srgbClr val="193B59"/>
                </a:solidFill>
                <a:latin typeface="Yu Gothic"/>
                <a:ea typeface="Yu Gothic"/>
                <a:cs typeface="Yu Gothic"/>
              </a:defRPr>
            </a:defPPr>
            <a:lvl1pPr algn="ctr">
              <a:buNone/>
              <a:defRPr sz="1800" b="1">
                <a:solidFill>
                  <a:srgbClr val="193B59"/>
                </a:solidFill>
                <a:latin typeface="Yu Gothic"/>
                <a:ea typeface="Yu Gothic"/>
                <a:cs typeface="Yu Gothic"/>
              </a:defRPr>
            </a:lvl1pPr>
            <a:lvl2pPr algn="ctr">
              <a:buNone/>
              <a:defRPr sz="1800" b="1">
                <a:solidFill>
                  <a:srgbClr val="193B59"/>
                </a:solidFill>
                <a:latin typeface="Yu Gothic"/>
                <a:ea typeface="Yu Gothic"/>
                <a:cs typeface="Yu Gothic"/>
              </a:defRPr>
            </a:lvl2pPr>
            <a:lvl3pPr algn="ctr">
              <a:buNone/>
              <a:defRPr sz="1800" b="1">
                <a:solidFill>
                  <a:srgbClr val="193B59"/>
                </a:solidFill>
                <a:latin typeface="Yu Gothic"/>
                <a:ea typeface="Yu Gothic"/>
                <a:cs typeface="Yu Gothic"/>
              </a:defRPr>
            </a:lvl3pPr>
            <a:lvl4pPr algn="ctr">
              <a:buNone/>
              <a:defRPr sz="1800" b="1">
                <a:solidFill>
                  <a:srgbClr val="193B59"/>
                </a:solidFill>
                <a:latin typeface="Yu Gothic"/>
                <a:ea typeface="Yu Gothic"/>
                <a:cs typeface="Yu Gothic"/>
              </a:defRPr>
            </a:lvl4pPr>
            <a:lvl5pPr algn="ctr">
              <a:buNone/>
              <a:defRPr sz="1800" b="1">
                <a:solidFill>
                  <a:srgbClr val="193B59"/>
                </a:solidFill>
                <a:latin typeface="Yu Gothic"/>
                <a:ea typeface="Yu Gothic"/>
                <a:cs typeface="Yu Gothic"/>
              </a:defRPr>
            </a:lvl5pPr>
            <a:lvl6pPr algn="ctr">
              <a:buNone/>
              <a:defRPr sz="1800" b="1">
                <a:solidFill>
                  <a:srgbClr val="193B59"/>
                </a:solidFill>
                <a:latin typeface="Yu Gothic"/>
                <a:ea typeface="Yu Gothic"/>
                <a:cs typeface="Yu Gothic"/>
              </a:defRPr>
            </a:lvl6pPr>
            <a:lvl7pPr algn="ctr">
              <a:buNone/>
              <a:defRPr sz="1800" b="1">
                <a:solidFill>
                  <a:srgbClr val="193B59"/>
                </a:solidFill>
                <a:latin typeface="Yu Gothic"/>
                <a:ea typeface="Yu Gothic"/>
                <a:cs typeface="Yu Gothic"/>
              </a:defRPr>
            </a:lvl7pPr>
            <a:lvl8pPr algn="ctr">
              <a:buNone/>
              <a:defRPr sz="1800" b="1">
                <a:solidFill>
                  <a:srgbClr val="193B59"/>
                </a:solidFill>
                <a:latin typeface="Yu Gothic"/>
                <a:ea typeface="Yu Gothic"/>
                <a:cs typeface="Yu Gothic"/>
              </a:defRPr>
            </a:lvl8pPr>
            <a:lvl9pPr algn="ctr">
              <a:buNone/>
              <a:defRPr sz="1800" b="1">
                <a:solidFill>
                  <a:srgbClr val="193B59"/>
                </a:solidFill>
                <a:latin typeface="Yu Gothic"/>
                <a:ea typeface="Yu Gothic"/>
                <a:cs typeface="Yu Gothic"/>
              </a:defRPr>
            </a:lvl9pPr>
          </a:lstStyle>
          <a:p xmlns:a="http://schemas.openxmlformats.org/drawingml/2006/main">
            <a:pPr algn="ctr">
              <a:buNone/>
              <a:defRPr sz="1800" b="1">
                <a:solidFill>
                  <a:srgbClr val="193B59"/>
                </a:solidFill>
                <a:latin typeface="Yu Gothic"/>
                <a:ea typeface="Yu Gothic"/>
                <a:cs typeface="Yu Gothic"/>
              </a:defRPr>
            </a:pPr>
            <a:r>
              <a:rPr sz="1800" b="1">
                <a:solidFill>
                  <a:srgbClr val="193B59"/>
                </a:solidFill>
                <a:latin typeface="Yu Gothic"/>
                <a:ea typeface="Yu Gothic"/>
                <a:cs typeface="Yu Gothic"/>
              </a:rPr>
              <a:t>測定</a:t>
            </a:r>
          </a:p>
        </p:txBody>
      </p:sp>
      <p:sp>
        <p:nvSpPr>
          <p:cNvPr id="18" name="">
            <a:extLst xmlns:a="http://schemas.openxmlformats.org/drawingml/2006/main">
              <a:ext uri="{FF2B5EF4-FFF2-40B4-BE49-F238E27FC236}">
                <a16:creationId xmlns:a16="http://schemas.microsoft.com/office/drawing/2014/main" id="{5FCF640E-5503-4EE0-A2F9-F76BE7DE10D4}"/>
              </a:ext>
            </a:extLst>
          </p:cNvPr>
          <p:cNvSpPr>
            <a:spLocks xmlns:a="http://schemas.openxmlformats.org/drawingml/2006/main" noGrp="1"/>
          </p:cNvSpPr>
          <p:nvPr/>
        </p:nvSpPr>
        <p:spPr>
          <a:xfrm xmlns:a="http://schemas.openxmlformats.org/drawingml/2006/main">
            <a:off x="7896225" y="5191125"/>
            <a:ext cx="485775" cy="9525"/>
          </a:xfrm>
          <a:custGeom xmlns:a="http://schemas.openxmlformats.org/drawingml/2006/main">
            <a:pathLst>
              <a:path w="485775" h="9525">
                <a:moveTo>
                  <a:pt x="0" y="0"/>
                </a:moveTo>
                <a:lnTo>
                  <a:pt x="485775" y="0"/>
                </a:lnTo>
              </a:path>
            </a:pathLst>
          </a:custGeom>
          <a:noFill xmlns:a="http://schemas.openxmlformats.org/drawingml/2006/main"/>
          <a:ln xmlns:a="http://schemas.openxmlformats.org/drawingml/2006/main" w="19050">
            <a:solidFill>
              <a:srgbClr val="087E8B"/>
            </a:solidFill>
          </a:ln>
        </p:spPr>
      </p:sp>
      <p:sp>
        <p:nvSpPr>
          <p:cNvPr id="19" name="">
            <a:extLst xmlns:a="http://schemas.openxmlformats.org/drawingml/2006/main">
              <a:ext uri="{FF2B5EF4-FFF2-40B4-BE49-F238E27FC236}">
                <a16:creationId xmlns:a16="http://schemas.microsoft.com/office/drawing/2014/main" id="{F2F8E90F-7130-49EE-A12B-F89C77EF37B2}"/>
              </a:ext>
            </a:extLst>
          </p:cNvPr>
          <p:cNvSpPr>
            <a:spLocks xmlns:a="http://schemas.openxmlformats.org/drawingml/2006/main" noGrp="1"/>
          </p:cNvSpPr>
          <p:nvPr/>
        </p:nvSpPr>
        <p:spPr>
          <a:xfrm xmlns:a="http://schemas.openxmlformats.org/drawingml/2006/main">
            <a:off x="8267700" y="5143119"/>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087E8B"/>
          </a:solidFill>
          <a:ln xmlns:a="http://schemas.openxmlformats.org/drawingml/2006/main" w="4763">
            <a:solidFill>
              <a:srgbClr val="087E8B"/>
            </a:solidFill>
          </a:ln>
        </p:spPr>
      </p:sp>
      <p:sp>
        <p:nvSpPr>
          <p:cNvPr id="20" name="">
            <a:extLst xmlns:a="http://schemas.openxmlformats.org/drawingml/2006/main">
              <a:ext uri="{FF2B5EF4-FFF2-40B4-BE49-F238E27FC236}">
                <a16:creationId xmlns:a16="http://schemas.microsoft.com/office/drawing/2014/main" id="{330012FD-FA2B-4BB6-9CEF-901DB14EA6D2}"/>
              </a:ext>
            </a:extLst>
          </p:cNvPr>
          <p:cNvSpPr>
            <a:spLocks xmlns:a="http://schemas.openxmlformats.org/drawingml/2006/main" noGrp="1"/>
          </p:cNvSpPr>
          <p:nvPr/>
        </p:nvSpPr>
        <p:spPr>
          <a:xfrm xmlns:a="http://schemas.openxmlformats.org/drawingml/2006/main">
            <a:off x="8420100" y="4838700"/>
            <a:ext cx="2000250" cy="695325"/>
          </a:xfrm>
          <a:prstGeom xmlns:a="http://schemas.openxmlformats.org/drawingml/2006/main" prst="rect">
            <a:avLst/>
          </a:prstGeom>
          <a:solidFill xmlns:a="http://schemas.openxmlformats.org/drawingml/2006/main">
            <a:srgbClr val="E8F0F4"/>
          </a:solidFill>
          <a:ln xmlns:a="http://schemas.openxmlformats.org/drawingml/2006/main" w="16193">
            <a:solidFill>
              <a:srgbClr val="087E8B"/>
            </a:solidFill>
          </a:ln>
        </p:spPr>
      </p:sp>
      <p:sp>
        <p:nvSpPr>
          <p:cNvPr id="21" name="">
            <a:extLst xmlns:a="http://schemas.openxmlformats.org/drawingml/2006/main">
              <a:ext uri="{FF2B5EF4-FFF2-40B4-BE49-F238E27FC236}">
                <a16:creationId xmlns:a16="http://schemas.microsoft.com/office/drawing/2014/main" id="{F3AFD3D0-211F-444E-857A-D97F8C61AD01}"/>
              </a:ext>
            </a:extLst>
          </p:cNvPr>
          <p:cNvSpPr>
            <a:spLocks xmlns:a="http://schemas.openxmlformats.org/drawingml/2006/main" noGrp="1"/>
          </p:cNvSpPr>
          <p:nvPr/>
        </p:nvSpPr>
        <p:spPr>
          <a:xfrm xmlns:a="http://schemas.openxmlformats.org/drawingml/2006/main">
            <a:off x="8420100" y="4895850"/>
            <a:ext cx="2000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800" b="1">
                <a:solidFill>
                  <a:srgbClr val="193B59"/>
                </a:solidFill>
                <a:latin typeface="Yu Gothic"/>
                <a:ea typeface="Yu Gothic"/>
                <a:cs typeface="Yu Gothic"/>
              </a:defRPr>
            </a:defPPr>
            <a:lvl1pPr algn="ctr">
              <a:buNone/>
              <a:defRPr sz="1800" b="1">
                <a:solidFill>
                  <a:srgbClr val="193B59"/>
                </a:solidFill>
                <a:latin typeface="Yu Gothic"/>
                <a:ea typeface="Yu Gothic"/>
                <a:cs typeface="Yu Gothic"/>
              </a:defRPr>
            </a:lvl1pPr>
            <a:lvl2pPr algn="ctr">
              <a:buNone/>
              <a:defRPr sz="1800" b="1">
                <a:solidFill>
                  <a:srgbClr val="193B59"/>
                </a:solidFill>
                <a:latin typeface="Yu Gothic"/>
                <a:ea typeface="Yu Gothic"/>
                <a:cs typeface="Yu Gothic"/>
              </a:defRPr>
            </a:lvl2pPr>
            <a:lvl3pPr algn="ctr">
              <a:buNone/>
              <a:defRPr sz="1800" b="1">
                <a:solidFill>
                  <a:srgbClr val="193B59"/>
                </a:solidFill>
                <a:latin typeface="Yu Gothic"/>
                <a:ea typeface="Yu Gothic"/>
                <a:cs typeface="Yu Gothic"/>
              </a:defRPr>
            </a:lvl3pPr>
            <a:lvl4pPr algn="ctr">
              <a:buNone/>
              <a:defRPr sz="1800" b="1">
                <a:solidFill>
                  <a:srgbClr val="193B59"/>
                </a:solidFill>
                <a:latin typeface="Yu Gothic"/>
                <a:ea typeface="Yu Gothic"/>
                <a:cs typeface="Yu Gothic"/>
              </a:defRPr>
            </a:lvl4pPr>
            <a:lvl5pPr algn="ctr">
              <a:buNone/>
              <a:defRPr sz="1800" b="1">
                <a:solidFill>
                  <a:srgbClr val="193B59"/>
                </a:solidFill>
                <a:latin typeface="Yu Gothic"/>
                <a:ea typeface="Yu Gothic"/>
                <a:cs typeface="Yu Gothic"/>
              </a:defRPr>
            </a:lvl5pPr>
            <a:lvl6pPr algn="ctr">
              <a:buNone/>
              <a:defRPr sz="1800" b="1">
                <a:solidFill>
                  <a:srgbClr val="193B59"/>
                </a:solidFill>
                <a:latin typeface="Yu Gothic"/>
                <a:ea typeface="Yu Gothic"/>
                <a:cs typeface="Yu Gothic"/>
              </a:defRPr>
            </a:lvl6pPr>
            <a:lvl7pPr algn="ctr">
              <a:buNone/>
              <a:defRPr sz="1800" b="1">
                <a:solidFill>
                  <a:srgbClr val="193B59"/>
                </a:solidFill>
                <a:latin typeface="Yu Gothic"/>
                <a:ea typeface="Yu Gothic"/>
                <a:cs typeface="Yu Gothic"/>
              </a:defRPr>
            </a:lvl7pPr>
            <a:lvl8pPr algn="ctr">
              <a:buNone/>
              <a:defRPr sz="1800" b="1">
                <a:solidFill>
                  <a:srgbClr val="193B59"/>
                </a:solidFill>
                <a:latin typeface="Yu Gothic"/>
                <a:ea typeface="Yu Gothic"/>
                <a:cs typeface="Yu Gothic"/>
              </a:defRPr>
            </a:lvl8pPr>
            <a:lvl9pPr algn="ctr">
              <a:buNone/>
              <a:defRPr sz="1800" b="1">
                <a:solidFill>
                  <a:srgbClr val="193B59"/>
                </a:solidFill>
                <a:latin typeface="Yu Gothic"/>
                <a:ea typeface="Yu Gothic"/>
                <a:cs typeface="Yu Gothic"/>
              </a:defRPr>
            </a:lvl9pPr>
          </a:lstStyle>
          <a:p xmlns:a="http://schemas.openxmlformats.org/drawingml/2006/main">
            <a:pPr algn="ctr">
              <a:buNone/>
              <a:defRPr sz="1800" b="1">
                <a:solidFill>
                  <a:srgbClr val="193B59"/>
                </a:solidFill>
                <a:latin typeface="Yu Gothic"/>
                <a:ea typeface="Yu Gothic"/>
                <a:cs typeface="Yu Gothic"/>
              </a:defRPr>
            </a:pPr>
            <a:r>
              <a:rPr sz="1800" b="1">
                <a:solidFill>
                  <a:srgbClr val="193B59"/>
                </a:solidFill>
                <a:latin typeface="Yu Gothic"/>
                <a:ea typeface="Yu Gothic"/>
                <a:cs typeface="Yu Gothic"/>
              </a:rPr>
              <a:t>更新</a:t>
            </a:r>
          </a:p>
        </p:txBody>
      </p:sp>
      <p:sp>
        <p:nvSpPr>
          <p:cNvPr id="22" name="">
            <a:extLst xmlns:a="http://schemas.openxmlformats.org/drawingml/2006/main">
              <a:ext uri="{FF2B5EF4-FFF2-40B4-BE49-F238E27FC236}">
                <a16:creationId xmlns:a16="http://schemas.microsoft.com/office/drawing/2014/main" id="{E576BC7E-FBFC-4892-8093-5F9AA6073749}"/>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23 / 26</a:t>
            </a:r>
          </a:p>
        </p:txBody>
      </p:sp>
    </p:spTree>
    <p:extLst>
      <p:ext uri="{BB962C8B-B14F-4D97-AF65-F5344CB8AC3E}">
        <p14:creationId xmlns:p14="http://schemas.microsoft.com/office/powerpoint/2010/main" val="178415410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C7E520D-EA11-425B-A89F-5709B3048CB2}"/>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学校で扱うときの問い</a:t>
            </a:r>
          </a:p>
        </p:txBody>
      </p:sp>
      <p:sp>
        <p:nvSpPr>
          <p:cNvPr id="2" name="">
            <a:extLst xmlns:a="http://schemas.openxmlformats.org/drawingml/2006/main">
              <a:ext uri="{FF2B5EF4-FFF2-40B4-BE49-F238E27FC236}">
                <a16:creationId xmlns:a16="http://schemas.microsoft.com/office/drawing/2014/main" id="{24EE0058-6681-4C89-83B0-9C4034F0E151}"/>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A2D11EDE-572B-4681-A07C-B385DBAFABF2}"/>
              </a:ext>
            </a:extLst>
          </p:cNvPr>
          <p:cNvSpPr>
            <a:spLocks xmlns:a="http://schemas.openxmlformats.org/drawingml/2006/main" noGrp="1"/>
          </p:cNvSpPr>
          <p:nvPr/>
        </p:nvSpPr>
        <p:spPr>
          <a:xfrm xmlns:a="http://schemas.openxmlformats.org/drawingml/2006/main">
            <a:off x="809625" y="173355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なぜ繊維をその方向に置くか</a:t>
            </a:r>
          </a:p>
        </p:txBody>
      </p:sp>
      <p:sp>
        <p:nvSpPr>
          <p:cNvPr id="4" name="">
            <a:extLst xmlns:a="http://schemas.openxmlformats.org/drawingml/2006/main">
              <a:ext uri="{FF2B5EF4-FFF2-40B4-BE49-F238E27FC236}">
                <a16:creationId xmlns:a16="http://schemas.microsoft.com/office/drawing/2014/main" id="{386A4DD8-D3A9-4AFC-BCEA-F5409E99B165}"/>
              </a:ext>
            </a:extLst>
          </p:cNvPr>
          <p:cNvSpPr>
            <a:spLocks xmlns:a="http://schemas.openxmlformats.org/drawingml/2006/main" noGrp="1"/>
          </p:cNvSpPr>
          <p:nvPr/>
        </p:nvSpPr>
        <p:spPr>
          <a:xfrm xmlns:a="http://schemas.openxmlformats.org/drawingml/2006/main">
            <a:off x="809625" y="279082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測る位置を変えると比較はどう変わるか</a:t>
            </a:r>
          </a:p>
        </p:txBody>
      </p:sp>
      <p:sp>
        <p:nvSpPr>
          <p:cNvPr id="5" name="">
            <a:extLst xmlns:a="http://schemas.openxmlformats.org/drawingml/2006/main">
              <a:ext uri="{FF2B5EF4-FFF2-40B4-BE49-F238E27FC236}">
                <a16:creationId xmlns:a16="http://schemas.microsoft.com/office/drawing/2014/main" id="{43D69BF2-AC34-49D1-A00C-EED099A2B3F8}"/>
              </a:ext>
            </a:extLst>
          </p:cNvPr>
          <p:cNvSpPr>
            <a:spLocks xmlns:a="http://schemas.openxmlformats.org/drawingml/2006/main" noGrp="1"/>
          </p:cNvSpPr>
          <p:nvPr/>
        </p:nvSpPr>
        <p:spPr>
          <a:xfrm xmlns:a="http://schemas.openxmlformats.org/drawingml/2006/main">
            <a:off x="809625" y="384810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便利さと交換・再利用をどう両立するか</a:t>
            </a:r>
          </a:p>
        </p:txBody>
      </p:sp>
      <p:sp>
        <p:nvSpPr>
          <p:cNvPr id="6" name="">
            <a:extLst xmlns:a="http://schemas.openxmlformats.org/drawingml/2006/main">
              <a:ext uri="{FF2B5EF4-FFF2-40B4-BE49-F238E27FC236}">
                <a16:creationId xmlns:a16="http://schemas.microsoft.com/office/drawing/2014/main" id="{C2F25773-FA88-4B2E-819B-6FD098AA9920}"/>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授業用の比較例は仮想。条件を明記する。</a:t>
            </a:r>
          </a:p>
        </p:txBody>
      </p:sp>
      <p:sp>
        <p:nvSpPr>
          <p:cNvPr id="7" name="">
            <a:extLst xmlns:a="http://schemas.openxmlformats.org/drawingml/2006/main">
              <a:ext uri="{FF2B5EF4-FFF2-40B4-BE49-F238E27FC236}">
                <a16:creationId xmlns:a16="http://schemas.microsoft.com/office/drawing/2014/main" id="{44071497-445D-4389-B999-584619226D72}"/>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発展B</a:t>
            </a:r>
          </a:p>
        </p:txBody>
      </p:sp>
      <p:sp>
        <p:nvSpPr>
          <p:cNvPr id="8" name="">
            <a:extLst xmlns:a="http://schemas.openxmlformats.org/drawingml/2006/main">
              <a:ext uri="{FF2B5EF4-FFF2-40B4-BE49-F238E27FC236}">
                <a16:creationId xmlns:a16="http://schemas.microsoft.com/office/drawing/2014/main" id="{D3026264-9C1A-4C3F-B3B4-23984D8B6776}"/>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24 / 26</a:t>
            </a:r>
          </a:p>
        </p:txBody>
      </p:sp>
    </p:spTree>
    <p:extLst>
      <p:ext uri="{BB962C8B-B14F-4D97-AF65-F5344CB8AC3E}">
        <p14:creationId xmlns:p14="http://schemas.microsoft.com/office/powerpoint/2010/main" val="1595727353"/>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F83778B-EF23-4199-AA18-00AB21A28931}"/>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まとめ：新しさを条件で説明する</a:t>
            </a:r>
          </a:p>
        </p:txBody>
      </p:sp>
      <p:sp>
        <p:nvSpPr>
          <p:cNvPr id="2" name="">
            <a:extLst xmlns:a="http://schemas.openxmlformats.org/drawingml/2006/main">
              <a:ext uri="{FF2B5EF4-FFF2-40B4-BE49-F238E27FC236}">
                <a16:creationId xmlns:a16="http://schemas.microsoft.com/office/drawing/2014/main" id="{3555D867-B795-4FCC-9CE9-273B33BF7FE7}"/>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951EC21E-F31E-497F-B218-8FD4AC725831}"/>
              </a:ext>
            </a:extLst>
          </p:cNvPr>
          <p:cNvSpPr>
            <a:spLocks xmlns:a="http://schemas.openxmlformats.org/drawingml/2006/main" noGrp="1"/>
          </p:cNvSpPr>
          <p:nvPr/>
        </p:nvSpPr>
        <p:spPr>
          <a:xfrm xmlns:a="http://schemas.openxmlformats.org/drawingml/2006/main">
            <a:off x="809625" y="173355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材料の設計は組成・構造・製造の組合せ</a:t>
            </a:r>
          </a:p>
        </p:txBody>
      </p:sp>
      <p:sp>
        <p:nvSpPr>
          <p:cNvPr id="4" name="">
            <a:extLst xmlns:a="http://schemas.openxmlformats.org/drawingml/2006/main">
              <a:ext uri="{FF2B5EF4-FFF2-40B4-BE49-F238E27FC236}">
                <a16:creationId xmlns:a16="http://schemas.microsoft.com/office/drawing/2014/main" id="{37EB0E2F-0D04-421A-976C-887099CCBE45}"/>
              </a:ext>
            </a:extLst>
          </p:cNvPr>
          <p:cNvSpPr>
            <a:spLocks xmlns:a="http://schemas.openxmlformats.org/drawingml/2006/main" noGrp="1"/>
          </p:cNvSpPr>
          <p:nvPr/>
        </p:nvSpPr>
        <p:spPr>
          <a:xfrm xmlns:a="http://schemas.openxmlformats.org/drawingml/2006/main">
            <a:off x="809625" y="279082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性能は試験条件と製品の使い方で決まる</a:t>
            </a:r>
          </a:p>
        </p:txBody>
      </p:sp>
      <p:sp>
        <p:nvSpPr>
          <p:cNvPr id="5" name="">
            <a:extLst xmlns:a="http://schemas.openxmlformats.org/drawingml/2006/main">
              <a:ext uri="{FF2B5EF4-FFF2-40B4-BE49-F238E27FC236}">
                <a16:creationId xmlns:a16="http://schemas.microsoft.com/office/drawing/2014/main" id="{6C076B20-787B-45B3-B503-072131AC2098}"/>
              </a:ext>
            </a:extLst>
          </p:cNvPr>
          <p:cNvSpPr>
            <a:spLocks xmlns:a="http://schemas.openxmlformats.org/drawingml/2006/main" noGrp="1"/>
          </p:cNvSpPr>
          <p:nvPr/>
        </p:nvSpPr>
        <p:spPr>
          <a:xfrm xmlns:a="http://schemas.openxmlformats.org/drawingml/2006/main">
            <a:off x="809625" y="384810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AIの予測も出典・不確かさ・再検証を要する</a:t>
            </a:r>
          </a:p>
        </p:txBody>
      </p:sp>
      <p:sp>
        <p:nvSpPr>
          <p:cNvPr id="6" name="">
            <a:extLst xmlns:a="http://schemas.openxmlformats.org/drawingml/2006/main">
              <a:ext uri="{FF2B5EF4-FFF2-40B4-BE49-F238E27FC236}">
                <a16:creationId xmlns:a16="http://schemas.microsoft.com/office/drawing/2014/main" id="{D6D3F2DF-154D-4FE0-89FA-CB1E1AD9FBC3}"/>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授業用の比較例は仮想。条件を明記する。</a:t>
            </a:r>
          </a:p>
        </p:txBody>
      </p:sp>
      <p:sp>
        <p:nvSpPr>
          <p:cNvPr id="7" name="">
            <a:extLst xmlns:a="http://schemas.openxmlformats.org/drawingml/2006/main">
              <a:ext uri="{FF2B5EF4-FFF2-40B4-BE49-F238E27FC236}">
                <a16:creationId xmlns:a16="http://schemas.microsoft.com/office/drawing/2014/main" id="{5418C295-55C6-4DF7-8DD9-6E127690B18B}"/>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発展B</a:t>
            </a:r>
          </a:p>
        </p:txBody>
      </p:sp>
      <p:sp>
        <p:nvSpPr>
          <p:cNvPr id="8" name="">
            <a:extLst xmlns:a="http://schemas.openxmlformats.org/drawingml/2006/main">
              <a:ext uri="{FF2B5EF4-FFF2-40B4-BE49-F238E27FC236}">
                <a16:creationId xmlns:a16="http://schemas.microsoft.com/office/drawing/2014/main" id="{476210C3-C583-47D0-B95C-84AAE15BF632}"/>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25 / 26</a:t>
            </a:r>
          </a:p>
        </p:txBody>
      </p:sp>
    </p:spTree>
    <p:extLst>
      <p:ext uri="{BB962C8B-B14F-4D97-AF65-F5344CB8AC3E}">
        <p14:creationId xmlns:p14="http://schemas.microsoft.com/office/powerpoint/2010/main" val="100141153"/>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96AC5A3-A7B9-446F-901E-BFFE52CD695A}"/>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参照資料と扱い方</a:t>
            </a:r>
          </a:p>
        </p:txBody>
      </p:sp>
      <p:sp>
        <p:nvSpPr>
          <p:cNvPr id="2" name="">
            <a:extLst xmlns:a="http://schemas.openxmlformats.org/drawingml/2006/main">
              <a:ext uri="{FF2B5EF4-FFF2-40B4-BE49-F238E27FC236}">
                <a16:creationId xmlns:a16="http://schemas.microsoft.com/office/drawing/2014/main" id="{50D6EE10-4974-43BD-BBA6-52579FB86472}"/>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12EFA053-ED28-4AD1-A53D-B0EDD36D28B6}"/>
              </a:ext>
            </a:extLst>
          </p:cNvPr>
          <p:cNvSpPr>
            <a:spLocks xmlns:a="http://schemas.openxmlformats.org/drawingml/2006/main" noGrp="1"/>
          </p:cNvSpPr>
          <p:nvPr/>
        </p:nvSpPr>
        <p:spPr>
          <a:xfrm xmlns:a="http://schemas.openxmlformats.org/drawingml/2006/main">
            <a:off x="809625" y="173355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研究機関の原資料で事例を確認する</a:t>
            </a:r>
          </a:p>
        </p:txBody>
      </p:sp>
      <p:sp>
        <p:nvSpPr>
          <p:cNvPr id="4" name="">
            <a:extLst xmlns:a="http://schemas.openxmlformats.org/drawingml/2006/main">
              <a:ext uri="{FF2B5EF4-FFF2-40B4-BE49-F238E27FC236}">
                <a16:creationId xmlns:a16="http://schemas.microsoft.com/office/drawing/2014/main" id="{4BD8D848-A1F7-437F-B29C-1DA3D9FB18F9}"/>
              </a:ext>
            </a:extLst>
          </p:cNvPr>
          <p:cNvSpPr>
            <a:spLocks xmlns:a="http://schemas.openxmlformats.org/drawingml/2006/main" noGrp="1"/>
          </p:cNvSpPr>
          <p:nvPr/>
        </p:nvSpPr>
        <p:spPr>
          <a:xfrm xmlns:a="http://schemas.openxmlformats.org/drawingml/2006/main">
            <a:off x="809625" y="279082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研究成果の数値を別の用途へ移さない</a:t>
            </a:r>
          </a:p>
        </p:txBody>
      </p:sp>
      <p:sp>
        <p:nvSpPr>
          <p:cNvPr id="5" name="">
            <a:extLst xmlns:a="http://schemas.openxmlformats.org/drawingml/2006/main">
              <a:ext uri="{FF2B5EF4-FFF2-40B4-BE49-F238E27FC236}">
                <a16:creationId xmlns:a16="http://schemas.microsoft.com/office/drawing/2014/main" id="{55313985-112F-4545-B475-536AC5E686CF}"/>
              </a:ext>
            </a:extLst>
          </p:cNvPr>
          <p:cNvSpPr>
            <a:spLocks xmlns:a="http://schemas.openxmlformats.org/drawingml/2006/main" noGrp="1"/>
          </p:cNvSpPr>
          <p:nvPr/>
        </p:nvSpPr>
        <p:spPr>
          <a:xfrm xmlns:a="http://schemas.openxmlformats.org/drawingml/2006/main">
            <a:off x="809625" y="384810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試験条件と公表日、資料の目的を記録する</a:t>
            </a:r>
          </a:p>
        </p:txBody>
      </p:sp>
      <p:sp>
        <p:nvSpPr>
          <p:cNvPr id="6" name="">
            <a:extLst xmlns:a="http://schemas.openxmlformats.org/drawingml/2006/main">
              <a:ext uri="{FF2B5EF4-FFF2-40B4-BE49-F238E27FC236}">
                <a16:creationId xmlns:a16="http://schemas.microsoft.com/office/drawing/2014/main" id="{DC5DC377-4035-4AFB-8C26-62BDE4B07635}"/>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参照 [1・2・3・4・5・6・7・8・9]</a:t>
            </a:r>
          </a:p>
        </p:txBody>
      </p:sp>
      <p:sp>
        <p:nvSpPr>
          <p:cNvPr id="7" name="">
            <a:extLst xmlns:a="http://schemas.openxmlformats.org/drawingml/2006/main">
              <a:ext uri="{FF2B5EF4-FFF2-40B4-BE49-F238E27FC236}">
                <a16:creationId xmlns:a16="http://schemas.microsoft.com/office/drawing/2014/main" id="{B5B8F6A3-D023-4496-A11D-0D3E2E6FE469}"/>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発展B</a:t>
            </a:r>
          </a:p>
        </p:txBody>
      </p:sp>
      <p:sp>
        <p:nvSpPr>
          <p:cNvPr id="8" name="">
            <a:extLst xmlns:a="http://schemas.openxmlformats.org/drawingml/2006/main">
              <a:ext uri="{FF2B5EF4-FFF2-40B4-BE49-F238E27FC236}">
                <a16:creationId xmlns:a16="http://schemas.microsoft.com/office/drawing/2014/main" id="{EED36CCC-F06E-43CC-8438-AD141FF76F09}"/>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26 / 26</a:t>
            </a:r>
          </a:p>
        </p:txBody>
      </p:sp>
    </p:spTree>
    <p:extLst>
      <p:ext uri="{BB962C8B-B14F-4D97-AF65-F5344CB8AC3E}">
        <p14:creationId xmlns:p14="http://schemas.microsoft.com/office/powerpoint/2010/main" val="15789319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2026-10-31T01:06:16.4430000Z</dcterms:created>
  <dcterms:modified xsi:type="dcterms:W3CDTF">2026-10-31T01:06:16.4430000Z</dcterms:modified>
</coreProperties>
</file>