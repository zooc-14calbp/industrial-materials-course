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2.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3.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1087237423349a4" /><Relationship Type="http://schemas.openxmlformats.org/officeDocument/2006/relationships/extended-properties" Target="/docProps/app.xml" Id="R52907171f0d047f4" /><Relationship Type="http://schemas.openxmlformats.org/officeDocument/2006/relationships/officeDocument" Target="/ppt/presentation.xml" Id="Rb262789b1251420b" /></Relationships>
</file>

<file path=ppt/presentation.xml><?xml version="1.0" encoding="utf-8"?>
<p:presentation xmlns:p="http://schemas.openxmlformats.org/presentationml/2006/main">
  <p:sldMasterIdLst>
    <p:sldMasterId xmlns:r="http://schemas.openxmlformats.org/officeDocument/2006/relationships" id="2147483648" r:id="Rf3b9cb84554540fb"/>
  </p:sldMasterIdLst>
  <p:notesMasterIdLst>
    <p:notesMasterId xmlns:r="http://schemas.openxmlformats.org/officeDocument/2006/relationships" r:id="R363d678fe8744cf9"/>
  </p:notesMasterIdLst>
  <p:sldIdLst>
    <p:sldId xmlns:r="http://schemas.openxmlformats.org/officeDocument/2006/relationships" id="256" r:id="R328a66b9901d43c1"/>
    <p:sldId xmlns:r="http://schemas.openxmlformats.org/officeDocument/2006/relationships" id="257" r:id="R762bff7a145e4563"/>
    <p:sldId xmlns:r="http://schemas.openxmlformats.org/officeDocument/2006/relationships" id="258" r:id="R5b4a3d33b980496e"/>
    <p:sldId xmlns:r="http://schemas.openxmlformats.org/officeDocument/2006/relationships" id="259" r:id="R559bb1ec64534293"/>
    <p:sldId xmlns:r="http://schemas.openxmlformats.org/officeDocument/2006/relationships" id="260" r:id="R5bd8c63e83494c7c"/>
    <p:sldId xmlns:r="http://schemas.openxmlformats.org/officeDocument/2006/relationships" id="261" r:id="R2161d590235c46c0"/>
    <p:sldId xmlns:r="http://schemas.openxmlformats.org/officeDocument/2006/relationships" id="262" r:id="R4219028d0ad843b9"/>
    <p:sldId xmlns:r="http://schemas.openxmlformats.org/officeDocument/2006/relationships" id="263" r:id="R797fb966196e4724"/>
    <p:sldId xmlns:r="http://schemas.openxmlformats.org/officeDocument/2006/relationships" id="264" r:id="Re7e9e56ec13c4692"/>
    <p:sldId xmlns:r="http://schemas.openxmlformats.org/officeDocument/2006/relationships" id="265" r:id="R6e05a5e08528418e"/>
    <p:sldId xmlns:r="http://schemas.openxmlformats.org/officeDocument/2006/relationships" id="266" r:id="R06bbfc957dc14ae3"/>
    <p:sldId xmlns:r="http://schemas.openxmlformats.org/officeDocument/2006/relationships" id="267" r:id="Ra894980c274449fa"/>
    <p:sldId xmlns:r="http://schemas.openxmlformats.org/officeDocument/2006/relationships" id="268" r:id="Rffc641d75d9348a2"/>
    <p:sldId xmlns:r="http://schemas.openxmlformats.org/officeDocument/2006/relationships" id="269" r:id="R242c3d1993444e9d"/>
    <p:sldId xmlns:r="http://schemas.openxmlformats.org/officeDocument/2006/relationships" id="270" r:id="R1a75277d6f22404a"/>
    <p:sldId xmlns:r="http://schemas.openxmlformats.org/officeDocument/2006/relationships" id="271" r:id="R66bba8986bbb40cb"/>
    <p:sldId xmlns:r="http://schemas.openxmlformats.org/officeDocument/2006/relationships" id="272" r:id="Raa87f82446814787"/>
    <p:sldId xmlns:r="http://schemas.openxmlformats.org/officeDocument/2006/relationships" id="273" r:id="R4c8aca7785bb40ca"/>
    <p:sldId xmlns:r="http://schemas.openxmlformats.org/officeDocument/2006/relationships" id="274" r:id="Ra3991838783f415e"/>
    <p:sldId xmlns:r="http://schemas.openxmlformats.org/officeDocument/2006/relationships" id="275" r:id="R16c87ea6d43e4fff"/>
    <p:sldId xmlns:r="http://schemas.openxmlformats.org/officeDocument/2006/relationships" id="276" r:id="R5f771505850249fa"/>
    <p:sldId xmlns:r="http://schemas.openxmlformats.org/officeDocument/2006/relationships" id="277" r:id="R22f02e08fa1449d9"/>
    <p:sldId xmlns:r="http://schemas.openxmlformats.org/officeDocument/2006/relationships" id="278" r:id="R6c3196c78fd84aa6"/>
    <p:sldId xmlns:r="http://schemas.openxmlformats.org/officeDocument/2006/relationships" id="279" r:id="Rc06f4a2f0d744776"/>
    <p:sldId xmlns:r="http://schemas.openxmlformats.org/officeDocument/2006/relationships" id="280" r:id="R26418a80231f40d6"/>
    <p:sldId xmlns:r="http://schemas.openxmlformats.org/officeDocument/2006/relationships" id="281" r:id="R2012efd3247746b7"/>
    <p:sldId xmlns:r="http://schemas.openxmlformats.org/officeDocument/2006/relationships" id="282" r:id="Rd4728d5b794e43e3"/>
    <p:sldId xmlns:r="http://schemas.openxmlformats.org/officeDocument/2006/relationships" id="283" r:id="Rc3e1e3ffb86b40db"/>
    <p:sldId xmlns:r="http://schemas.openxmlformats.org/officeDocument/2006/relationships" id="284" r:id="R970794bb05d54638"/>
    <p:sldId xmlns:r="http://schemas.openxmlformats.org/officeDocument/2006/relationships" id="285" r:id="Rd91a5fb39a5e44d0"/>
    <p:sldId xmlns:r="http://schemas.openxmlformats.org/officeDocument/2006/relationships" id="286" r:id="R3670c95b741f43d6"/>
    <p:sldId xmlns:r="http://schemas.openxmlformats.org/officeDocument/2006/relationships" id="287" r:id="R456973a95f2b44f0"/>
    <p:sldId xmlns:r="http://schemas.openxmlformats.org/officeDocument/2006/relationships" id="288" r:id="R66264794714c4fee"/>
    <p:sldId xmlns:r="http://schemas.openxmlformats.org/officeDocument/2006/relationships" id="289" r:id="R404b4e19b3b34212"/>
    <p:sldId xmlns:r="http://schemas.openxmlformats.org/officeDocument/2006/relationships" id="290" r:id="R67e3b2e46d674a2e"/>
    <p:sldId xmlns:r="http://schemas.openxmlformats.org/officeDocument/2006/relationships" id="291" r:id="Rf9cba4bf10b64c32"/>
    <p:sldId xmlns:r="http://schemas.openxmlformats.org/officeDocument/2006/relationships" id="292" r:id="R3040ca1be60047b9"/>
    <p:sldId xmlns:r="http://schemas.openxmlformats.org/officeDocument/2006/relationships" id="293" r:id="Re0735bdf944e4ae1"/>
    <p:sldId xmlns:r="http://schemas.openxmlformats.org/officeDocument/2006/relationships" id="294" r:id="R6a4a89b03f444b07"/>
    <p:sldId xmlns:r="http://schemas.openxmlformats.org/officeDocument/2006/relationships" id="295" r:id="Rc0fec9a1e24c4caf"/>
    <p:sldId xmlns:r="http://schemas.openxmlformats.org/officeDocument/2006/relationships" id="296" r:id="R474a330106734437"/>
    <p:sldId xmlns:r="http://schemas.openxmlformats.org/officeDocument/2006/relationships" id="297" r:id="Rabb660b59af849df"/>
    <p:sldId xmlns:r="http://schemas.openxmlformats.org/officeDocument/2006/relationships" id="298" r:id="Rcc31bf20a1cc4c48"/>
    <p:sldId xmlns:r="http://schemas.openxmlformats.org/officeDocument/2006/relationships" id="299" r:id="Rbc48d1a1911c4903"/>
    <p:sldId xmlns:r="http://schemas.openxmlformats.org/officeDocument/2006/relationships" id="300" r:id="Rdf457de78af74ebd"/>
    <p:sldId xmlns:r="http://schemas.openxmlformats.org/officeDocument/2006/relationships" id="301" r:id="R546c713054024a2d"/>
    <p:sldId xmlns:r="http://schemas.openxmlformats.org/officeDocument/2006/relationships" id="302" r:id="Rd399eee961c64b63"/>
    <p:sldId xmlns:r="http://schemas.openxmlformats.org/officeDocument/2006/relationships" id="303" r:id="R6470e93eff28495c"/>
    <p:sldId xmlns:r="http://schemas.openxmlformats.org/officeDocument/2006/relationships" id="304" r:id="R390171aec1cd4081"/>
    <p:sldId xmlns:r="http://schemas.openxmlformats.org/officeDocument/2006/relationships" id="305" r:id="R4e5314bf39e04097"/>
    <p:sldId xmlns:r="http://schemas.openxmlformats.org/officeDocument/2006/relationships" id="306" r:id="Rb7b7349b872b4a29"/>
    <p:sldId xmlns:r="http://schemas.openxmlformats.org/officeDocument/2006/relationships" id="307" r:id="Rfe3dc3d7adc6499d"/>
    <p:sldId xmlns:r="http://schemas.openxmlformats.org/officeDocument/2006/relationships" id="308" r:id="R9a5a7cd1b8954fd8"/>
    <p:sldId xmlns:r="http://schemas.openxmlformats.org/officeDocument/2006/relationships" id="309" r:id="R6880ef988fb2489c"/>
    <p:sldId xmlns:r="http://schemas.openxmlformats.org/officeDocument/2006/relationships" id="310" r:id="Rc8d64cabbf47419e"/>
    <p:sldId xmlns:r="http://schemas.openxmlformats.org/officeDocument/2006/relationships" id="311" r:id="R052a9049df7f4a98"/>
    <p:sldId xmlns:r="http://schemas.openxmlformats.org/officeDocument/2006/relationships" id="312" r:id="R647df6c3487348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28d47d4fe74e3d" /><Relationship Type="http://schemas.openxmlformats.org/officeDocument/2006/relationships/slideMaster" Target="/ppt/slideMasters/slideMaster1.xml" Id="Rf3b9cb84554540fb" /><Relationship Type="http://schemas.openxmlformats.org/officeDocument/2006/relationships/notesMaster" Target="/ppt/notesMasters/notesMaster1.xml" Id="R363d678fe8744cf9" /><Relationship Type="http://schemas.openxmlformats.org/officeDocument/2006/relationships/presProps" Target="/ppt/presProps.xml" Id="Rd265911a1b364991" /><Relationship Type="http://schemas.openxmlformats.org/officeDocument/2006/relationships/tableStyles" Target="/ppt/tableStyles.xml" Id="R1016e8c4dc0844ac" /><Relationship Type="http://schemas.openxmlformats.org/officeDocument/2006/relationships/slide" Target="/ppt/slides/slide1.xml" Id="R328a66b9901d43c1" /><Relationship Type="http://schemas.openxmlformats.org/officeDocument/2006/relationships/slide" Target="/ppt/slides/slide2.xml" Id="R762bff7a145e4563" /><Relationship Type="http://schemas.openxmlformats.org/officeDocument/2006/relationships/slide" Target="/ppt/slides/slide3.xml" Id="R5b4a3d33b980496e" /><Relationship Type="http://schemas.openxmlformats.org/officeDocument/2006/relationships/slide" Target="/ppt/slides/slide4.xml" Id="R559bb1ec64534293" /><Relationship Type="http://schemas.openxmlformats.org/officeDocument/2006/relationships/slide" Target="/ppt/slides/slide5.xml" Id="R5bd8c63e83494c7c" /><Relationship Type="http://schemas.openxmlformats.org/officeDocument/2006/relationships/slide" Target="/ppt/slides/slide6.xml" Id="R2161d590235c46c0" /><Relationship Type="http://schemas.openxmlformats.org/officeDocument/2006/relationships/slide" Target="/ppt/slides/slide7.xml" Id="R4219028d0ad843b9" /><Relationship Type="http://schemas.openxmlformats.org/officeDocument/2006/relationships/slide" Target="/ppt/slides/slide8.xml" Id="R797fb966196e4724" /><Relationship Type="http://schemas.openxmlformats.org/officeDocument/2006/relationships/slide" Target="/ppt/slides/slide9.xml" Id="Re7e9e56ec13c4692" /><Relationship Type="http://schemas.openxmlformats.org/officeDocument/2006/relationships/slide" Target="/ppt/slides/slide10.xml" Id="R6e05a5e08528418e" /><Relationship Type="http://schemas.openxmlformats.org/officeDocument/2006/relationships/slide" Target="/ppt/slides/slide11.xml" Id="R06bbfc957dc14ae3" /><Relationship Type="http://schemas.openxmlformats.org/officeDocument/2006/relationships/slide" Target="/ppt/slides/slide12.xml" Id="Ra894980c274449fa" /><Relationship Type="http://schemas.openxmlformats.org/officeDocument/2006/relationships/slide" Target="/ppt/slides/slide13.xml" Id="Rffc641d75d9348a2" /><Relationship Type="http://schemas.openxmlformats.org/officeDocument/2006/relationships/slide" Target="/ppt/slides/slide14.xml" Id="R242c3d1993444e9d" /><Relationship Type="http://schemas.openxmlformats.org/officeDocument/2006/relationships/slide" Target="/ppt/slides/slide15.xml" Id="R1a75277d6f22404a" /><Relationship Type="http://schemas.openxmlformats.org/officeDocument/2006/relationships/slide" Target="/ppt/slides/slide16.xml" Id="R66bba8986bbb40cb" /><Relationship Type="http://schemas.openxmlformats.org/officeDocument/2006/relationships/slide" Target="/ppt/slides/slide17.xml" Id="Raa87f82446814787" /><Relationship Type="http://schemas.openxmlformats.org/officeDocument/2006/relationships/slide" Target="/ppt/slides/slide18.xml" Id="R4c8aca7785bb40ca" /><Relationship Type="http://schemas.openxmlformats.org/officeDocument/2006/relationships/slide" Target="/ppt/slides/slide19.xml" Id="Ra3991838783f415e" /><Relationship Type="http://schemas.openxmlformats.org/officeDocument/2006/relationships/slide" Target="/ppt/slides/slide20.xml" Id="R16c87ea6d43e4fff" /><Relationship Type="http://schemas.openxmlformats.org/officeDocument/2006/relationships/slide" Target="/ppt/slides/slide21.xml" Id="R5f771505850249fa" /><Relationship Type="http://schemas.openxmlformats.org/officeDocument/2006/relationships/slide" Target="/ppt/slides/slide22.xml" Id="R22f02e08fa1449d9" /><Relationship Type="http://schemas.openxmlformats.org/officeDocument/2006/relationships/slide" Target="/ppt/slides/slide23.xml" Id="R6c3196c78fd84aa6" /><Relationship Type="http://schemas.openxmlformats.org/officeDocument/2006/relationships/slide" Target="/ppt/slides/slide24.xml" Id="Rc06f4a2f0d744776" /><Relationship Type="http://schemas.openxmlformats.org/officeDocument/2006/relationships/slide" Target="/ppt/slides/slide25.xml" Id="R26418a80231f40d6" /><Relationship Type="http://schemas.openxmlformats.org/officeDocument/2006/relationships/slide" Target="/ppt/slides/slide26.xml" Id="R2012efd3247746b7" /><Relationship Type="http://schemas.openxmlformats.org/officeDocument/2006/relationships/slide" Target="/ppt/slides/slide27.xml" Id="Rd4728d5b794e43e3" /><Relationship Type="http://schemas.openxmlformats.org/officeDocument/2006/relationships/slide" Target="/ppt/slides/slide28.xml" Id="Rc3e1e3ffb86b40db" /><Relationship Type="http://schemas.openxmlformats.org/officeDocument/2006/relationships/slide" Target="/ppt/slides/slide29.xml" Id="R970794bb05d54638" /><Relationship Type="http://schemas.openxmlformats.org/officeDocument/2006/relationships/slide" Target="/ppt/slides/slide30.xml" Id="Rd91a5fb39a5e44d0" /><Relationship Type="http://schemas.openxmlformats.org/officeDocument/2006/relationships/slide" Target="/ppt/slides/slide31.xml" Id="R3670c95b741f43d6" /><Relationship Type="http://schemas.openxmlformats.org/officeDocument/2006/relationships/slide" Target="/ppt/slides/slide32.xml" Id="R456973a95f2b44f0" /><Relationship Type="http://schemas.openxmlformats.org/officeDocument/2006/relationships/slide" Target="/ppt/slides/slide33.xml" Id="R66264794714c4fee" /><Relationship Type="http://schemas.openxmlformats.org/officeDocument/2006/relationships/slide" Target="/ppt/slides/slide34.xml" Id="R404b4e19b3b34212" /><Relationship Type="http://schemas.openxmlformats.org/officeDocument/2006/relationships/slide" Target="/ppt/slides/slide35.xml" Id="R67e3b2e46d674a2e" /><Relationship Type="http://schemas.openxmlformats.org/officeDocument/2006/relationships/slide" Target="/ppt/slides/slide36.xml" Id="Rf9cba4bf10b64c32" /><Relationship Type="http://schemas.openxmlformats.org/officeDocument/2006/relationships/slide" Target="/ppt/slides/slide37.xml" Id="R3040ca1be60047b9" /><Relationship Type="http://schemas.openxmlformats.org/officeDocument/2006/relationships/slide" Target="/ppt/slides/slide38.xml" Id="Re0735bdf944e4ae1" /><Relationship Type="http://schemas.openxmlformats.org/officeDocument/2006/relationships/slide" Target="/ppt/slides/slide39.xml" Id="R6a4a89b03f444b07" /><Relationship Type="http://schemas.openxmlformats.org/officeDocument/2006/relationships/slide" Target="/ppt/slides/slide40.xml" Id="Rc0fec9a1e24c4caf" /><Relationship Type="http://schemas.openxmlformats.org/officeDocument/2006/relationships/slide" Target="/ppt/slides/slide41.xml" Id="R474a330106734437" /><Relationship Type="http://schemas.openxmlformats.org/officeDocument/2006/relationships/slide" Target="/ppt/slides/slide42.xml" Id="Rabb660b59af849df" /><Relationship Type="http://schemas.openxmlformats.org/officeDocument/2006/relationships/slide" Target="/ppt/slides/slide43.xml" Id="Rcc31bf20a1cc4c48" /><Relationship Type="http://schemas.openxmlformats.org/officeDocument/2006/relationships/slide" Target="/ppt/slides/slide44.xml" Id="Rbc48d1a1911c4903" /><Relationship Type="http://schemas.openxmlformats.org/officeDocument/2006/relationships/slide" Target="/ppt/slides/slide45.xml" Id="Rdf457de78af74ebd" /><Relationship Type="http://schemas.openxmlformats.org/officeDocument/2006/relationships/slide" Target="/ppt/slides/slide46.xml" Id="R546c713054024a2d" /><Relationship Type="http://schemas.openxmlformats.org/officeDocument/2006/relationships/slide" Target="/ppt/slides/slide47.xml" Id="Rd399eee961c64b63" /><Relationship Type="http://schemas.openxmlformats.org/officeDocument/2006/relationships/slide" Target="/ppt/slides/slide48.xml" Id="R6470e93eff28495c" /><Relationship Type="http://schemas.openxmlformats.org/officeDocument/2006/relationships/slide" Target="/ppt/slides/slide49.xml" Id="R390171aec1cd4081" /><Relationship Type="http://schemas.openxmlformats.org/officeDocument/2006/relationships/slide" Target="/ppt/slides/slide50.xml" Id="R4e5314bf39e04097" /><Relationship Type="http://schemas.openxmlformats.org/officeDocument/2006/relationships/slide" Target="/ppt/slides/slide51.xml" Id="Rb7b7349b872b4a29" /><Relationship Type="http://schemas.openxmlformats.org/officeDocument/2006/relationships/slide" Target="/ppt/slides/slide52.xml" Id="Rfe3dc3d7adc6499d" /><Relationship Type="http://schemas.openxmlformats.org/officeDocument/2006/relationships/slide" Target="/ppt/slides/slide53.xml" Id="R9a5a7cd1b8954fd8" /><Relationship Type="http://schemas.openxmlformats.org/officeDocument/2006/relationships/slide" Target="/ppt/slides/slide54.xml" Id="R6880ef988fb2489c" /><Relationship Type="http://schemas.openxmlformats.org/officeDocument/2006/relationships/slide" Target="/ppt/slides/slide55.xml" Id="Rc8d64cabbf47419e" /><Relationship Type="http://schemas.openxmlformats.org/officeDocument/2006/relationships/slide" Target="/ppt/slides/slide56.xml" Id="R052a9049df7f4a98" /><Relationship Type="http://schemas.openxmlformats.org/officeDocument/2006/relationships/slide" Target="/ppt/slides/slide57.xml" Id="R647df6c3487348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fbe132d2c245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7b05facd374046" /><Relationship Type="http://schemas.openxmlformats.org/officeDocument/2006/relationships/notesMaster" Target="/ppt/notesMasters/notesMaster1.xml" Id="R6afe297fe8de4c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dfc2e04a794d87" /><Relationship Type="http://schemas.openxmlformats.org/officeDocument/2006/relationships/notesMaster" Target="/ppt/notesMasters/notesMaster1.xml" Id="R4a937f258e4f47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97a56ca20342aa" /><Relationship Type="http://schemas.openxmlformats.org/officeDocument/2006/relationships/notesMaster" Target="/ppt/notesMasters/notesMaster1.xml" Id="R9ab49fce009243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3a7da719034b5b" /><Relationship Type="http://schemas.openxmlformats.org/officeDocument/2006/relationships/notesMaster" Target="/ppt/notesMasters/notesMaster1.xml" Id="R86743aac82b64f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4f2f5b0b1144e0" /><Relationship Type="http://schemas.openxmlformats.org/officeDocument/2006/relationships/notesMaster" Target="/ppt/notesMasters/notesMaster1.xml" Id="Rfaceaf061df84f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d5687f2a07421b" /><Relationship Type="http://schemas.openxmlformats.org/officeDocument/2006/relationships/notesMaster" Target="/ppt/notesMasters/notesMaster1.xml" Id="R7fc105e0e1ea4f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95d1f4e7c14c8b" /><Relationship Type="http://schemas.openxmlformats.org/officeDocument/2006/relationships/notesMaster" Target="/ppt/notesMasters/notesMaster1.xml" Id="Rf5e080b5edd94a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306077ba2b4b11" /><Relationship Type="http://schemas.openxmlformats.org/officeDocument/2006/relationships/notesMaster" Target="/ppt/notesMasters/notesMaster1.xml" Id="R4035f865138b49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935beebe244d1e" /><Relationship Type="http://schemas.openxmlformats.org/officeDocument/2006/relationships/notesMaster" Target="/ppt/notesMasters/notesMaster1.xml" Id="Rcba023886c2548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b9a156c46a466d" /><Relationship Type="http://schemas.openxmlformats.org/officeDocument/2006/relationships/notesMaster" Target="/ppt/notesMasters/notesMaster1.xml" Id="Rebe503761e8c4d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ad250662b34b7a" /><Relationship Type="http://schemas.openxmlformats.org/officeDocument/2006/relationships/notesMaster" Target="/ppt/notesMasters/notesMaster1.xml" Id="Reb78e925e22846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b22b9f5177416a" /><Relationship Type="http://schemas.openxmlformats.org/officeDocument/2006/relationships/notesMaster" Target="/ppt/notesMasters/notesMaster1.xml" Id="R3ff55c1653b140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22ece514a441d2" /><Relationship Type="http://schemas.openxmlformats.org/officeDocument/2006/relationships/notesMaster" Target="/ppt/notesMasters/notesMaster1.xml" Id="R8f3142b8a76644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2fd708f71947fa" /><Relationship Type="http://schemas.openxmlformats.org/officeDocument/2006/relationships/notesMaster" Target="/ppt/notesMasters/notesMaster1.xml" Id="R32c5c8892c2743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208abd02364136" /><Relationship Type="http://schemas.openxmlformats.org/officeDocument/2006/relationships/notesMaster" Target="/ppt/notesMasters/notesMaster1.xml" Id="R71c31a7a953f47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3b0f02629a430f" /><Relationship Type="http://schemas.openxmlformats.org/officeDocument/2006/relationships/notesMaster" Target="/ppt/notesMasters/notesMaster1.xml" Id="Rd14359df89e947e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8afb9d51c14c31" /><Relationship Type="http://schemas.openxmlformats.org/officeDocument/2006/relationships/notesMaster" Target="/ppt/notesMasters/notesMaster1.xml" Id="R4d5723edd6f34c0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4ae4d370164b42" /><Relationship Type="http://schemas.openxmlformats.org/officeDocument/2006/relationships/notesMaster" Target="/ppt/notesMasters/notesMaster1.xml" Id="R4b900fa3b6f04a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f235e43e914201" /><Relationship Type="http://schemas.openxmlformats.org/officeDocument/2006/relationships/notesMaster" Target="/ppt/notesMasters/notesMaster1.xml" Id="Rb61cc44d0a904d3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475127f0b0d426c" /><Relationship Type="http://schemas.openxmlformats.org/officeDocument/2006/relationships/notesMaster" Target="/ppt/notesMasters/notesMaster1.xml" Id="R41fbdb5064a549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3056f4fb74437b" /><Relationship Type="http://schemas.openxmlformats.org/officeDocument/2006/relationships/notesMaster" Target="/ppt/notesMasters/notesMaster1.xml" Id="R5d60f9fe686f4d4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c4f45532acf44b9" /><Relationship Type="http://schemas.openxmlformats.org/officeDocument/2006/relationships/notesMaster" Target="/ppt/notesMasters/notesMaster1.xml" Id="R35b8600d75ed43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d5d3ddeeb5c4315" /><Relationship Type="http://schemas.openxmlformats.org/officeDocument/2006/relationships/notesMaster" Target="/ppt/notesMasters/notesMaster1.xml" Id="Rd9ac8770b75e47a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f3fb13eb3a445d" /><Relationship Type="http://schemas.openxmlformats.org/officeDocument/2006/relationships/notesMaster" Target="/ppt/notesMasters/notesMaster1.xml" Id="Rd931d5a0ca69457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8337275d6ed4401" /><Relationship Type="http://schemas.openxmlformats.org/officeDocument/2006/relationships/notesMaster" Target="/ppt/notesMasters/notesMaster1.xml" Id="R13de58890ed241c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72173c317ca44b1" /><Relationship Type="http://schemas.openxmlformats.org/officeDocument/2006/relationships/notesMaster" Target="/ppt/notesMasters/notesMaster1.xml" Id="R5f6de5a16f2a4ce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9221420757c4032" /><Relationship Type="http://schemas.openxmlformats.org/officeDocument/2006/relationships/notesMaster" Target="/ppt/notesMasters/notesMaster1.xml" Id="R76655e2980f74e4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2bcf11cc2054cc8" /><Relationship Type="http://schemas.openxmlformats.org/officeDocument/2006/relationships/notesMaster" Target="/ppt/notesMasters/notesMaster1.xml" Id="R9f2a679af9c0475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3408a08caa74e2b" /><Relationship Type="http://schemas.openxmlformats.org/officeDocument/2006/relationships/notesMaster" Target="/ppt/notesMasters/notesMaster1.xml" Id="R7291db37b39340e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5a6ca5f8d1d4ce4" /><Relationship Type="http://schemas.openxmlformats.org/officeDocument/2006/relationships/notesMaster" Target="/ppt/notesMasters/notesMaster1.xml" Id="R597ce0b4e0cb406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e5d913284e7430a" /><Relationship Type="http://schemas.openxmlformats.org/officeDocument/2006/relationships/notesMaster" Target="/ppt/notesMasters/notesMaster1.xml" Id="R9312ba4cb7b44af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32667c33b374c78" /><Relationship Type="http://schemas.openxmlformats.org/officeDocument/2006/relationships/notesMaster" Target="/ppt/notesMasters/notesMaster1.xml" Id="R8cafda7477bb439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d106a3c400e47ad" /><Relationship Type="http://schemas.openxmlformats.org/officeDocument/2006/relationships/notesMaster" Target="/ppt/notesMasters/notesMaster1.xml" Id="R4c30b3dd96464f4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152d5910ca247fe" /><Relationship Type="http://schemas.openxmlformats.org/officeDocument/2006/relationships/notesMaster" Target="/ppt/notesMasters/notesMaster1.xml" Id="Rb1c7b1c785c6446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8e3d565a174480f" /><Relationship Type="http://schemas.openxmlformats.org/officeDocument/2006/relationships/notesMaster" Target="/ppt/notesMasters/notesMaster1.xml" Id="R9fcf84460ec949b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07fa2cba20f4aa2" /><Relationship Type="http://schemas.openxmlformats.org/officeDocument/2006/relationships/notesMaster" Target="/ppt/notesMasters/notesMaster1.xml" Id="R0be1721591454ba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7f8749f5d524087" /><Relationship Type="http://schemas.openxmlformats.org/officeDocument/2006/relationships/notesMaster" Target="/ppt/notesMasters/notesMaster1.xml" Id="R40d5aa0da5ba418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5bdef077dd24168" /><Relationship Type="http://schemas.openxmlformats.org/officeDocument/2006/relationships/notesMaster" Target="/ppt/notesMasters/notesMaster1.xml" Id="R249925db89ba4fa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df816d707f745e4" /><Relationship Type="http://schemas.openxmlformats.org/officeDocument/2006/relationships/notesMaster" Target="/ppt/notesMasters/notesMaster1.xml" Id="Re3b3ba7729f84b0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d0c18070d714ea2" /><Relationship Type="http://schemas.openxmlformats.org/officeDocument/2006/relationships/notesMaster" Target="/ppt/notesMasters/notesMaster1.xml" Id="Re7a873e7678243f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a637bcb70f048ee" /><Relationship Type="http://schemas.openxmlformats.org/officeDocument/2006/relationships/notesMaster" Target="/ppt/notesMasters/notesMaster1.xml" Id="Rca18269fc6da44d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cf1c6942d934c4e" /><Relationship Type="http://schemas.openxmlformats.org/officeDocument/2006/relationships/notesMaster" Target="/ppt/notesMasters/notesMaster1.xml" Id="R0e2d48c6d0244ff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43d53b3da1c4b9a" /><Relationship Type="http://schemas.openxmlformats.org/officeDocument/2006/relationships/notesMaster" Target="/ppt/notesMasters/notesMaster1.xml" Id="R844dc66d3b47449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9dac208bef6477f" /><Relationship Type="http://schemas.openxmlformats.org/officeDocument/2006/relationships/notesMaster" Target="/ppt/notesMasters/notesMaster1.xml" Id="R3e769b91f20d4e0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54f92680c4b4195" /><Relationship Type="http://schemas.openxmlformats.org/officeDocument/2006/relationships/notesMaster" Target="/ppt/notesMasters/notesMaster1.xml" Id="Ra56e5c3324e14e0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19616337a2b4baa" /><Relationship Type="http://schemas.openxmlformats.org/officeDocument/2006/relationships/notesMaster" Target="/ppt/notesMasters/notesMaster1.xml" Id="Rcd4a6bee52db472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9859b2d74864572" /><Relationship Type="http://schemas.openxmlformats.org/officeDocument/2006/relationships/notesMaster" Target="/ppt/notesMasters/notesMaster1.xml" Id="R36f8afc6a3664b0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f36720afc5f4881" /><Relationship Type="http://schemas.openxmlformats.org/officeDocument/2006/relationships/notesMaster" Target="/ppt/notesMasters/notesMaster1.xml" Id="Rc2bcba1383f44ff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eb0c0e1d9c24ac9" /><Relationship Type="http://schemas.openxmlformats.org/officeDocument/2006/relationships/notesMaster" Target="/ppt/notesMasters/notesMaster1.xml" Id="R3261aee93bdc4da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f95341d23f2448a" /><Relationship Type="http://schemas.openxmlformats.org/officeDocument/2006/relationships/notesMaster" Target="/ppt/notesMasters/notesMaster1.xml" Id="R1f6de667d50f464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89d13280b5446de" /><Relationship Type="http://schemas.openxmlformats.org/officeDocument/2006/relationships/notesMaster" Target="/ppt/notesMasters/notesMaster1.xml" Id="R4da0b4a6070147e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d98609863c941ef" /><Relationship Type="http://schemas.openxmlformats.org/officeDocument/2006/relationships/notesMaster" Target="/ppt/notesMasters/notesMaster1.xml" Id="R6cf6042201fe43e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8b76a61fde3411f" /><Relationship Type="http://schemas.openxmlformats.org/officeDocument/2006/relationships/notesMaster" Target="/ppt/notesMasters/notesMaster1.xml" Id="Ra466175f12924eb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49199298c2643a7" /><Relationship Type="http://schemas.openxmlformats.org/officeDocument/2006/relationships/notesMaster" Target="/ppt/notesMasters/notesMaster1.xml" Id="Rb0402b5fc4d5457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b52cea362c548fb" /><Relationship Type="http://schemas.openxmlformats.org/officeDocument/2006/relationships/notesMaster" Target="/ppt/notesMasters/notesMaster1.xml" Id="Ra3ec1a354e9b44a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9dec3e098914118" /><Relationship Type="http://schemas.openxmlformats.org/officeDocument/2006/relationships/notesMaster" Target="/ppt/notesMasters/notesMaster1.xml" Id="Ra2ad7ccdce44493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f92e694a0e84b2d" /><Relationship Type="http://schemas.openxmlformats.org/officeDocument/2006/relationships/notesMaster" Target="/ppt/notesMasters/notesMaster1.xml" Id="R3d606d3e75d245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質量と力、応力とひずみを図と単位で区別します。ばねの実測関係から棒の線形弾性へ進み、力、長さ、断面積、材料の係数を分けて伸びを予測します。強度と変形の制限も別々に判断します。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到達点を確認します。質量と力、応力とひずみを図と単位で区別します。ばねの実測関係から棒の線形弾性へ進み、力、長さ、断面積、材料の係数を分けて伸びを予測します。強度と変形の制限も別々に判断します。</a:t>
            </a:r>
          </a:p>
          <a:p xmlns:a="http://schemas.openxmlformats.org/drawingml/2006/main">
            <a:r>
              <a:t>途中の演習は自己確認用です。図と途中式をノートに残し、解説を聞く前に考える時間を取ります。正式な提出課題の締切や配点は別の指示に従ってください。</a:t>
            </a:r>
          </a:p>
          <a:p xmlns:a="http://schemas.openxmlformats.org/drawingml/2006/main">
            <a:r>
              <a:t>式を記憶するだけでなく、どの量を測り、何と何を比較した式かを説明します。中学生が日常の言葉で話した内容を、量と条件の明確な説明へ導くことが教師の役割です。高校工業の計算、情報のデータ処理やモデル化へ進むときも、この区別が土台にな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や高校の学習内容にも、量の定義や物質の構造、モデルを正確に理解して初めて説明できる内容があります。これらの意味を理解するには、学校で示す範囲を超えて原理と関係を学ぶことが必要です。大学では、既習の用語として省略せず、その背後を体系的に学び直します。例えば、太いから丈夫と言われたとき、同じ材料か、同じ力か、何をもって丈夫と呼んでいるかを問うことができます。変形が小さいことと、破壊の限界が高いことが別だと分かれば、どのデータを追加すべきかも見えてきます。専門知識は、すぐに使う知識だけで完結しません。次に未知の材料や新しい計測方法へ出会ったとき、その説明を読み解く基礎にもなります。生成AIが式や答えを提案する場面でも、量や単位、前提に誤りがないかを確かめる役割は残ります。授業ではまず図を見て言葉で予想し、その後で式と計算を使って確かめます。計算が苦手と感じる場合も、何を数え、何で割ったかという意味から一段ずつ進め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質量と力を分けます。一キログラムは物体の質量です。そこへ重力が働くと、地表付近では約九・八ニュートンの力になります。重力の大きさは質量に重力加速度を掛けたものです。質量をそのまま力の単位として書かないようにします。キログラム重とニュートンは同じ力を違う単位で表しています。図の質量、重力、単位を順に指して確認してください。古い資料のキログラムという表記では、量が質量なのか力なのかを文脈から読み分ける必要があります。</a:t>
            </a:r>
          </a:p>
          <a:p xmlns:a="http://schemas.openxmlformats.org/drawingml/2006/main">
            <a:r>
              <a:t>例えば、同じ質量のおもりを別の重力環境へ持っていけば、重力の大きさは変わります。質量と力が同じ量なら、この違いを説明できません。体重計がキログラムで表示することと、構造物へ加わる荷重をニュートンで記録することを区別しましょう。表示の数字に加えて、何を量として表しているかを読み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百グラムは〇・一キログラムです。重力加速度を九・八メートル毎秒毎秒とすると、重力の大きさは〇・九八ニュートンになります。約一ニュートンという大きさの感覚を、おもりと結び付けます。ただし、一ニュートンが常に百グラムという定義ではありません。質量を力へ変換する条件として、ここでは地表付近の重力を考えています。計算では、グラムをキログラムへ直してから掛けます。値の目安と、定義を区別しましょう。</a:t>
            </a:r>
          </a:p>
          <a:p xmlns:a="http://schemas.openxmlformats.org/drawingml/2006/main">
            <a:r>
              <a:t>一ニュートンは日常のどの程度の力かをつかむための近似です。百グラムという質量と、一ニュートンという力を等号で直接つながないようにします。質量をキログラムへ直し、重力加速度を掛けた結果を力として表します。近似の目的を言葉で添えると、感覚的な理解と定義の正確さを両立でき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キログラム重は、標準重力の下で一キログラムの物体が受ける重力の大きさです。正確な換算は画面に示す九・八〇六六五ニュートンですが、この授業の多くの演習では九・八を使います。値を途中で勝手に九・八と十へ入れ替えると答えがずれます。与えられた近似を最初に記録してください。単位の関係を書いて掛ければ、キログラム重が消え、ニュートンが残ることを確かめられます。逆換算では同じ係数で割ります。</a:t>
            </a:r>
          </a:p>
          <a:p xmlns:a="http://schemas.openxmlformats.org/drawingml/2006/main">
            <a:r>
              <a:t>換算では物理的な力は変わらず、それを表す数値と単位が変わります。数字が九・八倍になったから、実際に力が九・八倍になったのではありません。古い資料に重量キログラムの表記があったときは、その量の意味を確認してから換算します。試験問題が重力加速度を指定した場合は、その指定で一貫して解き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キロ、メガ、ギガは、量の種類を変えるものではなく倍率を示す接頭語です。小さい側にもミリ、マイクロ、ナノがあります。大文字と小文字で意味が変わるものがあるため、記号を区別します。例えばメガの大文字エムと、ミリの小文字エムは違います。まず一つの単位で何倍かを書き、その後に数値を換算すると、桁の誤りを見付けやすくなります。長さ、力、周波数など、違う量にも同じ倍率の仕組みを使います。</a:t>
            </a:r>
          </a:p>
          <a:p xmlns:a="http://schemas.openxmlformats.org/drawingml/2006/main">
            <a:r>
              <a:t>接頭語は、単位の前に付ける倍率の約束です。メガとミリは、同じ文字を大文字と小文字で書き分けています。表計算の見出しや手書きの答案でも、この区別を省略すると百万倍と千分の一を取り違えます。数値だけをコピーせず、見出しに量と単位を残すことが、データを他の人に渡すときの基本にな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情報や計測にも同じ接頭語が使われます。画面のギガバイト、ギガヘルツ、ナノ秒は、それぞれ量の単位が違いますが、ギガやナノが示す倍率は共通です。一方、ビットとバイトは別の単位です。一バイトは八ビットであり、接頭語の換算だけで済ませてはいけません。また二進接頭語のGiBなどとは区別します。材料の単位換算を別分野にも使えるよう、倍率、量、単位の三つを順に確かめてください。</a:t>
            </a:r>
          </a:p>
          <a:p xmlns:a="http://schemas.openxmlformats.org/drawingml/2006/main">
            <a:r>
              <a:t>通信の速度とファイルの容量は別の量で、容量を速度で割ると時間になります。速度に含まれる毎秒という意味まで読めば、掛け算か割り算かを判断できます。また、理想時間は通信上の付加情報や待ち時間を省いたモデル値です。実測の転送時間と違ったら、計算の失敗と決める前に、省いた条件を点検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面積の換算では、長さの倍率を二乗します。一メートルが千ミリメートルなので、一平方メートルは百万平方ミリメートルです。辺が十ミリメートルの正方形を見て、横にも縦にも長さがあることを確かめます。平方を付けたまま千倍する誤りがよく起こります。計算用紙では、一メートルの換算を括弧に入れて二乗してみましょう。体積なら三乗になります。応力の単位換算へ進む前に、この面積の関係を確かめます。</a:t>
            </a:r>
          </a:p>
          <a:p xmlns:a="http://schemas.openxmlformats.org/drawingml/2006/main">
            <a:r>
              <a:t>一辺の単位を直す倍率は、面積では二回掛かります。図の小さな正方形を縦横に並べて数えることと、千の二乗という式は同じ内容です。体積では三方向、断面二次モーメントでは長さの四乗という別の単位が現れます。今回の平方の理解を曖昧にすると、後の断面計算でも大きな桁違いが生じ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力を同じ面積へ均等に加えた場合を、キログラム重とニュートンで表します。面積一平方メートルへ約九・八ニュートンを分布させたら、平均の圧力は約九・八パスカルです。圧力は面積当たりの力として表します。力の単位を変えたら、面積まで変えたことにはなりません。力、面積、割り算の順を追ってください。一キログラム重毎平方メートルを一パスカルと同一視しないことが、次の換算に必要です。</a:t>
            </a:r>
          </a:p>
          <a:p xmlns:a="http://schemas.openxmlformats.org/drawingml/2006/main">
            <a:r>
              <a:t>ここでは、おもりの力が板全体へ均等に分布するモデルを置いています。実物のおもりを直接置いた場合の接触面の圧力分布を計算した図ではありません。面積当たりの質量という量と、面積当たりの力という量も区別します。表の見出しがキログラム毎平方メートルなら、そのままパスカルと読み替えることはできません。</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パスカルは一平方メートル当たり一ニュートンです。一メガパスカルは百万パスカルなので、一平方ミリメートル当たり一ニュートンと等しくなります。材料の計算ではニュートン、ミリメートル、平方ミリメートル、メガパスカルを組み合わせると換算を整理しやすくなります。圧力と応力は単位が同じでも対象が違います。外から面へ押す作用と、材料内部の断面に働く力の分布を区別します。単位が同じだから意味も同じとは限りません。</a:t>
            </a:r>
          </a:p>
          <a:p xmlns:a="http://schemas.openxmlformats.org/drawingml/2006/main">
            <a:r>
              <a:t>パスカルとニュートン毎平方ミリメートルの換算では、分母の面積が百万倍違うことに注目します。小さな面積一平方ミリメートルへ一ニュートンが働くと、一平方メートル当たりに換算した数値は大きくなります。分母が小さいほど値が大きくなるという関係を、換算前の予想に使っ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値をデータとして扱うとき、値だけを集めた表では意味が失われます。この例の百と二十は、力と断面積という違う量です。百を二十で割った五という計算が正しくても、答えを五ニュートンと書けば求めた量を取り違えています。ニュートンを平方ミリメートルで割るので、答えはニュートン毎平方ミリメートル、すなわちメガパスカルです。データ表では列の見出しに量と単位を書きます。異なる単位のデータを一つの列へ混ぜると、数値だけの比較や平均には意味がなくなります。AIへ計算を依頼する場合も、五という結果だけを受け取らず、どの式と単位を使ったかを確認します。単位が整っていることは誤りを見つける強い手がかりですが、正しい式を選んだ証明にはなりません。曲げを軸方向の伸びとして計算した誤りなどは、対象の図へ戻って点検します。数値、量の名前、単位、測定や計算の条件が一緒に残って初めて、別の人が検証できる記録にな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力のかかり方を五つに分けます。引張り、圧縮、せん断、曲げ、ねじりです。名称と一緒に、どの方向の力がどんな変形を生むかを図で確かめます。実物では複数が組み合わさります。椅子全体に一つの名前を付けるのではなく、脚、座面、接合部を分けて考えます。まず対象を決めるという手順は、後のつり合いでも同じです。今は代表的な働き方を、身近な道具や製品の部分へ対応させましょう。</a:t>
            </a:r>
          </a:p>
          <a:p xmlns:a="http://schemas.openxmlformats.org/drawingml/2006/main">
            <a:r>
              <a:t>五分類は、製品を五種類に分ける表ではありません。一つの製品の中でも、見る部分や荷重によって複数の作用が生じます。椅子だから圧縮、という一語だけで終えず、座面、脚、接合部を分けて見ます。材料を選ぶときは、どの部分がどの作用を受けるかを確かめる必要があ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引張りでは軸方向に伸ばし、圧縮では軸方向に縮めます。図は両側から同じ大きさで逆向きに作用する力を示しています。棒の内部の力を求めるときに、両端の力を足して二倍にしないようにします。切断して片側だけを取り出したとき、その側に作用する外力と内力をつり合わせます。細長い棒の圧縮では座屈なども問題になりますが、ここで導く一様な軸力の式は、あらゆる圧縮部材の破壊を予測する式ではありません。</a:t>
            </a:r>
          </a:p>
          <a:p xmlns:a="http://schemas.openxmlformats.org/drawingml/2006/main">
            <a:r>
              <a:t>図の左右の力は、棒を引く状態を二方向から表しています。両端に千ニュートンずつ描いた場合、内部の軸力を二千ニュートンと足すのは誤りです。片側を切り出し、その部分のつり合いを考えると理由が分かります。圧縮でも同じ手順を使えますが、細長い棒の座屈などは今回の一様な伸縮の式の外にあ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ここで一分ほど休憩します。無理のない範囲で姿勢を変えましょう。再開したら、せん断へ進みます。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せん断では、断面に沿ってずらす作用を考えます。接合部のピンやボルト、はさみで板を切る場面が例になります。引張りとせん断では、断面に対する力の方向が異なります。せん断応力にはタウという記号を使いますが、今回の計算の中心は垂直応力です。名前だけを暗記せず、切断面と力の向きを図で確かめてください。実際の接合部には一様でない応力や他の作用もあり、ここでは代表的な作用を模式化しています。</a:t>
            </a:r>
          </a:p>
          <a:p xmlns:a="http://schemas.openxmlformats.org/drawingml/2006/main">
            <a:r>
              <a:t>せん断では、力が作用する面を先に指定します。板の面に沿う方向か、板を貫く方向かは、図の見た目の左右上下だけでは決まりません。接合部のピンを考えるときも、どの断面でずれが起きるかを描きます。材料を切る工具の運動と、材料内部の応力の方向を区別して説明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下向きの荷重を二点で支える板では、曲げが生じます。図のたわみは見やすく誇張しています。この曲がり方なら、上側は縮み、下側は伸びる側になります。荷重や支持が逆なら関係も変わります。曲げでは、断面の全体へ同じ引張応力が働くとは考えません。はりの内部にどんなモーメントが生じるかを求め、その後で断面の応力へ進みます。今日は引張りとの違いを押さえ、第3回と第4回で計算につなげます。</a:t>
            </a:r>
          </a:p>
          <a:p xmlns:a="http://schemas.openxmlformats.org/drawingml/2006/main">
            <a:r>
              <a:t>曲げを受けるはりでは、上側と下側で伸縮の向きが違います。中央で下がるこの例では上側が圧縮、下側が引張りです。支持や荷重を変えれば、曲がり方や符号も変わります。図の上下を丸暗記するより、曲がったときにどちらの側が長くなるかを追うと、別の形にも説明を広げられ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ねじりは、軸の周りに回す作用です。ドライバーの軸を考えると、柄で加えた回転の作用が先端へ伝わります。図の両側の向きと、どの軸の周りに回すかを確認してください。トルクの単位はニュートンメートルですが、同じ単位の形を持つ仕事とは物理量が異なります。内部にはせん断応力が生じます。この回では公式を増やさず、軸方向に引く作用、曲げる作用、ねじる作用を図から見分けることを目標にします。</a:t>
            </a:r>
          </a:p>
          <a:p xmlns:a="http://schemas.openxmlformats.org/drawingml/2006/main">
            <a:r>
              <a:t>ねじりと曲げは、どちらも回転という日常語で表すことがありますが、回す軸の関係が違います。ドライバーの軸では長さ方向の軸の周りにねじり、棚板では長さ方向の形が曲がります。力のモーメントは同じニュートンメートルで表しても、対象と向きが違えば同じ応力計算は使えません。</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人が椅子に座ったときの力の伝わり方を見ます。座面から接合部、脚、床へたどります。座面では曲げ、脚では主に圧縮、接合部ではせん断などが関係します。床は脚を上向きに支えます。実物の四本の脚がいつも均等に支えるとは限りませんが、均等という条件を置けば単純な計算ができます。条件を明示したモデルの結果と、実際の不均等な接触を区別しましょう。材料名だけでは椅子全体の性能を説明できないことが分かります。</a:t>
            </a:r>
          </a:p>
          <a:p xmlns:a="http://schemas.openxmlformats.org/drawingml/2006/main">
            <a:r>
              <a:t>荷重経路を追うとは、力がどの部材と接合を通って支持へ届くかを考えることです。座面だけの材料を頑丈にしても、接合部や脚に問題があれば製品全体の要求は満たせません。中学校で製作品を点検する場面では、荷重を受ける部分を順に指し示し、材料名に加えて形と接合の理由を説明させ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橋も同じように、荷重が支える場所へ伝わります。橋面や桁から支承、橋脚や橋台、地盤へと順に見ます。桁の一部を取り出すと、曲げとせん断を考えます。構造全体を一度に計算しようとするより、対象を決めて外力を描く準備が重要です。この図は鉛直荷重の代表的な経路を示す模式図で、全ての橋の構造を表したものではありません。棚板で学んだ見方を、大きい構造にも広げて使えると理解してください。</a:t>
            </a:r>
          </a:p>
          <a:p xmlns:a="http://schemas.openxmlformats.org/drawingml/2006/main">
            <a:r>
              <a:t>橋の図は荷重経路を理解するための簡略化です。すべての橋が同じ構造を持つわけではなく、実際の設計値を読み取る図でもありません。橋面から主桁、支承、橋脚や橋台へ、対象を一つずつ移して力の受け渡しを説明します。全体と一部分を分けて扱う考え方は、次回の反力と内力の計算につなが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物には自重や人・物による鉛直荷重のほか、風や地震などに伴う横の作用もあります。図では柱、筋かい、基礎へ力が伝わる道筋を見ます。どの部材にも同じ種類の力が働くと決めつけず、位置と向きから考えます。この講義で扱う基本の静的モデルだけで、実際の建物の安全を設計することはできません。しかし、力を受ける対象と経路を明らかにする考え方は共通です。複雑な実物を見たときも、まず図にできる部分から考えます。</a:t>
            </a:r>
          </a:p>
          <a:p xmlns:a="http://schemas.openxmlformats.org/drawingml/2006/main">
            <a:r>
              <a:t>横向きの力では、左右へ移動する作用に加え、転倒する向きの作用も考えます。斜め材の役割を説明する際は、三角形だから強いという言葉に、どの変形を抑える構成かという説明を添えます。接合をどのようにモデル化したかによっても挙動は変わるため、図の形だけで耐荷重を決めることはできません。</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棒の全体がつり合っているとき、一部を切り出してもつり合いを保つように、切断面の内力を考えます。画面では左半分を取り出しています。切断面の内力が外力とつり合うため、軸方向の力の大きさは外力と等しくなります。両端の外力を二倍にすることではありません。内部を切って考える操作は、第3回のせん断力と曲げモーメントでも使います。断面にどのくらいの力が分布するかを平均で表したものが、次の応力です。</a:t>
            </a:r>
          </a:p>
          <a:p xmlns:a="http://schemas.openxmlformats.org/drawingml/2006/main">
            <a:r>
              <a:t>切断面の力は、実際に切ってから新しい力を加えたという意味ではありません。もとの材料の片側が、もう片側へ及ぼしていた作用を図に置き換えています。左右を別々に取り出すと切断面の力の向きは逆ですが、大きさは対応します。このように対象を区切って考える操作は、複雑な系をモデルにする際にも使い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平均垂直応力は、軸方向の力を変形前の断面積で割ります。図の例では千ニュートンを二十平方ミリメートルで割り、五十メガパスカルです。ニュートン毎平方ミリメートルがメガパスカルと等しいことを使っています。同じ力なら、断面積が小さいほど平均応力は大きくなります。軸の中心へ力を加える一様な棒の、端部から離れた部分を考えています。穴やつかみ部の近くまで、どこでも完全に一様と決めるものではありません。</a:t>
            </a:r>
          </a:p>
          <a:p xmlns:a="http://schemas.openxmlformats.org/drawingml/2006/main">
            <a:r>
              <a:t>平均応力は断面全体についての平均で、各場所が必ず同じ応力になると保証する値ではありません。穴や切欠き、荷重を伝える部分の近くでは分布の検討が必要です。計算結果に平均という言葉を残せば、求めた量と、まだ分かっていない量を区別できます。細い側の平均応力が大きいことも、力が増えたこととは区別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伸びは元の長さから増えた長さで、ミリメートルなどの単位を持ちます。ひずみは伸びを元の長さで割った比です。元の長さが違う二本の棒では、伸びだけを比べても変形の割合は分かりません。画面の〇・五ミリメートルを千ミリメートルで割ると、〇・〇〇〇五です。百分率なら〇・〇五パーセントになります。単位が消える比と、伸びの長さを分けましょう。百分率へ直さずパーセントの記号だけ付ける誤りにも注意します。</a:t>
            </a:r>
          </a:p>
          <a:p xmlns:a="http://schemas.openxmlformats.org/drawingml/2006/main">
            <a:r>
              <a:t>ひずみを求める二つの長さは、同じ単位でそろえます。一メートルと〇・五ミリメートルを、その数値のまま割らないようにします。また、ひずみ〇・〇〇〇五と〇・〇五パーセントは同じ量です。百分率の数値をそのままフックの法則へ代入すると百倍違う結果になるので、式に用いる比と表示の百分率を分けましょう。</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小さな変形を測るときは、測定器の表示の刻みも確認します。表は、千ミリメートルの標点間で、伸びの表示が〇・四九、〇・五〇、〇・五一ミリメートルだった場合の計算例です。それぞれ千で割ると、ひずみは〇・〇〇〇四九、〇・〇〇〇五〇、〇・〇〇〇五一です。長い小数になりましたが、元の測定値より新しい情報が増えたわけではありません。小数の桁を増やして出力できることと、その精度で測定できたことを区別します。また、〇・〇一ミリメートル刻みで表示されることだけから、測定の正確さが〇・〇一ミリメートルだとは決められません。ゼロ点の調整、取付け、どこからどこまでの変形を測ったかも関係します。データ処理でひずみへ換算しても、こうした測定上の条件は消えません。グラフのわずかな差を材質の違いだと判断する前に、表示の刻みや繰り返した値の範囲を確かめてください。ここで扱う数値は測定の考え方を説明する仮想例で、特定の測定器の性能を示していません。</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ここで一分ほど休憩します。無理のない範囲で姿勢を変えましょう。再開したら、中学校のばねのフックの法則へ進みます。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で学んだばねの関係から出発します。ある範囲では、力と伸びが比例します。その傾きをばね定数と呼びます。横軸と縦軸の量と単位を確かめ、表の数値を点にして線を読みます。ばねの式はばね一本の形や寸法を含んだ関係です。棒でも力と伸びの関係を測れますが、その傾きがそのまま材料だけの特徴になるわけではありません。ここから形状の影響を分けるため、応力とひずみへ換算します。</a:t>
            </a:r>
          </a:p>
          <a:p xmlns:a="http://schemas.openxmlformats.org/drawingml/2006/main">
            <a:r>
              <a:t>この図では横軸が伸び、縦軸が荷重なので、傾きの単位はニュートン毎ミリメートルです。軸を入れ替えれば傾きはその逆の単位になります。同じデータからグラフを作っても、軸を読まずに傾きの数字を比較することはできません。比例という言葉には、どの範囲で、どの二量が比例するかを添え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棒の荷重と伸びの仮想測定値を見ます。力を増やすと伸びが増え、ここで示した範囲では比例するデータになっています。先に材料の式を仮定して同じ式を証明するのではなく、測定された関係を出発点にします。この棒の力と伸びの傾きには、長さと断面積の影響が含まれます。長い棒や細い棒へ変えたら、同じ材質でも傾きは変わります。次の画面で、力を断面積で、伸びを元の長さで割り、材料として比較する量へ置き換えます。</a:t>
            </a:r>
          </a:p>
          <a:p xmlns:a="http://schemas.openxmlformats.org/drawingml/2006/main">
            <a:r>
              <a:t>棒の長さや太さを変えたとき、荷重と伸びのグラフの傾きも変わります。したがって、傾きが大きい棒を見ただけで材質を特定することはできません。材料の違いと寸法の違いを切り分けるため、力を面積で、伸びを元の長さで割ります。データの正規化は、比較したい性質と、そろえる条件を明確にする操作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力を断面積で割ると応力、伸びを元の長さで割るとひずみになります。先ほどの比例関係をこの二つの量で表すと、線形域の傾きとしてヤング率を定義できます。同じ材質・方向・温度などの条件をそろえた一様棒で、寸法の影響を分けて考えられます。画面の二百六ギガパスカルは演習の近似値です。ヤング率は変形のしにくさに関わり、破壊までの強さとは異なる量です。木材では方向による違いも、後の回で確認します。</a:t>
            </a:r>
          </a:p>
          <a:p xmlns:a="http://schemas.openxmlformats.org/drawingml/2006/main">
            <a:r>
              <a:t>応力ひずみの直線の傾きを使うときも、試験の温度、方向、範囲は必要な条件です。木材では繊維方向を変えると同じ値にはならず、樹脂では温度や時間にも注意します。正規化したから、すべての材料が同じ関係へそろうのではありません。寸法の影響を整理した上で、材料の状態の違いを比較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応力とひずみの定義を、フックの法則へ代入し、伸びを表す式へ整理します。伸びは力と元の長さに比例し、断面積とヤング率に反比例します。ニュートンとミリメートル、平方ミリメートルとメガパスカルを使い、単位が長さとして残ることを確認します。式の形だけを覚えるより、力を大きくすると伸びが増える、太くすると減る、と予想してから計算します。使えるのは、中心軸力・一様断面・小変形・線形弾性を考える範囲です。</a:t>
            </a:r>
          </a:p>
          <a:p xmlns:a="http://schemas.openxmlformats.org/drawingml/2006/main">
            <a:r>
              <a:t>式の分子にある力と長さは、増えると伸びを大きくします。分母の断面積とヤング率は、増えると伸びを小さくします。数値を入れる前にこの方向を確認すると、計算後の検算ができます。ただし、同時に二つ以上の条件が変わる場合は、各倍率をまとめて比較する必要があ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ヤング率を二十万メガパスカルと仮定し、三本の棒を比べます。これまでの二十万六千という演習値とは別の計算例です。材料は同じでも、断面積と長さを変えると棒の荷重と伸びの傾きは変わります。基準の棒では、ヤング率に面積二十を掛け、長さ千で割って、剛性は四千ニュートン毎ミリメートルです。面積だけを二倍にすれば八千、長さだけを二倍にすれば二千になります。同じ力を加えるなら、伸びは力をこの剛性で割って求められます。太い棒ほど伸びにくく、長い棒ほど伸びやすいという予想と対応します。ここで材料の係数イーは三本とも同じです。棒の剛性の違いを、そのまま材料のイーの違いと説明することはできません。ばねの実測から材料の性質へ進むときに、寸法で正規化する意味がここにあります。中学校の観察では、同じ材質で寸法を一つだけ変えて比較する課題を作れます。高校工業では、要求する伸びに合わせて寸法を決める計算へつなが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算の条件を先に書きます。今回の演習ではヤング率を二百六ギガパスカルとし、メガパスカルへ直すと二十万六千です。数値を代入する前に、何を求めるか、どの条件が一定かを確認してください。単位をそろえ、増減を予想し、式へ代入し、最後に単位と大きさを検算します。圧縮で細長い部材が座屈する場合などは、この一様な伸縮の式だけでは扱えません。以下は引張りの大きさを比較する計算モデルです。</a:t>
            </a:r>
          </a:p>
          <a:p xmlns:a="http://schemas.openxmlformats.org/drawingml/2006/main">
            <a:r>
              <a:t>答えの単位がミリメートルになったことは必要な確認ですが、それだけでモデルの選択が正しいとはいえません。曲げを受ける棚板へ、軸方向の伸びの式を使っても、途中の単位だけは整って見えることがあります。対象の図、力の向き、支持の条件、式の単位を一組で確認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単位の自己確認です。面積、キログラム重とパスカル、情報量の単位の三つを扱います。どれも換算ですが、倍率の理由は同じではありません。面積では長さの倍率の二乗、力ではキログラム重からニュートンへの係数、情報量ではバイトとビットの八倍を使います。三分間、途中の換算式と単位を書いて解いてください。答えだけでなく、何倍したかを一行ずつ残すことが大切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面積は一万倍でも千倍でもなく、平方メートルから平方ミリメートルへ百万倍です。力の換算では九・八ニュートン毎キログラム重を掛けます。情報量では、まず接頭語の倍率をそろえ、バイトからビットへ八倍します。異なる量の換算をまとめて暗記するのではなく、単位が消える向きへ係数を置けたかを確かめます。間違えた場合は、計算の桁だけでなく、量と単位の対応へ戻って直してください。</a:t>
            </a:r>
          </a:p>
          <a:p xmlns:a="http://schemas.openxmlformats.org/drawingml/2006/main">
            <a:r>
              <a:t>通信時間の計算では、メガバイトをメガビットへ換算してから速度で割りました。材料の応力の計算でも、面積の単位をそろえてから力で割ります。分野が違っても、比べる量の意味を決め、換算し、最後に単位で確かめる手順は共通です。途中式を残せば、誤りが換算か計算かを特定でき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仮想測定値から、定義だけで応力とひずみを計算します。力は二千六十ニュートン、断面積は二十平方ミリメートル、元の長さは千ミリメートル、伸びは〇・五ミリメートルです。応力には力と断面積、ひずみには伸びと元の長さを使います。この二つを求めるためにヤング率は不要です。三分間、式と単位を残し、ひずみを比と百分率の両方で書い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応力は二千六十を二十で割って百三メガパスカルです。ひずみは〇・五を千で割って〇・〇〇〇五、百分率なら〇・〇五パーセントです。伸びの〇・五ミリメートルと、ひずみの比を区別してください。発展としてこの応力をひずみで割れば、二十万六千メガパスカルのヤング率になります。測定した量を定義に従って換算し、その後に材料の関係を読むという順序です。</a:t>
            </a:r>
          </a:p>
          <a:p xmlns:a="http://schemas.openxmlformats.org/drawingml/2006/main">
            <a:r>
              <a:t>この問題では変形を測った値が既に与えられているので、ひずみを求めるためにヤング率は使いません。定義から求められる量と、材料の関係式を使って予測する量を区別します。与えられた数字をすべて使うという方針ではなく、求める量の定義から必要な情報を選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ここで一分ほど休憩します。無理のない範囲で姿勢を変えましょう。再開したら、演習4　E から伸びを予測へ進みます。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はヤング率から伸びを予測します。今度は変形を測っていないため、定義だけでは求まりません。応力とひずみを結び付ける線形弾性の関係を使います。力千ニュートン、断面積二十平方ミリメートル、長さ千ミリメートルという条件を図へ対応させます。三分間、自分で応力、ひずみ、伸びを順に計算してください。直接の伸びの式を使ってもよいですが、途中で求めている量の意味を説明できるように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応力は五十メガパスカルです。これをヤング率で割るとひずみが求まり、元の長さを掛けると伸びになります。直接の式でも同じ値になることを確かめます。式の結果がミリメートルになったか、力を増やせば伸びも増える形になっているかを見ます。小数の桁数だけが合っていても、単位や量を間違えていれば解釈できません。計算結果と、棒がどれくらい伸びたかという図の意味を結び付けましょう。</a:t>
            </a:r>
          </a:p>
          <a:p xmlns:a="http://schemas.openxmlformats.org/drawingml/2006/main">
            <a:r>
              <a:t>先ほど測定した二千六十ニュートンの場合に比べ、今回は荷重が小さく、同じ棒の線形範囲なら伸びも小さくなります。約〇・二四三ミリメートルという結果は、この予想に合います。計算器の小数をそのまま長く並べることと、測定でその桁まで確かめたことは別なので、演習では示した桁で整理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条件を一つずつ変えます。力だけ二倍、長さだけ二倍、断面積だけ二倍、ヤング率だけ二倍という四つの場合です。応力は力を断面積で割る量なので、長さやヤング率を変えても、同じ力と断面積なら変わりません。一方、伸びには四つとも関係します。二分間、数値を全て代入し直す前に、式の分子と分母から倍率を考えて表を埋めてください。材質の効果と形状の効果を分ける練習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力だけ二倍にすると応力と伸びは二倍です。長さだけ二倍なら応力は同じで伸びは二倍です。断面積だけ二倍なら両方が半分です。ヤング率だけ二倍なら応力は同じで伸びは半分です。太くしたからヤング率まで変わった、とは説明しません。材質と条件をそろえたとき、寸法と材料の係数は式の異なる場所にあります。値が違った場合は、変えた条件以外も同時に変えていないかを確認しましょう。</a:t>
            </a:r>
          </a:p>
          <a:p xmlns:a="http://schemas.openxmlformats.org/drawingml/2006/main">
            <a:r>
              <a:t>比較の表では、長さを二倍にしても応力の式の分母と分子は変わりません。一方、伸びは長さに比例します。すべての量を同じ倍率で変えてしまう誤答は、応力、ひずみ、伸びを一つの量のように扱ったことから生じます。どの式に変更した変数が含まれるかを指し示して説明しましょう。</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軟鋼の公称応力と公称ひずみの模式図です。初めの直線部分の傾きがヤング率です。降伏後には塑性変形が進み、最大の公称応力を引張強さと呼びます。その後のくびれや破断も別の位置にあります。ヤング率と引張強さを、同じ高さや同じ値として読まないでください。図は理解のため縮尺をそろえていません。全ての材料が軟鋼と同じ形や明瞭な降伏点を示すわけでもありません。実データは材種と試験条件を確認して読みます。</a:t>
            </a:r>
          </a:p>
          <a:p xmlns:a="http://schemas.openxmlformats.org/drawingml/2006/main">
            <a:r>
              <a:t>傾きが大きいこと、降伏が始まる応力が高いこと、破断まで大きく伸びることは、グラフの別の特徴です。一つの強いという言葉でまとめると、要求する性質を選べません。また、最大荷重を元の面積で割る公称応力と、変形中の実際の断面を使う応力を区別する必要があ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荷重を除いたときに戻る部分が弾性変形、残る部分が塑性変形です。荷重を加えている途中の伸び全体が、そのまま永久に残るわけではありません。除荷すると戻る分と、残る分を図で分けます。塑性変形は使用中に残って困る場合もありますが、形を作る加工では利用します。同じ現象でも、製品の使用と製造で意味が変わります。第6回の塑性加工へつながる基礎です。</a:t>
            </a:r>
          </a:p>
          <a:p xmlns:a="http://schemas.openxmlformats.org/drawingml/2006/main">
            <a:r>
              <a:t>除荷して戻る分と残る分を図で分けると、材料を使用する場面と加工する場面を比べられます。部品として形を保ちたい場合には残る変形が問題になり、塑性加工では残る形の変化を利用します。塑性変形が起きたから直ちに材料全体が破断した、という説明にはなりません。</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使用の判断では、応力の上限だけでなく、変形の上限も考えます。与えられた許容応力から荷重を求める条件と、許容する伸びから荷重を求める条件を別々に計算し、両方を満たす範囲を選びます。ヤング率を強度の値として使ったり、許容応力を破壊試験値と同一視したりしないようにします。ここでは中心引張りの棒だけのモデルで、接合や座屈などは含めていません。モデルの限界も結論に添えます。</a:t>
            </a:r>
          </a:p>
          <a:p xmlns:a="http://schemas.openxmlformats.org/drawingml/2006/main">
            <a:r>
              <a:t>許容応力と許容伸びは、このモデルで満たすよう指定された条件です。二つの上限の平均を取ると、小さい方を超えてしまうことがあります。自動計算やAIの回答を点検する際にも、条件ごとの上限を残しておけば、選択した値が両方を満たすかを機械的にも確かめられ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算を自動化するときは、入力する量、使う関係式、出力する量を分けます。この表では、力千ニュートン、面積二十平方ミリメートル、長さ千ミリメートル、ヤング率二十万メガパスカルを与えています。力を面積で割ると応力五十メガパスカル、それをヤング率で割るとひずみ〇・〇〇〇二五、長さを掛けると伸び〇・二五ミリメートルです。表計算でもプログラムでも、この順番を確認できるようにします。断面積をゼロと入力した場合、式を実行して出たエラーを消すだけでは不十分です。入力条件そのものを確認する案内が必要です。生成AIに式を書かせた場合も、既に答えが分かる例で計算し、荷重を二倍にしたら伸びも二倍になるかを試します。ただし、その確認に通ったから、材料の非線形な領域や曲げにも正しく使えるとはいえません。計算手順の正しさと、現象に選んだモデルの適切さをそれぞれ評価します。AIの説明に不足する条件を質問し直すためにも、材料と力学の基礎が必要にな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制限を満たす最大荷重を求めます。応力の制限と、伸びの制限から、それぞれ別の上限が出ます。大きい方を選ぶと、一方の条件を破ることがあるので注意してください。四分間、二つの計算と、どちらを採用するかの理由を書きます。単に小さい方と暗記せず、各上限より小さい範囲を数直線で重ねて考えてみましょう。与えた許容応力へ、さらに勝手な係数を掛けて条件を変えないように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応力からは三千ニュートン、伸びからは二千六十ニュートンが上限になります。両方を満たす最大値は二千六十ニュートンです。もし三千ニュートンを採ると、伸びは約〇・七二八ミリメートルとなり、〇・五ミリメートルの条件を超えます。壊れないことだけでは、使える変形に収まるとは限らないという意味です。計算の結論は、今回の仮定を満たす軸方向荷重に限ると書き添えてください。</a:t>
            </a:r>
          </a:p>
          <a:p xmlns:a="http://schemas.openxmlformats.org/drawingml/2006/main">
            <a:r>
              <a:t>採用した二千六十ニュートンを元の二式へ戻し、応力が百五十メガパスカル以下、伸びが〇・五ミリメートル以下になっていることを確認します。上限を求めた式と、条件へ戻す検算は役割が違います。この二段階を答案に残すと、式を変形した途中での誤りを発見しやすくなり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回の内容が教科でどう使われるかを整理します。中学校技術分野では、材料の力学的な性質や部材の形状と、製品に必要な機能を結び付けて考えます。観察や製作で現れる現象の意味を理解するため、大学では力の定義とモデル、式の導出と限界まで踏み込んで学びます。学校の範囲を超えた理解が、教科の内容を正確に説明し、新しい条件へ応用する土台になります。高校工業の機械設計では、機械に働く力、応力とひずみ、部材の形状や寸法の計算との直接の対応があります。一方、情報Ⅰとの接続は、この材料の計算をモデル化やシミュレーションの題材として使うという授業提案です。材料力学の各式が情報Ⅰの必修項目だという意味ではありません。入力と出力の関係を明確にし、単位をそろえ、計算結果を予想や測定と照合する活動を設計できます。教員採用試験に向けては、用語や計算を確認した後、生徒の誤答をどう見つけ、どう説明するかまで考えます。専門の深い理解を、授業の説明や新しい題材の検討へ使えるようにすることが、ここでの接続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自己確認の問題です。AIが「1 MPa = 1,000 N/mm²」と回答した。正しい換算を、m²とmm²の関係から説明する。図、途中式、条件と判断の理由を記録します。必要なら本編へ戻り、自分の説明を作ってから解説へ進んでください。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しくは、一メガパスカルは一ニュートン毎平方ミリメートルです。一メートルは千ミリメートルなので、一平方メートルは百万平方ミリメートルになります。一ニュートンを一平方ミリメートルで割った値は、一平方メートル当たりへ直すと百万ニュートンとなり、百万パスカル、すなわち一メガパスカルです。AIの回答では、長さの換算と面積の換算、あるいは接頭語の倍率を混同した可能性があります。ただし、回答だけから誤りの生成過程を断定することはできません。教師の説明では、どの倍率を何回掛けたかを図や途中式で示します。AIに正しいですかと聞き直して同意を得るだけで検算を終えず、単位の定義に戻って自分でも確認し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自己確認の問題です。E=200,000 MPaの一様棒。A=20 mm²、L₀=1,000 mm。①剛性kを求める。②Aだけ2倍、L₀だけ2倍にした各場合のkと、同じ力での伸びの倍率を求め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剛性はヤング率と断面積を掛けて、元の長さで割ります。二十万に二十を掛け、千で割るので、四千ニュートン毎ミリメートルです。面積だけを二倍にすると剛性は八千で、同じ力に対する伸びは半分です。長さだけを二倍にすると剛性は二千で、伸びは二倍になります。ここではイーを変えていません。棒の変形の違いを、全て材質の違いで説明することはできません。問題文で何を一定にし、何を変えたかを確認します。中学生の比較実験なら、同じ材から作った棒の寸法を一つずつ変える計画へつなげられます。その際、形状を変えたことで荷重の方向や支持方法まで変わっていないかも確認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自己確認の問題です。仮想データ：F=100,500,900 Nに対し表示ΔL=0.03,0.13,0.23 mm。L₀=500 mm、A=10 mm²。この範囲の傾きからkとEを求める。表示の原点を通る比例と扱えるか。図、途中式、条件と判断の理由を記録します。必要なら本編へ戻り、自分の説明を作ってから解説へ進んでください。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離れた二点の変化量を使います。力の増加は八百ニュートン、表示された伸びの増加は〇・二〇ミリメートルなので、傾きは四千ニュートン毎ミリメートルです。これに元の長さ五百を掛け、面積十で割ると、ヤング率は二十万メガパスカルになります。一点の力を表示値で割る方法では、この傾きとは違う値になります。表の表示値はそのまま原点を通る比例にはなっていないためです。切片があることから、ゼロ点のずれなどを確認する必要がありますが、三点だけから原因を特定したとはいえません。また、三点で直線的に見えたことを、全ての荷重範囲へ広げることもできません。回帰直線やAIのグラフ説明を利用する場合も、軸と単位、対象範囲、測定の原点を確かめて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自己確認の問題です。仮想の棒A/B：共にF=800 N、断面20 mm²、長さ1,000 mm。EはA=200,000、B=100,000 MPa。許容応力はA=30、B=60 MPa、許容伸びは共に0.30 mm。各条件を満たすか。図、途中式、条件と判断の理由を記録します。必要なら本編へ戻り、自分の説明を作ってから解説へ進んでください。</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力と断面積が共通なので、平均応力はどちらも四十メガパスカルです。伸びは力と長さを掛け、面積とヤング率を掛けた値で割ります。エーは〇・二〇ミリメートル、ビーは〇・四〇ミリメートルです。エーは伸びの条件を満たしますが、指定された許容応力三十を超えます。ビーは応力の条件を満たしますが、伸びの〇・三〇を超えます。したがって、この荷重と寸法では、どちらも両方の指定条件を満たしません。ヤング率が大きい材料を選べば必ずよい、という判断が成り立たない例です。荷重や寸法を変更するなら、条件ごとに再計算します。これは仮想の条件による計算演習であり、実在製品の使用可否を認定する値ではありません。生徒へ説明するときは、強いという一語を、変形と限界の別々の基準へ分けて説明しま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ます。力と応力、伸びとひずみ、材料のヤング率と棒の寸法を分けました。応力は力を断面積で割り、ひずみは伸びを元の長さで割ります。線形域の関係を用いれば伸びを予測できます。最後に、強度と変形の両条件を満たすかを確かめました。次回は軸方向の棒から、支える板へ進みます。力と回そうとする作用をつり合わせ、はりの内部のせん断力と曲げモーメントを求めます。</a:t>
            </a:r>
          </a:p>
          <a:p xmlns:a="http://schemas.openxmlformats.org/drawingml/2006/main">
            <a:r>
              <a:t>教師としては、生徒がどの量を混同しているかを見つけ、必要なところまで戻って説明できることを目指します。質量と力なら量の定義、平方の換算なら面積の図、ヤング率と強度ならグラフのどこを読んだかを確認します。今日の専門内容は、その診断と説明を支えるための知識です。</a:t>
            </a:r>
          </a:p>
          <a:p xmlns:a="http://schemas.openxmlformats.org/drawingml/2006/main">
            <a:r>
              <a:t/>
            </a:r>
          </a:p>
          <a:p xmlns:a="http://schemas.openxmlformats.org/drawingml/2006/main">
            <a:r>
              <a:t>参照資料（教育課程との対応と、本講義からの授業提案を区別）：</a:t>
            </a:r>
          </a:p>
          <a:p xmlns:a="http://schemas.openxmlformats.org/drawingml/2006/main">
            <a:r>
              <a:t>https://www.bipm.org/en/measurement-units/si-brochure</a:t>
            </a:r>
          </a:p>
          <a:p xmlns:a="http://schemas.openxmlformats.org/drawingml/2006/main">
            <a:r>
              <a:t>https://www.nist.gov/pml/special-publication-811/nist-guide-si-appendix-b-conversion-factors/nist-guide-si-appendix-b9</a:t>
            </a:r>
          </a:p>
          <a:p xmlns:a="http://schemas.openxmlformats.org/drawingml/2006/main">
            <a:r>
              <a:t>https://web.mit.edu/course/16/16.unified/www/SPRING/materials/Lectures/M4.3-Unified09.pdf</a:t>
            </a:r>
          </a:p>
          <a:p xmlns:a="http://schemas.openxmlformats.org/drawingml/2006/main">
            <a:r>
              <a:t>https://web.mit.edu/16.unified/www/archives2006-2007/SPRING/materials/Lectures/M4%204-Unified07.pdf</a:t>
            </a:r>
          </a:p>
          <a:p xmlns:a="http://schemas.openxmlformats.org/drawingml/2006/main">
            <a:r>
              <a:t>https://developers.google.com/machine-learning/crash-course/overfitting/dividing-datasets</a:t>
            </a:r>
          </a:p>
          <a:p xmlns:a="http://schemas.openxmlformats.org/drawingml/2006/main">
            <a:r>
              <a:t>https://openstax.org/books/chemistry-2e/pages/10-6-lattice-structures-in-crystalline-solids</a:t>
            </a:r>
          </a:p>
          <a:p xmlns:a="http://schemas.openxmlformats.org/drawingml/2006/main">
            <a:r>
              <a:t>https://ocw.mit.edu/courses/16-01-unified-engineering-i-ii-iii-iv-fall-2005-spring-2006/26a4c795200c276094411ecf58e297d3_beamsquizhandout.pdf</a:t>
            </a:r>
          </a:p>
          <a:p xmlns:a="http://schemas.openxmlformats.org/drawingml/2006/main">
            <a:r>
              <a:t>https://www.mext.go.jp/component/a_menu/education/micro_detail/__icsFiles/afieldfile/2019/03/18/1387018_009.pdf</a:t>
            </a:r>
          </a:p>
          <a:p xmlns:a="http://schemas.openxmlformats.org/drawingml/2006/main">
            <a:r>
              <a:t>https://www.mext.go.jp/content/20251203-mxt_kyoiku01-100002620_23.pdf</a:t>
            </a:r>
          </a:p>
          <a:p xmlns:a="http://schemas.openxmlformats.org/drawingml/2006/main">
            <a:r>
              <a:t>https://www.mext.go.jp/content/1407073_11_1_2.pdf</a:t>
            </a:r>
          </a:p>
          <a:p xmlns:a="http://schemas.openxmlformats.org/drawingml/2006/main">
            <a:r>
              <a:t>https://opendata.pref.tokushima.lg.jp/dataset/1825/resource/5011/09tyuugijutu.pdf</a:t>
            </a:r>
          </a:p>
          <a:p xmlns:a="http://schemas.openxmlformats.org/drawingml/2006/main">
            <a:r>
              <a:t>https://www.bipm.org/documents/20126/41483022/SI-Brochure-9.pdf</a:t>
            </a:r>
          </a:p>
          <a:p xmlns:a="http://schemas.openxmlformats.org/drawingml/2006/main">
            <a:r>
              <a:t>https://pml.nist.gov/cuu/Units/binary.html</a:t>
            </a:r>
          </a:p>
          <a:p xmlns:a="http://schemas.openxmlformats.org/drawingml/2006/main">
            <a:r>
              <a:t>https://ocw.mit.edu/courses/2-080j-structural-mechanics-fall-2013/resources/lecture-notes/</a:t>
            </a:r>
          </a:p>
          <a:p xmlns:a="http://schemas.openxmlformats.org/drawingml/2006/main">
            <a:r>
              <a:t>https://jimm.jp/around_metal/properties_02.html</a:t>
            </a:r>
          </a:p>
          <a:p xmlns:a="http://schemas.openxmlformats.org/drawingml/2006/main">
            <a:r>
              <a:t>https://openstax.org/books/chemistry-2e/pages/10-5-the-solid-state-of-matter</a:t>
            </a:r>
          </a:p>
          <a:p xmlns:a="http://schemas.openxmlformats.org/drawingml/2006/main">
            <a:r>
              <a:t/>
            </a:r>
          </a:p>
          <a:p xmlns:a="http://schemas.openxmlformats.org/drawingml/2006/main">
            <a:r>
              <a:t>想定問題はオリジナル。徳島県公開問題例は形式の参考で、年度別の頻度や出題予測の根拠には用いない。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32f4f24f4c4d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04f32bdad849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862901c5ec46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df6b56c2a441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b8095aac484c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f4abc7498f4a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702bf655ca4e8e" /><Relationship Type="http://schemas.openxmlformats.org/officeDocument/2006/relationships/slideLayout" Target="/ppt/slideLayouts/slideLayout1.xml" Id="R3065183c897d4b0a" /><Relationship Type="http://schemas.openxmlformats.org/officeDocument/2006/relationships/slideLayout" Target="/ppt/slideLayouts/slideLayout2.xml" Id="R529cc6f8accd4fc8" /><Relationship Type="http://schemas.openxmlformats.org/officeDocument/2006/relationships/slideLayout" Target="/ppt/slideLayouts/slideLayout3.xml" Id="Rb1e689bdb1e04a61" /><Relationship Type="http://schemas.openxmlformats.org/officeDocument/2006/relationships/slideLayout" Target="/ppt/slideLayouts/slideLayout4.xml" Id="Rb33b05e647d446f0" /><Relationship Type="http://schemas.openxmlformats.org/officeDocument/2006/relationships/slideLayout" Target="/ppt/slideLayouts/slideLayout5.xml" Id="Rb85c1f96ac4e404e" /><Relationship Type="http://schemas.openxmlformats.org/officeDocument/2006/relationships/slideLayout" Target="/ppt/slideLayouts/slideLayout6.xml" Id="R0973dc346f714c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65183c897d4b0a"/>
    <p:sldLayoutId xmlns:r="http://schemas.openxmlformats.org/officeDocument/2006/relationships" id="2147483650" r:id="R529cc6f8accd4fc8"/>
    <p:sldLayoutId xmlns:r="http://schemas.openxmlformats.org/officeDocument/2006/relationships" id="2147483651" r:id="Rb1e689bdb1e04a61"/>
    <p:sldLayoutId xmlns:r="http://schemas.openxmlformats.org/officeDocument/2006/relationships" id="2147483652" r:id="Rb33b05e647d446f0"/>
    <p:sldLayoutId xmlns:r="http://schemas.openxmlformats.org/officeDocument/2006/relationships" id="2147483653" r:id="Rb85c1f96ac4e404e"/>
    <p:sldLayoutId xmlns:r="http://schemas.openxmlformats.org/officeDocument/2006/relationships" id="2147483654" r:id="R0973dc346f714c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cd41e7d4474b34" /><Relationship Type="http://schemas.openxmlformats.org/officeDocument/2006/relationships/notesSlide" Target="/ppt/notesSlides/notesSlide1.xml" Id="Rb0cb8f13272e49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ddfdeaf6d24b73" /><Relationship Type="http://schemas.openxmlformats.org/officeDocument/2006/relationships/notesSlide" Target="/ppt/notesSlides/notesSlide2.xml" Id="R9f0cf2ddf22540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e3094a97f374742" /><Relationship Type="http://schemas.openxmlformats.org/officeDocument/2006/relationships/notesSlide" Target="/ppt/notesSlides/notesSlide3.xml" Id="R1e452a5d04a041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e55404299b4112" /><Relationship Type="http://schemas.openxmlformats.org/officeDocument/2006/relationships/notesSlide" Target="/ppt/notesSlides/notesSlide4.xml" Id="Rc548fe2422dd4d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5d53e990fb44f0" /><Relationship Type="http://schemas.openxmlformats.org/officeDocument/2006/relationships/notesSlide" Target="/ppt/notesSlides/notesSlide5.xml" Id="R084a824fad8c49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6088ba982194c08" /><Relationship Type="http://schemas.openxmlformats.org/officeDocument/2006/relationships/notesSlide" Target="/ppt/notesSlides/notesSlide6.xml" Id="R9838c6a2eaf64a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209056f8ca4b8d" /><Relationship Type="http://schemas.openxmlformats.org/officeDocument/2006/relationships/notesSlide" Target="/ppt/notesSlides/notesSlide7.xml" Id="R3d3adf16ba4248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117659d1084eec" /><Relationship Type="http://schemas.openxmlformats.org/officeDocument/2006/relationships/notesSlide" Target="/ppt/notesSlides/notesSlide8.xml" Id="R8e75dc973ce74d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fd931d699547b8" /><Relationship Type="http://schemas.openxmlformats.org/officeDocument/2006/relationships/notesSlide" Target="/ppt/notesSlides/notesSlide9.xml" Id="R4218f97c17e544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870a518df234fbf" /><Relationship Type="http://schemas.openxmlformats.org/officeDocument/2006/relationships/notesSlide" Target="/ppt/notesSlides/notesSlide10.xml" Id="Rfb345f1e55924c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2b561be2b645ec" /><Relationship Type="http://schemas.openxmlformats.org/officeDocument/2006/relationships/notesSlide" Target="/ppt/notesSlides/notesSlide11.xml" Id="Rcc51f85ac28141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4a09237e204ed5" /><Relationship Type="http://schemas.openxmlformats.org/officeDocument/2006/relationships/notesSlide" Target="/ppt/notesSlides/notesSlide12.xml" Id="R16420aaa4a5140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4139075ef0241b9" /><Relationship Type="http://schemas.openxmlformats.org/officeDocument/2006/relationships/notesSlide" Target="/ppt/notesSlides/notesSlide13.xml" Id="R2c1b1120190f4b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ae1859f27b5416e" /><Relationship Type="http://schemas.openxmlformats.org/officeDocument/2006/relationships/notesSlide" Target="/ppt/notesSlides/notesSlide14.xml" Id="Rf086c72227fd4e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db2d84ec2cf40d3" /><Relationship Type="http://schemas.openxmlformats.org/officeDocument/2006/relationships/notesSlide" Target="/ppt/notesSlides/notesSlide15.xml" Id="Ra172046d06af42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54fa8cad3f546f0" /><Relationship Type="http://schemas.openxmlformats.org/officeDocument/2006/relationships/notesSlide" Target="/ppt/notesSlides/notesSlide16.xml" Id="Re1c6219040834c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18e048543614fe5" /><Relationship Type="http://schemas.openxmlformats.org/officeDocument/2006/relationships/notesSlide" Target="/ppt/notesSlides/notesSlide17.xml" Id="R8cfbc92c637f4d2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1769031d8044df7" /><Relationship Type="http://schemas.openxmlformats.org/officeDocument/2006/relationships/notesSlide" Target="/ppt/notesSlides/notesSlide18.xml" Id="R0e4cf5b524644fc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ae65b77206f46a5" /><Relationship Type="http://schemas.openxmlformats.org/officeDocument/2006/relationships/notesSlide" Target="/ppt/notesSlides/notesSlide19.xml" Id="Rd2767c2d22d64c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1245a871ecc4964" /><Relationship Type="http://schemas.openxmlformats.org/officeDocument/2006/relationships/notesSlide" Target="/ppt/notesSlides/notesSlide20.xml" Id="R2577810db74f471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85e7fdbc6f74a82" /><Relationship Type="http://schemas.openxmlformats.org/officeDocument/2006/relationships/notesSlide" Target="/ppt/notesSlides/notesSlide21.xml" Id="Rd5c53bccd10b494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13eb5936bdc4e33" /><Relationship Type="http://schemas.openxmlformats.org/officeDocument/2006/relationships/notesSlide" Target="/ppt/notesSlides/notesSlide22.xml" Id="Rd28d83e2d0e7469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11d3306c4f944df" /><Relationship Type="http://schemas.openxmlformats.org/officeDocument/2006/relationships/notesSlide" Target="/ppt/notesSlides/notesSlide23.xml" Id="Re2b4f183a6c346c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2c4a73b7ab543df" /><Relationship Type="http://schemas.openxmlformats.org/officeDocument/2006/relationships/notesSlide" Target="/ppt/notesSlides/notesSlide24.xml" Id="R451d9fbaf87b43c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c2b5a4fed9c47c4" /><Relationship Type="http://schemas.openxmlformats.org/officeDocument/2006/relationships/notesSlide" Target="/ppt/notesSlides/notesSlide25.xml" Id="Rc9c18aaeab8a497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db6761dc4504484" /><Relationship Type="http://schemas.openxmlformats.org/officeDocument/2006/relationships/notesSlide" Target="/ppt/notesSlides/notesSlide26.xml" Id="R42b4b4a7ddf54a7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161cadbcc914a03" /><Relationship Type="http://schemas.openxmlformats.org/officeDocument/2006/relationships/chart" Target="/ppt/slides/charts/chart1.xml" Id="R83997bf5b6294b70" /><Relationship Type="http://schemas.openxmlformats.org/officeDocument/2006/relationships/notesSlide" Target="/ppt/notesSlides/notesSlide27.xml" Id="R24fbfae46367448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f6a7e8278154557" /><Relationship Type="http://schemas.openxmlformats.org/officeDocument/2006/relationships/chart" Target="/ppt/slides/charts/chart2.xml" Id="Rf4b02513430d4455" /><Relationship Type="http://schemas.openxmlformats.org/officeDocument/2006/relationships/notesSlide" Target="/ppt/notesSlides/notesSlide28.xml" Id="R018333ee6d5143a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a2426f5e8a847dc" /><Relationship Type="http://schemas.openxmlformats.org/officeDocument/2006/relationships/chart" Target="/ppt/slides/charts/chart3.xml" Id="Re151e3e5db224164" /><Relationship Type="http://schemas.openxmlformats.org/officeDocument/2006/relationships/notesSlide" Target="/ppt/notesSlides/notesSlide29.xml" Id="R7bee1cf2c14b4bf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969b2fc56d548c4" /><Relationship Type="http://schemas.openxmlformats.org/officeDocument/2006/relationships/notesSlide" Target="/ppt/notesSlides/notesSlide30.xml" Id="R484f5e931d35494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d5a3713d58a43cd" /><Relationship Type="http://schemas.openxmlformats.org/officeDocument/2006/relationships/notesSlide" Target="/ppt/notesSlides/notesSlide31.xml" Id="Rb5da60ca64db4ba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ccf3d94278645c0" /><Relationship Type="http://schemas.openxmlformats.org/officeDocument/2006/relationships/notesSlide" Target="/ppt/notesSlides/notesSlide32.xml" Id="R52b9e9006cbc4f6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731c982647a4116" /><Relationship Type="http://schemas.openxmlformats.org/officeDocument/2006/relationships/notesSlide" Target="/ppt/notesSlides/notesSlide33.xml" Id="R8c196584eb604c6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3cb01e3ce804150" /><Relationship Type="http://schemas.openxmlformats.org/officeDocument/2006/relationships/notesSlide" Target="/ppt/notesSlides/notesSlide34.xml" Id="Re8fcc5219c2b47d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1c5c6bcc19c4b73" /><Relationship Type="http://schemas.openxmlformats.org/officeDocument/2006/relationships/notesSlide" Target="/ppt/notesSlides/notesSlide35.xml" Id="R13fa5a4b21cc403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f0008acbe6e4343" /><Relationship Type="http://schemas.openxmlformats.org/officeDocument/2006/relationships/notesSlide" Target="/ppt/notesSlides/notesSlide36.xml" Id="R54b590341aed45d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2eeb5c24b39464d" /><Relationship Type="http://schemas.openxmlformats.org/officeDocument/2006/relationships/notesSlide" Target="/ppt/notesSlides/notesSlide37.xml" Id="Ra6dbc072dd1b475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f2710cfdffe42bf" /><Relationship Type="http://schemas.openxmlformats.org/officeDocument/2006/relationships/notesSlide" Target="/ppt/notesSlides/notesSlide38.xml" Id="R1a50016f0a05418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e6aa0b0d9374475" /><Relationship Type="http://schemas.openxmlformats.org/officeDocument/2006/relationships/notesSlide" Target="/ppt/notesSlides/notesSlide39.xml" Id="Rd066f40c84984ae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e8c8126a4874234" /><Relationship Type="http://schemas.openxmlformats.org/officeDocument/2006/relationships/notesSlide" Target="/ppt/notesSlides/notesSlide40.xml" Id="Rf7d05062584b4e0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7e49561de3c4396" /><Relationship Type="http://schemas.openxmlformats.org/officeDocument/2006/relationships/notesSlide" Target="/ppt/notesSlides/notesSlide41.xml" Id="Rd2e10753a0d44bb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5a2d83916c6a46b8" /><Relationship Type="http://schemas.openxmlformats.org/officeDocument/2006/relationships/notesSlide" Target="/ppt/notesSlides/notesSlide42.xml" Id="Rae3b0401ce68450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60da0af2b7944c4" /><Relationship Type="http://schemas.openxmlformats.org/officeDocument/2006/relationships/notesSlide" Target="/ppt/notesSlides/notesSlide43.xml" Id="R624d012a39c245d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123b954867cb4f82" /><Relationship Type="http://schemas.openxmlformats.org/officeDocument/2006/relationships/notesSlide" Target="/ppt/notesSlides/notesSlide44.xml" Id="R9bfbfcbf70ad47e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ddd0b0f39a442de" /><Relationship Type="http://schemas.openxmlformats.org/officeDocument/2006/relationships/notesSlide" Target="/ppt/notesSlides/notesSlide45.xml" Id="R0ba1e501b5444df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2273168ef584ea5" /><Relationship Type="http://schemas.openxmlformats.org/officeDocument/2006/relationships/notesSlide" Target="/ppt/notesSlides/notesSlide46.xml" Id="R44cb92fd817448d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9b6ae6e9ab44880" /><Relationship Type="http://schemas.openxmlformats.org/officeDocument/2006/relationships/notesSlide" Target="/ppt/notesSlides/notesSlide47.xml" Id="R99ecf584048d473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d0becfcc968c4511" /><Relationship Type="http://schemas.openxmlformats.org/officeDocument/2006/relationships/notesSlide" Target="/ppt/notesSlides/notesSlide48.xml" Id="R47ae2449d2054a6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9702ec1020374694" /><Relationship Type="http://schemas.openxmlformats.org/officeDocument/2006/relationships/notesSlide" Target="/ppt/notesSlides/notesSlide49.xml" Id="R3cecfdd7b8de4b2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4883edfe0dfd43a4" /><Relationship Type="http://schemas.openxmlformats.org/officeDocument/2006/relationships/notesSlide" Target="/ppt/notesSlides/notesSlide50.xml" Id="R6d634ca0ac95470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be3219f56ada41f4" /><Relationship Type="http://schemas.openxmlformats.org/officeDocument/2006/relationships/notesSlide" Target="/ppt/notesSlides/notesSlide51.xml" Id="R1249583e869548d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0c92da2e62cf4955" /><Relationship Type="http://schemas.openxmlformats.org/officeDocument/2006/relationships/notesSlide" Target="/ppt/notesSlides/notesSlide52.xml" Id="Ree2933e1a7a84fd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9dfca25b53c84bc6" /><Relationship Type="http://schemas.openxmlformats.org/officeDocument/2006/relationships/notesSlide" Target="/ppt/notesSlides/notesSlide53.xml" Id="R14973c46e897467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13d35d1699cd47fb" /><Relationship Type="http://schemas.openxmlformats.org/officeDocument/2006/relationships/notesSlide" Target="/ppt/notesSlides/notesSlide54.xml" Id="Ra0e88ac30ef04db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4f6b89523bb04011" /><Relationship Type="http://schemas.openxmlformats.org/officeDocument/2006/relationships/notesSlide" Target="/ppt/notesSlides/notesSlide55.xml" Id="Ree0ba4b1e1294e5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89e863628e7149d8" /><Relationship Type="http://schemas.openxmlformats.org/officeDocument/2006/relationships/notesSlide" Target="/ppt/notesSlides/notesSlide56.xml" Id="R1f785df53ce24df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16bd2d1bc4d14e4e" /><Relationship Type="http://schemas.openxmlformats.org/officeDocument/2006/relationships/notesSlide" Target="/ppt/notesSlides/notesSlide57.xml" Id="Rddbfa1e1cc5040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授業用の仮想測定値</c:v>
          </c:tx>
          <c:spPr>
            <a:ln xmlns:a="http://schemas.openxmlformats.org/drawingml/2006/main" w="28575">
              <a:solidFill>
                <a:srgbClr val="2876A8"/>
              </a:solidFill>
            </a:ln>
          </c:spPr>
          <c:marker>
            <c:symbol val="circle"/>
            <c:size val="9"/>
            <c:spPr>
              <a:solidFill xmlns:a="http://schemas.openxmlformats.org/drawingml/2006/main">
                <a:srgbClr val="2876A8"/>
              </a:solidFill>
            </c:spPr>
          </c:marker>
          <c:xVal>
            <c:numRef>
              <c:f>'Chart Data'!$A$2:$A$5</c:f>
              <c:numCache>
                <c:formatCode>General</c:formatCode>
                <c:ptCount val="4"/>
                <c:pt idx="0">
                  <c:v>0</c:v>
                </c:pt>
                <c:pt idx="1">
                  <c:v>10</c:v>
                </c:pt>
                <c:pt idx="2">
                  <c:v>20</c:v>
                </c:pt>
                <c:pt idx="3">
                  <c:v>30</c:v>
                </c:pt>
              </c:numCache>
            </c:numRef>
          </c:xVal>
          <c:yVal>
            <c:numRef>
              <c:f>'Chart Data'!$B$2:$B$5</c:f>
              <c:numCache>
                <c:formatCode>General</c:formatCode>
                <c:ptCount val="4"/>
                <c:pt idx="0">
                  <c:v>0</c:v>
                </c:pt>
                <c:pt idx="1">
                  <c:v>1</c:v>
                </c:pt>
                <c:pt idx="2">
                  <c:v>2</c:v>
                </c:pt>
                <c:pt idx="3">
                  <c:v>3</c:v>
                </c:pt>
              </c:numCache>
            </c:numRef>
          </c:yVal>
          <c:smooth val="0"/>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3"/>
          <c:min val="0"/>
        </c:scaling>
        <c:delete val="0"/>
        <c:axPos val="l"/>
        <c:majorGridlines>
          <c:spPr>
            <a:ln xmlns:a="http://schemas.openxmlformats.org/drawingml/2006/main" w="9525">
              <a:solidFill>
                <a:srgbClr val="D8E1E7"/>
              </a:solidFill>
            </a:ln>
          </c:spPr>
        </c:majorGridlines>
        <c:title>
          <c:tx>
            <c:rich>
              <a:bodyPr xmlns:a="http://schemas.openxmlformats.org/drawingml/2006/main"/>
              <a:lstStyle xmlns:a="http://schemas.openxmlformats.org/drawingml/2006/main"/>
              <a:p xmlns:a="http://schemas.openxmlformats.org/drawingml/2006/main">
                <a:r>
                  <a:rPr>
                    <a:latin typeface="Yu Gothic"/>
                    <a:ea typeface="Yu Gothic"/>
                    <a:cs typeface="Yu Gothic"/>
                  </a:rPr>
                  <a:t>荷重 F / N</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50112"/>
        <c:majorUnit val="1"/>
      </c:valAx>
      <c:valAx>
        <c:axId val="48650112"/>
        <c:scaling>
          <c:orientation val="minMax"/>
          <c:max val="30"/>
          <c:min val="0"/>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伸び x / mm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72768"/>
        <c:majorUnit val="10"/>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授業用の仮想測定値</c:v>
          </c:tx>
          <c:spPr>
            <a:ln xmlns:a="http://schemas.openxmlformats.org/drawingml/2006/main" w="28575">
              <a:solidFill>
                <a:srgbClr val="2876A8"/>
              </a:solidFill>
            </a:ln>
          </c:spPr>
          <c:marker>
            <c:symbol val="circle"/>
            <c:size val="9"/>
            <c:spPr>
              <a:solidFill xmlns:a="http://schemas.openxmlformats.org/drawingml/2006/main">
                <a:srgbClr val="2876A8"/>
              </a:solidFill>
            </c:spPr>
          </c:marker>
          <c:xVal>
            <c:numRef>
              <c:f>'Chart Data'!$A$2:$A$4</c:f>
              <c:numCache>
                <c:formatCode>General</c:formatCode>
                <c:ptCount val="3"/>
                <c:pt idx="0">
                  <c:v>0</c:v>
                </c:pt>
                <c:pt idx="1">
                  <c:v>0.25</c:v>
                </c:pt>
                <c:pt idx="2">
                  <c:v>0.5</c:v>
                </c:pt>
              </c:numCache>
            </c:numRef>
          </c:xVal>
          <c:yVal>
            <c:numRef>
              <c:f>'Chart Data'!$B$2:$B$4</c:f>
              <c:numCache>
                <c:formatCode>General</c:formatCode>
                <c:ptCount val="3"/>
                <c:pt idx="0">
                  <c:v>0</c:v>
                </c:pt>
                <c:pt idx="1">
                  <c:v>1030</c:v>
                </c:pt>
                <c:pt idx="2">
                  <c:v>2060</c:v>
                </c:pt>
              </c:numCache>
            </c:numRef>
          </c:yVal>
          <c:smooth val="0"/>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060"/>
          <c:min val="0"/>
        </c:scaling>
        <c:delete val="0"/>
        <c:axPos val="l"/>
        <c:majorGridlines>
          <c:spPr>
            <a:ln xmlns:a="http://schemas.openxmlformats.org/drawingml/2006/main" w="9525">
              <a:solidFill>
                <a:srgbClr val="D8E1E7"/>
              </a:solidFill>
            </a:ln>
          </c:spPr>
        </c:majorGridlines>
        <c:title>
          <c:tx>
            <c:rich>
              <a:bodyPr xmlns:a="http://schemas.openxmlformats.org/drawingml/2006/main"/>
              <a:lstStyle xmlns:a="http://schemas.openxmlformats.org/drawingml/2006/main"/>
              <a:p xmlns:a="http://schemas.openxmlformats.org/drawingml/2006/main">
                <a:r>
                  <a:rPr>
                    <a:latin typeface="Yu Gothic"/>
                    <a:ea typeface="Yu Gothic"/>
                    <a:cs typeface="Yu Gothic"/>
                  </a:rPr>
                  <a:t>荷重 F / N</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50112"/>
        <c:majorUnit val="1030"/>
      </c:valAx>
      <c:valAx>
        <c:axId val="48650112"/>
        <c:scaling>
          <c:orientation val="minMax"/>
          <c:max val="0.5"/>
          <c:min val="0"/>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伸び ΔL / mm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72768"/>
        <c:majorUnit val="0.25"/>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授業用の仮想測定値</c:v>
          </c:tx>
          <c:spPr>
            <a:ln xmlns:a="http://schemas.openxmlformats.org/drawingml/2006/main" w="28575">
              <a:solidFill>
                <a:srgbClr val="2876A8"/>
              </a:solidFill>
            </a:ln>
          </c:spPr>
          <c:marker>
            <c:symbol val="circle"/>
            <c:size val="9"/>
            <c:spPr>
              <a:solidFill xmlns:a="http://schemas.openxmlformats.org/drawingml/2006/main">
                <a:srgbClr val="2876A8"/>
              </a:solidFill>
            </c:spPr>
          </c:marker>
          <c:xVal>
            <c:numRef>
              <c:f>'Chart Data'!$A$2:$A$4</c:f>
              <c:numCache>
                <c:formatCode>General</c:formatCode>
                <c:ptCount val="3"/>
                <c:pt idx="0">
                  <c:v>0</c:v>
                </c:pt>
                <c:pt idx="1">
                  <c:v>0.00025</c:v>
                </c:pt>
                <c:pt idx="2">
                  <c:v>0.0005</c:v>
                </c:pt>
              </c:numCache>
            </c:numRef>
          </c:xVal>
          <c:yVal>
            <c:numRef>
              <c:f>'Chart Data'!$B$2:$B$4</c:f>
              <c:numCache>
                <c:formatCode>0.0</c:formatCode>
                <c:ptCount val="3"/>
                <c:pt idx="0">
                  <c:v>0</c:v>
                </c:pt>
                <c:pt idx="1">
                  <c:v>51.5</c:v>
                </c:pt>
                <c:pt idx="2">
                  <c:v>103</c:v>
                </c:pt>
              </c:numCache>
            </c:numRef>
          </c:yVal>
          <c:smooth val="0"/>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103"/>
          <c:min val="0"/>
        </c:scaling>
        <c:delete val="0"/>
        <c:axPos val="l"/>
        <c:majorGridlines>
          <c:spPr>
            <a:ln xmlns:a="http://schemas.openxmlformats.org/drawingml/2006/main" w="9525">
              <a:solidFill>
                <a:srgbClr val="D8E1E7"/>
              </a:solidFill>
            </a:ln>
          </c:spPr>
        </c:majorGridlines>
        <c:title>
          <c:tx>
            <c:rich>
              <a:bodyPr xmlns:a="http://schemas.openxmlformats.org/drawingml/2006/main"/>
              <a:lstStyle xmlns:a="http://schemas.openxmlformats.org/drawingml/2006/main"/>
              <a:p xmlns:a="http://schemas.openxmlformats.org/drawingml/2006/main">
                <a:r>
                  <a:rPr>
                    <a:latin typeface="Yu Gothic"/>
                    <a:ea typeface="Yu Gothic"/>
                    <a:cs typeface="Yu Gothic"/>
                  </a:rPr>
                  <a:t>応力 σ / MPa</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50112"/>
        <c:majorUnit val="51.5"/>
      </c:valAx>
      <c:valAx>
        <c:axId val="48650112"/>
        <c:scaling>
          <c:orientation val="minMax"/>
          <c:max val="0.0005"/>
          <c:min val="0"/>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ひずみ ε</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0.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Yu Gothic"/>
                <a:ea typeface="Yu Gothic"/>
                <a:cs typeface="Yu Gothic"/>
              </a:defRPr>
            </a:pPr>
          </a:p>
        </c:txPr>
        <c:crossAx val="48672768"/>
        <c:majorUnit val="0.00025"/>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6DA552-CE5C-47E9-B379-B8F316BAA71A}"/>
              </a:ext>
            </a:extLst>
          </p:cNvPr>
          <p:cNvSpPr>
            <a:spLocks xmlns:a="http://schemas.openxmlformats.org/drawingml/2006/main" noGrp="1"/>
          </p:cNvSpPr>
          <p:nvPr/>
        </p:nvSpPr>
        <p:spPr>
          <a:xfrm xmlns:a="http://schemas.openxmlformats.org/drawingml/2006/main">
            <a:off x="742950" y="7048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第2回</a:t>
            </a:r>
          </a:p>
        </p:txBody>
      </p:sp>
      <p:sp>
        <p:nvSpPr>
          <p:cNvPr id="2" name="">
            <a:extLst xmlns:a="http://schemas.openxmlformats.org/drawingml/2006/main">
              <a:ext uri="{FF2B5EF4-FFF2-40B4-BE49-F238E27FC236}">
                <a16:creationId xmlns:a16="http://schemas.microsoft.com/office/drawing/2014/main" id="{320BC554-6303-4C92-B2CA-53C6ED1EE41A}"/>
              </a:ext>
            </a:extLst>
          </p:cNvPr>
          <p:cNvSpPr>
            <a:spLocks xmlns:a="http://schemas.openxmlformats.org/drawingml/2006/main" noGrp="1"/>
          </p:cNvSpPr>
          <p:nvPr/>
        </p:nvSpPr>
        <p:spPr>
          <a:xfrm xmlns:a="http://schemas.openxmlformats.org/drawingml/2006/main">
            <a:off x="74295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750" b="1">
                <a:solidFill>
                  <a:srgbClr val="193B59"/>
                </a:solidFill>
                <a:latin typeface="Yu Gothic"/>
                <a:ea typeface="Yu Gothic"/>
                <a:cs typeface="Yu Gothic"/>
              </a:defRPr>
            </a:defPPr>
            <a:lvl1pPr>
              <a:buNone/>
              <a:defRPr sz="3750" b="1">
                <a:solidFill>
                  <a:srgbClr val="193B59"/>
                </a:solidFill>
                <a:latin typeface="Yu Gothic"/>
                <a:ea typeface="Yu Gothic"/>
                <a:cs typeface="Yu Gothic"/>
              </a:defRPr>
            </a:lvl1pPr>
            <a:lvl2pPr>
              <a:buNone/>
              <a:defRPr sz="3750" b="1">
                <a:solidFill>
                  <a:srgbClr val="193B59"/>
                </a:solidFill>
                <a:latin typeface="Yu Gothic"/>
                <a:ea typeface="Yu Gothic"/>
                <a:cs typeface="Yu Gothic"/>
              </a:defRPr>
            </a:lvl2pPr>
            <a:lvl3pPr>
              <a:buNone/>
              <a:defRPr sz="3750" b="1">
                <a:solidFill>
                  <a:srgbClr val="193B59"/>
                </a:solidFill>
                <a:latin typeface="Yu Gothic"/>
                <a:ea typeface="Yu Gothic"/>
                <a:cs typeface="Yu Gothic"/>
              </a:defRPr>
            </a:lvl3pPr>
            <a:lvl4pPr>
              <a:buNone/>
              <a:defRPr sz="3750" b="1">
                <a:solidFill>
                  <a:srgbClr val="193B59"/>
                </a:solidFill>
                <a:latin typeface="Yu Gothic"/>
                <a:ea typeface="Yu Gothic"/>
                <a:cs typeface="Yu Gothic"/>
              </a:defRPr>
            </a:lvl4pPr>
            <a:lvl5pPr>
              <a:buNone/>
              <a:defRPr sz="3750" b="1">
                <a:solidFill>
                  <a:srgbClr val="193B59"/>
                </a:solidFill>
                <a:latin typeface="Yu Gothic"/>
                <a:ea typeface="Yu Gothic"/>
                <a:cs typeface="Yu Gothic"/>
              </a:defRPr>
            </a:lvl5pPr>
            <a:lvl6pPr>
              <a:buNone/>
              <a:defRPr sz="3750" b="1">
                <a:solidFill>
                  <a:srgbClr val="193B59"/>
                </a:solidFill>
                <a:latin typeface="Yu Gothic"/>
                <a:ea typeface="Yu Gothic"/>
                <a:cs typeface="Yu Gothic"/>
              </a:defRPr>
            </a:lvl6pPr>
            <a:lvl7pPr>
              <a:buNone/>
              <a:defRPr sz="3750" b="1">
                <a:solidFill>
                  <a:srgbClr val="193B59"/>
                </a:solidFill>
                <a:latin typeface="Yu Gothic"/>
                <a:ea typeface="Yu Gothic"/>
                <a:cs typeface="Yu Gothic"/>
              </a:defRPr>
            </a:lvl7pPr>
            <a:lvl8pPr>
              <a:buNone/>
              <a:defRPr sz="3750" b="1">
                <a:solidFill>
                  <a:srgbClr val="193B59"/>
                </a:solidFill>
                <a:latin typeface="Yu Gothic"/>
                <a:ea typeface="Yu Gothic"/>
                <a:cs typeface="Yu Gothic"/>
              </a:defRPr>
            </a:lvl8pPr>
            <a:lvl9pPr>
              <a:buNone/>
              <a:defRPr sz="3750" b="1">
                <a:solidFill>
                  <a:srgbClr val="193B59"/>
                </a:solidFill>
                <a:latin typeface="Yu Gothic"/>
                <a:ea typeface="Yu Gothic"/>
                <a:cs typeface="Yu Gothic"/>
              </a:defRPr>
            </a:lvl9pPr>
          </a:lstStyle>
          <a:p xmlns:a="http://schemas.openxmlformats.org/drawingml/2006/main">
            <a:pPr>
              <a:buNone/>
              <a:defRPr sz="3750" b="1">
                <a:solidFill>
                  <a:srgbClr val="193B59"/>
                </a:solidFill>
                <a:latin typeface="Yu Gothic"/>
                <a:ea typeface="Yu Gothic"/>
                <a:cs typeface="Yu Gothic"/>
              </a:defRPr>
            </a:pPr>
            <a:r>
              <a:rPr sz="3750" b="1">
                <a:solidFill>
                  <a:srgbClr val="193B59"/>
                </a:solidFill>
                <a:latin typeface="Yu Gothic"/>
                <a:ea typeface="Yu Gothic"/>
                <a:cs typeface="Yu Gothic"/>
              </a:rPr>
              <a:t>単位・力・応力・ひずみ</a:t>
            </a:r>
          </a:p>
        </p:txBody>
      </p:sp>
      <p:sp>
        <p:nvSpPr>
          <p:cNvPr id="3" name="">
            <a:extLst xmlns:a="http://schemas.openxmlformats.org/drawingml/2006/main">
              <a:ext uri="{FF2B5EF4-FFF2-40B4-BE49-F238E27FC236}">
                <a16:creationId xmlns:a16="http://schemas.microsoft.com/office/drawing/2014/main" id="{B534FC6A-4B80-4CF4-B99D-18F6271B56A1}"/>
              </a:ext>
            </a:extLst>
          </p:cNvPr>
          <p:cNvSpPr>
            <a:spLocks xmlns:a="http://schemas.openxmlformats.org/drawingml/2006/main" noGrp="1"/>
          </p:cNvSpPr>
          <p:nvPr/>
        </p:nvSpPr>
        <p:spPr>
          <a:xfrm xmlns:a="http://schemas.openxmlformats.org/drawingml/2006/main">
            <a:off x="809625" y="37623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43845"/>
                </a:solidFill>
                <a:latin typeface="Yu Gothic"/>
                <a:ea typeface="Yu Gothic"/>
                <a:cs typeface="Yu Gothic"/>
              </a:defRPr>
            </a:defPPr>
            <a:lvl1pPr>
              <a:buNone/>
              <a:defRPr sz="2250" b="0">
                <a:solidFill>
                  <a:srgbClr val="243845"/>
                </a:solidFill>
                <a:latin typeface="Yu Gothic"/>
                <a:ea typeface="Yu Gothic"/>
                <a:cs typeface="Yu Gothic"/>
              </a:defRPr>
            </a:lvl1pPr>
            <a:lvl2pPr>
              <a:buNone/>
              <a:defRPr sz="2250" b="0">
                <a:solidFill>
                  <a:srgbClr val="243845"/>
                </a:solidFill>
                <a:latin typeface="Yu Gothic"/>
                <a:ea typeface="Yu Gothic"/>
                <a:cs typeface="Yu Gothic"/>
              </a:defRPr>
            </a:lvl2pPr>
            <a:lvl3pPr>
              <a:buNone/>
              <a:defRPr sz="2250" b="0">
                <a:solidFill>
                  <a:srgbClr val="243845"/>
                </a:solidFill>
                <a:latin typeface="Yu Gothic"/>
                <a:ea typeface="Yu Gothic"/>
                <a:cs typeface="Yu Gothic"/>
              </a:defRPr>
            </a:lvl3pPr>
            <a:lvl4pPr>
              <a:buNone/>
              <a:defRPr sz="2250" b="0">
                <a:solidFill>
                  <a:srgbClr val="243845"/>
                </a:solidFill>
                <a:latin typeface="Yu Gothic"/>
                <a:ea typeface="Yu Gothic"/>
                <a:cs typeface="Yu Gothic"/>
              </a:defRPr>
            </a:lvl4pPr>
            <a:lvl5pPr>
              <a:buNone/>
              <a:defRPr sz="2250" b="0">
                <a:solidFill>
                  <a:srgbClr val="243845"/>
                </a:solidFill>
                <a:latin typeface="Yu Gothic"/>
                <a:ea typeface="Yu Gothic"/>
                <a:cs typeface="Yu Gothic"/>
              </a:defRPr>
            </a:lvl5pPr>
            <a:lvl6pPr>
              <a:buNone/>
              <a:defRPr sz="2250" b="0">
                <a:solidFill>
                  <a:srgbClr val="243845"/>
                </a:solidFill>
                <a:latin typeface="Yu Gothic"/>
                <a:ea typeface="Yu Gothic"/>
                <a:cs typeface="Yu Gothic"/>
              </a:defRPr>
            </a:lvl6pPr>
            <a:lvl7pPr>
              <a:buNone/>
              <a:defRPr sz="2250" b="0">
                <a:solidFill>
                  <a:srgbClr val="243845"/>
                </a:solidFill>
                <a:latin typeface="Yu Gothic"/>
                <a:ea typeface="Yu Gothic"/>
                <a:cs typeface="Yu Gothic"/>
              </a:defRPr>
            </a:lvl7pPr>
            <a:lvl8pPr>
              <a:buNone/>
              <a:defRPr sz="2250" b="0">
                <a:solidFill>
                  <a:srgbClr val="243845"/>
                </a:solidFill>
                <a:latin typeface="Yu Gothic"/>
                <a:ea typeface="Yu Gothic"/>
                <a:cs typeface="Yu Gothic"/>
              </a:defRPr>
            </a:lvl8pPr>
            <a:lvl9pPr>
              <a:buNone/>
              <a:defRPr sz="2250" b="0">
                <a:solidFill>
                  <a:srgbClr val="243845"/>
                </a:solidFill>
                <a:latin typeface="Yu Gothic"/>
                <a:ea typeface="Yu Gothic"/>
                <a:cs typeface="Yu Gothic"/>
              </a:defRPr>
            </a:lvl9pPr>
          </a:lstStyle>
          <a:p xmlns:a="http://schemas.openxmlformats.org/drawingml/2006/main">
            <a:pPr>
              <a:buNone/>
              <a:defRPr sz="2250" b="0">
                <a:solidFill>
                  <a:srgbClr val="243845"/>
                </a:solidFill>
                <a:latin typeface="Yu Gothic"/>
                <a:ea typeface="Yu Gothic"/>
                <a:cs typeface="Yu Gothic"/>
              </a:defRPr>
            </a:pPr>
            <a:r>
              <a:rPr sz="2250" b="0">
                <a:solidFill>
                  <a:srgbClr val="243845"/>
                </a:solidFill>
                <a:latin typeface="Yu Gothic"/>
                <a:ea typeface="Yu Gothic"/>
                <a:cs typeface="Yu Gothic"/>
              </a:rPr>
              <a:t>図・式・単位をつないで説明する</a:t>
            </a:r>
          </a:p>
        </p:txBody>
      </p:sp>
      <p:sp>
        <p:nvSpPr>
          <p:cNvPr id="4" name="">
            <a:extLst xmlns:a="http://schemas.openxmlformats.org/drawingml/2006/main">
              <a:ext uri="{FF2B5EF4-FFF2-40B4-BE49-F238E27FC236}">
                <a16:creationId xmlns:a16="http://schemas.microsoft.com/office/drawing/2014/main" id="{E0E2F6C6-337F-4889-8793-6BE437C836ED}"/>
              </a:ext>
            </a:extLst>
          </p:cNvPr>
          <p:cNvSpPr>
            <a:spLocks xmlns:a="http://schemas.openxmlformats.org/drawingml/2006/main" noGrp="1"/>
          </p:cNvSpPr>
          <p:nvPr/>
        </p:nvSpPr>
        <p:spPr>
          <a:xfrm xmlns:a="http://schemas.openxmlformats.org/drawingml/2006/main">
            <a:off x="809625" y="5238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43845"/>
                </a:solidFill>
                <a:latin typeface="Yu Gothic"/>
                <a:ea typeface="Yu Gothic"/>
                <a:cs typeface="Yu Gothic"/>
              </a:defRPr>
            </a:defPPr>
            <a:lvl1pPr>
              <a:buNone/>
              <a:defRPr sz="2025" b="0">
                <a:solidFill>
                  <a:srgbClr val="243845"/>
                </a:solidFill>
                <a:latin typeface="Yu Gothic"/>
                <a:ea typeface="Yu Gothic"/>
                <a:cs typeface="Yu Gothic"/>
              </a:defRPr>
            </a:lvl1pPr>
            <a:lvl2pPr>
              <a:buNone/>
              <a:defRPr sz="2025" b="0">
                <a:solidFill>
                  <a:srgbClr val="243845"/>
                </a:solidFill>
                <a:latin typeface="Yu Gothic"/>
                <a:ea typeface="Yu Gothic"/>
                <a:cs typeface="Yu Gothic"/>
              </a:defRPr>
            </a:lvl2pPr>
            <a:lvl3pPr>
              <a:buNone/>
              <a:defRPr sz="2025" b="0">
                <a:solidFill>
                  <a:srgbClr val="243845"/>
                </a:solidFill>
                <a:latin typeface="Yu Gothic"/>
                <a:ea typeface="Yu Gothic"/>
                <a:cs typeface="Yu Gothic"/>
              </a:defRPr>
            </a:lvl3pPr>
            <a:lvl4pPr>
              <a:buNone/>
              <a:defRPr sz="2025" b="0">
                <a:solidFill>
                  <a:srgbClr val="243845"/>
                </a:solidFill>
                <a:latin typeface="Yu Gothic"/>
                <a:ea typeface="Yu Gothic"/>
                <a:cs typeface="Yu Gothic"/>
              </a:defRPr>
            </a:lvl4pPr>
            <a:lvl5pPr>
              <a:buNone/>
              <a:defRPr sz="2025" b="0">
                <a:solidFill>
                  <a:srgbClr val="243845"/>
                </a:solidFill>
                <a:latin typeface="Yu Gothic"/>
                <a:ea typeface="Yu Gothic"/>
                <a:cs typeface="Yu Gothic"/>
              </a:defRPr>
            </a:lvl5pPr>
            <a:lvl6pPr>
              <a:buNone/>
              <a:defRPr sz="2025" b="0">
                <a:solidFill>
                  <a:srgbClr val="243845"/>
                </a:solidFill>
                <a:latin typeface="Yu Gothic"/>
                <a:ea typeface="Yu Gothic"/>
                <a:cs typeface="Yu Gothic"/>
              </a:defRPr>
            </a:lvl6pPr>
            <a:lvl7pPr>
              <a:buNone/>
              <a:defRPr sz="2025" b="0">
                <a:solidFill>
                  <a:srgbClr val="243845"/>
                </a:solidFill>
                <a:latin typeface="Yu Gothic"/>
                <a:ea typeface="Yu Gothic"/>
                <a:cs typeface="Yu Gothic"/>
              </a:defRPr>
            </a:lvl7pPr>
            <a:lvl8pPr>
              <a:buNone/>
              <a:defRPr sz="2025" b="0">
                <a:solidFill>
                  <a:srgbClr val="243845"/>
                </a:solidFill>
                <a:latin typeface="Yu Gothic"/>
                <a:ea typeface="Yu Gothic"/>
                <a:cs typeface="Yu Gothic"/>
              </a:defRPr>
            </a:lvl8pPr>
            <a:lvl9pPr>
              <a:buNone/>
              <a:defRPr sz="2025" b="0">
                <a:solidFill>
                  <a:srgbClr val="243845"/>
                </a:solidFill>
                <a:latin typeface="Yu Gothic"/>
                <a:ea typeface="Yu Gothic"/>
                <a:cs typeface="Yu Gothic"/>
              </a:defRPr>
            </a:lvl9pPr>
          </a:lstStyle>
          <a:p xmlns:a="http://schemas.openxmlformats.org/drawingml/2006/main">
            <a:pPr>
              <a:buNone/>
              <a:defRPr sz="2025" b="0">
                <a:solidFill>
                  <a:srgbClr val="243845"/>
                </a:solidFill>
                <a:latin typeface="Yu Gothic"/>
                <a:ea typeface="Yu Gothic"/>
                <a:cs typeface="Yu Gothic"/>
              </a:defRPr>
            </a:pPr>
            <a:r>
              <a:rPr sz="2025" b="0">
                <a:solidFill>
                  <a:srgbClr val="243845"/>
                </a:solidFill>
                <a:latin typeface="Yu Gothic"/>
                <a:ea typeface="Yu Gothic"/>
                <a:cs typeface="Yu Gothic"/>
              </a:rPr>
              <a:t>米延 仁志</a:t>
            </a:r>
          </a:p>
        </p:txBody>
      </p:sp>
      <p:sp>
        <p:nvSpPr>
          <p:cNvPr id="5" name="">
            <a:extLst xmlns:a="http://schemas.openxmlformats.org/drawingml/2006/main">
              <a:ext uri="{FF2B5EF4-FFF2-40B4-BE49-F238E27FC236}">
                <a16:creationId xmlns:a16="http://schemas.microsoft.com/office/drawing/2014/main" id="{5414E955-84A9-4D06-9FF1-951FDD69DBF6}"/>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6" name="">
            <a:extLst xmlns:a="http://schemas.openxmlformats.org/drawingml/2006/main">
              <a:ext uri="{FF2B5EF4-FFF2-40B4-BE49-F238E27FC236}">
                <a16:creationId xmlns:a16="http://schemas.microsoft.com/office/drawing/2014/main" id="{6D90C5A1-3D57-44A1-875D-3D51D89CB89E}"/>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57</a:t>
            </a:r>
          </a:p>
        </p:txBody>
      </p:sp>
    </p:spTree>
    <p:extLst>
      <p:ext uri="{BB962C8B-B14F-4D97-AF65-F5344CB8AC3E}">
        <p14:creationId xmlns:p14="http://schemas.microsoft.com/office/powerpoint/2010/main" val="457978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5B4C12-CA93-4AE2-B5A5-16EF0E4045E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今回の到達点</a:t>
            </a:r>
          </a:p>
        </p:txBody>
      </p:sp>
      <p:sp>
        <p:nvSpPr>
          <p:cNvPr id="2" name="">
            <a:extLst xmlns:a="http://schemas.openxmlformats.org/drawingml/2006/main">
              <a:ext uri="{FF2B5EF4-FFF2-40B4-BE49-F238E27FC236}">
                <a16:creationId xmlns:a16="http://schemas.microsoft.com/office/drawing/2014/main" id="{E67CDB81-B841-4EC9-9D64-402EA9438303}"/>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9ED1D9B-300F-4C67-B431-D937202DC3EE}"/>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kg・kgf・N・Pa・MPaを換算する</a:t>
            </a:r>
          </a:p>
        </p:txBody>
      </p:sp>
      <p:sp>
        <p:nvSpPr>
          <p:cNvPr id="4" name="">
            <a:extLst xmlns:a="http://schemas.openxmlformats.org/drawingml/2006/main">
              <a:ext uri="{FF2B5EF4-FFF2-40B4-BE49-F238E27FC236}">
                <a16:creationId xmlns:a16="http://schemas.microsoft.com/office/drawing/2014/main" id="{C6A49FCC-331B-4B3C-9EB6-3E1ABF11B9A0}"/>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力の分類と荷重経路を図で説明する</a:t>
            </a:r>
          </a:p>
        </p:txBody>
      </p:sp>
      <p:sp>
        <p:nvSpPr>
          <p:cNvPr id="5" name="">
            <a:extLst xmlns:a="http://schemas.openxmlformats.org/drawingml/2006/main">
              <a:ext uri="{FF2B5EF4-FFF2-40B4-BE49-F238E27FC236}">
                <a16:creationId xmlns:a16="http://schemas.microsoft.com/office/drawing/2014/main" id="{CC215633-185C-424C-A937-05B6FED8B2B9}"/>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応力・ひずみ・伸びを計算し区別する</a:t>
            </a:r>
          </a:p>
        </p:txBody>
      </p:sp>
      <p:sp>
        <p:nvSpPr>
          <p:cNvPr id="6" name="">
            <a:extLst xmlns:a="http://schemas.openxmlformats.org/drawingml/2006/main">
              <a:ext uri="{FF2B5EF4-FFF2-40B4-BE49-F238E27FC236}">
                <a16:creationId xmlns:a16="http://schemas.microsoft.com/office/drawing/2014/main" id="{8A52100C-62CF-41DA-87E2-66670A5EB71D}"/>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使用条件とモデルの限界を添える</a:t>
            </a:r>
          </a:p>
        </p:txBody>
      </p:sp>
      <p:sp>
        <p:nvSpPr>
          <p:cNvPr id="7" name="">
            <a:extLst xmlns:a="http://schemas.openxmlformats.org/drawingml/2006/main">
              <a:ext uri="{FF2B5EF4-FFF2-40B4-BE49-F238E27FC236}">
                <a16:creationId xmlns:a16="http://schemas.microsoft.com/office/drawing/2014/main" id="{EEC4A469-DEA1-4830-9267-E2CD08CAD3A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8" name="">
            <a:extLst xmlns:a="http://schemas.openxmlformats.org/drawingml/2006/main">
              <a:ext uri="{FF2B5EF4-FFF2-40B4-BE49-F238E27FC236}">
                <a16:creationId xmlns:a16="http://schemas.microsoft.com/office/drawing/2014/main" id="{0EFE0E8A-5D32-4417-8A52-869F2DD6269C}"/>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57</a:t>
            </a:r>
          </a:p>
        </p:txBody>
      </p:sp>
    </p:spTree>
    <p:extLst>
      <p:ext uri="{BB962C8B-B14F-4D97-AF65-F5344CB8AC3E}">
        <p14:creationId xmlns:p14="http://schemas.microsoft.com/office/powerpoint/2010/main" val="10783944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24B4E1-E2B3-4CB6-8E13-EFB6AA5D81B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中高の学習内容を支える専門性</a:t>
            </a:r>
          </a:p>
        </p:txBody>
      </p:sp>
      <p:sp>
        <p:nvSpPr>
          <p:cNvPr id="2" name="">
            <a:extLst xmlns:a="http://schemas.openxmlformats.org/drawingml/2006/main">
              <a:ext uri="{FF2B5EF4-FFF2-40B4-BE49-F238E27FC236}">
                <a16:creationId xmlns:a16="http://schemas.microsoft.com/office/drawing/2014/main" id="{23544F0A-8D1C-4412-809D-21B2105584E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F90E326-92D2-4F14-8CBE-243718A86FE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graphicFrame>
        <p:nvGraphicFramePr>
          <p:cNvPr id="4" name="">
            <a:extLst xmlns:a="http://schemas.openxmlformats.org/drawingml/2006/main">
              <a:ext uri="{FF2B5EF4-FFF2-40B4-BE49-F238E27FC236}">
                <a16:creationId xmlns:a16="http://schemas.microsoft.com/office/drawing/2014/main" id="{9443790D-1CFD-4CCF-8C2C-D58098A3F9A1}"/>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3429000"/>
                <a:gridCol w="7334250"/>
              </a:tblGrid>
              <a:tr h="742950">
                <a:tc>
                  <a:txBody>
                    <a:bodyPr lIns="85725" tIns="85725" rIns="85725" bIns="85725"/>
                    <a:lstStyle/>
                    <a:p>
                      <a:r>
                        <a:rPr sz="2175" b="1">
                          <a:solidFill>
                            <a:srgbClr val="FFFFFF"/>
                          </a:solidFill>
                          <a:latin typeface="Yu Gothic"/>
                          <a:ea typeface="Yu Gothic"/>
                          <a:cs typeface="Yu Gothic"/>
                        </a:rPr>
                        <a:t>生徒の言葉</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教師が確かめること</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「重いから大きな力」</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質量・重力・支持の状態</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「太いから丈夫」</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断面・荷重・変形・破壊の区別</a:t>
                      </a:r>
                    </a:p>
                  </a:txBody>
                  <a:tcPr marL="91440" marR="91440" marT="45720" marB="45720">
                    <a:solidFill>
                      <a:srgbClr val="FFFFFF"/>
                    </a:solidFill>
                  </a:tcPr>
                </a:tc>
              </a:tr>
              <a:tr h="742950">
                <a:tc>
                  <a:txBody>
                    <a:bodyPr lIns="85725" tIns="85725" rIns="85725" bIns="85725"/>
                    <a:lstStyle/>
                    <a:p>
                      <a:r>
                        <a:rPr sz="2175" b="0">
                          <a:solidFill>
                            <a:srgbClr val="263D4D"/>
                          </a:solidFill>
                          <a:latin typeface="Yu Gothic"/>
                          <a:ea typeface="Yu Gothic"/>
                          <a:cs typeface="Yu Gothic"/>
                        </a:rPr>
                        <a:t>「AIが計算したから正しい」</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量・単位・式の適用条件・検算</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4560A116-06C7-4221-98D4-76E88ACEF6C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学校内容の背後にある原理と体系を学び、条件が変わっても考えられる理解へ。</a:t>
            </a:r>
          </a:p>
        </p:txBody>
      </p:sp>
      <p:sp>
        <p:nvSpPr>
          <p:cNvPr id="6" name="">
            <a:extLst xmlns:a="http://schemas.openxmlformats.org/drawingml/2006/main">
              <a:ext uri="{FF2B5EF4-FFF2-40B4-BE49-F238E27FC236}">
                <a16:creationId xmlns:a16="http://schemas.microsoft.com/office/drawing/2014/main" id="{56C13D81-A273-4625-ACB0-41FCE131031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57</a:t>
            </a:r>
          </a:p>
        </p:txBody>
      </p:sp>
    </p:spTree>
    <p:extLst>
      <p:ext uri="{BB962C8B-B14F-4D97-AF65-F5344CB8AC3E}">
        <p14:creationId xmlns:p14="http://schemas.microsoft.com/office/powerpoint/2010/main" val="7569986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73948069-26CA-43E2-B1CD-4277995D1344}"/>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質量 kg と、重力の大きさ kgf・N</a:t>
            </a:r>
          </a:p>
        </p:txBody>
      </p:sp>
      <p:cxnSp>
        <p:nvCxnSpPr>
          <p:cNvPr id="2" name="">
            <a:extLst xmlns:a="http://schemas.openxmlformats.org/drawingml/2006/main">
              <a:ext uri="{FF2B5EF4-FFF2-40B4-BE49-F238E27FC236}">
                <a16:creationId xmlns:a16="http://schemas.microsoft.com/office/drawing/2014/main" id="{5FAAF414-AED3-4381-A952-3E28E8A43772}"/>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A3CA0B46-3C2C-4779-A663-59A479D39A4B}"/>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D4E8BF3F-1436-4655-8DF4-DB624D52C4F4}"/>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4 / 57</a:t>
            </a:r>
          </a:p>
        </p:txBody>
      </p:sp>
      <p:sp>
        <p:nvSpPr>
          <p:cNvPr id="14" name="">
            <a:extLst xmlns:a="http://schemas.openxmlformats.org/drawingml/2006/main">
              <a:ext uri="{FF2B5EF4-FFF2-40B4-BE49-F238E27FC236}">
                <a16:creationId xmlns:a16="http://schemas.microsoft.com/office/drawing/2014/main" id="{03C1698D-D34D-4AEB-8D13-A3726181380E}"/>
              </a:ext>
            </a:extLst>
          </p:cNvPr>
          <p:cNvSpPr>
            <a:spLocks xmlns:a="http://schemas.openxmlformats.org/drawingml/2006/main" noGrp="1"/>
          </p:cNvSpPr>
          <p:nvPr/>
        </p:nvSpPr>
        <p:spPr>
          <a:xfrm xmlns:a="http://schemas.openxmlformats.org/drawingml/2006/main">
            <a:off x="809625" y="16002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物体が持つ量</a:t>
            </a:r>
          </a:p>
        </p:txBody>
      </p:sp>
      <p:sp>
        <p:nvSpPr>
          <p:cNvPr id="15" name="">
            <a:extLst xmlns:a="http://schemas.openxmlformats.org/drawingml/2006/main">
              <a:ext uri="{FF2B5EF4-FFF2-40B4-BE49-F238E27FC236}">
                <a16:creationId xmlns:a16="http://schemas.microsoft.com/office/drawing/2014/main" id="{C43ACA77-DF12-411A-B088-854F597B61CA}"/>
              </a:ext>
            </a:extLst>
          </p:cNvPr>
          <p:cNvSpPr>
            <a:spLocks xmlns:a="http://schemas.openxmlformats.org/drawingml/2006/main" noGrp="1"/>
          </p:cNvSpPr>
          <p:nvPr/>
        </p:nvSpPr>
        <p:spPr>
          <a:xfrm xmlns:a="http://schemas.openxmlformats.org/drawingml/2006/main">
            <a:off x="1143000" y="2762250"/>
            <a:ext cx="2095500" cy="10477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6" name="">
            <a:extLst xmlns:a="http://schemas.openxmlformats.org/drawingml/2006/main">
              <a:ext uri="{FF2B5EF4-FFF2-40B4-BE49-F238E27FC236}">
                <a16:creationId xmlns:a16="http://schemas.microsoft.com/office/drawing/2014/main" id="{B1A16606-EC04-4951-A29E-A2E6A3749AD9}"/>
              </a:ext>
            </a:extLst>
          </p:cNvPr>
          <p:cNvSpPr>
            <a:spLocks xmlns:a="http://schemas.openxmlformats.org/drawingml/2006/main" noGrp="1"/>
          </p:cNvSpPr>
          <p:nvPr/>
        </p:nvSpPr>
        <p:spPr>
          <a:xfrm xmlns:a="http://schemas.openxmlformats.org/drawingml/2006/main">
            <a:off x="1285875" y="3048000"/>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63D4D"/>
                </a:solidFill>
                <a:latin typeface="Yu Gothic"/>
                <a:ea typeface="Yu Gothic"/>
                <a:cs typeface="Yu Gothic"/>
              </a:defRPr>
            </a:defPPr>
            <a:lvl1pPr>
              <a:buNone/>
              <a:defRPr sz="2550" b="1">
                <a:solidFill>
                  <a:srgbClr val="263D4D"/>
                </a:solidFill>
                <a:latin typeface="Yu Gothic"/>
                <a:ea typeface="Yu Gothic"/>
                <a:cs typeface="Yu Gothic"/>
              </a:defRPr>
            </a:lvl1pPr>
            <a:lvl2pPr>
              <a:buNone/>
              <a:defRPr sz="2550" b="1">
                <a:solidFill>
                  <a:srgbClr val="263D4D"/>
                </a:solidFill>
                <a:latin typeface="Yu Gothic"/>
                <a:ea typeface="Yu Gothic"/>
                <a:cs typeface="Yu Gothic"/>
              </a:defRPr>
            </a:lvl2pPr>
            <a:lvl3pPr>
              <a:buNone/>
              <a:defRPr sz="2550" b="1">
                <a:solidFill>
                  <a:srgbClr val="263D4D"/>
                </a:solidFill>
                <a:latin typeface="Yu Gothic"/>
                <a:ea typeface="Yu Gothic"/>
                <a:cs typeface="Yu Gothic"/>
              </a:defRPr>
            </a:lvl3pPr>
            <a:lvl4pPr>
              <a:buNone/>
              <a:defRPr sz="2550" b="1">
                <a:solidFill>
                  <a:srgbClr val="263D4D"/>
                </a:solidFill>
                <a:latin typeface="Yu Gothic"/>
                <a:ea typeface="Yu Gothic"/>
                <a:cs typeface="Yu Gothic"/>
              </a:defRPr>
            </a:lvl4pPr>
            <a:lvl5pPr>
              <a:buNone/>
              <a:defRPr sz="2550" b="1">
                <a:solidFill>
                  <a:srgbClr val="263D4D"/>
                </a:solidFill>
                <a:latin typeface="Yu Gothic"/>
                <a:ea typeface="Yu Gothic"/>
                <a:cs typeface="Yu Gothic"/>
              </a:defRPr>
            </a:lvl5pPr>
            <a:lvl6pPr>
              <a:buNone/>
              <a:defRPr sz="2550" b="1">
                <a:solidFill>
                  <a:srgbClr val="263D4D"/>
                </a:solidFill>
                <a:latin typeface="Yu Gothic"/>
                <a:ea typeface="Yu Gothic"/>
                <a:cs typeface="Yu Gothic"/>
              </a:defRPr>
            </a:lvl6pPr>
            <a:lvl7pPr>
              <a:buNone/>
              <a:defRPr sz="2550" b="1">
                <a:solidFill>
                  <a:srgbClr val="263D4D"/>
                </a:solidFill>
                <a:latin typeface="Yu Gothic"/>
                <a:ea typeface="Yu Gothic"/>
                <a:cs typeface="Yu Gothic"/>
              </a:defRPr>
            </a:lvl7pPr>
            <a:lvl8pPr>
              <a:buNone/>
              <a:defRPr sz="2550" b="1">
                <a:solidFill>
                  <a:srgbClr val="263D4D"/>
                </a:solidFill>
                <a:latin typeface="Yu Gothic"/>
                <a:ea typeface="Yu Gothic"/>
                <a:cs typeface="Yu Gothic"/>
              </a:defRPr>
            </a:lvl8pPr>
            <a:lvl9pPr>
              <a:buNone/>
              <a:defRPr sz="2550" b="1">
                <a:solidFill>
                  <a:srgbClr val="263D4D"/>
                </a:solidFill>
                <a:latin typeface="Yu Gothic"/>
                <a:ea typeface="Yu Gothic"/>
                <a:cs typeface="Yu Gothic"/>
              </a:defRPr>
            </a:lvl9pPr>
          </a:lstStyle>
          <a:p xmlns:a="http://schemas.openxmlformats.org/drawingml/2006/main">
            <a:pPr>
              <a:buNone/>
              <a:defRPr sz="2550" b="1">
                <a:solidFill>
                  <a:srgbClr val="263D4D"/>
                </a:solidFill>
                <a:latin typeface="Yu Gothic"/>
                <a:ea typeface="Yu Gothic"/>
                <a:cs typeface="Yu Gothic"/>
              </a:defRPr>
            </a:pPr>
            <a:r>
              <a:rPr sz="2550" b="1">
                <a:solidFill>
                  <a:srgbClr val="263D4D"/>
                </a:solidFill>
                <a:latin typeface="Yu Gothic"/>
                <a:ea typeface="Yu Gothic"/>
                <a:cs typeface="Yu Gothic"/>
              </a:rPr>
              <a:t>m = 1 kg</a:t>
            </a:r>
          </a:p>
        </p:txBody>
      </p:sp>
      <p:sp>
        <p:nvSpPr>
          <p:cNvPr id="17" name="">
            <a:extLst xmlns:a="http://schemas.openxmlformats.org/drawingml/2006/main">
              <a:ext uri="{FF2B5EF4-FFF2-40B4-BE49-F238E27FC236}">
                <a16:creationId xmlns:a16="http://schemas.microsoft.com/office/drawing/2014/main" id="{0501844D-FD63-447A-B4B7-24CF4B96BB2E}"/>
              </a:ext>
            </a:extLst>
          </p:cNvPr>
          <p:cNvSpPr>
            <a:spLocks xmlns:a="http://schemas.openxmlformats.org/drawingml/2006/main" noGrp="1"/>
          </p:cNvSpPr>
          <p:nvPr/>
        </p:nvSpPr>
        <p:spPr>
          <a:xfrm xmlns:a="http://schemas.openxmlformats.org/drawingml/2006/main">
            <a:off x="809625" y="43338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質量を kg で表す</a:t>
            </a:r>
          </a:p>
        </p:txBody>
      </p:sp>
      <p:sp>
        <p:nvSpPr>
          <p:cNvPr id="18" name="">
            <a:extLst xmlns:a="http://schemas.openxmlformats.org/drawingml/2006/main">
              <a:ext uri="{FF2B5EF4-FFF2-40B4-BE49-F238E27FC236}">
                <a16:creationId xmlns:a16="http://schemas.microsoft.com/office/drawing/2014/main" id="{380849DB-8083-48EC-B10D-1D55D69C0D8F}"/>
              </a:ext>
            </a:extLst>
          </p:cNvPr>
          <p:cNvSpPr>
            <a:spLocks xmlns:a="http://schemas.openxmlformats.org/drawingml/2006/main" noGrp="1"/>
          </p:cNvSpPr>
          <p:nvPr/>
        </p:nvSpPr>
        <p:spPr>
          <a:xfrm xmlns:a="http://schemas.openxmlformats.org/drawingml/2006/main">
            <a:off x="4143375" y="3333750"/>
            <a:ext cx="1190625" cy="9525"/>
          </a:xfrm>
          <a:custGeom xmlns:a="http://schemas.openxmlformats.org/drawingml/2006/main">
            <a:pathLst>
              <a:path w="1190625" h="9525">
                <a:moveTo>
                  <a:pt x="0" y="0"/>
                </a:moveTo>
                <a:lnTo>
                  <a:pt x="1190625" y="0"/>
                </a:lnTo>
              </a:path>
            </a:pathLst>
          </a:custGeom>
          <a:noFill xmlns:a="http://schemas.openxmlformats.org/drawingml/2006/main"/>
          <a:ln xmlns:a="http://schemas.openxmlformats.org/drawingml/2006/main" w="28575">
            <a:solidFill>
              <a:srgbClr val="71818B"/>
            </a:solidFill>
          </a:ln>
        </p:spPr>
      </p:sp>
      <p:sp>
        <p:nvSpPr>
          <p:cNvPr id="19" name="">
            <a:extLst xmlns:a="http://schemas.openxmlformats.org/drawingml/2006/main">
              <a:ext uri="{FF2B5EF4-FFF2-40B4-BE49-F238E27FC236}">
                <a16:creationId xmlns:a16="http://schemas.microsoft.com/office/drawing/2014/main" id="{1F5E3DDC-7D64-4901-8966-E29EECE4A83A}"/>
              </a:ext>
            </a:extLst>
          </p:cNvPr>
          <p:cNvSpPr>
            <a:spLocks xmlns:a="http://schemas.openxmlformats.org/drawingml/2006/main" noGrp="1"/>
          </p:cNvSpPr>
          <p:nvPr/>
        </p:nvSpPr>
        <p:spPr>
          <a:xfrm xmlns:a="http://schemas.openxmlformats.org/drawingml/2006/main">
            <a:off x="5210175" y="3281744"/>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71818B"/>
          </a:solidFill>
          <a:ln xmlns:a="http://schemas.openxmlformats.org/drawingml/2006/main" w="4763">
            <a:solidFill>
              <a:srgbClr val="71818B"/>
            </a:solidFill>
          </a:ln>
        </p:spPr>
      </p:sp>
      <p:sp>
        <p:nvSpPr>
          <p:cNvPr id="20" name="">
            <a:extLst xmlns:a="http://schemas.openxmlformats.org/drawingml/2006/main">
              <a:ext uri="{FF2B5EF4-FFF2-40B4-BE49-F238E27FC236}">
                <a16:creationId xmlns:a16="http://schemas.microsoft.com/office/drawing/2014/main" id="{905F72D2-16D3-4010-9F47-C9B12A287B3D}"/>
              </a:ext>
            </a:extLst>
          </p:cNvPr>
          <p:cNvSpPr>
            <a:spLocks xmlns:a="http://schemas.openxmlformats.org/drawingml/2006/main" noGrp="1"/>
          </p:cNvSpPr>
          <p:nvPr/>
        </p:nvSpPr>
        <p:spPr>
          <a:xfrm xmlns:a="http://schemas.openxmlformats.org/drawingml/2006/main">
            <a:off x="4048125" y="2609850"/>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g を掛ける</a:t>
            </a:r>
          </a:p>
        </p:txBody>
      </p:sp>
      <p:sp>
        <p:nvSpPr>
          <p:cNvPr id="21" name="">
            <a:extLst xmlns:a="http://schemas.openxmlformats.org/drawingml/2006/main">
              <a:ext uri="{FF2B5EF4-FFF2-40B4-BE49-F238E27FC236}">
                <a16:creationId xmlns:a16="http://schemas.microsoft.com/office/drawing/2014/main" id="{C35F6E92-8E35-4322-8ED1-824C39A42D4F}"/>
              </a:ext>
            </a:extLst>
          </p:cNvPr>
          <p:cNvSpPr>
            <a:spLocks xmlns:a="http://schemas.openxmlformats.org/drawingml/2006/main" noGrp="1"/>
          </p:cNvSpPr>
          <p:nvPr/>
        </p:nvSpPr>
        <p:spPr>
          <a:xfrm xmlns:a="http://schemas.openxmlformats.org/drawingml/2006/main">
            <a:off x="6762750" y="2714625"/>
            <a:ext cx="1476375" cy="1000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2" name="">
            <a:extLst xmlns:a="http://schemas.openxmlformats.org/drawingml/2006/main">
              <a:ext uri="{FF2B5EF4-FFF2-40B4-BE49-F238E27FC236}">
                <a16:creationId xmlns:a16="http://schemas.microsoft.com/office/drawing/2014/main" id="{B473B463-F0C2-4081-8229-96751D0DF745}"/>
              </a:ext>
            </a:extLst>
          </p:cNvPr>
          <p:cNvSpPr>
            <a:spLocks xmlns:a="http://schemas.openxmlformats.org/drawingml/2006/main" noGrp="1"/>
          </p:cNvSpPr>
          <p:nvPr/>
        </p:nvSpPr>
        <p:spPr>
          <a:xfrm xmlns:a="http://schemas.openxmlformats.org/drawingml/2006/main">
            <a:off x="7000875" y="2981325"/>
            <a:ext cx="1095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1 kg</a:t>
            </a:r>
          </a:p>
        </p:txBody>
      </p:sp>
      <p:sp>
        <p:nvSpPr>
          <p:cNvPr id="23" name="">
            <a:extLst xmlns:a="http://schemas.openxmlformats.org/drawingml/2006/main">
              <a:ext uri="{FF2B5EF4-FFF2-40B4-BE49-F238E27FC236}">
                <a16:creationId xmlns:a16="http://schemas.microsoft.com/office/drawing/2014/main" id="{B77B7B5B-9A54-4086-916D-E7FD365C1FED}"/>
              </a:ext>
            </a:extLst>
          </p:cNvPr>
          <p:cNvSpPr>
            <a:spLocks xmlns:a="http://schemas.openxmlformats.org/drawingml/2006/main" noGrp="1"/>
          </p:cNvSpPr>
          <p:nvPr/>
        </p:nvSpPr>
        <p:spPr>
          <a:xfrm xmlns:a="http://schemas.openxmlformats.org/drawingml/2006/main">
            <a:off x="7477125" y="3714750"/>
            <a:ext cx="9525" cy="1333500"/>
          </a:xfrm>
          <a:custGeom xmlns:a="http://schemas.openxmlformats.org/drawingml/2006/main">
            <a:pathLst>
              <a:path w="9525" h="1333500">
                <a:moveTo>
                  <a:pt x="0" y="0"/>
                </a:moveTo>
                <a:lnTo>
                  <a:pt x="0" y="1333500"/>
                </a:lnTo>
              </a:path>
            </a:pathLst>
          </a:custGeom>
          <a:noFill xmlns:a="http://schemas.openxmlformats.org/drawingml/2006/main"/>
          <a:ln xmlns:a="http://schemas.openxmlformats.org/drawingml/2006/main" w="38100">
            <a:solidFill>
              <a:srgbClr val="C4483C"/>
            </a:solidFill>
          </a:ln>
        </p:spPr>
      </p:sp>
      <p:sp>
        <p:nvSpPr>
          <p:cNvPr id="24" name="">
            <a:extLst xmlns:a="http://schemas.openxmlformats.org/drawingml/2006/main">
              <a:ext uri="{FF2B5EF4-FFF2-40B4-BE49-F238E27FC236}">
                <a16:creationId xmlns:a16="http://schemas.microsoft.com/office/drawing/2014/main" id="{1FB8EB49-0467-406F-98FD-E1537E40301A}"/>
              </a:ext>
            </a:extLst>
          </p:cNvPr>
          <p:cNvSpPr>
            <a:spLocks xmlns:a="http://schemas.openxmlformats.org/drawingml/2006/main" noGrp="1"/>
          </p:cNvSpPr>
          <p:nvPr/>
        </p:nvSpPr>
        <p:spPr>
          <a:xfrm xmlns:a="http://schemas.openxmlformats.org/drawingml/2006/main">
            <a:off x="7425119" y="4924425"/>
            <a:ext cx="104013" cy="123825"/>
          </a:xfrm>
          <a:custGeom xmlns:a="http://schemas.openxmlformats.org/drawingml/2006/main">
            <a:pathLst>
              <a:path w="104013" h="123825">
                <a:moveTo>
                  <a:pt x="52007" y="123825"/>
                </a:moveTo>
                <a:lnTo>
                  <a:pt x="104013"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5" name="">
            <a:extLst xmlns:a="http://schemas.openxmlformats.org/drawingml/2006/main">
              <a:ext uri="{FF2B5EF4-FFF2-40B4-BE49-F238E27FC236}">
                <a16:creationId xmlns:a16="http://schemas.microsoft.com/office/drawing/2014/main" id="{EF6221D1-34F8-4F76-9656-FFE6DDB997DC}"/>
              </a:ext>
            </a:extLst>
          </p:cNvPr>
          <p:cNvSpPr>
            <a:spLocks xmlns:a="http://schemas.openxmlformats.org/drawingml/2006/main" noGrp="1"/>
          </p:cNvSpPr>
          <p:nvPr/>
        </p:nvSpPr>
        <p:spPr>
          <a:xfrm xmlns:a="http://schemas.openxmlformats.org/drawingml/2006/main">
            <a:off x="7477125" y="1381125"/>
            <a:ext cx="9525" cy="1333500"/>
          </a:xfrm>
          <a:custGeom xmlns:a="http://schemas.openxmlformats.org/drawingml/2006/main">
            <a:pathLst>
              <a:path w="9525" h="1333500">
                <a:moveTo>
                  <a:pt x="0" y="1333500"/>
                </a:moveTo>
                <a:lnTo>
                  <a:pt x="0" y="0"/>
                </a:lnTo>
              </a:path>
            </a:pathLst>
          </a:custGeom>
          <a:noFill xmlns:a="http://schemas.openxmlformats.org/drawingml/2006/main"/>
          <a:ln xmlns:a="http://schemas.openxmlformats.org/drawingml/2006/main" w="38100">
            <a:solidFill>
              <a:srgbClr val="2876A8"/>
            </a:solidFill>
          </a:ln>
        </p:spPr>
      </p:sp>
      <p:sp>
        <p:nvSpPr>
          <p:cNvPr id="26" name="">
            <a:extLst xmlns:a="http://schemas.openxmlformats.org/drawingml/2006/main">
              <a:ext uri="{FF2B5EF4-FFF2-40B4-BE49-F238E27FC236}">
                <a16:creationId xmlns:a16="http://schemas.microsoft.com/office/drawing/2014/main" id="{E2910355-63BC-4B40-8EAB-6B9B8E28EFB7}"/>
              </a:ext>
            </a:extLst>
          </p:cNvPr>
          <p:cNvSpPr>
            <a:spLocks xmlns:a="http://schemas.openxmlformats.org/drawingml/2006/main" noGrp="1"/>
          </p:cNvSpPr>
          <p:nvPr/>
        </p:nvSpPr>
        <p:spPr>
          <a:xfrm xmlns:a="http://schemas.openxmlformats.org/drawingml/2006/main">
            <a:off x="7425119" y="1381125"/>
            <a:ext cx="104013" cy="123825"/>
          </a:xfrm>
          <a:custGeom xmlns:a="http://schemas.openxmlformats.org/drawingml/2006/main">
            <a:pathLst>
              <a:path w="104013" h="123825">
                <a:moveTo>
                  <a:pt x="52007" y="0"/>
                </a:moveTo>
                <a:lnTo>
                  <a:pt x="0" y="123825"/>
                </a:lnTo>
                <a:lnTo>
                  <a:pt x="104013" y="123825"/>
                </a:lnTo>
                <a:close/>
              </a:path>
            </a:pathLst>
          </a:custGeom>
          <a:solidFill xmlns:a="http://schemas.openxmlformats.org/drawingml/2006/main">
            <a:srgbClr val="2876A8"/>
          </a:solidFill>
          <a:ln xmlns:a="http://schemas.openxmlformats.org/drawingml/2006/main" w="4763">
            <a:solidFill>
              <a:srgbClr val="2876A8"/>
            </a:solidFill>
          </a:ln>
        </p:spPr>
      </p:sp>
      <p:sp>
        <p:nvSpPr>
          <p:cNvPr id="27" name="">
            <a:extLst xmlns:a="http://schemas.openxmlformats.org/drawingml/2006/main">
              <a:ext uri="{FF2B5EF4-FFF2-40B4-BE49-F238E27FC236}">
                <a16:creationId xmlns:a16="http://schemas.microsoft.com/office/drawing/2014/main" id="{2435D7FC-6FD5-448C-B150-8017A357A12D}"/>
              </a:ext>
            </a:extLst>
          </p:cNvPr>
          <p:cNvSpPr>
            <a:spLocks xmlns:a="http://schemas.openxmlformats.org/drawingml/2006/main" noGrp="1"/>
          </p:cNvSpPr>
          <p:nvPr/>
        </p:nvSpPr>
        <p:spPr>
          <a:xfrm xmlns:a="http://schemas.openxmlformats.org/drawingml/2006/main">
            <a:off x="6334125" y="3771900"/>
            <a:ext cx="2333625" cy="9525"/>
          </a:xfrm>
          <a:custGeom xmlns:a="http://schemas.openxmlformats.org/drawingml/2006/main">
            <a:pathLst>
              <a:path w="2333625" h="9525">
                <a:moveTo>
                  <a:pt x="0" y="0"/>
                </a:moveTo>
                <a:lnTo>
                  <a:pt x="2333625" y="0"/>
                </a:lnTo>
              </a:path>
            </a:pathLst>
          </a:custGeom>
          <a:noFill xmlns:a="http://schemas.openxmlformats.org/drawingml/2006/main"/>
          <a:ln xmlns:a="http://schemas.openxmlformats.org/drawingml/2006/main" w="28575">
            <a:solidFill>
              <a:srgbClr val="71818B"/>
            </a:solidFill>
          </a:ln>
        </p:spPr>
      </p:sp>
      <p:sp>
        <p:nvSpPr>
          <p:cNvPr id="28" name="">
            <a:extLst xmlns:a="http://schemas.openxmlformats.org/drawingml/2006/main">
              <a:ext uri="{FF2B5EF4-FFF2-40B4-BE49-F238E27FC236}">
                <a16:creationId xmlns:a16="http://schemas.microsoft.com/office/drawing/2014/main" id="{1156FFFE-0AB5-43D7-B06B-711B33EB9C95}"/>
              </a:ext>
            </a:extLst>
          </p:cNvPr>
          <p:cNvSpPr>
            <a:spLocks xmlns:a="http://schemas.openxmlformats.org/drawingml/2006/main" noGrp="1"/>
          </p:cNvSpPr>
          <p:nvPr/>
        </p:nvSpPr>
        <p:spPr>
          <a:xfrm xmlns:a="http://schemas.openxmlformats.org/drawingml/2006/main">
            <a:off x="8858250" y="1666875"/>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支持力</a:t>
            </a:r>
          </a:p>
        </p:txBody>
      </p:sp>
      <p:sp>
        <p:nvSpPr>
          <p:cNvPr id="29" name="">
            <a:extLst xmlns:a="http://schemas.openxmlformats.org/drawingml/2006/main">
              <a:ext uri="{FF2B5EF4-FFF2-40B4-BE49-F238E27FC236}">
                <a16:creationId xmlns:a16="http://schemas.microsoft.com/office/drawing/2014/main" id="{79611D89-DCEC-48E9-9A77-BA3CE4DF7941}"/>
              </a:ext>
            </a:extLst>
          </p:cNvPr>
          <p:cNvSpPr>
            <a:spLocks xmlns:a="http://schemas.openxmlformats.org/drawingml/2006/main" noGrp="1"/>
          </p:cNvSpPr>
          <p:nvPr/>
        </p:nvSpPr>
        <p:spPr>
          <a:xfrm xmlns:a="http://schemas.openxmlformats.org/drawingml/2006/main">
            <a:off x="8810625" y="38576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C4483C"/>
                </a:solidFill>
                <a:latin typeface="Yu Gothic"/>
                <a:ea typeface="Yu Gothic"/>
                <a:cs typeface="Yu Gothic"/>
              </a:defRPr>
            </a:defPPr>
            <a:lvl1pPr>
              <a:buNone/>
              <a:defRPr sz="2250" b="1">
                <a:solidFill>
                  <a:srgbClr val="C4483C"/>
                </a:solidFill>
                <a:latin typeface="Yu Gothic"/>
                <a:ea typeface="Yu Gothic"/>
                <a:cs typeface="Yu Gothic"/>
              </a:defRPr>
            </a:lvl1pPr>
            <a:lvl2pPr>
              <a:buNone/>
              <a:defRPr sz="2250" b="1">
                <a:solidFill>
                  <a:srgbClr val="C4483C"/>
                </a:solidFill>
                <a:latin typeface="Yu Gothic"/>
                <a:ea typeface="Yu Gothic"/>
                <a:cs typeface="Yu Gothic"/>
              </a:defRPr>
            </a:lvl2pPr>
            <a:lvl3pPr>
              <a:buNone/>
              <a:defRPr sz="2250" b="1">
                <a:solidFill>
                  <a:srgbClr val="C4483C"/>
                </a:solidFill>
                <a:latin typeface="Yu Gothic"/>
                <a:ea typeface="Yu Gothic"/>
                <a:cs typeface="Yu Gothic"/>
              </a:defRPr>
            </a:lvl3pPr>
            <a:lvl4pPr>
              <a:buNone/>
              <a:defRPr sz="2250" b="1">
                <a:solidFill>
                  <a:srgbClr val="C4483C"/>
                </a:solidFill>
                <a:latin typeface="Yu Gothic"/>
                <a:ea typeface="Yu Gothic"/>
                <a:cs typeface="Yu Gothic"/>
              </a:defRPr>
            </a:lvl4pPr>
            <a:lvl5pPr>
              <a:buNone/>
              <a:defRPr sz="2250" b="1">
                <a:solidFill>
                  <a:srgbClr val="C4483C"/>
                </a:solidFill>
                <a:latin typeface="Yu Gothic"/>
                <a:ea typeface="Yu Gothic"/>
                <a:cs typeface="Yu Gothic"/>
              </a:defRPr>
            </a:lvl5pPr>
            <a:lvl6pPr>
              <a:buNone/>
              <a:defRPr sz="2250" b="1">
                <a:solidFill>
                  <a:srgbClr val="C4483C"/>
                </a:solidFill>
                <a:latin typeface="Yu Gothic"/>
                <a:ea typeface="Yu Gothic"/>
                <a:cs typeface="Yu Gothic"/>
              </a:defRPr>
            </a:lvl6pPr>
            <a:lvl7pPr>
              <a:buNone/>
              <a:defRPr sz="2250" b="1">
                <a:solidFill>
                  <a:srgbClr val="C4483C"/>
                </a:solidFill>
                <a:latin typeface="Yu Gothic"/>
                <a:ea typeface="Yu Gothic"/>
                <a:cs typeface="Yu Gothic"/>
              </a:defRPr>
            </a:lvl7pPr>
            <a:lvl8pPr>
              <a:buNone/>
              <a:defRPr sz="2250" b="1">
                <a:solidFill>
                  <a:srgbClr val="C4483C"/>
                </a:solidFill>
                <a:latin typeface="Yu Gothic"/>
                <a:ea typeface="Yu Gothic"/>
                <a:cs typeface="Yu Gothic"/>
              </a:defRPr>
            </a:lvl8pPr>
            <a:lvl9pPr>
              <a:buNone/>
              <a:defRPr sz="2250" b="1">
                <a:solidFill>
                  <a:srgbClr val="C4483C"/>
                </a:solidFill>
                <a:latin typeface="Yu Gothic"/>
                <a:ea typeface="Yu Gothic"/>
                <a:cs typeface="Yu Gothic"/>
              </a:defRPr>
            </a:lvl9pPr>
          </a:lstStyle>
          <a:p xmlns:a="http://schemas.openxmlformats.org/drawingml/2006/main">
            <a:pPr>
              <a:buNone/>
              <a:defRPr sz="2250" b="1">
                <a:solidFill>
                  <a:srgbClr val="C4483C"/>
                </a:solidFill>
                <a:latin typeface="Yu Gothic"/>
                <a:ea typeface="Yu Gothic"/>
                <a:cs typeface="Yu Gothic"/>
              </a:defRPr>
            </a:pPr>
            <a:r>
              <a:rPr sz="2250" b="1">
                <a:solidFill>
                  <a:srgbClr val="C4483C"/>
                </a:solidFill>
                <a:latin typeface="Yu Gothic"/>
                <a:ea typeface="Yu Gothic"/>
                <a:cs typeface="Yu Gothic"/>
              </a:rPr>
              <a:t>重力 W = mg</a:t>
            </a:r>
          </a:p>
        </p:txBody>
      </p:sp>
      <p:sp>
        <p:nvSpPr>
          <p:cNvPr id="30" name="">
            <a:extLst xmlns:a="http://schemas.openxmlformats.org/drawingml/2006/main">
              <a:ext uri="{FF2B5EF4-FFF2-40B4-BE49-F238E27FC236}">
                <a16:creationId xmlns:a16="http://schemas.microsoft.com/office/drawing/2014/main" id="{FBA9E1B4-65D4-42AA-877C-61F206CAA515}"/>
              </a:ext>
            </a:extLst>
          </p:cNvPr>
          <p:cNvSpPr>
            <a:spLocks xmlns:a="http://schemas.openxmlformats.org/drawingml/2006/main" noGrp="1"/>
          </p:cNvSpPr>
          <p:nvPr/>
        </p:nvSpPr>
        <p:spPr>
          <a:xfrm xmlns:a="http://schemas.openxmlformats.org/drawingml/2006/main">
            <a:off x="8667750" y="4524375"/>
            <a:ext cx="2905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約1 kgf = 約9.8 N</a:t>
            </a:r>
          </a:p>
        </p:txBody>
      </p:sp>
      <p:sp>
        <p:nvSpPr>
          <p:cNvPr id="31" name="">
            <a:extLst xmlns:a="http://schemas.openxmlformats.org/drawingml/2006/main">
              <a:ext uri="{FF2B5EF4-FFF2-40B4-BE49-F238E27FC236}">
                <a16:creationId xmlns:a16="http://schemas.microsoft.com/office/drawing/2014/main" id="{22F53B8E-7DC7-467F-86A5-C3DF7A602ADA}"/>
              </a:ext>
            </a:extLst>
          </p:cNvPr>
          <p:cNvSpPr>
            <a:spLocks xmlns:a="http://schemas.openxmlformats.org/drawingml/2006/main" noGrp="1"/>
          </p:cNvSpPr>
          <p:nvPr/>
        </p:nvSpPr>
        <p:spPr>
          <a:xfrm xmlns:a="http://schemas.openxmlformats.org/drawingml/2006/main">
            <a:off x="6191250" y="51435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同じ力を、異なる単位で表す</a:t>
            </a:r>
          </a:p>
        </p:txBody>
      </p:sp>
      <p:sp>
        <p:nvSpPr>
          <p:cNvPr id="32" name="">
            <a:extLst xmlns:a="http://schemas.openxmlformats.org/drawingml/2006/main">
              <a:ext uri="{FF2B5EF4-FFF2-40B4-BE49-F238E27FC236}">
                <a16:creationId xmlns:a16="http://schemas.microsoft.com/office/drawing/2014/main" id="{B947A4E3-AFC9-40EB-B4C8-C4D5CC3176C5}"/>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地表付近で g = 9.8 m/s² とする。静止中は重力と支持力がつり合う。</a:t>
            </a:r>
          </a:p>
        </p:txBody>
      </p:sp>
    </p:spTree>
    <p:extLst>
      <p:ext uri="{BB962C8B-B14F-4D97-AF65-F5344CB8AC3E}">
        <p14:creationId xmlns:p14="http://schemas.microsoft.com/office/powerpoint/2010/main" val="19003363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3F35162A-EFAC-4656-A07A-B9463C2D50F4}"/>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ニュートンの大きさとおもり</a:t>
            </a:r>
          </a:p>
        </p:txBody>
      </p:sp>
      <p:cxnSp>
        <p:nvCxnSpPr>
          <p:cNvPr id="2" name="">
            <a:extLst xmlns:a="http://schemas.openxmlformats.org/drawingml/2006/main">
              <a:ext uri="{FF2B5EF4-FFF2-40B4-BE49-F238E27FC236}">
                <a16:creationId xmlns:a16="http://schemas.microsoft.com/office/drawing/2014/main" id="{AA8D701C-EF3B-4993-998C-D07AB69B193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DC495C56-3084-42EF-87E5-BEFB58C09F4A}"/>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3D3E34C2-57E5-464F-94BF-2AA81951C678}"/>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5 / 57</a:t>
            </a:r>
          </a:p>
        </p:txBody>
      </p:sp>
      <p:sp>
        <p:nvSpPr>
          <p:cNvPr id="5" name="text-4">
            <a:extLst xmlns:a="http://schemas.openxmlformats.org/drawingml/2006/main">
              <a:ext uri="{FF2B5EF4-FFF2-40B4-BE49-F238E27FC236}">
                <a16:creationId xmlns:a16="http://schemas.microsoft.com/office/drawing/2014/main" id="{C82FFC18-9EEB-47C2-A7CF-713B2B8EAE72}"/>
              </a:ext>
            </a:extLst>
          </p:cNvPr>
          <p:cNvSpPr>
            <a:spLocks xmlns:a="http://schemas.openxmlformats.org/drawingml/2006/main" noGrp="1"/>
          </p:cNvSpPr>
          <p:nvPr/>
        </p:nvSpPr>
        <p:spPr>
          <a:xfrm xmlns:a="http://schemas.openxmlformats.org/drawingml/2006/main">
            <a:off x="685800" y="1609725"/>
            <a:ext cx="781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18364F"/>
                </a:solidFill>
                <a:latin typeface="Yu Gothic"/>
                <a:ea typeface="Yu Gothic"/>
                <a:cs typeface="Yu Gothic"/>
              </a:defRPr>
            </a:defPPr>
            <a:lvl1pPr algn="l">
              <a:buNone/>
              <a:defRPr sz="2700" b="1">
                <a:solidFill>
                  <a:srgbClr val="18364F"/>
                </a:solidFill>
                <a:latin typeface="Yu Gothic"/>
                <a:ea typeface="Yu Gothic"/>
                <a:cs typeface="Yu Gothic"/>
              </a:defRPr>
            </a:lvl1pPr>
            <a:lvl2pPr algn="l">
              <a:buNone/>
              <a:defRPr sz="2700" b="1">
                <a:solidFill>
                  <a:srgbClr val="18364F"/>
                </a:solidFill>
                <a:latin typeface="Yu Gothic"/>
                <a:ea typeface="Yu Gothic"/>
                <a:cs typeface="Yu Gothic"/>
              </a:defRPr>
            </a:lvl2pPr>
            <a:lvl3pPr algn="l">
              <a:buNone/>
              <a:defRPr sz="2700" b="1">
                <a:solidFill>
                  <a:srgbClr val="18364F"/>
                </a:solidFill>
                <a:latin typeface="Yu Gothic"/>
                <a:ea typeface="Yu Gothic"/>
                <a:cs typeface="Yu Gothic"/>
              </a:defRPr>
            </a:lvl3pPr>
            <a:lvl4pPr algn="l">
              <a:buNone/>
              <a:defRPr sz="2700" b="1">
                <a:solidFill>
                  <a:srgbClr val="18364F"/>
                </a:solidFill>
                <a:latin typeface="Yu Gothic"/>
                <a:ea typeface="Yu Gothic"/>
                <a:cs typeface="Yu Gothic"/>
              </a:defRPr>
            </a:lvl4pPr>
            <a:lvl5pPr algn="l">
              <a:buNone/>
              <a:defRPr sz="2700" b="1">
                <a:solidFill>
                  <a:srgbClr val="18364F"/>
                </a:solidFill>
                <a:latin typeface="Yu Gothic"/>
                <a:ea typeface="Yu Gothic"/>
                <a:cs typeface="Yu Gothic"/>
              </a:defRPr>
            </a:lvl5pPr>
            <a:lvl6pPr algn="l">
              <a:buNone/>
              <a:defRPr sz="2700" b="1">
                <a:solidFill>
                  <a:srgbClr val="18364F"/>
                </a:solidFill>
                <a:latin typeface="Yu Gothic"/>
                <a:ea typeface="Yu Gothic"/>
                <a:cs typeface="Yu Gothic"/>
              </a:defRPr>
            </a:lvl6pPr>
            <a:lvl7pPr algn="l">
              <a:buNone/>
              <a:defRPr sz="2700" b="1">
                <a:solidFill>
                  <a:srgbClr val="18364F"/>
                </a:solidFill>
                <a:latin typeface="Yu Gothic"/>
                <a:ea typeface="Yu Gothic"/>
                <a:cs typeface="Yu Gothic"/>
              </a:defRPr>
            </a:lvl7pPr>
            <a:lvl8pPr algn="l">
              <a:buNone/>
              <a:defRPr sz="2700" b="1">
                <a:solidFill>
                  <a:srgbClr val="18364F"/>
                </a:solidFill>
                <a:latin typeface="Yu Gothic"/>
                <a:ea typeface="Yu Gothic"/>
                <a:cs typeface="Yu Gothic"/>
              </a:defRPr>
            </a:lvl8pPr>
            <a:lvl9pPr algn="l">
              <a:buNone/>
              <a:defRPr sz="2700" b="1">
                <a:solidFill>
                  <a:srgbClr val="18364F"/>
                </a:solidFill>
                <a:latin typeface="Yu Gothic"/>
                <a:ea typeface="Yu Gothic"/>
                <a:cs typeface="Yu Gothic"/>
              </a:defRPr>
            </a:lvl9pPr>
          </a:lstStyle>
          <a:p xmlns:a="http://schemas.openxmlformats.org/drawingml/2006/main">
            <a:pPr algn="l">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約100 gのおもりの重力が、約1 N</a:t>
            </a:r>
          </a:p>
        </p:txBody>
      </p:sp>
      <p:sp>
        <p:nvSpPr>
          <p:cNvPr id="6" name="text-5">
            <a:extLst xmlns:a="http://schemas.openxmlformats.org/drawingml/2006/main">
              <a:ext uri="{FF2B5EF4-FFF2-40B4-BE49-F238E27FC236}">
                <a16:creationId xmlns:a16="http://schemas.microsoft.com/office/drawing/2014/main" id="{4250FF49-5977-428B-BDD0-06C768BE3D3B}"/>
              </a:ext>
            </a:extLst>
          </p:cNvPr>
          <p:cNvSpPr>
            <a:spLocks xmlns:a="http://schemas.openxmlformats.org/drawingml/2006/main" noGrp="1"/>
          </p:cNvSpPr>
          <p:nvPr/>
        </p:nvSpPr>
        <p:spPr>
          <a:xfrm xmlns:a="http://schemas.openxmlformats.org/drawingml/2006/main">
            <a:off x="685800" y="2619375"/>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18364F"/>
                </a:solidFill>
                <a:latin typeface="Yu Gothic"/>
                <a:ea typeface="Yu Gothic"/>
                <a:cs typeface="Yu Gothic"/>
              </a:defRPr>
            </a:defPPr>
            <a:lvl1pPr algn="l">
              <a:buNone/>
              <a:defRPr sz="2700" b="1">
                <a:solidFill>
                  <a:srgbClr val="18364F"/>
                </a:solidFill>
                <a:latin typeface="Yu Gothic"/>
                <a:ea typeface="Yu Gothic"/>
                <a:cs typeface="Yu Gothic"/>
              </a:defRPr>
            </a:lvl1pPr>
            <a:lvl2pPr algn="l">
              <a:buNone/>
              <a:defRPr sz="2700" b="1">
                <a:solidFill>
                  <a:srgbClr val="18364F"/>
                </a:solidFill>
                <a:latin typeface="Yu Gothic"/>
                <a:ea typeface="Yu Gothic"/>
                <a:cs typeface="Yu Gothic"/>
              </a:defRPr>
            </a:lvl2pPr>
            <a:lvl3pPr algn="l">
              <a:buNone/>
              <a:defRPr sz="2700" b="1">
                <a:solidFill>
                  <a:srgbClr val="18364F"/>
                </a:solidFill>
                <a:latin typeface="Yu Gothic"/>
                <a:ea typeface="Yu Gothic"/>
                <a:cs typeface="Yu Gothic"/>
              </a:defRPr>
            </a:lvl3pPr>
            <a:lvl4pPr algn="l">
              <a:buNone/>
              <a:defRPr sz="2700" b="1">
                <a:solidFill>
                  <a:srgbClr val="18364F"/>
                </a:solidFill>
                <a:latin typeface="Yu Gothic"/>
                <a:ea typeface="Yu Gothic"/>
                <a:cs typeface="Yu Gothic"/>
              </a:defRPr>
            </a:lvl4pPr>
            <a:lvl5pPr algn="l">
              <a:buNone/>
              <a:defRPr sz="2700" b="1">
                <a:solidFill>
                  <a:srgbClr val="18364F"/>
                </a:solidFill>
                <a:latin typeface="Yu Gothic"/>
                <a:ea typeface="Yu Gothic"/>
                <a:cs typeface="Yu Gothic"/>
              </a:defRPr>
            </a:lvl5pPr>
            <a:lvl6pPr algn="l">
              <a:buNone/>
              <a:defRPr sz="2700" b="1">
                <a:solidFill>
                  <a:srgbClr val="18364F"/>
                </a:solidFill>
                <a:latin typeface="Yu Gothic"/>
                <a:ea typeface="Yu Gothic"/>
                <a:cs typeface="Yu Gothic"/>
              </a:defRPr>
            </a:lvl6pPr>
            <a:lvl7pPr algn="l">
              <a:buNone/>
              <a:defRPr sz="2700" b="1">
                <a:solidFill>
                  <a:srgbClr val="18364F"/>
                </a:solidFill>
                <a:latin typeface="Yu Gothic"/>
                <a:ea typeface="Yu Gothic"/>
                <a:cs typeface="Yu Gothic"/>
              </a:defRPr>
            </a:lvl7pPr>
            <a:lvl8pPr algn="l">
              <a:buNone/>
              <a:defRPr sz="2700" b="1">
                <a:solidFill>
                  <a:srgbClr val="18364F"/>
                </a:solidFill>
                <a:latin typeface="Yu Gothic"/>
                <a:ea typeface="Yu Gothic"/>
                <a:cs typeface="Yu Gothic"/>
              </a:defRPr>
            </a:lvl8pPr>
            <a:lvl9pPr algn="l">
              <a:buNone/>
              <a:defRPr sz="2700" b="1">
                <a:solidFill>
                  <a:srgbClr val="18364F"/>
                </a:solidFill>
                <a:latin typeface="Yu Gothic"/>
                <a:ea typeface="Yu Gothic"/>
                <a:cs typeface="Yu Gothic"/>
              </a:defRPr>
            </a:lvl9pPr>
          </a:lstStyle>
          <a:p xmlns:a="http://schemas.openxmlformats.org/drawingml/2006/main">
            <a:pPr algn="l">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W = 0.100 × 9.8 = 0.980 N ≈ 1 N</a:t>
            </a:r>
          </a:p>
        </p:txBody>
      </p:sp>
      <p:sp>
        <p:nvSpPr>
          <p:cNvPr id="7" name="text-6">
            <a:extLst xmlns:a="http://schemas.openxmlformats.org/drawingml/2006/main">
              <a:ext uri="{FF2B5EF4-FFF2-40B4-BE49-F238E27FC236}">
                <a16:creationId xmlns:a16="http://schemas.microsoft.com/office/drawing/2014/main" id="{8C845EA5-C1F3-41F4-84B1-560A72FA2135}"/>
              </a:ext>
            </a:extLst>
          </p:cNvPr>
          <p:cNvSpPr>
            <a:spLocks xmlns:a="http://schemas.openxmlformats.org/drawingml/2006/main" noGrp="1"/>
          </p:cNvSpPr>
          <p:nvPr/>
        </p:nvSpPr>
        <p:spPr>
          <a:xfrm xmlns:a="http://schemas.openxmlformats.org/drawingml/2006/main">
            <a:off x="685800" y="3781425"/>
            <a:ext cx="762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18364F"/>
                </a:solidFill>
                <a:latin typeface="Yu Gothic"/>
                <a:ea typeface="Yu Gothic"/>
                <a:cs typeface="Yu Gothic"/>
              </a:defRPr>
            </a:defPPr>
            <a:lvl1pPr algn="l">
              <a:buNone/>
              <a:defRPr sz="2625" b="1">
                <a:solidFill>
                  <a:srgbClr val="18364F"/>
                </a:solidFill>
                <a:latin typeface="Yu Gothic"/>
                <a:ea typeface="Yu Gothic"/>
                <a:cs typeface="Yu Gothic"/>
              </a:defRPr>
            </a:lvl1pPr>
            <a:lvl2pPr algn="l">
              <a:buNone/>
              <a:defRPr sz="2625" b="1">
                <a:solidFill>
                  <a:srgbClr val="18364F"/>
                </a:solidFill>
                <a:latin typeface="Yu Gothic"/>
                <a:ea typeface="Yu Gothic"/>
                <a:cs typeface="Yu Gothic"/>
              </a:defRPr>
            </a:lvl2pPr>
            <a:lvl3pPr algn="l">
              <a:buNone/>
              <a:defRPr sz="2625" b="1">
                <a:solidFill>
                  <a:srgbClr val="18364F"/>
                </a:solidFill>
                <a:latin typeface="Yu Gothic"/>
                <a:ea typeface="Yu Gothic"/>
                <a:cs typeface="Yu Gothic"/>
              </a:defRPr>
            </a:lvl3pPr>
            <a:lvl4pPr algn="l">
              <a:buNone/>
              <a:defRPr sz="2625" b="1">
                <a:solidFill>
                  <a:srgbClr val="18364F"/>
                </a:solidFill>
                <a:latin typeface="Yu Gothic"/>
                <a:ea typeface="Yu Gothic"/>
                <a:cs typeface="Yu Gothic"/>
              </a:defRPr>
            </a:lvl4pPr>
            <a:lvl5pPr algn="l">
              <a:buNone/>
              <a:defRPr sz="2625" b="1">
                <a:solidFill>
                  <a:srgbClr val="18364F"/>
                </a:solidFill>
                <a:latin typeface="Yu Gothic"/>
                <a:ea typeface="Yu Gothic"/>
                <a:cs typeface="Yu Gothic"/>
              </a:defRPr>
            </a:lvl5pPr>
            <a:lvl6pPr algn="l">
              <a:buNone/>
              <a:defRPr sz="2625" b="1">
                <a:solidFill>
                  <a:srgbClr val="18364F"/>
                </a:solidFill>
                <a:latin typeface="Yu Gothic"/>
                <a:ea typeface="Yu Gothic"/>
                <a:cs typeface="Yu Gothic"/>
              </a:defRPr>
            </a:lvl6pPr>
            <a:lvl7pPr algn="l">
              <a:buNone/>
              <a:defRPr sz="2625" b="1">
                <a:solidFill>
                  <a:srgbClr val="18364F"/>
                </a:solidFill>
                <a:latin typeface="Yu Gothic"/>
                <a:ea typeface="Yu Gothic"/>
                <a:cs typeface="Yu Gothic"/>
              </a:defRPr>
            </a:lvl7pPr>
            <a:lvl8pPr algn="l">
              <a:buNone/>
              <a:defRPr sz="2625" b="1">
                <a:solidFill>
                  <a:srgbClr val="18364F"/>
                </a:solidFill>
                <a:latin typeface="Yu Gothic"/>
                <a:ea typeface="Yu Gothic"/>
                <a:cs typeface="Yu Gothic"/>
              </a:defRPr>
            </a:lvl8pPr>
            <a:lvl9pPr algn="l">
              <a:buNone/>
              <a:defRPr sz="2625" b="1">
                <a:solidFill>
                  <a:srgbClr val="18364F"/>
                </a:solidFill>
                <a:latin typeface="Yu Gothic"/>
                <a:ea typeface="Yu Gothic"/>
                <a:cs typeface="Yu Gothic"/>
              </a:defRPr>
            </a:lvl9pPr>
          </a:lstStyle>
          <a:p xmlns:a="http://schemas.openxmlformats.org/drawingml/2006/main">
            <a:pPr algn="l">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質量1 kgなら、W = mg = 9.8 N</a:t>
            </a:r>
          </a:p>
        </p:txBody>
      </p:sp>
      <p:sp>
        <p:nvSpPr>
          <p:cNvPr id="8" name="text-7">
            <a:extLst xmlns:a="http://schemas.openxmlformats.org/drawingml/2006/main">
              <a:ext uri="{FF2B5EF4-FFF2-40B4-BE49-F238E27FC236}">
                <a16:creationId xmlns:a16="http://schemas.microsoft.com/office/drawing/2014/main" id="{414E16E4-EB3B-4784-B14E-5B33CFE4021F}"/>
              </a:ext>
            </a:extLst>
          </p:cNvPr>
          <p:cNvSpPr>
            <a:spLocks xmlns:a="http://schemas.openxmlformats.org/drawingml/2006/main" noGrp="1"/>
          </p:cNvSpPr>
          <p:nvPr/>
        </p:nvSpPr>
        <p:spPr>
          <a:xfrm xmlns:a="http://schemas.openxmlformats.org/drawingml/2006/main">
            <a:off x="685800" y="4819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53C4D"/>
                </a:solidFill>
                <a:latin typeface="Yu Gothic"/>
                <a:ea typeface="Yu Gothic"/>
                <a:cs typeface="Yu Gothic"/>
              </a:defRPr>
            </a:defPPr>
            <a:lvl1pPr algn="l">
              <a:buNone/>
              <a:defRPr sz="2100" b="0">
                <a:solidFill>
                  <a:srgbClr val="253C4D"/>
                </a:solidFill>
                <a:latin typeface="Yu Gothic"/>
                <a:ea typeface="Yu Gothic"/>
                <a:cs typeface="Yu Gothic"/>
              </a:defRPr>
            </a:lvl1pPr>
            <a:lvl2pPr algn="l">
              <a:buNone/>
              <a:defRPr sz="2100" b="0">
                <a:solidFill>
                  <a:srgbClr val="253C4D"/>
                </a:solidFill>
                <a:latin typeface="Yu Gothic"/>
                <a:ea typeface="Yu Gothic"/>
                <a:cs typeface="Yu Gothic"/>
              </a:defRPr>
            </a:lvl2pPr>
            <a:lvl3pPr algn="l">
              <a:buNone/>
              <a:defRPr sz="2100" b="0">
                <a:solidFill>
                  <a:srgbClr val="253C4D"/>
                </a:solidFill>
                <a:latin typeface="Yu Gothic"/>
                <a:ea typeface="Yu Gothic"/>
                <a:cs typeface="Yu Gothic"/>
              </a:defRPr>
            </a:lvl3pPr>
            <a:lvl4pPr algn="l">
              <a:buNone/>
              <a:defRPr sz="2100" b="0">
                <a:solidFill>
                  <a:srgbClr val="253C4D"/>
                </a:solidFill>
                <a:latin typeface="Yu Gothic"/>
                <a:ea typeface="Yu Gothic"/>
                <a:cs typeface="Yu Gothic"/>
              </a:defRPr>
            </a:lvl4pPr>
            <a:lvl5pPr algn="l">
              <a:buNone/>
              <a:defRPr sz="2100" b="0">
                <a:solidFill>
                  <a:srgbClr val="253C4D"/>
                </a:solidFill>
                <a:latin typeface="Yu Gothic"/>
                <a:ea typeface="Yu Gothic"/>
                <a:cs typeface="Yu Gothic"/>
              </a:defRPr>
            </a:lvl5pPr>
            <a:lvl6pPr algn="l">
              <a:buNone/>
              <a:defRPr sz="2100" b="0">
                <a:solidFill>
                  <a:srgbClr val="253C4D"/>
                </a:solidFill>
                <a:latin typeface="Yu Gothic"/>
                <a:ea typeface="Yu Gothic"/>
                <a:cs typeface="Yu Gothic"/>
              </a:defRPr>
            </a:lvl6pPr>
            <a:lvl7pPr algn="l">
              <a:buNone/>
              <a:defRPr sz="2100" b="0">
                <a:solidFill>
                  <a:srgbClr val="253C4D"/>
                </a:solidFill>
                <a:latin typeface="Yu Gothic"/>
                <a:ea typeface="Yu Gothic"/>
                <a:cs typeface="Yu Gothic"/>
              </a:defRPr>
            </a:lvl7pPr>
            <a:lvl8pPr algn="l">
              <a:buNone/>
              <a:defRPr sz="2100" b="0">
                <a:solidFill>
                  <a:srgbClr val="253C4D"/>
                </a:solidFill>
                <a:latin typeface="Yu Gothic"/>
                <a:ea typeface="Yu Gothic"/>
                <a:cs typeface="Yu Gothic"/>
              </a:defRPr>
            </a:lvl8pPr>
            <a:lvl9pPr algn="l">
              <a:buNone/>
              <a:defRPr sz="2100" b="0">
                <a:solidFill>
                  <a:srgbClr val="253C4D"/>
                </a:solidFill>
                <a:latin typeface="Yu Gothic"/>
                <a:ea typeface="Yu Gothic"/>
                <a:cs typeface="Yu Gothic"/>
              </a:defRPr>
            </a:lvl9pPr>
          </a:lstStyle>
          <a:p xmlns:a="http://schemas.openxmlformats.org/drawingml/2006/main">
            <a:pPr algn="l">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g = 9.8 m/s² とする。Nは押す力・引く力にも使う</a:t>
            </a:r>
          </a:p>
        </p:txBody>
      </p:sp>
      <p:sp>
        <p:nvSpPr>
          <p:cNvPr id="9" name="">
            <a:extLst xmlns:a="http://schemas.openxmlformats.org/drawingml/2006/main">
              <a:ext uri="{FF2B5EF4-FFF2-40B4-BE49-F238E27FC236}">
                <a16:creationId xmlns:a16="http://schemas.microsoft.com/office/drawing/2014/main" id="{68EC1303-7722-4782-BBAC-F0B26AE0D87C}"/>
              </a:ext>
            </a:extLst>
          </p:cNvPr>
          <p:cNvSpPr>
            <a:spLocks xmlns:a="http://schemas.openxmlformats.org/drawingml/2006/main" noGrp="1"/>
          </p:cNvSpPr>
          <p:nvPr/>
        </p:nvSpPr>
        <p:spPr>
          <a:xfrm xmlns:a="http://schemas.openxmlformats.org/drawingml/2006/main">
            <a:off x="9334500" y="2857500"/>
            <a:ext cx="952500" cy="933450"/>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10" name="text-9">
            <a:extLst xmlns:a="http://schemas.openxmlformats.org/drawingml/2006/main">
              <a:ext uri="{FF2B5EF4-FFF2-40B4-BE49-F238E27FC236}">
                <a16:creationId xmlns:a16="http://schemas.microsoft.com/office/drawing/2014/main" id="{89DAB196-1B3A-4021-A836-2C4F6E9F5DE7}"/>
              </a:ext>
            </a:extLst>
          </p:cNvPr>
          <p:cNvSpPr>
            <a:spLocks xmlns:a="http://schemas.openxmlformats.org/drawingml/2006/main" noGrp="1"/>
          </p:cNvSpPr>
          <p:nvPr/>
        </p:nvSpPr>
        <p:spPr>
          <a:xfrm xmlns:a="http://schemas.openxmlformats.org/drawingml/2006/main">
            <a:off x="9048750" y="2247900"/>
            <a:ext cx="157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8364F"/>
                </a:solidFill>
                <a:latin typeface="Yu Gothic"/>
                <a:ea typeface="Yu Gothic"/>
                <a:cs typeface="Yu Gothic"/>
              </a:defRPr>
            </a:defPPr>
            <a:lvl1pPr algn="l">
              <a:buNone/>
              <a:defRPr sz="2100" b="1">
                <a:solidFill>
                  <a:srgbClr val="18364F"/>
                </a:solidFill>
                <a:latin typeface="Yu Gothic"/>
                <a:ea typeface="Yu Gothic"/>
                <a:cs typeface="Yu Gothic"/>
              </a:defRPr>
            </a:lvl1pPr>
            <a:lvl2pPr algn="l">
              <a:buNone/>
              <a:defRPr sz="2100" b="1">
                <a:solidFill>
                  <a:srgbClr val="18364F"/>
                </a:solidFill>
                <a:latin typeface="Yu Gothic"/>
                <a:ea typeface="Yu Gothic"/>
                <a:cs typeface="Yu Gothic"/>
              </a:defRPr>
            </a:lvl2pPr>
            <a:lvl3pPr algn="l">
              <a:buNone/>
              <a:defRPr sz="2100" b="1">
                <a:solidFill>
                  <a:srgbClr val="18364F"/>
                </a:solidFill>
                <a:latin typeface="Yu Gothic"/>
                <a:ea typeface="Yu Gothic"/>
                <a:cs typeface="Yu Gothic"/>
              </a:defRPr>
            </a:lvl3pPr>
            <a:lvl4pPr algn="l">
              <a:buNone/>
              <a:defRPr sz="2100" b="1">
                <a:solidFill>
                  <a:srgbClr val="18364F"/>
                </a:solidFill>
                <a:latin typeface="Yu Gothic"/>
                <a:ea typeface="Yu Gothic"/>
                <a:cs typeface="Yu Gothic"/>
              </a:defRPr>
            </a:lvl4pPr>
            <a:lvl5pPr algn="l">
              <a:buNone/>
              <a:defRPr sz="2100" b="1">
                <a:solidFill>
                  <a:srgbClr val="18364F"/>
                </a:solidFill>
                <a:latin typeface="Yu Gothic"/>
                <a:ea typeface="Yu Gothic"/>
                <a:cs typeface="Yu Gothic"/>
              </a:defRPr>
            </a:lvl5pPr>
            <a:lvl6pPr algn="l">
              <a:buNone/>
              <a:defRPr sz="2100" b="1">
                <a:solidFill>
                  <a:srgbClr val="18364F"/>
                </a:solidFill>
                <a:latin typeface="Yu Gothic"/>
                <a:ea typeface="Yu Gothic"/>
                <a:cs typeface="Yu Gothic"/>
              </a:defRPr>
            </a:lvl6pPr>
            <a:lvl7pPr algn="l">
              <a:buNone/>
              <a:defRPr sz="2100" b="1">
                <a:solidFill>
                  <a:srgbClr val="18364F"/>
                </a:solidFill>
                <a:latin typeface="Yu Gothic"/>
                <a:ea typeface="Yu Gothic"/>
                <a:cs typeface="Yu Gothic"/>
              </a:defRPr>
            </a:lvl7pPr>
            <a:lvl8pPr algn="l">
              <a:buNone/>
              <a:defRPr sz="2100" b="1">
                <a:solidFill>
                  <a:srgbClr val="18364F"/>
                </a:solidFill>
                <a:latin typeface="Yu Gothic"/>
                <a:ea typeface="Yu Gothic"/>
                <a:cs typeface="Yu Gothic"/>
              </a:defRPr>
            </a:lvl8pPr>
            <a:lvl9pPr algn="l">
              <a:buNone/>
              <a:defRPr sz="2100" b="1">
                <a:solidFill>
                  <a:srgbClr val="18364F"/>
                </a:solidFill>
                <a:latin typeface="Yu Gothic"/>
                <a:ea typeface="Yu Gothic"/>
                <a:cs typeface="Yu Gothic"/>
              </a:defRPr>
            </a:lvl9pPr>
          </a:lstStyle>
          <a:p xmlns:a="http://schemas.openxmlformats.org/drawingml/2006/main">
            <a:pPr algn="l">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100 g</a:t>
            </a:r>
          </a:p>
        </p:txBody>
      </p:sp>
      <p:cxnSp>
        <p:nvCxnSpPr>
          <p:cNvPr id="11" name="">
            <a:extLst xmlns:a="http://schemas.openxmlformats.org/drawingml/2006/main">
              <a:ext uri="{FF2B5EF4-FFF2-40B4-BE49-F238E27FC236}">
                <a16:creationId xmlns:a16="http://schemas.microsoft.com/office/drawing/2014/main" id="{9E0BC00E-E178-4DF9-AB2A-118CC2C1DAD9}"/>
              </a:ext>
            </a:extLst>
          </p:cNvPr>
          <p:cNvCxnSpPr/>
          <p:nvPr/>
        </p:nvCxnSpPr>
        <p:spPr>
          <a:xfrm xmlns:a="http://schemas.openxmlformats.org/drawingml/2006/main" flipH="0" flipV="0">
            <a:off x="9810750" y="3790950"/>
            <a:ext cx="0" cy="1266825"/>
          </a:xfrm>
          <a:prstGeom xmlns:a="http://schemas.openxmlformats.org/drawingml/2006/main" prst="straightConnector1">
            <a:avLst/>
          </a:prstGeom>
          <a:ln xmlns:a="http://schemas.openxmlformats.org/drawingml/2006/main" w="47625">
            <a:solidFill>
              <a:srgbClr val="C53D3D"/>
            </a:solidFill>
            <a:tailEnd type="triangle" w="med" len="med"/>
          </a:ln>
        </p:spPr>
      </p:cxnSp>
      <p:cxnSp>
        <p:nvCxnSpPr>
          <p:cNvPr id="12" name="">
            <a:extLst xmlns:a="http://schemas.openxmlformats.org/drawingml/2006/main">
              <a:ext uri="{FF2B5EF4-FFF2-40B4-BE49-F238E27FC236}">
                <a16:creationId xmlns:a16="http://schemas.microsoft.com/office/drawing/2014/main" id="{4E87855A-B5B0-4E06-8BC4-93CE35392A91}"/>
              </a:ext>
            </a:extLst>
          </p:cNvPr>
          <p:cNvCxnSpPr/>
          <p:nvPr/>
        </p:nvCxnSpPr>
        <p:spPr>
          <a:xfrm xmlns:a="http://schemas.openxmlformats.org/drawingml/2006/main" flipH="0" flipV="1">
            <a:off x="9810750" y="1581150"/>
            <a:ext cx="0" cy="1266825"/>
          </a:xfrm>
          <a:prstGeom xmlns:a="http://schemas.openxmlformats.org/drawingml/2006/main" prst="straightConnector1">
            <a:avLst/>
          </a:prstGeom>
          <a:ln xmlns:a="http://schemas.openxmlformats.org/drawingml/2006/main" w="47625">
            <a:solidFill>
              <a:srgbClr val="245C98"/>
            </a:solidFill>
            <a:tailEnd type="triangle" w="med" len="med"/>
          </a:ln>
        </p:spPr>
      </p:cxnSp>
      <p:sp>
        <p:nvSpPr>
          <p:cNvPr id="13" name="text-12">
            <a:extLst xmlns:a="http://schemas.openxmlformats.org/drawingml/2006/main">
              <a:ext uri="{FF2B5EF4-FFF2-40B4-BE49-F238E27FC236}">
                <a16:creationId xmlns:a16="http://schemas.microsoft.com/office/drawing/2014/main" id="{52F69989-D163-475B-B46D-D1DB856641E6}"/>
              </a:ext>
            </a:extLst>
          </p:cNvPr>
          <p:cNvSpPr>
            <a:spLocks xmlns:a="http://schemas.openxmlformats.org/drawingml/2006/main" noGrp="1"/>
          </p:cNvSpPr>
          <p:nvPr/>
        </p:nvSpPr>
        <p:spPr>
          <a:xfrm xmlns:a="http://schemas.openxmlformats.org/drawingml/2006/main">
            <a:off x="10477500" y="1838325"/>
            <a:ext cx="102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245C98"/>
                </a:solidFill>
                <a:latin typeface="Yu Gothic"/>
                <a:ea typeface="Yu Gothic"/>
                <a:cs typeface="Yu Gothic"/>
              </a:defRPr>
            </a:defPPr>
            <a:lvl1pPr algn="l">
              <a:buNone/>
              <a:defRPr sz="1800" b="1">
                <a:solidFill>
                  <a:srgbClr val="245C98"/>
                </a:solidFill>
                <a:latin typeface="Yu Gothic"/>
                <a:ea typeface="Yu Gothic"/>
                <a:cs typeface="Yu Gothic"/>
              </a:defRPr>
            </a:lvl1pPr>
            <a:lvl2pPr algn="l">
              <a:buNone/>
              <a:defRPr sz="1800" b="1">
                <a:solidFill>
                  <a:srgbClr val="245C98"/>
                </a:solidFill>
                <a:latin typeface="Yu Gothic"/>
                <a:ea typeface="Yu Gothic"/>
                <a:cs typeface="Yu Gothic"/>
              </a:defRPr>
            </a:lvl2pPr>
            <a:lvl3pPr algn="l">
              <a:buNone/>
              <a:defRPr sz="1800" b="1">
                <a:solidFill>
                  <a:srgbClr val="245C98"/>
                </a:solidFill>
                <a:latin typeface="Yu Gothic"/>
                <a:ea typeface="Yu Gothic"/>
                <a:cs typeface="Yu Gothic"/>
              </a:defRPr>
            </a:lvl3pPr>
            <a:lvl4pPr algn="l">
              <a:buNone/>
              <a:defRPr sz="1800" b="1">
                <a:solidFill>
                  <a:srgbClr val="245C98"/>
                </a:solidFill>
                <a:latin typeface="Yu Gothic"/>
                <a:ea typeface="Yu Gothic"/>
                <a:cs typeface="Yu Gothic"/>
              </a:defRPr>
            </a:lvl4pPr>
            <a:lvl5pPr algn="l">
              <a:buNone/>
              <a:defRPr sz="1800" b="1">
                <a:solidFill>
                  <a:srgbClr val="245C98"/>
                </a:solidFill>
                <a:latin typeface="Yu Gothic"/>
                <a:ea typeface="Yu Gothic"/>
                <a:cs typeface="Yu Gothic"/>
              </a:defRPr>
            </a:lvl5pPr>
            <a:lvl6pPr algn="l">
              <a:buNone/>
              <a:defRPr sz="1800" b="1">
                <a:solidFill>
                  <a:srgbClr val="245C98"/>
                </a:solidFill>
                <a:latin typeface="Yu Gothic"/>
                <a:ea typeface="Yu Gothic"/>
                <a:cs typeface="Yu Gothic"/>
              </a:defRPr>
            </a:lvl6pPr>
            <a:lvl7pPr algn="l">
              <a:buNone/>
              <a:defRPr sz="1800" b="1">
                <a:solidFill>
                  <a:srgbClr val="245C98"/>
                </a:solidFill>
                <a:latin typeface="Yu Gothic"/>
                <a:ea typeface="Yu Gothic"/>
                <a:cs typeface="Yu Gothic"/>
              </a:defRPr>
            </a:lvl7pPr>
            <a:lvl8pPr algn="l">
              <a:buNone/>
              <a:defRPr sz="1800" b="1">
                <a:solidFill>
                  <a:srgbClr val="245C98"/>
                </a:solidFill>
                <a:latin typeface="Yu Gothic"/>
                <a:ea typeface="Yu Gothic"/>
                <a:cs typeface="Yu Gothic"/>
              </a:defRPr>
            </a:lvl8pPr>
            <a:lvl9pPr algn="l">
              <a:buNone/>
              <a:defRPr sz="1800" b="1">
                <a:solidFill>
                  <a:srgbClr val="245C98"/>
                </a:solidFill>
                <a:latin typeface="Yu Gothic"/>
                <a:ea typeface="Yu Gothic"/>
                <a:cs typeface="Yu Gothic"/>
              </a:defRPr>
            </a:lvl9pPr>
          </a:lstStyle>
          <a:p xmlns:a="http://schemas.openxmlformats.org/drawingml/2006/main">
            <a:pPr algn="l">
              <a:buNone/>
              <a:defRPr sz="1800" b="1">
                <a:solidFill>
                  <a:srgbClr val="245C98"/>
                </a:solidFill>
                <a:latin typeface="Yu Gothic"/>
                <a:ea typeface="Yu Gothic"/>
                <a:cs typeface="Yu Gothic"/>
              </a:defRPr>
            </a:pPr>
            <a:r>
              <a:rPr sz="1800" b="1">
                <a:solidFill>
                  <a:srgbClr val="245C98"/>
                </a:solidFill>
                <a:latin typeface="Yu Gothic"/>
                <a:ea typeface="Yu Gothic"/>
                <a:cs typeface="Yu Gothic"/>
              </a:rPr>
              <a:t>支持力</a:t>
            </a:r>
          </a:p>
        </p:txBody>
      </p:sp>
      <p:sp>
        <p:nvSpPr>
          <p:cNvPr id="14" name="text-13">
            <a:extLst xmlns:a="http://schemas.openxmlformats.org/drawingml/2006/main">
              <a:ext uri="{FF2B5EF4-FFF2-40B4-BE49-F238E27FC236}">
                <a16:creationId xmlns:a16="http://schemas.microsoft.com/office/drawing/2014/main" id="{696531A4-6A6E-4D2D-830A-C2FB18B3F9D4}"/>
              </a:ext>
            </a:extLst>
          </p:cNvPr>
          <p:cNvSpPr>
            <a:spLocks xmlns:a="http://schemas.openxmlformats.org/drawingml/2006/main" noGrp="1"/>
          </p:cNvSpPr>
          <p:nvPr/>
        </p:nvSpPr>
        <p:spPr>
          <a:xfrm xmlns:a="http://schemas.openxmlformats.org/drawingml/2006/main">
            <a:off x="10448925" y="4267200"/>
            <a:ext cx="10572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C53D3D"/>
                </a:solidFill>
                <a:latin typeface="Yu Gothic"/>
                <a:ea typeface="Yu Gothic"/>
                <a:cs typeface="Yu Gothic"/>
              </a:defRPr>
            </a:defPPr>
            <a:lvl1pPr algn="l">
              <a:buNone/>
              <a:defRPr sz="1800" b="1">
                <a:solidFill>
                  <a:srgbClr val="C53D3D"/>
                </a:solidFill>
                <a:latin typeface="Yu Gothic"/>
                <a:ea typeface="Yu Gothic"/>
                <a:cs typeface="Yu Gothic"/>
              </a:defRPr>
            </a:lvl1pPr>
            <a:lvl2pPr algn="l">
              <a:buNone/>
              <a:defRPr sz="1800" b="1">
                <a:solidFill>
                  <a:srgbClr val="C53D3D"/>
                </a:solidFill>
                <a:latin typeface="Yu Gothic"/>
                <a:ea typeface="Yu Gothic"/>
                <a:cs typeface="Yu Gothic"/>
              </a:defRPr>
            </a:lvl2pPr>
            <a:lvl3pPr algn="l">
              <a:buNone/>
              <a:defRPr sz="1800" b="1">
                <a:solidFill>
                  <a:srgbClr val="C53D3D"/>
                </a:solidFill>
                <a:latin typeface="Yu Gothic"/>
                <a:ea typeface="Yu Gothic"/>
                <a:cs typeface="Yu Gothic"/>
              </a:defRPr>
            </a:lvl3pPr>
            <a:lvl4pPr algn="l">
              <a:buNone/>
              <a:defRPr sz="1800" b="1">
                <a:solidFill>
                  <a:srgbClr val="C53D3D"/>
                </a:solidFill>
                <a:latin typeface="Yu Gothic"/>
                <a:ea typeface="Yu Gothic"/>
                <a:cs typeface="Yu Gothic"/>
              </a:defRPr>
            </a:lvl4pPr>
            <a:lvl5pPr algn="l">
              <a:buNone/>
              <a:defRPr sz="1800" b="1">
                <a:solidFill>
                  <a:srgbClr val="C53D3D"/>
                </a:solidFill>
                <a:latin typeface="Yu Gothic"/>
                <a:ea typeface="Yu Gothic"/>
                <a:cs typeface="Yu Gothic"/>
              </a:defRPr>
            </a:lvl5pPr>
            <a:lvl6pPr algn="l">
              <a:buNone/>
              <a:defRPr sz="1800" b="1">
                <a:solidFill>
                  <a:srgbClr val="C53D3D"/>
                </a:solidFill>
                <a:latin typeface="Yu Gothic"/>
                <a:ea typeface="Yu Gothic"/>
                <a:cs typeface="Yu Gothic"/>
              </a:defRPr>
            </a:lvl6pPr>
            <a:lvl7pPr algn="l">
              <a:buNone/>
              <a:defRPr sz="1800" b="1">
                <a:solidFill>
                  <a:srgbClr val="C53D3D"/>
                </a:solidFill>
                <a:latin typeface="Yu Gothic"/>
                <a:ea typeface="Yu Gothic"/>
                <a:cs typeface="Yu Gothic"/>
              </a:defRPr>
            </a:lvl7pPr>
            <a:lvl8pPr algn="l">
              <a:buNone/>
              <a:defRPr sz="1800" b="1">
                <a:solidFill>
                  <a:srgbClr val="C53D3D"/>
                </a:solidFill>
                <a:latin typeface="Yu Gothic"/>
                <a:ea typeface="Yu Gothic"/>
                <a:cs typeface="Yu Gothic"/>
              </a:defRPr>
            </a:lvl8pPr>
            <a:lvl9pPr algn="l">
              <a:buNone/>
              <a:defRPr sz="1800" b="1">
                <a:solidFill>
                  <a:srgbClr val="C53D3D"/>
                </a:solidFill>
                <a:latin typeface="Yu Gothic"/>
                <a:ea typeface="Yu Gothic"/>
                <a:cs typeface="Yu Gothic"/>
              </a:defRPr>
            </a:lvl9pPr>
          </a:lstStyle>
          <a:p xmlns:a="http://schemas.openxmlformats.org/drawingml/2006/main">
            <a:pPr algn="l">
              <a:buNone/>
              <a:defRPr sz="1800" b="1">
                <a:solidFill>
                  <a:srgbClr val="C53D3D"/>
                </a:solidFill>
                <a:latin typeface="Yu Gothic"/>
                <a:ea typeface="Yu Gothic"/>
                <a:cs typeface="Yu Gothic"/>
              </a:defRPr>
            </a:pPr>
            <a:r>
              <a:rPr sz="1800" b="1">
                <a:solidFill>
                  <a:srgbClr val="C53D3D"/>
                </a:solidFill>
                <a:latin typeface="Yu Gothic"/>
                <a:ea typeface="Yu Gothic"/>
                <a:cs typeface="Yu Gothic"/>
              </a:rPr>
              <a:t>0.980 N</a:t>
            </a:r>
          </a:p>
        </p:txBody>
      </p:sp>
      <p:sp>
        <p:nvSpPr>
          <p:cNvPr id="15" name="text-14">
            <a:extLst xmlns:a="http://schemas.openxmlformats.org/drawingml/2006/main">
              <a:ext uri="{FF2B5EF4-FFF2-40B4-BE49-F238E27FC236}">
                <a16:creationId xmlns:a16="http://schemas.microsoft.com/office/drawing/2014/main" id="{8E29680A-3D6F-4242-8355-61B623489A57}"/>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定義：1 kgに1 m/s²の加速度を与える力が1 N（1 N = 1 kg·m/s²）</a:t>
            </a:r>
          </a:p>
        </p:txBody>
      </p:sp>
    </p:spTree>
    <p:extLst>
      <p:ext uri="{BB962C8B-B14F-4D97-AF65-F5344CB8AC3E}">
        <p14:creationId xmlns:p14="http://schemas.microsoft.com/office/powerpoint/2010/main" val="8825809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FF76BB6C-B796-4930-BF4A-7554DD63FB28}"/>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kgf と N の換算</a:t>
            </a:r>
          </a:p>
        </p:txBody>
      </p:sp>
      <p:cxnSp>
        <p:nvCxnSpPr>
          <p:cNvPr id="2" name="">
            <a:extLst xmlns:a="http://schemas.openxmlformats.org/drawingml/2006/main">
              <a:ext uri="{FF2B5EF4-FFF2-40B4-BE49-F238E27FC236}">
                <a16:creationId xmlns:a16="http://schemas.microsoft.com/office/drawing/2014/main" id="{BCE2B4F1-1C51-4B0C-BC95-953F04315FA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10A756C5-1B6E-436E-8696-F71F3673D48B}"/>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5E205A62-1EC7-4181-BF14-5385A4622CD3}"/>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6 / 57</a:t>
            </a:r>
          </a:p>
        </p:txBody>
      </p:sp>
      <p:sp>
        <p:nvSpPr>
          <p:cNvPr id="5" name="text-4">
            <a:extLst xmlns:a="http://schemas.openxmlformats.org/drawingml/2006/main">
              <a:ext uri="{FF2B5EF4-FFF2-40B4-BE49-F238E27FC236}">
                <a16:creationId xmlns:a16="http://schemas.microsoft.com/office/drawing/2014/main" id="{EFAADDD7-D84F-4EEA-B985-728ED7B18545}"/>
              </a:ext>
            </a:extLst>
          </p:cNvPr>
          <p:cNvSpPr>
            <a:spLocks xmlns:a="http://schemas.openxmlformats.org/drawingml/2006/main" noGrp="1"/>
          </p:cNvSpPr>
          <p:nvPr/>
        </p:nvSpPr>
        <p:spPr>
          <a:xfrm xmlns:a="http://schemas.openxmlformats.org/drawingml/2006/main">
            <a:off x="685800" y="16192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1 kgに標準重力が働くときの力が、1 kgf</a:t>
            </a:r>
          </a:p>
        </p:txBody>
      </p:sp>
      <p:sp>
        <p:nvSpPr>
          <p:cNvPr id="6" name="text-5">
            <a:extLst xmlns:a="http://schemas.openxmlformats.org/drawingml/2006/main">
              <a:ext uri="{FF2B5EF4-FFF2-40B4-BE49-F238E27FC236}">
                <a16:creationId xmlns:a16="http://schemas.microsoft.com/office/drawing/2014/main" id="{A77E5E04-D0CE-4A46-86BC-E38D6109D924}"/>
              </a:ext>
            </a:extLst>
          </p:cNvPr>
          <p:cNvSpPr>
            <a:spLocks xmlns:a="http://schemas.openxmlformats.org/drawingml/2006/main" noGrp="1"/>
          </p:cNvSpPr>
          <p:nvPr/>
        </p:nvSpPr>
        <p:spPr>
          <a:xfrm xmlns:a="http://schemas.openxmlformats.org/drawingml/2006/main">
            <a:off x="685800" y="23907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050" b="1">
                <a:solidFill>
                  <a:srgbClr val="18364F"/>
                </a:solidFill>
                <a:latin typeface="Yu Gothic"/>
                <a:ea typeface="Yu Gothic"/>
                <a:cs typeface="Yu Gothic"/>
              </a:defRPr>
            </a:defPPr>
            <a:lvl1pPr algn="l">
              <a:buNone/>
              <a:defRPr sz="4050" b="1">
                <a:solidFill>
                  <a:srgbClr val="18364F"/>
                </a:solidFill>
                <a:latin typeface="Yu Gothic"/>
                <a:ea typeface="Yu Gothic"/>
                <a:cs typeface="Yu Gothic"/>
              </a:defRPr>
            </a:lvl1pPr>
            <a:lvl2pPr algn="l">
              <a:buNone/>
              <a:defRPr sz="4050" b="1">
                <a:solidFill>
                  <a:srgbClr val="18364F"/>
                </a:solidFill>
                <a:latin typeface="Yu Gothic"/>
                <a:ea typeface="Yu Gothic"/>
                <a:cs typeface="Yu Gothic"/>
              </a:defRPr>
            </a:lvl2pPr>
            <a:lvl3pPr algn="l">
              <a:buNone/>
              <a:defRPr sz="4050" b="1">
                <a:solidFill>
                  <a:srgbClr val="18364F"/>
                </a:solidFill>
                <a:latin typeface="Yu Gothic"/>
                <a:ea typeface="Yu Gothic"/>
                <a:cs typeface="Yu Gothic"/>
              </a:defRPr>
            </a:lvl3pPr>
            <a:lvl4pPr algn="l">
              <a:buNone/>
              <a:defRPr sz="4050" b="1">
                <a:solidFill>
                  <a:srgbClr val="18364F"/>
                </a:solidFill>
                <a:latin typeface="Yu Gothic"/>
                <a:ea typeface="Yu Gothic"/>
                <a:cs typeface="Yu Gothic"/>
              </a:defRPr>
            </a:lvl4pPr>
            <a:lvl5pPr algn="l">
              <a:buNone/>
              <a:defRPr sz="4050" b="1">
                <a:solidFill>
                  <a:srgbClr val="18364F"/>
                </a:solidFill>
                <a:latin typeface="Yu Gothic"/>
                <a:ea typeface="Yu Gothic"/>
                <a:cs typeface="Yu Gothic"/>
              </a:defRPr>
            </a:lvl5pPr>
            <a:lvl6pPr algn="l">
              <a:buNone/>
              <a:defRPr sz="4050" b="1">
                <a:solidFill>
                  <a:srgbClr val="18364F"/>
                </a:solidFill>
                <a:latin typeface="Yu Gothic"/>
                <a:ea typeface="Yu Gothic"/>
                <a:cs typeface="Yu Gothic"/>
              </a:defRPr>
            </a:lvl6pPr>
            <a:lvl7pPr algn="l">
              <a:buNone/>
              <a:defRPr sz="4050" b="1">
                <a:solidFill>
                  <a:srgbClr val="18364F"/>
                </a:solidFill>
                <a:latin typeface="Yu Gothic"/>
                <a:ea typeface="Yu Gothic"/>
                <a:cs typeface="Yu Gothic"/>
              </a:defRPr>
            </a:lvl7pPr>
            <a:lvl8pPr algn="l">
              <a:buNone/>
              <a:defRPr sz="4050" b="1">
                <a:solidFill>
                  <a:srgbClr val="18364F"/>
                </a:solidFill>
                <a:latin typeface="Yu Gothic"/>
                <a:ea typeface="Yu Gothic"/>
                <a:cs typeface="Yu Gothic"/>
              </a:defRPr>
            </a:lvl8pPr>
            <a:lvl9pPr algn="l">
              <a:buNone/>
              <a:defRPr sz="4050" b="1">
                <a:solidFill>
                  <a:srgbClr val="18364F"/>
                </a:solidFill>
                <a:latin typeface="Yu Gothic"/>
                <a:ea typeface="Yu Gothic"/>
                <a:cs typeface="Yu Gothic"/>
              </a:defRPr>
            </a:lvl9pPr>
          </a:lstStyle>
          <a:p xmlns:a="http://schemas.openxmlformats.org/drawingml/2006/main">
            <a:pPr algn="l">
              <a:buNone/>
              <a:defRPr sz="4050" b="1">
                <a:solidFill>
                  <a:srgbClr val="18364F"/>
                </a:solidFill>
                <a:latin typeface="Yu Gothic"/>
                <a:ea typeface="Yu Gothic"/>
                <a:cs typeface="Yu Gothic"/>
              </a:defRPr>
            </a:pPr>
            <a:r>
              <a:rPr sz="4050" b="1">
                <a:solidFill>
                  <a:srgbClr val="18364F"/>
                </a:solidFill>
                <a:latin typeface="Yu Gothic"/>
                <a:ea typeface="Yu Gothic"/>
                <a:cs typeface="Yu Gothic"/>
              </a:rPr>
              <a:t>1 kgf = 9.80665 N</a:t>
            </a:r>
          </a:p>
        </p:txBody>
      </p:sp>
      <p:sp>
        <p:nvSpPr>
          <p:cNvPr id="7" name="text-6">
            <a:extLst xmlns:a="http://schemas.openxmlformats.org/drawingml/2006/main">
              <a:ext uri="{FF2B5EF4-FFF2-40B4-BE49-F238E27FC236}">
                <a16:creationId xmlns:a16="http://schemas.microsoft.com/office/drawing/2014/main" id="{29041AB4-EB78-45D0-850B-5DEA35400428}"/>
              </a:ext>
            </a:extLst>
          </p:cNvPr>
          <p:cNvSpPr>
            <a:spLocks xmlns:a="http://schemas.openxmlformats.org/drawingml/2006/main" noGrp="1"/>
          </p:cNvSpPr>
          <p:nvPr/>
        </p:nvSpPr>
        <p:spPr>
          <a:xfrm xmlns:a="http://schemas.openxmlformats.org/drawingml/2006/main">
            <a:off x="685800" y="3495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この授業では</a:t>
            </a:r>
          </a:p>
        </p:txBody>
      </p:sp>
      <p:sp>
        <p:nvSpPr>
          <p:cNvPr id="8" name="text-7">
            <a:extLst xmlns:a="http://schemas.openxmlformats.org/drawingml/2006/main">
              <a:ext uri="{FF2B5EF4-FFF2-40B4-BE49-F238E27FC236}">
                <a16:creationId xmlns:a16="http://schemas.microsoft.com/office/drawing/2014/main" id="{8C6DDAD4-0E04-4C8D-A946-FC3283EEA57E}"/>
              </a:ext>
            </a:extLst>
          </p:cNvPr>
          <p:cNvSpPr>
            <a:spLocks xmlns:a="http://schemas.openxmlformats.org/drawingml/2006/main" noGrp="1"/>
          </p:cNvSpPr>
          <p:nvPr/>
        </p:nvSpPr>
        <p:spPr>
          <a:xfrm xmlns:a="http://schemas.openxmlformats.org/drawingml/2006/main">
            <a:off x="685800" y="4067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350" b="1">
                <a:solidFill>
                  <a:srgbClr val="18364F"/>
                </a:solidFill>
                <a:latin typeface="Yu Gothic"/>
                <a:ea typeface="Yu Gothic"/>
                <a:cs typeface="Yu Gothic"/>
              </a:defRPr>
            </a:defPPr>
            <a:lvl1pPr algn="l">
              <a:buNone/>
              <a:defRPr sz="4350" b="1">
                <a:solidFill>
                  <a:srgbClr val="18364F"/>
                </a:solidFill>
                <a:latin typeface="Yu Gothic"/>
                <a:ea typeface="Yu Gothic"/>
                <a:cs typeface="Yu Gothic"/>
              </a:defRPr>
            </a:lvl1pPr>
            <a:lvl2pPr algn="l">
              <a:buNone/>
              <a:defRPr sz="4350" b="1">
                <a:solidFill>
                  <a:srgbClr val="18364F"/>
                </a:solidFill>
                <a:latin typeface="Yu Gothic"/>
                <a:ea typeface="Yu Gothic"/>
                <a:cs typeface="Yu Gothic"/>
              </a:defRPr>
            </a:lvl2pPr>
            <a:lvl3pPr algn="l">
              <a:buNone/>
              <a:defRPr sz="4350" b="1">
                <a:solidFill>
                  <a:srgbClr val="18364F"/>
                </a:solidFill>
                <a:latin typeface="Yu Gothic"/>
                <a:ea typeface="Yu Gothic"/>
                <a:cs typeface="Yu Gothic"/>
              </a:defRPr>
            </a:lvl3pPr>
            <a:lvl4pPr algn="l">
              <a:buNone/>
              <a:defRPr sz="4350" b="1">
                <a:solidFill>
                  <a:srgbClr val="18364F"/>
                </a:solidFill>
                <a:latin typeface="Yu Gothic"/>
                <a:ea typeface="Yu Gothic"/>
                <a:cs typeface="Yu Gothic"/>
              </a:defRPr>
            </a:lvl4pPr>
            <a:lvl5pPr algn="l">
              <a:buNone/>
              <a:defRPr sz="4350" b="1">
                <a:solidFill>
                  <a:srgbClr val="18364F"/>
                </a:solidFill>
                <a:latin typeface="Yu Gothic"/>
                <a:ea typeface="Yu Gothic"/>
                <a:cs typeface="Yu Gothic"/>
              </a:defRPr>
            </a:lvl5pPr>
            <a:lvl6pPr algn="l">
              <a:buNone/>
              <a:defRPr sz="4350" b="1">
                <a:solidFill>
                  <a:srgbClr val="18364F"/>
                </a:solidFill>
                <a:latin typeface="Yu Gothic"/>
                <a:ea typeface="Yu Gothic"/>
                <a:cs typeface="Yu Gothic"/>
              </a:defRPr>
            </a:lvl6pPr>
            <a:lvl7pPr algn="l">
              <a:buNone/>
              <a:defRPr sz="4350" b="1">
                <a:solidFill>
                  <a:srgbClr val="18364F"/>
                </a:solidFill>
                <a:latin typeface="Yu Gothic"/>
                <a:ea typeface="Yu Gothic"/>
                <a:cs typeface="Yu Gothic"/>
              </a:defRPr>
            </a:lvl7pPr>
            <a:lvl8pPr algn="l">
              <a:buNone/>
              <a:defRPr sz="4350" b="1">
                <a:solidFill>
                  <a:srgbClr val="18364F"/>
                </a:solidFill>
                <a:latin typeface="Yu Gothic"/>
                <a:ea typeface="Yu Gothic"/>
                <a:cs typeface="Yu Gothic"/>
              </a:defRPr>
            </a:lvl8pPr>
            <a:lvl9pPr algn="l">
              <a:buNone/>
              <a:defRPr sz="4350" b="1">
                <a:solidFill>
                  <a:srgbClr val="18364F"/>
                </a:solidFill>
                <a:latin typeface="Yu Gothic"/>
                <a:ea typeface="Yu Gothic"/>
                <a:cs typeface="Yu Gothic"/>
              </a:defRPr>
            </a:lvl9pPr>
          </a:lstStyle>
          <a:p xmlns:a="http://schemas.openxmlformats.org/drawingml/2006/main">
            <a:pPr algn="l">
              <a:buNone/>
              <a:defRPr sz="4350" b="1">
                <a:solidFill>
                  <a:srgbClr val="18364F"/>
                </a:solidFill>
                <a:latin typeface="Yu Gothic"/>
                <a:ea typeface="Yu Gothic"/>
                <a:cs typeface="Yu Gothic"/>
              </a:defRPr>
            </a:pPr>
            <a:r>
              <a:rPr sz="4350" b="1">
                <a:solidFill>
                  <a:srgbClr val="18364F"/>
                </a:solidFill>
                <a:latin typeface="Yu Gothic"/>
                <a:ea typeface="Yu Gothic"/>
                <a:cs typeface="Yu Gothic"/>
              </a:rPr>
              <a:t>1 kgf ≈ 9.8 N</a:t>
            </a:r>
          </a:p>
        </p:txBody>
      </p:sp>
      <p:sp>
        <p:nvSpPr>
          <p:cNvPr id="9" name="text-8">
            <a:extLst xmlns:a="http://schemas.openxmlformats.org/drawingml/2006/main">
              <a:ext uri="{FF2B5EF4-FFF2-40B4-BE49-F238E27FC236}">
                <a16:creationId xmlns:a16="http://schemas.microsoft.com/office/drawing/2014/main" id="{2726B40E-09E9-4F4B-A5FC-8359950C2055}"/>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kgは質量。kgf（キログラム重）とNは、力の単位</a:t>
            </a:r>
          </a:p>
        </p:txBody>
      </p:sp>
    </p:spTree>
    <p:extLst>
      <p:ext uri="{BB962C8B-B14F-4D97-AF65-F5344CB8AC3E}">
        <p14:creationId xmlns:p14="http://schemas.microsoft.com/office/powerpoint/2010/main" val="4094834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EFFB370-52C4-4C3B-923D-AF61BA022594}"/>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SI接頭語の読み方</a:t>
            </a:r>
          </a:p>
        </p:txBody>
      </p:sp>
      <p:cxnSp>
        <p:nvCxnSpPr>
          <p:cNvPr id="2" name="">
            <a:extLst xmlns:a="http://schemas.openxmlformats.org/drawingml/2006/main">
              <a:ext uri="{FF2B5EF4-FFF2-40B4-BE49-F238E27FC236}">
                <a16:creationId xmlns:a16="http://schemas.microsoft.com/office/drawing/2014/main" id="{1C7C8EA0-0A9F-4179-89A2-716F1FDC45F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04D8C9BD-FB60-4395-8941-8652C06262BD}"/>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A1BFB268-EC14-49C9-AB4A-C84D4331E858}"/>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7 / 57</a:t>
            </a:r>
          </a:p>
        </p:txBody>
      </p:sp>
      <p:graphicFrame>
        <p:nvGraphicFramePr>
          <p:cNvPr id="5" name="">
            <a:extLst xmlns:a="http://schemas.openxmlformats.org/drawingml/2006/main">
              <a:ext uri="{FF2B5EF4-FFF2-40B4-BE49-F238E27FC236}">
                <a16:creationId xmlns:a16="http://schemas.microsoft.com/office/drawing/2014/main" id="{83DFC3F9-B538-4824-8599-FAAE064BF16A}"/>
              </a:ext>
            </a:extLst>
          </p:cNvPr>
          <p:cNvGraphicFramePr/>
          <p:nvPr/>
        </p:nvGraphicFramePr>
        <p:xfrm>
          <a:off xmlns:a="http://schemas.openxmlformats.org/drawingml/2006/main" x="685800" y="1590675"/>
          <a:ext xmlns:a="http://schemas.openxmlformats.org/drawingml/2006/main" cx="10820400" cy="3619500"/>
        </p:xfrm>
        <a:graphic xmlns:a="http://schemas.openxmlformats.org/drawingml/2006/main">
          <a:graphicData uri="http://schemas.openxmlformats.org/drawingml/2006/table">
            <a:tbl>
              <a:tblPr/>
              <a:tblGrid>
                <a:gridCol w="3238500"/>
                <a:gridCol w="2171700"/>
                <a:gridCol w="3238500"/>
                <a:gridCol w="2171700"/>
              </a:tblGrid>
              <a:tr h="723900">
                <a:tc>
                  <a:txBody>
                    <a:bodyPr lIns="114300" tIns="114300" rIns="114300" bIns="114300"/>
                    <a:lstStyle/>
                    <a:p>
                      <a:r>
                        <a:rPr sz="1950" b="1">
                          <a:solidFill>
                            <a:srgbClr val="FFFFFF"/>
                          </a:solidFill>
                          <a:latin typeface="Yu Gothic"/>
                          <a:ea typeface="Yu Gothic"/>
                          <a:cs typeface="Yu Gothic"/>
                        </a:rPr>
                        <a:t>大きい側</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114300" tIns="114300" rIns="114300" bIns="114300"/>
                    <a:lstStyle/>
                    <a:p>
                      <a:r>
                        <a:rPr sz="1950" b="1">
                          <a:solidFill>
                            <a:srgbClr val="FFFFFF"/>
                          </a:solidFill>
                          <a:latin typeface="Yu Gothic"/>
                          <a:ea typeface="Yu Gothic"/>
                          <a:cs typeface="Yu Gothic"/>
                        </a:rPr>
                        <a:t>倍率</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114300" tIns="114300" rIns="114300" bIns="114300"/>
                    <a:lstStyle/>
                    <a:p>
                      <a:r>
                        <a:rPr sz="1950" b="1">
                          <a:solidFill>
                            <a:srgbClr val="FFFFFF"/>
                          </a:solidFill>
                          <a:latin typeface="Yu Gothic"/>
                          <a:ea typeface="Yu Gothic"/>
                          <a:cs typeface="Yu Gothic"/>
                        </a:rPr>
                        <a:t>小さい側</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114300" tIns="114300" rIns="114300" bIns="114300"/>
                    <a:lstStyle/>
                    <a:p>
                      <a:r>
                        <a:rPr sz="1950" b="1">
                          <a:solidFill>
                            <a:srgbClr val="FFFFFF"/>
                          </a:solidFill>
                          <a:latin typeface="Yu Gothic"/>
                          <a:ea typeface="Yu Gothic"/>
                          <a:cs typeface="Yu Gothic"/>
                        </a:rPr>
                        <a:t>倍率</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723900">
                <a:tc>
                  <a:txBody>
                    <a:bodyPr lIns="114300" tIns="114300" rIns="114300" bIns="114300"/>
                    <a:lstStyle/>
                    <a:p>
                      <a:r>
                        <a:rPr sz="1950" b="0">
                          <a:solidFill>
                            <a:srgbClr val="253C4D"/>
                          </a:solidFill>
                          <a:latin typeface="Yu Gothic"/>
                          <a:ea typeface="Yu Gothic"/>
                          <a:cs typeface="Yu Gothic"/>
                        </a:rPr>
                        <a:t>k  キロ</a:t>
                      </a:r>
                    </a:p>
                  </a:txBody>
                  <a:tcPr marL="91440" marR="91440" marT="45720" marB="45720" anchor="ctr">
                    <a:lnL w="9525">
                      <a:solidFill>
                        <a:srgbClr val="C8D3DD"/>
                      </a:solidFill>
                    </a:lnL>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10³</a:t>
                      </a:r>
                    </a:p>
                  </a:txBody>
                  <a:tcPr marL="91440" marR="91440" marT="45720" marB="45720" anchor="ctr">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m  ミリ</a:t>
                      </a:r>
                    </a:p>
                  </a:txBody>
                  <a:tcPr marL="91440" marR="91440" marT="45720" marB="45720" anchor="ctr">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10⁻³</a:t>
                      </a:r>
                    </a:p>
                  </a:txBody>
                  <a:tcPr marL="91440" marR="91440" marT="45720" marB="45720" anchor="ctr">
                    <a:lnR w="9525">
                      <a:solidFill>
                        <a:srgbClr val="C8D3DD"/>
                      </a:solidFill>
                    </a:lnR>
                    <a:lnB w="9525">
                      <a:solidFill>
                        <a:srgbClr val="C8D3DD"/>
                      </a:solidFill>
                    </a:lnB>
                    <a:solidFill>
                      <a:srgbClr val="F1F5F8"/>
                    </a:solidFill>
                  </a:tcPr>
                </a:tc>
              </a:tr>
              <a:tr h="723900">
                <a:tc>
                  <a:txBody>
                    <a:bodyPr lIns="114300" tIns="114300" rIns="114300" bIns="114300"/>
                    <a:lstStyle/>
                    <a:p>
                      <a:r>
                        <a:rPr sz="1950" b="0">
                          <a:solidFill>
                            <a:srgbClr val="253C4D"/>
                          </a:solidFill>
                          <a:latin typeface="Yu Gothic"/>
                          <a:ea typeface="Yu Gothic"/>
                          <a:cs typeface="Yu Gothic"/>
                        </a:rPr>
                        <a:t>M  メガ</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114300" tIns="114300" rIns="114300" bIns="114300"/>
                    <a:lstStyle/>
                    <a:p>
                      <a:r>
                        <a:rPr sz="1950" b="0">
                          <a:solidFill>
                            <a:srgbClr val="253C4D"/>
                          </a:solidFill>
                          <a:latin typeface="Yu Gothic"/>
                          <a:ea typeface="Yu Gothic"/>
                          <a:cs typeface="Yu Gothic"/>
                        </a:rPr>
                        <a:t>10⁶</a:t>
                      </a:r>
                    </a:p>
                  </a:txBody>
                  <a:tcPr marL="91440" marR="91440" marT="45720" marB="45720" anchor="ctr">
                    <a:lnR w="9525">
                      <a:solidFill>
                        <a:srgbClr val="C8D3DD"/>
                      </a:solidFill>
                    </a:lnR>
                    <a:lnB w="9525">
                      <a:solidFill>
                        <a:srgbClr val="C8D3DD"/>
                      </a:solidFill>
                    </a:lnB>
                    <a:solidFill>
                      <a:srgbClr val="FFFFFF"/>
                    </a:solidFill>
                  </a:tcPr>
                </a:tc>
                <a:tc>
                  <a:txBody>
                    <a:bodyPr lIns="114300" tIns="114300" rIns="114300" bIns="114300"/>
                    <a:lstStyle/>
                    <a:p>
                      <a:r>
                        <a:rPr sz="1950" b="0">
                          <a:solidFill>
                            <a:srgbClr val="253C4D"/>
                          </a:solidFill>
                          <a:latin typeface="Yu Gothic"/>
                          <a:ea typeface="Yu Gothic"/>
                          <a:cs typeface="Yu Gothic"/>
                        </a:rPr>
                        <a:t>μ  マイクロ</a:t>
                      </a:r>
                    </a:p>
                  </a:txBody>
                  <a:tcPr marL="91440" marR="91440" marT="45720" marB="45720" anchor="ctr">
                    <a:lnR w="9525">
                      <a:solidFill>
                        <a:srgbClr val="C8D3DD"/>
                      </a:solidFill>
                    </a:lnR>
                    <a:lnB w="9525">
                      <a:solidFill>
                        <a:srgbClr val="C8D3DD"/>
                      </a:solidFill>
                    </a:lnB>
                    <a:solidFill>
                      <a:srgbClr val="FFFFFF"/>
                    </a:solidFill>
                  </a:tcPr>
                </a:tc>
                <a:tc>
                  <a:txBody>
                    <a:bodyPr lIns="114300" tIns="114300" rIns="114300" bIns="114300"/>
                    <a:lstStyle/>
                    <a:p>
                      <a:r>
                        <a:rPr sz="1950" b="0">
                          <a:solidFill>
                            <a:srgbClr val="253C4D"/>
                          </a:solidFill>
                          <a:latin typeface="Yu Gothic"/>
                          <a:ea typeface="Yu Gothic"/>
                          <a:cs typeface="Yu Gothic"/>
                        </a:rPr>
                        <a:t>10⁻⁶</a:t>
                      </a:r>
                    </a:p>
                  </a:txBody>
                  <a:tcPr marL="91440" marR="91440" marT="45720" marB="45720" anchor="ctr">
                    <a:lnR w="9525">
                      <a:solidFill>
                        <a:srgbClr val="C8D3DD"/>
                      </a:solidFill>
                    </a:lnR>
                    <a:lnB w="9525">
                      <a:solidFill>
                        <a:srgbClr val="C8D3DD"/>
                      </a:solidFill>
                    </a:lnB>
                    <a:solidFill>
                      <a:srgbClr val="FFFFFF"/>
                    </a:solidFill>
                  </a:tcPr>
                </a:tc>
              </a:tr>
              <a:tr h="723900">
                <a:tc>
                  <a:txBody>
                    <a:bodyPr lIns="114300" tIns="114300" rIns="114300" bIns="114300"/>
                    <a:lstStyle/>
                    <a:p>
                      <a:r>
                        <a:rPr sz="1950" b="0">
                          <a:solidFill>
                            <a:srgbClr val="253C4D"/>
                          </a:solidFill>
                          <a:latin typeface="Yu Gothic"/>
                          <a:ea typeface="Yu Gothic"/>
                          <a:cs typeface="Yu Gothic"/>
                        </a:rPr>
                        <a:t>G  ギガ</a:t>
                      </a:r>
                    </a:p>
                  </a:txBody>
                  <a:tcPr marL="91440" marR="91440" marT="45720" marB="45720" anchor="ctr">
                    <a:lnL w="9525">
                      <a:solidFill>
                        <a:srgbClr val="C8D3DD"/>
                      </a:solidFill>
                    </a:lnL>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10⁹</a:t>
                      </a:r>
                    </a:p>
                  </a:txBody>
                  <a:tcPr marL="91440" marR="91440" marT="45720" marB="45720" anchor="ctr">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n  ナノ</a:t>
                      </a:r>
                    </a:p>
                  </a:txBody>
                  <a:tcPr marL="91440" marR="91440" marT="45720" marB="45720" anchor="ctr">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10⁻⁹</a:t>
                      </a:r>
                    </a:p>
                  </a:txBody>
                  <a:tcPr marL="91440" marR="91440" marT="45720" marB="45720" anchor="ctr">
                    <a:lnR w="9525">
                      <a:solidFill>
                        <a:srgbClr val="C8D3DD"/>
                      </a:solidFill>
                    </a:lnR>
                    <a:lnB w="9525">
                      <a:solidFill>
                        <a:srgbClr val="C8D3DD"/>
                      </a:solidFill>
                    </a:lnB>
                    <a:solidFill>
                      <a:srgbClr val="F1F5F8"/>
                    </a:solidFill>
                  </a:tcPr>
                </a:tc>
              </a:tr>
              <a:tr h="723900">
                <a:tc>
                  <a:txBody>
                    <a:bodyPr lIns="114300" tIns="114300" rIns="114300" bIns="114300"/>
                    <a:lstStyle/>
                    <a:p>
                      <a:r>
                        <a:rPr sz="1950" b="0">
                          <a:solidFill>
                            <a:srgbClr val="253C4D"/>
                          </a:solidFill>
                          <a:latin typeface="Yu Gothic"/>
                          <a:ea typeface="Yu Gothic"/>
                          <a:cs typeface="Yu Gothic"/>
                        </a:rPr>
                        <a:t>T  テラ</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114300" tIns="114300" rIns="114300" bIns="114300"/>
                    <a:lstStyle/>
                    <a:p>
                      <a:r>
                        <a:rPr sz="1950" b="0">
                          <a:solidFill>
                            <a:srgbClr val="253C4D"/>
                          </a:solidFill>
                          <a:latin typeface="Yu Gothic"/>
                          <a:ea typeface="Yu Gothic"/>
                          <a:cs typeface="Yu Gothic"/>
                        </a:rPr>
                        <a:t>10¹²</a:t>
                      </a:r>
                    </a:p>
                  </a:txBody>
                  <a:tcPr marL="91440" marR="91440" marT="45720" marB="45720" anchor="ctr">
                    <a:lnR w="9525">
                      <a:solidFill>
                        <a:srgbClr val="C8D3DD"/>
                      </a:solidFill>
                    </a:lnR>
                    <a:lnB w="9525">
                      <a:solidFill>
                        <a:srgbClr val="C8D3DD"/>
                      </a:solidFill>
                    </a:lnB>
                    <a:solidFill>
                      <a:srgbClr val="FFFFFF"/>
                    </a:solidFill>
                  </a:tcPr>
                </a:tc>
                <a:tc>
                  <a:txBody>
                    <a:bodyPr lIns="114300" tIns="114300" rIns="114300" bIns="114300"/>
                    <a:lstStyle/>
                    <a:p>
                      <a:r>
                        <a:rPr sz="1950" b="0">
                          <a:solidFill>
                            <a:srgbClr val="253C4D"/>
                          </a:solidFill>
                          <a:latin typeface="Yu Gothic"/>
                          <a:ea typeface="Yu Gothic"/>
                          <a:cs typeface="Yu Gothic"/>
                        </a:rPr>
                        <a:t>p  ピコ</a:t>
                      </a:r>
                    </a:p>
                  </a:txBody>
                  <a:tcPr marL="91440" marR="91440" marT="45720" marB="45720" anchor="ctr">
                    <a:lnR w="9525">
                      <a:solidFill>
                        <a:srgbClr val="C8D3DD"/>
                      </a:solidFill>
                    </a:lnR>
                    <a:lnB w="9525">
                      <a:solidFill>
                        <a:srgbClr val="C8D3DD"/>
                      </a:solidFill>
                    </a:lnB>
                    <a:solidFill>
                      <a:srgbClr val="FFFFFF"/>
                    </a:solidFill>
                  </a:tcPr>
                </a:tc>
                <a:tc>
                  <a:txBody>
                    <a:bodyPr lIns="114300" tIns="114300" rIns="114300" bIns="114300"/>
                    <a:lstStyle/>
                    <a:p>
                      <a:r>
                        <a:rPr sz="1950" b="0">
                          <a:solidFill>
                            <a:srgbClr val="253C4D"/>
                          </a:solidFill>
                          <a:latin typeface="Yu Gothic"/>
                          <a:ea typeface="Yu Gothic"/>
                          <a:cs typeface="Yu Gothic"/>
                        </a:rPr>
                        <a:t>10⁻¹²</a:t>
                      </a:r>
                    </a:p>
                  </a:txBody>
                  <a:tcPr marL="91440" marR="91440" marT="45720" marB="45720" anchor="ctr">
                    <a:lnR w="9525">
                      <a:solidFill>
                        <a:srgbClr val="C8D3DD"/>
                      </a:solidFill>
                    </a:lnR>
                    <a:lnB w="9525">
                      <a:solidFill>
                        <a:srgbClr val="C8D3DD"/>
                      </a:solidFill>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F8D31D13-CC69-40F5-9770-5A2858AF36A0}"/>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8364F"/>
                </a:solidFill>
                <a:latin typeface="Yu Gothic"/>
                <a:ea typeface="Yu Gothic"/>
                <a:cs typeface="Yu Gothic"/>
              </a:defRPr>
            </a:defPPr>
            <a:lvl1pPr algn="l">
              <a:buNone/>
              <a:defRPr sz="1875" b="0">
                <a:solidFill>
                  <a:srgbClr val="18364F"/>
                </a:solidFill>
                <a:latin typeface="Yu Gothic"/>
                <a:ea typeface="Yu Gothic"/>
                <a:cs typeface="Yu Gothic"/>
              </a:defRPr>
            </a:lvl1pPr>
            <a:lvl2pPr algn="l">
              <a:buNone/>
              <a:defRPr sz="1875" b="0">
                <a:solidFill>
                  <a:srgbClr val="18364F"/>
                </a:solidFill>
                <a:latin typeface="Yu Gothic"/>
                <a:ea typeface="Yu Gothic"/>
                <a:cs typeface="Yu Gothic"/>
              </a:defRPr>
            </a:lvl2pPr>
            <a:lvl3pPr algn="l">
              <a:buNone/>
              <a:defRPr sz="1875" b="0">
                <a:solidFill>
                  <a:srgbClr val="18364F"/>
                </a:solidFill>
                <a:latin typeface="Yu Gothic"/>
                <a:ea typeface="Yu Gothic"/>
                <a:cs typeface="Yu Gothic"/>
              </a:defRPr>
            </a:lvl3pPr>
            <a:lvl4pPr algn="l">
              <a:buNone/>
              <a:defRPr sz="1875" b="0">
                <a:solidFill>
                  <a:srgbClr val="18364F"/>
                </a:solidFill>
                <a:latin typeface="Yu Gothic"/>
                <a:ea typeface="Yu Gothic"/>
                <a:cs typeface="Yu Gothic"/>
              </a:defRPr>
            </a:lvl4pPr>
            <a:lvl5pPr algn="l">
              <a:buNone/>
              <a:defRPr sz="1875" b="0">
                <a:solidFill>
                  <a:srgbClr val="18364F"/>
                </a:solidFill>
                <a:latin typeface="Yu Gothic"/>
                <a:ea typeface="Yu Gothic"/>
                <a:cs typeface="Yu Gothic"/>
              </a:defRPr>
            </a:lvl5pPr>
            <a:lvl6pPr algn="l">
              <a:buNone/>
              <a:defRPr sz="1875" b="0">
                <a:solidFill>
                  <a:srgbClr val="18364F"/>
                </a:solidFill>
                <a:latin typeface="Yu Gothic"/>
                <a:ea typeface="Yu Gothic"/>
                <a:cs typeface="Yu Gothic"/>
              </a:defRPr>
            </a:lvl6pPr>
            <a:lvl7pPr algn="l">
              <a:buNone/>
              <a:defRPr sz="1875" b="0">
                <a:solidFill>
                  <a:srgbClr val="18364F"/>
                </a:solidFill>
                <a:latin typeface="Yu Gothic"/>
                <a:ea typeface="Yu Gothic"/>
                <a:cs typeface="Yu Gothic"/>
              </a:defRPr>
            </a:lvl7pPr>
            <a:lvl8pPr algn="l">
              <a:buNone/>
              <a:defRPr sz="1875" b="0">
                <a:solidFill>
                  <a:srgbClr val="18364F"/>
                </a:solidFill>
                <a:latin typeface="Yu Gothic"/>
                <a:ea typeface="Yu Gothic"/>
                <a:cs typeface="Yu Gothic"/>
              </a:defRPr>
            </a:lvl8pPr>
            <a:lvl9pPr algn="l">
              <a:buNone/>
              <a:defRPr sz="1875" b="0">
                <a:solidFill>
                  <a:srgbClr val="18364F"/>
                </a:solidFill>
                <a:latin typeface="Yu Gothic"/>
                <a:ea typeface="Yu Gothic"/>
                <a:cs typeface="Yu Gothic"/>
              </a:defRPr>
            </a:lvl9pPr>
          </a:lstStyle>
          <a:p xmlns:a="http://schemas.openxmlformats.org/drawingml/2006/main">
            <a:pPr algn="l">
              <a:buNone/>
              <a:defRPr sz="1875" b="0">
                <a:solidFill>
                  <a:srgbClr val="18364F"/>
                </a:solidFill>
                <a:latin typeface="Yu Gothic"/>
                <a:ea typeface="Yu Gothic"/>
                <a:cs typeface="Yu Gothic"/>
              </a:defRPr>
            </a:pPr>
            <a:r>
              <a:rPr sz="1875" b="0">
                <a:solidFill>
                  <a:srgbClr val="18364F"/>
                </a:solidFill>
                <a:latin typeface="Yu Gothic"/>
                <a:ea typeface="Yu Gothic"/>
                <a:cs typeface="Yu Gothic"/>
              </a:rPr>
              <a:t>1 GPa = 1,000 MPa　　M と m、μ は別の記号</a:t>
            </a:r>
          </a:p>
        </p:txBody>
      </p:sp>
    </p:spTree>
    <p:extLst>
      <p:ext uri="{BB962C8B-B14F-4D97-AF65-F5344CB8AC3E}">
        <p14:creationId xmlns:p14="http://schemas.microsoft.com/office/powerpoint/2010/main" val="7168007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2E175AF-D5B2-4254-A818-EB7E8A92B5E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ICTでも同じ接頭語を使う</a:t>
            </a:r>
          </a:p>
        </p:txBody>
      </p:sp>
      <p:cxnSp>
        <p:nvCxnSpPr>
          <p:cNvPr id="2" name="">
            <a:extLst xmlns:a="http://schemas.openxmlformats.org/drawingml/2006/main">
              <a:ext uri="{FF2B5EF4-FFF2-40B4-BE49-F238E27FC236}">
                <a16:creationId xmlns:a16="http://schemas.microsoft.com/office/drawing/2014/main" id="{8FCA8DFC-97B9-4754-A9D6-8FED3FD41D7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BDB90329-4522-49BD-8CEE-CF5C2BAD3B6A}"/>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16EF9BAF-D4CA-443E-8346-7FC57A9E453E}"/>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8 / 57</a:t>
            </a:r>
          </a:p>
        </p:txBody>
      </p:sp>
      <p:sp>
        <p:nvSpPr>
          <p:cNvPr id="5" name="text-4">
            <a:extLst xmlns:a="http://schemas.openxmlformats.org/drawingml/2006/main">
              <a:ext uri="{FF2B5EF4-FFF2-40B4-BE49-F238E27FC236}">
                <a16:creationId xmlns:a16="http://schemas.microsoft.com/office/drawing/2014/main" id="{D8B77C7D-F06B-411A-A71E-0E9113F6E99F}"/>
              </a:ext>
            </a:extLst>
          </p:cNvPr>
          <p:cNvSpPr>
            <a:spLocks xmlns:a="http://schemas.openxmlformats.org/drawingml/2006/main" noGrp="1"/>
          </p:cNvSpPr>
          <p:nvPr/>
        </p:nvSpPr>
        <p:spPr>
          <a:xfrm xmlns:a="http://schemas.openxmlformats.org/drawingml/2006/main">
            <a:off x="685800" y="1638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1 GB = 10⁹ B　　　1 GHz = 10⁹ Hz</a:t>
            </a:r>
          </a:p>
        </p:txBody>
      </p:sp>
      <p:sp>
        <p:nvSpPr>
          <p:cNvPr id="6" name="text-5">
            <a:extLst xmlns:a="http://schemas.openxmlformats.org/drawingml/2006/main">
              <a:ext uri="{FF2B5EF4-FFF2-40B4-BE49-F238E27FC236}">
                <a16:creationId xmlns:a16="http://schemas.microsoft.com/office/drawing/2014/main" id="{D426B17C-CE29-4C58-B77B-C0D387BFECAE}"/>
              </a:ext>
            </a:extLst>
          </p:cNvPr>
          <p:cNvSpPr>
            <a:spLocks xmlns:a="http://schemas.openxmlformats.org/drawingml/2006/main" noGrp="1"/>
          </p:cNvSpPr>
          <p:nvPr/>
        </p:nvSpPr>
        <p:spPr>
          <a:xfrm xmlns:a="http://schemas.openxmlformats.org/drawingml/2006/main">
            <a:off x="685800" y="2324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1 ns = 10⁻⁹ s　　　1 B = 8 bit</a:t>
            </a:r>
          </a:p>
        </p:txBody>
      </p:sp>
      <p:sp>
        <p:nvSpPr>
          <p:cNvPr id="7" name="text-6">
            <a:extLst xmlns:a="http://schemas.openxmlformats.org/drawingml/2006/main">
              <a:ext uri="{FF2B5EF4-FFF2-40B4-BE49-F238E27FC236}">
                <a16:creationId xmlns:a16="http://schemas.microsoft.com/office/drawing/2014/main" id="{445B271E-FB7F-4711-99E3-08F8B86CD510}"/>
              </a:ext>
            </a:extLst>
          </p:cNvPr>
          <p:cNvSpPr>
            <a:spLocks xmlns:a="http://schemas.openxmlformats.org/drawingml/2006/main" noGrp="1"/>
          </p:cNvSpPr>
          <p:nvPr/>
        </p:nvSpPr>
        <p:spPr>
          <a:xfrm xmlns:a="http://schemas.openxmlformats.org/drawingml/2006/main">
            <a:off x="685800" y="3257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18364F"/>
                </a:solidFill>
                <a:latin typeface="Yu Gothic"/>
                <a:ea typeface="Yu Gothic"/>
                <a:cs typeface="Yu Gothic"/>
              </a:defRPr>
            </a:defPPr>
            <a:lvl1pPr algn="l">
              <a:buNone/>
              <a:defRPr sz="3750" b="1">
                <a:solidFill>
                  <a:srgbClr val="18364F"/>
                </a:solidFill>
                <a:latin typeface="Yu Gothic"/>
                <a:ea typeface="Yu Gothic"/>
                <a:cs typeface="Yu Gothic"/>
              </a:defRPr>
            </a:lvl1pPr>
            <a:lvl2pPr algn="l">
              <a:buNone/>
              <a:defRPr sz="3750" b="1">
                <a:solidFill>
                  <a:srgbClr val="18364F"/>
                </a:solidFill>
                <a:latin typeface="Yu Gothic"/>
                <a:ea typeface="Yu Gothic"/>
                <a:cs typeface="Yu Gothic"/>
              </a:defRPr>
            </a:lvl2pPr>
            <a:lvl3pPr algn="l">
              <a:buNone/>
              <a:defRPr sz="3750" b="1">
                <a:solidFill>
                  <a:srgbClr val="18364F"/>
                </a:solidFill>
                <a:latin typeface="Yu Gothic"/>
                <a:ea typeface="Yu Gothic"/>
                <a:cs typeface="Yu Gothic"/>
              </a:defRPr>
            </a:lvl3pPr>
            <a:lvl4pPr algn="l">
              <a:buNone/>
              <a:defRPr sz="3750" b="1">
                <a:solidFill>
                  <a:srgbClr val="18364F"/>
                </a:solidFill>
                <a:latin typeface="Yu Gothic"/>
                <a:ea typeface="Yu Gothic"/>
                <a:cs typeface="Yu Gothic"/>
              </a:defRPr>
            </a:lvl4pPr>
            <a:lvl5pPr algn="l">
              <a:buNone/>
              <a:defRPr sz="3750" b="1">
                <a:solidFill>
                  <a:srgbClr val="18364F"/>
                </a:solidFill>
                <a:latin typeface="Yu Gothic"/>
                <a:ea typeface="Yu Gothic"/>
                <a:cs typeface="Yu Gothic"/>
              </a:defRPr>
            </a:lvl5pPr>
            <a:lvl6pPr algn="l">
              <a:buNone/>
              <a:defRPr sz="3750" b="1">
                <a:solidFill>
                  <a:srgbClr val="18364F"/>
                </a:solidFill>
                <a:latin typeface="Yu Gothic"/>
                <a:ea typeface="Yu Gothic"/>
                <a:cs typeface="Yu Gothic"/>
              </a:defRPr>
            </a:lvl6pPr>
            <a:lvl7pPr algn="l">
              <a:buNone/>
              <a:defRPr sz="3750" b="1">
                <a:solidFill>
                  <a:srgbClr val="18364F"/>
                </a:solidFill>
                <a:latin typeface="Yu Gothic"/>
                <a:ea typeface="Yu Gothic"/>
                <a:cs typeface="Yu Gothic"/>
              </a:defRPr>
            </a:lvl7pPr>
            <a:lvl8pPr algn="l">
              <a:buNone/>
              <a:defRPr sz="3750" b="1">
                <a:solidFill>
                  <a:srgbClr val="18364F"/>
                </a:solidFill>
                <a:latin typeface="Yu Gothic"/>
                <a:ea typeface="Yu Gothic"/>
                <a:cs typeface="Yu Gothic"/>
              </a:defRPr>
            </a:lvl8pPr>
            <a:lvl9pPr algn="l">
              <a:buNone/>
              <a:defRPr sz="3750" b="1">
                <a:solidFill>
                  <a:srgbClr val="18364F"/>
                </a:solidFill>
                <a:latin typeface="Yu Gothic"/>
                <a:ea typeface="Yu Gothic"/>
                <a:cs typeface="Yu Gothic"/>
              </a:defRPr>
            </a:lvl9pPr>
          </a:lstStyle>
          <a:p xmlns:a="http://schemas.openxmlformats.org/drawingml/2006/main">
            <a:pPr algn="l">
              <a:buNone/>
              <a:defRPr sz="3750" b="1">
                <a:solidFill>
                  <a:srgbClr val="18364F"/>
                </a:solidFill>
                <a:latin typeface="Yu Gothic"/>
                <a:ea typeface="Yu Gothic"/>
                <a:cs typeface="Yu Gothic"/>
              </a:defRPr>
            </a:pPr>
            <a:r>
              <a:rPr sz="3750" b="1">
                <a:solidFill>
                  <a:srgbClr val="18364F"/>
                </a:solidFill>
                <a:latin typeface="Yu Gothic"/>
                <a:ea typeface="Yu Gothic"/>
                <a:cs typeface="Yu Gothic"/>
              </a:rPr>
              <a:t>8 MB = 64 Mbit</a:t>
            </a:r>
          </a:p>
        </p:txBody>
      </p:sp>
      <p:sp>
        <p:nvSpPr>
          <p:cNvPr id="8" name="text-7">
            <a:extLst xmlns:a="http://schemas.openxmlformats.org/drawingml/2006/main">
              <a:ext uri="{FF2B5EF4-FFF2-40B4-BE49-F238E27FC236}">
                <a16:creationId xmlns:a16="http://schemas.microsoft.com/office/drawing/2014/main" id="{80F26C40-F90C-41CC-A8AA-CDF62C6B87C3}"/>
              </a:ext>
            </a:extLst>
          </p:cNvPr>
          <p:cNvSpPr>
            <a:spLocks xmlns:a="http://schemas.openxmlformats.org/drawingml/2006/main" noGrp="1"/>
          </p:cNvSpPr>
          <p:nvPr/>
        </p:nvSpPr>
        <p:spPr>
          <a:xfrm xmlns:a="http://schemas.openxmlformats.org/drawingml/2006/main">
            <a:off x="685800" y="42767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8 Mbit/s なら、理想的な転送時間は 8 s</a:t>
            </a:r>
          </a:p>
        </p:txBody>
      </p:sp>
      <p:sp>
        <p:nvSpPr>
          <p:cNvPr id="9" name="text-8">
            <a:extLst xmlns:a="http://schemas.openxmlformats.org/drawingml/2006/main">
              <a:ext uri="{FF2B5EF4-FFF2-40B4-BE49-F238E27FC236}">
                <a16:creationId xmlns:a16="http://schemas.microsoft.com/office/drawing/2014/main" id="{617DD7E2-DE2E-40D6-98BA-9A4A897815EF}"/>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1 KiB = 1,024 B　　1 kB = 1,000 B（SIのkは10³）</a:t>
            </a:r>
          </a:p>
        </p:txBody>
      </p:sp>
    </p:spTree>
    <p:extLst>
      <p:ext uri="{BB962C8B-B14F-4D97-AF65-F5344CB8AC3E}">
        <p14:creationId xmlns:p14="http://schemas.microsoft.com/office/powerpoint/2010/main" val="11807060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D5F9D6AF-780A-4FE8-BFE8-CF1FA3C2F950}"/>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面積の単位換算</a:t>
            </a:r>
          </a:p>
        </p:txBody>
      </p:sp>
      <p:cxnSp>
        <p:nvCxnSpPr>
          <p:cNvPr id="2" name="">
            <a:extLst xmlns:a="http://schemas.openxmlformats.org/drawingml/2006/main">
              <a:ext uri="{FF2B5EF4-FFF2-40B4-BE49-F238E27FC236}">
                <a16:creationId xmlns:a16="http://schemas.microsoft.com/office/drawing/2014/main" id="{4397F4C3-D54A-4082-B022-A3CC393EC85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736D606E-BA01-4390-BC04-D04C81401FE8}"/>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6F3FCD9E-D054-4821-AC9C-3B1DE536BAD0}"/>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9 / 57</a:t>
            </a:r>
          </a:p>
        </p:txBody>
      </p:sp>
      <p:sp>
        <p:nvSpPr>
          <p:cNvPr id="12" name="">
            <a:extLst xmlns:a="http://schemas.openxmlformats.org/drawingml/2006/main">
              <a:ext uri="{FF2B5EF4-FFF2-40B4-BE49-F238E27FC236}">
                <a16:creationId xmlns:a16="http://schemas.microsoft.com/office/drawing/2014/main" id="{185E68DF-47C3-473E-A93C-63EC97146445}"/>
              </a:ext>
            </a:extLst>
          </p:cNvPr>
          <p:cNvSpPr>
            <a:spLocks xmlns:a="http://schemas.openxmlformats.org/drawingml/2006/main" noGrp="1"/>
          </p:cNvSpPr>
          <p:nvPr/>
        </p:nvSpPr>
        <p:spPr>
          <a:xfrm xmlns:a="http://schemas.openxmlformats.org/drawingml/2006/main">
            <a:off x="809625" y="147637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10 mm × 10 mm の正方形</a:t>
            </a:r>
          </a:p>
        </p:txBody>
      </p:sp>
      <p:sp>
        <p:nvSpPr>
          <p:cNvPr id="13" name="">
            <a:extLst xmlns:a="http://schemas.openxmlformats.org/drawingml/2006/main">
              <a:ext uri="{FF2B5EF4-FFF2-40B4-BE49-F238E27FC236}">
                <a16:creationId xmlns:a16="http://schemas.microsoft.com/office/drawing/2014/main" id="{F019969C-C7F7-4CEE-B81E-A2E4374527F8}"/>
              </a:ext>
            </a:extLst>
          </p:cNvPr>
          <p:cNvSpPr>
            <a:spLocks xmlns:a="http://schemas.openxmlformats.org/drawingml/2006/main" noGrp="1"/>
          </p:cNvSpPr>
          <p:nvPr/>
        </p:nvSpPr>
        <p:spPr>
          <a:xfrm xmlns:a="http://schemas.openxmlformats.org/drawingml/2006/main">
            <a:off x="1333500" y="2476500"/>
            <a:ext cx="2381250" cy="2381250"/>
          </a:xfrm>
          <a:prstGeom xmlns:a="http://schemas.openxmlformats.org/drawingml/2006/main" prst="rect">
            <a:avLst/>
          </a:prstGeom>
          <a:solidFill xmlns:a="http://schemas.openxmlformats.org/drawingml/2006/main">
            <a:srgbClr val="FFFFFF"/>
          </a:solidFill>
          <a:ln xmlns:a="http://schemas.openxmlformats.org/drawingml/2006/main" w="16193">
            <a:solidFill>
              <a:srgbClr val="2876A8"/>
            </a:solidFill>
          </a:ln>
        </p:spPr>
      </p:sp>
      <p:sp>
        <p:nvSpPr>
          <p:cNvPr id="14" name="">
            <a:extLst xmlns:a="http://schemas.openxmlformats.org/drawingml/2006/main">
              <a:ext uri="{FF2B5EF4-FFF2-40B4-BE49-F238E27FC236}">
                <a16:creationId xmlns:a16="http://schemas.microsoft.com/office/drawing/2014/main" id="{B23EE056-D097-491B-85D4-B9BA1947C7C2}"/>
              </a:ext>
            </a:extLst>
          </p:cNvPr>
          <p:cNvSpPr>
            <a:spLocks xmlns:a="http://schemas.openxmlformats.org/drawingml/2006/main" noGrp="1"/>
          </p:cNvSpPr>
          <p:nvPr/>
        </p:nvSpPr>
        <p:spPr>
          <a:xfrm xmlns:a="http://schemas.openxmlformats.org/drawingml/2006/main">
            <a:off x="1571625" y="2476500"/>
            <a:ext cx="9525" cy="2381250"/>
          </a:xfrm>
          <a:custGeom xmlns:a="http://schemas.openxmlformats.org/drawingml/2006/main">
            <a:pathLst>
              <a:path w="9525" h="2381250">
                <a:moveTo>
                  <a:pt x="0" y="0"/>
                </a:moveTo>
                <a:lnTo>
                  <a:pt x="0" y="2381250"/>
                </a:lnTo>
              </a:path>
            </a:pathLst>
          </a:custGeom>
          <a:noFill xmlns:a="http://schemas.openxmlformats.org/drawingml/2006/main"/>
          <a:ln xmlns:a="http://schemas.openxmlformats.org/drawingml/2006/main" w="9525">
            <a:solidFill>
              <a:srgbClr val="B8CEDA"/>
            </a:solidFill>
          </a:ln>
        </p:spPr>
      </p:sp>
      <p:sp>
        <p:nvSpPr>
          <p:cNvPr id="15" name="">
            <a:extLst xmlns:a="http://schemas.openxmlformats.org/drawingml/2006/main">
              <a:ext uri="{FF2B5EF4-FFF2-40B4-BE49-F238E27FC236}">
                <a16:creationId xmlns:a16="http://schemas.microsoft.com/office/drawing/2014/main" id="{F98600DE-B9CB-47AC-AD3F-F31B6599A876}"/>
              </a:ext>
            </a:extLst>
          </p:cNvPr>
          <p:cNvSpPr>
            <a:spLocks xmlns:a="http://schemas.openxmlformats.org/drawingml/2006/main" noGrp="1"/>
          </p:cNvSpPr>
          <p:nvPr/>
        </p:nvSpPr>
        <p:spPr>
          <a:xfrm xmlns:a="http://schemas.openxmlformats.org/drawingml/2006/main">
            <a:off x="1333500" y="2714625"/>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9525">
            <a:solidFill>
              <a:srgbClr val="B8CEDA"/>
            </a:solidFill>
          </a:ln>
        </p:spPr>
      </p:sp>
      <p:sp>
        <p:nvSpPr>
          <p:cNvPr id="16" name="">
            <a:extLst xmlns:a="http://schemas.openxmlformats.org/drawingml/2006/main">
              <a:ext uri="{FF2B5EF4-FFF2-40B4-BE49-F238E27FC236}">
                <a16:creationId xmlns:a16="http://schemas.microsoft.com/office/drawing/2014/main" id="{26AD0818-D27D-40E1-A229-0EC02DFBF8A8}"/>
              </a:ext>
            </a:extLst>
          </p:cNvPr>
          <p:cNvSpPr>
            <a:spLocks xmlns:a="http://schemas.openxmlformats.org/drawingml/2006/main" noGrp="1"/>
          </p:cNvSpPr>
          <p:nvPr/>
        </p:nvSpPr>
        <p:spPr>
          <a:xfrm xmlns:a="http://schemas.openxmlformats.org/drawingml/2006/main">
            <a:off x="1809750" y="2476500"/>
            <a:ext cx="9525" cy="2381250"/>
          </a:xfrm>
          <a:custGeom xmlns:a="http://schemas.openxmlformats.org/drawingml/2006/main">
            <a:pathLst>
              <a:path w="9525" h="2381250">
                <a:moveTo>
                  <a:pt x="0" y="0"/>
                </a:moveTo>
                <a:lnTo>
                  <a:pt x="0" y="2381250"/>
                </a:lnTo>
              </a:path>
            </a:pathLst>
          </a:custGeom>
          <a:noFill xmlns:a="http://schemas.openxmlformats.org/drawingml/2006/main"/>
          <a:ln xmlns:a="http://schemas.openxmlformats.org/drawingml/2006/main" w="9525">
            <a:solidFill>
              <a:srgbClr val="B8CEDA"/>
            </a:solidFill>
          </a:ln>
        </p:spPr>
      </p:sp>
      <p:sp>
        <p:nvSpPr>
          <p:cNvPr id="17" name="">
            <a:extLst xmlns:a="http://schemas.openxmlformats.org/drawingml/2006/main">
              <a:ext uri="{FF2B5EF4-FFF2-40B4-BE49-F238E27FC236}">
                <a16:creationId xmlns:a16="http://schemas.microsoft.com/office/drawing/2014/main" id="{02AB15BF-811F-4D14-8DF7-314A285FFDF5}"/>
              </a:ext>
            </a:extLst>
          </p:cNvPr>
          <p:cNvSpPr>
            <a:spLocks xmlns:a="http://schemas.openxmlformats.org/drawingml/2006/main" noGrp="1"/>
          </p:cNvSpPr>
          <p:nvPr/>
        </p:nvSpPr>
        <p:spPr>
          <a:xfrm xmlns:a="http://schemas.openxmlformats.org/drawingml/2006/main">
            <a:off x="1333500" y="295275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9525">
            <a:solidFill>
              <a:srgbClr val="B8CEDA"/>
            </a:solidFill>
          </a:ln>
        </p:spPr>
      </p:sp>
      <p:sp>
        <p:nvSpPr>
          <p:cNvPr id="18" name="">
            <a:extLst xmlns:a="http://schemas.openxmlformats.org/drawingml/2006/main">
              <a:ext uri="{FF2B5EF4-FFF2-40B4-BE49-F238E27FC236}">
                <a16:creationId xmlns:a16="http://schemas.microsoft.com/office/drawing/2014/main" id="{1C7B0A2C-04C9-47AA-A7BB-A604CD8D8CC7}"/>
              </a:ext>
            </a:extLst>
          </p:cNvPr>
          <p:cNvSpPr>
            <a:spLocks xmlns:a="http://schemas.openxmlformats.org/drawingml/2006/main" noGrp="1"/>
          </p:cNvSpPr>
          <p:nvPr/>
        </p:nvSpPr>
        <p:spPr>
          <a:xfrm xmlns:a="http://schemas.openxmlformats.org/drawingml/2006/main">
            <a:off x="2047875" y="2476500"/>
            <a:ext cx="9525" cy="2381250"/>
          </a:xfrm>
          <a:custGeom xmlns:a="http://schemas.openxmlformats.org/drawingml/2006/main">
            <a:pathLst>
              <a:path w="9525" h="2381250">
                <a:moveTo>
                  <a:pt x="0" y="0"/>
                </a:moveTo>
                <a:lnTo>
                  <a:pt x="0" y="2381250"/>
                </a:lnTo>
              </a:path>
            </a:pathLst>
          </a:custGeom>
          <a:noFill xmlns:a="http://schemas.openxmlformats.org/drawingml/2006/main"/>
          <a:ln xmlns:a="http://schemas.openxmlformats.org/drawingml/2006/main" w="9525">
            <a:solidFill>
              <a:srgbClr val="B8CEDA"/>
            </a:solidFill>
          </a:ln>
        </p:spPr>
      </p:sp>
      <p:sp>
        <p:nvSpPr>
          <p:cNvPr id="19" name="">
            <a:extLst xmlns:a="http://schemas.openxmlformats.org/drawingml/2006/main">
              <a:ext uri="{FF2B5EF4-FFF2-40B4-BE49-F238E27FC236}">
                <a16:creationId xmlns:a16="http://schemas.microsoft.com/office/drawing/2014/main" id="{717AF7D9-72D7-4764-B165-1E30E5088877}"/>
              </a:ext>
            </a:extLst>
          </p:cNvPr>
          <p:cNvSpPr>
            <a:spLocks xmlns:a="http://schemas.openxmlformats.org/drawingml/2006/main" noGrp="1"/>
          </p:cNvSpPr>
          <p:nvPr/>
        </p:nvSpPr>
        <p:spPr>
          <a:xfrm xmlns:a="http://schemas.openxmlformats.org/drawingml/2006/main">
            <a:off x="1333500" y="3190875"/>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9525">
            <a:solidFill>
              <a:srgbClr val="B8CEDA"/>
            </a:solidFill>
          </a:ln>
        </p:spPr>
      </p:sp>
      <p:sp>
        <p:nvSpPr>
          <p:cNvPr id="20" name="">
            <a:extLst xmlns:a="http://schemas.openxmlformats.org/drawingml/2006/main">
              <a:ext uri="{FF2B5EF4-FFF2-40B4-BE49-F238E27FC236}">
                <a16:creationId xmlns:a16="http://schemas.microsoft.com/office/drawing/2014/main" id="{921CEB19-EFDE-4FC0-81FD-EEDC44FD2321}"/>
              </a:ext>
            </a:extLst>
          </p:cNvPr>
          <p:cNvSpPr>
            <a:spLocks xmlns:a="http://schemas.openxmlformats.org/drawingml/2006/main" noGrp="1"/>
          </p:cNvSpPr>
          <p:nvPr/>
        </p:nvSpPr>
        <p:spPr>
          <a:xfrm xmlns:a="http://schemas.openxmlformats.org/drawingml/2006/main">
            <a:off x="2286000" y="2476500"/>
            <a:ext cx="9525" cy="2381250"/>
          </a:xfrm>
          <a:custGeom xmlns:a="http://schemas.openxmlformats.org/drawingml/2006/main">
            <a:pathLst>
              <a:path w="9525" h="2381250">
                <a:moveTo>
                  <a:pt x="0" y="0"/>
                </a:moveTo>
                <a:lnTo>
                  <a:pt x="0" y="2381250"/>
                </a:lnTo>
              </a:path>
            </a:pathLst>
          </a:custGeom>
          <a:noFill xmlns:a="http://schemas.openxmlformats.org/drawingml/2006/main"/>
          <a:ln xmlns:a="http://schemas.openxmlformats.org/drawingml/2006/main" w="9525">
            <a:solidFill>
              <a:srgbClr val="B8CEDA"/>
            </a:solidFill>
          </a:ln>
        </p:spPr>
      </p:sp>
      <p:sp>
        <p:nvSpPr>
          <p:cNvPr id="21" name="">
            <a:extLst xmlns:a="http://schemas.openxmlformats.org/drawingml/2006/main">
              <a:ext uri="{FF2B5EF4-FFF2-40B4-BE49-F238E27FC236}">
                <a16:creationId xmlns:a16="http://schemas.microsoft.com/office/drawing/2014/main" id="{D994742C-6CCD-4E38-87FD-178584D07DCF}"/>
              </a:ext>
            </a:extLst>
          </p:cNvPr>
          <p:cNvSpPr>
            <a:spLocks xmlns:a="http://schemas.openxmlformats.org/drawingml/2006/main" noGrp="1"/>
          </p:cNvSpPr>
          <p:nvPr/>
        </p:nvSpPr>
        <p:spPr>
          <a:xfrm xmlns:a="http://schemas.openxmlformats.org/drawingml/2006/main">
            <a:off x="1333500" y="342900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9525">
            <a:solidFill>
              <a:srgbClr val="B8CEDA"/>
            </a:solidFill>
          </a:ln>
        </p:spPr>
      </p:sp>
      <p:sp>
        <p:nvSpPr>
          <p:cNvPr id="22" name="">
            <a:extLst xmlns:a="http://schemas.openxmlformats.org/drawingml/2006/main">
              <a:ext uri="{FF2B5EF4-FFF2-40B4-BE49-F238E27FC236}">
                <a16:creationId xmlns:a16="http://schemas.microsoft.com/office/drawing/2014/main" id="{DEDB4543-9AD7-4747-824D-0A8519E0796F}"/>
              </a:ext>
            </a:extLst>
          </p:cNvPr>
          <p:cNvSpPr>
            <a:spLocks xmlns:a="http://schemas.openxmlformats.org/drawingml/2006/main" noGrp="1"/>
          </p:cNvSpPr>
          <p:nvPr/>
        </p:nvSpPr>
        <p:spPr>
          <a:xfrm xmlns:a="http://schemas.openxmlformats.org/drawingml/2006/main">
            <a:off x="2524125" y="2476500"/>
            <a:ext cx="9525" cy="2381250"/>
          </a:xfrm>
          <a:custGeom xmlns:a="http://schemas.openxmlformats.org/drawingml/2006/main">
            <a:pathLst>
              <a:path w="9525" h="2381250">
                <a:moveTo>
                  <a:pt x="0" y="0"/>
                </a:moveTo>
                <a:lnTo>
                  <a:pt x="0" y="2381250"/>
                </a:lnTo>
              </a:path>
            </a:pathLst>
          </a:custGeom>
          <a:noFill xmlns:a="http://schemas.openxmlformats.org/drawingml/2006/main"/>
          <a:ln xmlns:a="http://schemas.openxmlformats.org/drawingml/2006/main" w="9525">
            <a:solidFill>
              <a:srgbClr val="B8CEDA"/>
            </a:solidFill>
          </a:ln>
        </p:spPr>
      </p:sp>
      <p:sp>
        <p:nvSpPr>
          <p:cNvPr id="23" name="">
            <a:extLst xmlns:a="http://schemas.openxmlformats.org/drawingml/2006/main">
              <a:ext uri="{FF2B5EF4-FFF2-40B4-BE49-F238E27FC236}">
                <a16:creationId xmlns:a16="http://schemas.microsoft.com/office/drawing/2014/main" id="{A0B75FF8-8565-4744-AE20-C62079500B76}"/>
              </a:ext>
            </a:extLst>
          </p:cNvPr>
          <p:cNvSpPr>
            <a:spLocks xmlns:a="http://schemas.openxmlformats.org/drawingml/2006/main" noGrp="1"/>
          </p:cNvSpPr>
          <p:nvPr/>
        </p:nvSpPr>
        <p:spPr>
          <a:xfrm xmlns:a="http://schemas.openxmlformats.org/drawingml/2006/main">
            <a:off x="1333500" y="3667125"/>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9525">
            <a:solidFill>
              <a:srgbClr val="B8CEDA"/>
            </a:solidFill>
          </a:ln>
        </p:spPr>
      </p:sp>
      <p:sp>
        <p:nvSpPr>
          <p:cNvPr id="24" name="">
            <a:extLst xmlns:a="http://schemas.openxmlformats.org/drawingml/2006/main">
              <a:ext uri="{FF2B5EF4-FFF2-40B4-BE49-F238E27FC236}">
                <a16:creationId xmlns:a16="http://schemas.microsoft.com/office/drawing/2014/main" id="{30B9E9D2-5DD6-421E-9017-C1D33037B087}"/>
              </a:ext>
            </a:extLst>
          </p:cNvPr>
          <p:cNvSpPr>
            <a:spLocks xmlns:a="http://schemas.openxmlformats.org/drawingml/2006/main" noGrp="1"/>
          </p:cNvSpPr>
          <p:nvPr/>
        </p:nvSpPr>
        <p:spPr>
          <a:xfrm xmlns:a="http://schemas.openxmlformats.org/drawingml/2006/main">
            <a:off x="2762250" y="2476500"/>
            <a:ext cx="9525" cy="2381250"/>
          </a:xfrm>
          <a:custGeom xmlns:a="http://schemas.openxmlformats.org/drawingml/2006/main">
            <a:pathLst>
              <a:path w="9525" h="2381250">
                <a:moveTo>
                  <a:pt x="0" y="0"/>
                </a:moveTo>
                <a:lnTo>
                  <a:pt x="0" y="2381250"/>
                </a:lnTo>
              </a:path>
            </a:pathLst>
          </a:custGeom>
          <a:noFill xmlns:a="http://schemas.openxmlformats.org/drawingml/2006/main"/>
          <a:ln xmlns:a="http://schemas.openxmlformats.org/drawingml/2006/main" w="9525">
            <a:solidFill>
              <a:srgbClr val="B8CEDA"/>
            </a:solidFill>
          </a:ln>
        </p:spPr>
      </p:sp>
      <p:sp>
        <p:nvSpPr>
          <p:cNvPr id="25" name="">
            <a:extLst xmlns:a="http://schemas.openxmlformats.org/drawingml/2006/main">
              <a:ext uri="{FF2B5EF4-FFF2-40B4-BE49-F238E27FC236}">
                <a16:creationId xmlns:a16="http://schemas.microsoft.com/office/drawing/2014/main" id="{166DD1A2-DA3E-47CA-A779-712E3C286944}"/>
              </a:ext>
            </a:extLst>
          </p:cNvPr>
          <p:cNvSpPr>
            <a:spLocks xmlns:a="http://schemas.openxmlformats.org/drawingml/2006/main" noGrp="1"/>
          </p:cNvSpPr>
          <p:nvPr/>
        </p:nvSpPr>
        <p:spPr>
          <a:xfrm xmlns:a="http://schemas.openxmlformats.org/drawingml/2006/main">
            <a:off x="1333500" y="390525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9525">
            <a:solidFill>
              <a:srgbClr val="B8CEDA"/>
            </a:solidFill>
          </a:ln>
        </p:spPr>
      </p:sp>
      <p:sp>
        <p:nvSpPr>
          <p:cNvPr id="26" name="">
            <a:extLst xmlns:a="http://schemas.openxmlformats.org/drawingml/2006/main">
              <a:ext uri="{FF2B5EF4-FFF2-40B4-BE49-F238E27FC236}">
                <a16:creationId xmlns:a16="http://schemas.microsoft.com/office/drawing/2014/main" id="{D3906F93-4F69-40FE-94EA-15B2B25DF2FB}"/>
              </a:ext>
            </a:extLst>
          </p:cNvPr>
          <p:cNvSpPr>
            <a:spLocks xmlns:a="http://schemas.openxmlformats.org/drawingml/2006/main" noGrp="1"/>
          </p:cNvSpPr>
          <p:nvPr/>
        </p:nvSpPr>
        <p:spPr>
          <a:xfrm xmlns:a="http://schemas.openxmlformats.org/drawingml/2006/main">
            <a:off x="3000375" y="2476500"/>
            <a:ext cx="9525" cy="2381250"/>
          </a:xfrm>
          <a:custGeom xmlns:a="http://schemas.openxmlformats.org/drawingml/2006/main">
            <a:pathLst>
              <a:path w="9525" h="2381250">
                <a:moveTo>
                  <a:pt x="0" y="0"/>
                </a:moveTo>
                <a:lnTo>
                  <a:pt x="0" y="2381250"/>
                </a:lnTo>
              </a:path>
            </a:pathLst>
          </a:custGeom>
          <a:noFill xmlns:a="http://schemas.openxmlformats.org/drawingml/2006/main"/>
          <a:ln xmlns:a="http://schemas.openxmlformats.org/drawingml/2006/main" w="9525">
            <a:solidFill>
              <a:srgbClr val="B8CEDA"/>
            </a:solidFill>
          </a:ln>
        </p:spPr>
      </p:sp>
      <p:sp>
        <p:nvSpPr>
          <p:cNvPr id="27" name="">
            <a:extLst xmlns:a="http://schemas.openxmlformats.org/drawingml/2006/main">
              <a:ext uri="{FF2B5EF4-FFF2-40B4-BE49-F238E27FC236}">
                <a16:creationId xmlns:a16="http://schemas.microsoft.com/office/drawing/2014/main" id="{C2830C01-1CA7-4C6A-A17A-6608533B5D98}"/>
              </a:ext>
            </a:extLst>
          </p:cNvPr>
          <p:cNvSpPr>
            <a:spLocks xmlns:a="http://schemas.openxmlformats.org/drawingml/2006/main" noGrp="1"/>
          </p:cNvSpPr>
          <p:nvPr/>
        </p:nvSpPr>
        <p:spPr>
          <a:xfrm xmlns:a="http://schemas.openxmlformats.org/drawingml/2006/main">
            <a:off x="1333500" y="4143375"/>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9525">
            <a:solidFill>
              <a:srgbClr val="B8CEDA"/>
            </a:solidFill>
          </a:ln>
        </p:spPr>
      </p:sp>
      <p:sp>
        <p:nvSpPr>
          <p:cNvPr id="28" name="">
            <a:extLst xmlns:a="http://schemas.openxmlformats.org/drawingml/2006/main">
              <a:ext uri="{FF2B5EF4-FFF2-40B4-BE49-F238E27FC236}">
                <a16:creationId xmlns:a16="http://schemas.microsoft.com/office/drawing/2014/main" id="{38E79957-C3AD-4F67-8FBF-25C43DB8B209}"/>
              </a:ext>
            </a:extLst>
          </p:cNvPr>
          <p:cNvSpPr>
            <a:spLocks xmlns:a="http://schemas.openxmlformats.org/drawingml/2006/main" noGrp="1"/>
          </p:cNvSpPr>
          <p:nvPr/>
        </p:nvSpPr>
        <p:spPr>
          <a:xfrm xmlns:a="http://schemas.openxmlformats.org/drawingml/2006/main">
            <a:off x="3238500" y="2476500"/>
            <a:ext cx="9525" cy="2381250"/>
          </a:xfrm>
          <a:custGeom xmlns:a="http://schemas.openxmlformats.org/drawingml/2006/main">
            <a:pathLst>
              <a:path w="9525" h="2381250">
                <a:moveTo>
                  <a:pt x="0" y="0"/>
                </a:moveTo>
                <a:lnTo>
                  <a:pt x="0" y="2381250"/>
                </a:lnTo>
              </a:path>
            </a:pathLst>
          </a:custGeom>
          <a:noFill xmlns:a="http://schemas.openxmlformats.org/drawingml/2006/main"/>
          <a:ln xmlns:a="http://schemas.openxmlformats.org/drawingml/2006/main" w="9525">
            <a:solidFill>
              <a:srgbClr val="B8CEDA"/>
            </a:solidFill>
          </a:ln>
        </p:spPr>
      </p:sp>
      <p:sp>
        <p:nvSpPr>
          <p:cNvPr id="29" name="">
            <a:extLst xmlns:a="http://schemas.openxmlformats.org/drawingml/2006/main">
              <a:ext uri="{FF2B5EF4-FFF2-40B4-BE49-F238E27FC236}">
                <a16:creationId xmlns:a16="http://schemas.microsoft.com/office/drawing/2014/main" id="{8CB2053E-CA3B-4BB9-A46B-C930BA33B5FC}"/>
              </a:ext>
            </a:extLst>
          </p:cNvPr>
          <p:cNvSpPr>
            <a:spLocks xmlns:a="http://schemas.openxmlformats.org/drawingml/2006/main" noGrp="1"/>
          </p:cNvSpPr>
          <p:nvPr/>
        </p:nvSpPr>
        <p:spPr>
          <a:xfrm xmlns:a="http://schemas.openxmlformats.org/drawingml/2006/main">
            <a:off x="1333500" y="438150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9525">
            <a:solidFill>
              <a:srgbClr val="B8CEDA"/>
            </a:solidFill>
          </a:ln>
        </p:spPr>
      </p:sp>
      <p:sp>
        <p:nvSpPr>
          <p:cNvPr id="30" name="">
            <a:extLst xmlns:a="http://schemas.openxmlformats.org/drawingml/2006/main">
              <a:ext uri="{FF2B5EF4-FFF2-40B4-BE49-F238E27FC236}">
                <a16:creationId xmlns:a16="http://schemas.microsoft.com/office/drawing/2014/main" id="{89216C5D-E2DF-47CC-845B-A4C752FBF357}"/>
              </a:ext>
            </a:extLst>
          </p:cNvPr>
          <p:cNvSpPr>
            <a:spLocks xmlns:a="http://schemas.openxmlformats.org/drawingml/2006/main" noGrp="1"/>
          </p:cNvSpPr>
          <p:nvPr/>
        </p:nvSpPr>
        <p:spPr>
          <a:xfrm xmlns:a="http://schemas.openxmlformats.org/drawingml/2006/main">
            <a:off x="3476625" y="2476500"/>
            <a:ext cx="9525" cy="2381250"/>
          </a:xfrm>
          <a:custGeom xmlns:a="http://schemas.openxmlformats.org/drawingml/2006/main">
            <a:pathLst>
              <a:path w="9525" h="2381250">
                <a:moveTo>
                  <a:pt x="0" y="0"/>
                </a:moveTo>
                <a:lnTo>
                  <a:pt x="0" y="2381250"/>
                </a:lnTo>
              </a:path>
            </a:pathLst>
          </a:custGeom>
          <a:noFill xmlns:a="http://schemas.openxmlformats.org/drawingml/2006/main"/>
          <a:ln xmlns:a="http://schemas.openxmlformats.org/drawingml/2006/main" w="9525">
            <a:solidFill>
              <a:srgbClr val="B8CEDA"/>
            </a:solidFill>
          </a:ln>
        </p:spPr>
      </p:sp>
      <p:sp>
        <p:nvSpPr>
          <p:cNvPr id="31" name="">
            <a:extLst xmlns:a="http://schemas.openxmlformats.org/drawingml/2006/main">
              <a:ext uri="{FF2B5EF4-FFF2-40B4-BE49-F238E27FC236}">
                <a16:creationId xmlns:a16="http://schemas.microsoft.com/office/drawing/2014/main" id="{797CC27F-B0DD-4EEB-8874-BDB1D6E24B05}"/>
              </a:ext>
            </a:extLst>
          </p:cNvPr>
          <p:cNvSpPr>
            <a:spLocks xmlns:a="http://schemas.openxmlformats.org/drawingml/2006/main" noGrp="1"/>
          </p:cNvSpPr>
          <p:nvPr/>
        </p:nvSpPr>
        <p:spPr>
          <a:xfrm xmlns:a="http://schemas.openxmlformats.org/drawingml/2006/main">
            <a:off x="1333500" y="4619625"/>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9525">
            <a:solidFill>
              <a:srgbClr val="B8CEDA"/>
            </a:solidFill>
          </a:ln>
        </p:spPr>
      </p:sp>
      <p:sp>
        <p:nvSpPr>
          <p:cNvPr id="32" name="">
            <a:extLst xmlns:a="http://schemas.openxmlformats.org/drawingml/2006/main">
              <a:ext uri="{FF2B5EF4-FFF2-40B4-BE49-F238E27FC236}">
                <a16:creationId xmlns:a16="http://schemas.microsoft.com/office/drawing/2014/main" id="{BA158176-08AC-4A6E-A3E5-EE240B121344}"/>
              </a:ext>
            </a:extLst>
          </p:cNvPr>
          <p:cNvSpPr>
            <a:spLocks xmlns:a="http://schemas.openxmlformats.org/drawingml/2006/main" noGrp="1"/>
          </p:cNvSpPr>
          <p:nvPr/>
        </p:nvSpPr>
        <p:spPr>
          <a:xfrm xmlns:a="http://schemas.openxmlformats.org/drawingml/2006/main">
            <a:off x="1333500" y="4619625"/>
            <a:ext cx="238125" cy="238125"/>
          </a:xfrm>
          <a:prstGeom xmlns:a="http://schemas.openxmlformats.org/drawingml/2006/main" prst="rect">
            <a:avLst/>
          </a:prstGeom>
          <a:solidFill xmlns:a="http://schemas.openxmlformats.org/drawingml/2006/main">
            <a:srgbClr val="A9CADC"/>
          </a:solidFill>
          <a:ln xmlns:a="http://schemas.openxmlformats.org/drawingml/2006/main" w="16193">
            <a:solidFill>
              <a:srgbClr val="2876A8"/>
            </a:solidFill>
          </a:ln>
        </p:spPr>
      </p:sp>
      <p:sp>
        <p:nvSpPr>
          <p:cNvPr id="33" name="">
            <a:extLst xmlns:a="http://schemas.openxmlformats.org/drawingml/2006/main">
              <a:ext uri="{FF2B5EF4-FFF2-40B4-BE49-F238E27FC236}">
                <a16:creationId xmlns:a16="http://schemas.microsoft.com/office/drawing/2014/main" id="{907E3ADD-0988-484A-AD00-FB954E3469FE}"/>
              </a:ext>
            </a:extLst>
          </p:cNvPr>
          <p:cNvSpPr>
            <a:spLocks xmlns:a="http://schemas.openxmlformats.org/drawingml/2006/main" noGrp="1"/>
          </p:cNvSpPr>
          <p:nvPr/>
        </p:nvSpPr>
        <p:spPr>
          <a:xfrm xmlns:a="http://schemas.openxmlformats.org/drawingml/2006/main">
            <a:off x="809625" y="50482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876A8"/>
                </a:solidFill>
                <a:latin typeface="Yu Gothic"/>
                <a:ea typeface="Yu Gothic"/>
                <a:cs typeface="Yu Gothic"/>
              </a:defRPr>
            </a:defPPr>
            <a:lvl1pPr>
              <a:buNone/>
              <a:defRPr sz="1950" b="0">
                <a:solidFill>
                  <a:srgbClr val="2876A8"/>
                </a:solidFill>
                <a:latin typeface="Yu Gothic"/>
                <a:ea typeface="Yu Gothic"/>
                <a:cs typeface="Yu Gothic"/>
              </a:defRPr>
            </a:lvl1pPr>
            <a:lvl2pPr>
              <a:buNone/>
              <a:defRPr sz="1950" b="0">
                <a:solidFill>
                  <a:srgbClr val="2876A8"/>
                </a:solidFill>
                <a:latin typeface="Yu Gothic"/>
                <a:ea typeface="Yu Gothic"/>
                <a:cs typeface="Yu Gothic"/>
              </a:defRPr>
            </a:lvl2pPr>
            <a:lvl3pPr>
              <a:buNone/>
              <a:defRPr sz="1950" b="0">
                <a:solidFill>
                  <a:srgbClr val="2876A8"/>
                </a:solidFill>
                <a:latin typeface="Yu Gothic"/>
                <a:ea typeface="Yu Gothic"/>
                <a:cs typeface="Yu Gothic"/>
              </a:defRPr>
            </a:lvl3pPr>
            <a:lvl4pPr>
              <a:buNone/>
              <a:defRPr sz="1950" b="0">
                <a:solidFill>
                  <a:srgbClr val="2876A8"/>
                </a:solidFill>
                <a:latin typeface="Yu Gothic"/>
                <a:ea typeface="Yu Gothic"/>
                <a:cs typeface="Yu Gothic"/>
              </a:defRPr>
            </a:lvl4pPr>
            <a:lvl5pPr>
              <a:buNone/>
              <a:defRPr sz="1950" b="0">
                <a:solidFill>
                  <a:srgbClr val="2876A8"/>
                </a:solidFill>
                <a:latin typeface="Yu Gothic"/>
                <a:ea typeface="Yu Gothic"/>
                <a:cs typeface="Yu Gothic"/>
              </a:defRPr>
            </a:lvl5pPr>
            <a:lvl6pPr>
              <a:buNone/>
              <a:defRPr sz="1950" b="0">
                <a:solidFill>
                  <a:srgbClr val="2876A8"/>
                </a:solidFill>
                <a:latin typeface="Yu Gothic"/>
                <a:ea typeface="Yu Gothic"/>
                <a:cs typeface="Yu Gothic"/>
              </a:defRPr>
            </a:lvl6pPr>
            <a:lvl7pPr>
              <a:buNone/>
              <a:defRPr sz="1950" b="0">
                <a:solidFill>
                  <a:srgbClr val="2876A8"/>
                </a:solidFill>
                <a:latin typeface="Yu Gothic"/>
                <a:ea typeface="Yu Gothic"/>
                <a:cs typeface="Yu Gothic"/>
              </a:defRPr>
            </a:lvl7pPr>
            <a:lvl8pPr>
              <a:buNone/>
              <a:defRPr sz="1950" b="0">
                <a:solidFill>
                  <a:srgbClr val="2876A8"/>
                </a:solidFill>
                <a:latin typeface="Yu Gothic"/>
                <a:ea typeface="Yu Gothic"/>
                <a:cs typeface="Yu Gothic"/>
              </a:defRPr>
            </a:lvl8pPr>
            <a:lvl9pPr>
              <a:buNone/>
              <a:defRPr sz="1950" b="0">
                <a:solidFill>
                  <a:srgbClr val="2876A8"/>
                </a:solidFill>
                <a:latin typeface="Yu Gothic"/>
                <a:ea typeface="Yu Gothic"/>
                <a:cs typeface="Yu Gothic"/>
              </a:defRPr>
            </a:lvl9pPr>
          </a:lstStyle>
          <a:p xmlns:a="http://schemas.openxmlformats.org/drawingml/2006/main">
            <a:pPr>
              <a:buNone/>
              <a:defRPr sz="1950" b="0">
                <a:solidFill>
                  <a:srgbClr val="2876A8"/>
                </a:solidFill>
                <a:latin typeface="Yu Gothic"/>
                <a:ea typeface="Yu Gothic"/>
                <a:cs typeface="Yu Gothic"/>
              </a:defRPr>
            </a:pPr>
            <a:r>
              <a:rPr sz="1950" b="0">
                <a:solidFill>
                  <a:srgbClr val="2876A8"/>
                </a:solidFill>
                <a:latin typeface="Yu Gothic"/>
                <a:ea typeface="Yu Gothic"/>
                <a:cs typeface="Yu Gothic"/>
              </a:rPr>
              <a:t>1 mm²</a:t>
            </a:r>
          </a:p>
        </p:txBody>
      </p:sp>
      <p:sp>
        <p:nvSpPr>
          <p:cNvPr id="34" name="">
            <a:extLst xmlns:a="http://schemas.openxmlformats.org/drawingml/2006/main">
              <a:ext uri="{FF2B5EF4-FFF2-40B4-BE49-F238E27FC236}">
                <a16:creationId xmlns:a16="http://schemas.microsoft.com/office/drawing/2014/main" id="{603DFCB9-E7E6-4285-85D4-768B9668A594}"/>
              </a:ext>
            </a:extLst>
          </p:cNvPr>
          <p:cNvSpPr>
            <a:spLocks xmlns:a="http://schemas.openxmlformats.org/drawingml/2006/main" noGrp="1"/>
          </p:cNvSpPr>
          <p:nvPr/>
        </p:nvSpPr>
        <p:spPr>
          <a:xfrm xmlns:a="http://schemas.openxmlformats.org/drawingml/2006/main">
            <a:off x="1333500" y="2333625"/>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15240">
            <a:solidFill>
              <a:srgbClr val="71818B"/>
            </a:solidFill>
          </a:ln>
        </p:spPr>
      </p:sp>
      <p:sp>
        <p:nvSpPr>
          <p:cNvPr id="35" name="">
            <a:extLst xmlns:a="http://schemas.openxmlformats.org/drawingml/2006/main">
              <a:ext uri="{FF2B5EF4-FFF2-40B4-BE49-F238E27FC236}">
                <a16:creationId xmlns:a16="http://schemas.microsoft.com/office/drawing/2014/main" id="{EAD0EAE6-6362-4655-8012-BEFE4D70DAB1}"/>
              </a:ext>
            </a:extLst>
          </p:cNvPr>
          <p:cNvSpPr>
            <a:spLocks xmlns:a="http://schemas.openxmlformats.org/drawingml/2006/main" noGrp="1"/>
          </p:cNvSpPr>
          <p:nvPr/>
        </p:nvSpPr>
        <p:spPr>
          <a:xfrm xmlns:a="http://schemas.openxmlformats.org/drawingml/2006/main">
            <a:off x="3638550" y="2301621"/>
            <a:ext cx="76200" cy="64008"/>
          </a:xfrm>
          <a:custGeom xmlns:a="http://schemas.openxmlformats.org/drawingml/2006/main">
            <a:pathLst>
              <a:path w="76200" h="64008">
                <a:moveTo>
                  <a:pt x="76200" y="32004"/>
                </a:moveTo>
                <a:lnTo>
                  <a:pt x="0" y="0"/>
                </a:lnTo>
                <a:lnTo>
                  <a:pt x="0" y="64008"/>
                </a:lnTo>
                <a:close/>
              </a:path>
            </a:pathLst>
          </a:custGeom>
          <a:solidFill xmlns:a="http://schemas.openxmlformats.org/drawingml/2006/main">
            <a:srgbClr val="71818B"/>
          </a:solidFill>
          <a:ln xmlns:a="http://schemas.openxmlformats.org/drawingml/2006/main" w="4763">
            <a:solidFill>
              <a:srgbClr val="71818B"/>
            </a:solidFill>
          </a:ln>
        </p:spPr>
      </p:sp>
      <p:sp>
        <p:nvSpPr>
          <p:cNvPr id="36" name="">
            <a:extLst xmlns:a="http://schemas.openxmlformats.org/drawingml/2006/main">
              <a:ext uri="{FF2B5EF4-FFF2-40B4-BE49-F238E27FC236}">
                <a16:creationId xmlns:a16="http://schemas.microsoft.com/office/drawing/2014/main" id="{A9CD0CBD-DF58-45F2-B517-4AF6D3324800}"/>
              </a:ext>
            </a:extLst>
          </p:cNvPr>
          <p:cNvSpPr>
            <a:spLocks xmlns:a="http://schemas.openxmlformats.org/drawingml/2006/main" noGrp="1"/>
          </p:cNvSpPr>
          <p:nvPr/>
        </p:nvSpPr>
        <p:spPr>
          <a:xfrm xmlns:a="http://schemas.openxmlformats.org/drawingml/2006/main">
            <a:off x="1333500" y="2333625"/>
            <a:ext cx="2381250" cy="9525"/>
          </a:xfrm>
          <a:custGeom xmlns:a="http://schemas.openxmlformats.org/drawingml/2006/main">
            <a:pathLst>
              <a:path w="2381250" h="9525">
                <a:moveTo>
                  <a:pt x="2381250" y="0"/>
                </a:moveTo>
                <a:lnTo>
                  <a:pt x="0" y="0"/>
                </a:lnTo>
              </a:path>
            </a:pathLst>
          </a:custGeom>
          <a:noFill xmlns:a="http://schemas.openxmlformats.org/drawingml/2006/main"/>
          <a:ln xmlns:a="http://schemas.openxmlformats.org/drawingml/2006/main" w="15240">
            <a:solidFill>
              <a:srgbClr val="71818B"/>
            </a:solidFill>
          </a:ln>
        </p:spPr>
      </p:sp>
      <p:sp>
        <p:nvSpPr>
          <p:cNvPr id="37" name="">
            <a:extLst xmlns:a="http://schemas.openxmlformats.org/drawingml/2006/main">
              <a:ext uri="{FF2B5EF4-FFF2-40B4-BE49-F238E27FC236}">
                <a16:creationId xmlns:a16="http://schemas.microsoft.com/office/drawing/2014/main" id="{8AEBB24D-F248-42B9-AFC6-F9DE92F213CE}"/>
              </a:ext>
            </a:extLst>
          </p:cNvPr>
          <p:cNvSpPr>
            <a:spLocks xmlns:a="http://schemas.openxmlformats.org/drawingml/2006/main" noGrp="1"/>
          </p:cNvSpPr>
          <p:nvPr/>
        </p:nvSpPr>
        <p:spPr>
          <a:xfrm xmlns:a="http://schemas.openxmlformats.org/drawingml/2006/main">
            <a:off x="1333500" y="2301621"/>
            <a:ext cx="76200" cy="64008"/>
          </a:xfrm>
          <a:custGeom xmlns:a="http://schemas.openxmlformats.org/drawingml/2006/main">
            <a:pathLst>
              <a:path w="76200" h="64008">
                <a:moveTo>
                  <a:pt x="0" y="32004"/>
                </a:moveTo>
                <a:lnTo>
                  <a:pt x="76200" y="64008"/>
                </a:lnTo>
                <a:lnTo>
                  <a:pt x="76200" y="0"/>
                </a:lnTo>
                <a:close/>
              </a:path>
            </a:pathLst>
          </a:custGeom>
          <a:solidFill xmlns:a="http://schemas.openxmlformats.org/drawingml/2006/main">
            <a:srgbClr val="71818B"/>
          </a:solidFill>
          <a:ln xmlns:a="http://schemas.openxmlformats.org/drawingml/2006/main" w="4763">
            <a:solidFill>
              <a:srgbClr val="71818B"/>
            </a:solidFill>
          </a:ln>
        </p:spPr>
      </p:sp>
      <p:sp>
        <p:nvSpPr>
          <p:cNvPr id="38" name="">
            <a:extLst xmlns:a="http://schemas.openxmlformats.org/drawingml/2006/main">
              <a:ext uri="{FF2B5EF4-FFF2-40B4-BE49-F238E27FC236}">
                <a16:creationId xmlns:a16="http://schemas.microsoft.com/office/drawing/2014/main" id="{ED2BB9D7-F784-412E-9D84-598FCB4E650D}"/>
              </a:ext>
            </a:extLst>
          </p:cNvPr>
          <p:cNvSpPr>
            <a:spLocks xmlns:a="http://schemas.openxmlformats.org/drawingml/2006/main" noGrp="1"/>
          </p:cNvSpPr>
          <p:nvPr/>
        </p:nvSpPr>
        <p:spPr>
          <a:xfrm xmlns:a="http://schemas.openxmlformats.org/drawingml/2006/main">
            <a:off x="1143000" y="1876425"/>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71818B"/>
                </a:solidFill>
                <a:latin typeface="Yu Gothic"/>
                <a:ea typeface="Yu Gothic"/>
                <a:cs typeface="Yu Gothic"/>
              </a:defRPr>
            </a:defPPr>
            <a:lvl1pPr>
              <a:buNone/>
              <a:defRPr sz="1725" b="0">
                <a:solidFill>
                  <a:srgbClr val="71818B"/>
                </a:solidFill>
                <a:latin typeface="Yu Gothic"/>
                <a:ea typeface="Yu Gothic"/>
                <a:cs typeface="Yu Gothic"/>
              </a:defRPr>
            </a:lvl1pPr>
            <a:lvl2pPr>
              <a:buNone/>
              <a:defRPr sz="1725" b="0">
                <a:solidFill>
                  <a:srgbClr val="71818B"/>
                </a:solidFill>
                <a:latin typeface="Yu Gothic"/>
                <a:ea typeface="Yu Gothic"/>
                <a:cs typeface="Yu Gothic"/>
              </a:defRPr>
            </a:lvl2pPr>
            <a:lvl3pPr>
              <a:buNone/>
              <a:defRPr sz="1725" b="0">
                <a:solidFill>
                  <a:srgbClr val="71818B"/>
                </a:solidFill>
                <a:latin typeface="Yu Gothic"/>
                <a:ea typeface="Yu Gothic"/>
                <a:cs typeface="Yu Gothic"/>
              </a:defRPr>
            </a:lvl3pPr>
            <a:lvl4pPr>
              <a:buNone/>
              <a:defRPr sz="1725" b="0">
                <a:solidFill>
                  <a:srgbClr val="71818B"/>
                </a:solidFill>
                <a:latin typeface="Yu Gothic"/>
                <a:ea typeface="Yu Gothic"/>
                <a:cs typeface="Yu Gothic"/>
              </a:defRPr>
            </a:lvl4pPr>
            <a:lvl5pPr>
              <a:buNone/>
              <a:defRPr sz="1725" b="0">
                <a:solidFill>
                  <a:srgbClr val="71818B"/>
                </a:solidFill>
                <a:latin typeface="Yu Gothic"/>
                <a:ea typeface="Yu Gothic"/>
                <a:cs typeface="Yu Gothic"/>
              </a:defRPr>
            </a:lvl5pPr>
            <a:lvl6pPr>
              <a:buNone/>
              <a:defRPr sz="1725" b="0">
                <a:solidFill>
                  <a:srgbClr val="71818B"/>
                </a:solidFill>
                <a:latin typeface="Yu Gothic"/>
                <a:ea typeface="Yu Gothic"/>
                <a:cs typeface="Yu Gothic"/>
              </a:defRPr>
            </a:lvl6pPr>
            <a:lvl7pPr>
              <a:buNone/>
              <a:defRPr sz="1725" b="0">
                <a:solidFill>
                  <a:srgbClr val="71818B"/>
                </a:solidFill>
                <a:latin typeface="Yu Gothic"/>
                <a:ea typeface="Yu Gothic"/>
                <a:cs typeface="Yu Gothic"/>
              </a:defRPr>
            </a:lvl7pPr>
            <a:lvl8pPr>
              <a:buNone/>
              <a:defRPr sz="1725" b="0">
                <a:solidFill>
                  <a:srgbClr val="71818B"/>
                </a:solidFill>
                <a:latin typeface="Yu Gothic"/>
                <a:ea typeface="Yu Gothic"/>
                <a:cs typeface="Yu Gothic"/>
              </a:defRPr>
            </a:lvl8pPr>
            <a:lvl9pPr>
              <a:buNone/>
              <a:defRPr sz="1725" b="0">
                <a:solidFill>
                  <a:srgbClr val="71818B"/>
                </a:solidFill>
                <a:latin typeface="Yu Gothic"/>
                <a:ea typeface="Yu Gothic"/>
                <a:cs typeface="Yu Gothic"/>
              </a:defRPr>
            </a:lvl9pPr>
          </a:lstStyle>
          <a:p xmlns:a="http://schemas.openxmlformats.org/drawingml/2006/main">
            <a:pP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10 mm</a:t>
            </a:r>
          </a:p>
        </p:txBody>
      </p:sp>
      <p:sp>
        <p:nvSpPr>
          <p:cNvPr id="39" name="">
            <a:extLst xmlns:a="http://schemas.openxmlformats.org/drawingml/2006/main">
              <a:ext uri="{FF2B5EF4-FFF2-40B4-BE49-F238E27FC236}">
                <a16:creationId xmlns:a16="http://schemas.microsoft.com/office/drawing/2014/main" id="{682E17DC-9B5F-437D-BCAB-E3EAFD100922}"/>
              </a:ext>
            </a:extLst>
          </p:cNvPr>
          <p:cNvSpPr>
            <a:spLocks xmlns:a="http://schemas.openxmlformats.org/drawingml/2006/main" noGrp="1"/>
          </p:cNvSpPr>
          <p:nvPr/>
        </p:nvSpPr>
        <p:spPr>
          <a:xfrm xmlns:a="http://schemas.openxmlformats.org/drawingml/2006/main">
            <a:off x="3905250" y="3381375"/>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10 mm</a:t>
            </a:r>
          </a:p>
        </p:txBody>
      </p:sp>
      <p:sp>
        <p:nvSpPr>
          <p:cNvPr id="40" name="">
            <a:extLst xmlns:a="http://schemas.openxmlformats.org/drawingml/2006/main">
              <a:ext uri="{FF2B5EF4-FFF2-40B4-BE49-F238E27FC236}">
                <a16:creationId xmlns:a16="http://schemas.microsoft.com/office/drawing/2014/main" id="{8A7831AC-817F-44FA-B5B1-2024B2E93A20}"/>
              </a:ext>
            </a:extLst>
          </p:cNvPr>
          <p:cNvSpPr>
            <a:spLocks xmlns:a="http://schemas.openxmlformats.org/drawingml/2006/main" noGrp="1"/>
          </p:cNvSpPr>
          <p:nvPr/>
        </p:nvSpPr>
        <p:spPr>
          <a:xfrm xmlns:a="http://schemas.openxmlformats.org/drawingml/2006/main">
            <a:off x="6191250" y="18573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1 mm² が10×10個</a:t>
            </a:r>
          </a:p>
        </p:txBody>
      </p:sp>
      <p:sp>
        <p:nvSpPr>
          <p:cNvPr id="41" name="">
            <a:extLst xmlns:a="http://schemas.openxmlformats.org/drawingml/2006/main">
              <a:ext uri="{FF2B5EF4-FFF2-40B4-BE49-F238E27FC236}">
                <a16:creationId xmlns:a16="http://schemas.microsoft.com/office/drawing/2014/main" id="{B119F113-6B7A-4ED1-B8F4-B0AA0DF1DE88}"/>
              </a:ext>
            </a:extLst>
          </p:cNvPr>
          <p:cNvSpPr>
            <a:spLocks xmlns:a="http://schemas.openxmlformats.org/drawingml/2006/main" noGrp="1"/>
          </p:cNvSpPr>
          <p:nvPr/>
        </p:nvSpPr>
        <p:spPr>
          <a:xfrm xmlns:a="http://schemas.openxmlformats.org/drawingml/2006/main">
            <a:off x="6191250" y="261937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63D4D"/>
                </a:solidFill>
                <a:latin typeface="Yu Gothic"/>
                <a:ea typeface="Yu Gothic"/>
                <a:cs typeface="Yu Gothic"/>
              </a:defRPr>
            </a:defPPr>
            <a:lvl1pPr>
              <a:buNone/>
              <a:defRPr sz="2400" b="0">
                <a:solidFill>
                  <a:srgbClr val="263D4D"/>
                </a:solidFill>
                <a:latin typeface="Yu Gothic"/>
                <a:ea typeface="Yu Gothic"/>
                <a:cs typeface="Yu Gothic"/>
              </a:defRPr>
            </a:lvl1pPr>
            <a:lvl2pPr>
              <a:buNone/>
              <a:defRPr sz="2400" b="0">
                <a:solidFill>
                  <a:srgbClr val="263D4D"/>
                </a:solidFill>
                <a:latin typeface="Yu Gothic"/>
                <a:ea typeface="Yu Gothic"/>
                <a:cs typeface="Yu Gothic"/>
              </a:defRPr>
            </a:lvl2pPr>
            <a:lvl3pPr>
              <a:buNone/>
              <a:defRPr sz="2400" b="0">
                <a:solidFill>
                  <a:srgbClr val="263D4D"/>
                </a:solidFill>
                <a:latin typeface="Yu Gothic"/>
                <a:ea typeface="Yu Gothic"/>
                <a:cs typeface="Yu Gothic"/>
              </a:defRPr>
            </a:lvl3pPr>
            <a:lvl4pPr>
              <a:buNone/>
              <a:defRPr sz="2400" b="0">
                <a:solidFill>
                  <a:srgbClr val="263D4D"/>
                </a:solidFill>
                <a:latin typeface="Yu Gothic"/>
                <a:ea typeface="Yu Gothic"/>
                <a:cs typeface="Yu Gothic"/>
              </a:defRPr>
            </a:lvl4pPr>
            <a:lvl5pPr>
              <a:buNone/>
              <a:defRPr sz="2400" b="0">
                <a:solidFill>
                  <a:srgbClr val="263D4D"/>
                </a:solidFill>
                <a:latin typeface="Yu Gothic"/>
                <a:ea typeface="Yu Gothic"/>
                <a:cs typeface="Yu Gothic"/>
              </a:defRPr>
            </a:lvl5pPr>
            <a:lvl6pPr>
              <a:buNone/>
              <a:defRPr sz="2400" b="0">
                <a:solidFill>
                  <a:srgbClr val="263D4D"/>
                </a:solidFill>
                <a:latin typeface="Yu Gothic"/>
                <a:ea typeface="Yu Gothic"/>
                <a:cs typeface="Yu Gothic"/>
              </a:defRPr>
            </a:lvl6pPr>
            <a:lvl7pPr>
              <a:buNone/>
              <a:defRPr sz="2400" b="0">
                <a:solidFill>
                  <a:srgbClr val="263D4D"/>
                </a:solidFill>
                <a:latin typeface="Yu Gothic"/>
                <a:ea typeface="Yu Gothic"/>
                <a:cs typeface="Yu Gothic"/>
              </a:defRPr>
            </a:lvl7pPr>
            <a:lvl8pPr>
              <a:buNone/>
              <a:defRPr sz="2400" b="0">
                <a:solidFill>
                  <a:srgbClr val="263D4D"/>
                </a:solidFill>
                <a:latin typeface="Yu Gothic"/>
                <a:ea typeface="Yu Gothic"/>
                <a:cs typeface="Yu Gothic"/>
              </a:defRPr>
            </a:lvl8pPr>
            <a:lvl9pPr>
              <a:buNone/>
              <a:defRPr sz="2400" b="0">
                <a:solidFill>
                  <a:srgbClr val="263D4D"/>
                </a:solidFill>
                <a:latin typeface="Yu Gothic"/>
                <a:ea typeface="Yu Gothic"/>
                <a:cs typeface="Yu Gothic"/>
              </a:defRPr>
            </a:lvl9pPr>
          </a:lstStyle>
          <a:p xmlns:a="http://schemas.openxmlformats.org/drawingml/2006/main">
            <a:pPr>
              <a:buNone/>
              <a:defRPr sz="2400" b="0">
                <a:solidFill>
                  <a:srgbClr val="263D4D"/>
                </a:solidFill>
                <a:latin typeface="Yu Gothic"/>
                <a:ea typeface="Yu Gothic"/>
                <a:cs typeface="Yu Gothic"/>
              </a:defRPr>
            </a:pPr>
            <a:r>
              <a:rPr sz="2400" b="0">
                <a:solidFill>
                  <a:srgbClr val="263D4D"/>
                </a:solidFill>
                <a:latin typeface="Yu Gothic"/>
                <a:ea typeface="Yu Gothic"/>
                <a:cs typeface="Yu Gothic"/>
              </a:rPr>
              <a:t>100 mm² = 0.0001 m²</a:t>
            </a:r>
          </a:p>
        </p:txBody>
      </p:sp>
      <p:sp>
        <p:nvSpPr>
          <p:cNvPr id="42" name="">
            <a:extLst xmlns:a="http://schemas.openxmlformats.org/drawingml/2006/main">
              <a:ext uri="{FF2B5EF4-FFF2-40B4-BE49-F238E27FC236}">
                <a16:creationId xmlns:a16="http://schemas.microsoft.com/office/drawing/2014/main" id="{5B14047F-9B82-406E-A0D5-A72B15C3D5EA}"/>
              </a:ext>
            </a:extLst>
          </p:cNvPr>
          <p:cNvSpPr>
            <a:spLocks xmlns:a="http://schemas.openxmlformats.org/drawingml/2006/main" noGrp="1"/>
          </p:cNvSpPr>
          <p:nvPr/>
        </p:nvSpPr>
        <p:spPr>
          <a:xfrm xmlns:a="http://schemas.openxmlformats.org/drawingml/2006/main">
            <a:off x="6191250" y="361950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63D4D"/>
                </a:solidFill>
                <a:latin typeface="Yu Gothic"/>
                <a:ea typeface="Yu Gothic"/>
                <a:cs typeface="Yu Gothic"/>
              </a:defRPr>
            </a:defPPr>
            <a:lvl1pPr>
              <a:buNone/>
              <a:defRPr sz="2475" b="1">
                <a:solidFill>
                  <a:srgbClr val="263D4D"/>
                </a:solidFill>
                <a:latin typeface="Yu Gothic"/>
                <a:ea typeface="Yu Gothic"/>
                <a:cs typeface="Yu Gothic"/>
              </a:defRPr>
            </a:lvl1pPr>
            <a:lvl2pPr>
              <a:buNone/>
              <a:defRPr sz="2475" b="1">
                <a:solidFill>
                  <a:srgbClr val="263D4D"/>
                </a:solidFill>
                <a:latin typeface="Yu Gothic"/>
                <a:ea typeface="Yu Gothic"/>
                <a:cs typeface="Yu Gothic"/>
              </a:defRPr>
            </a:lvl2pPr>
            <a:lvl3pPr>
              <a:buNone/>
              <a:defRPr sz="2475" b="1">
                <a:solidFill>
                  <a:srgbClr val="263D4D"/>
                </a:solidFill>
                <a:latin typeface="Yu Gothic"/>
                <a:ea typeface="Yu Gothic"/>
                <a:cs typeface="Yu Gothic"/>
              </a:defRPr>
            </a:lvl3pPr>
            <a:lvl4pPr>
              <a:buNone/>
              <a:defRPr sz="2475" b="1">
                <a:solidFill>
                  <a:srgbClr val="263D4D"/>
                </a:solidFill>
                <a:latin typeface="Yu Gothic"/>
                <a:ea typeface="Yu Gothic"/>
                <a:cs typeface="Yu Gothic"/>
              </a:defRPr>
            </a:lvl4pPr>
            <a:lvl5pPr>
              <a:buNone/>
              <a:defRPr sz="2475" b="1">
                <a:solidFill>
                  <a:srgbClr val="263D4D"/>
                </a:solidFill>
                <a:latin typeface="Yu Gothic"/>
                <a:ea typeface="Yu Gothic"/>
                <a:cs typeface="Yu Gothic"/>
              </a:defRPr>
            </a:lvl5pPr>
            <a:lvl6pPr>
              <a:buNone/>
              <a:defRPr sz="2475" b="1">
                <a:solidFill>
                  <a:srgbClr val="263D4D"/>
                </a:solidFill>
                <a:latin typeface="Yu Gothic"/>
                <a:ea typeface="Yu Gothic"/>
                <a:cs typeface="Yu Gothic"/>
              </a:defRPr>
            </a:lvl6pPr>
            <a:lvl7pPr>
              <a:buNone/>
              <a:defRPr sz="2475" b="1">
                <a:solidFill>
                  <a:srgbClr val="263D4D"/>
                </a:solidFill>
                <a:latin typeface="Yu Gothic"/>
                <a:ea typeface="Yu Gothic"/>
                <a:cs typeface="Yu Gothic"/>
              </a:defRPr>
            </a:lvl7pPr>
            <a:lvl8pPr>
              <a:buNone/>
              <a:defRPr sz="2475" b="1">
                <a:solidFill>
                  <a:srgbClr val="263D4D"/>
                </a:solidFill>
                <a:latin typeface="Yu Gothic"/>
                <a:ea typeface="Yu Gothic"/>
                <a:cs typeface="Yu Gothic"/>
              </a:defRPr>
            </a:lvl8pPr>
            <a:lvl9pPr>
              <a:buNone/>
              <a:defRPr sz="2475" b="1">
                <a:solidFill>
                  <a:srgbClr val="263D4D"/>
                </a:solidFill>
                <a:latin typeface="Yu Gothic"/>
                <a:ea typeface="Yu Gothic"/>
                <a:cs typeface="Yu Gothic"/>
              </a:defRPr>
            </a:lvl9pPr>
          </a:lstStyle>
          <a:p xmlns:a="http://schemas.openxmlformats.org/drawingml/2006/main">
            <a:pPr>
              <a:buNone/>
              <a:defRPr sz="2475" b="1">
                <a:solidFill>
                  <a:srgbClr val="263D4D"/>
                </a:solidFill>
                <a:latin typeface="Yu Gothic"/>
                <a:ea typeface="Yu Gothic"/>
                <a:cs typeface="Yu Gothic"/>
              </a:defRPr>
            </a:pPr>
            <a:r>
              <a:rPr sz="2475" b="1">
                <a:solidFill>
                  <a:srgbClr val="263D4D"/>
                </a:solidFill>
                <a:latin typeface="Yu Gothic"/>
                <a:ea typeface="Yu Gothic"/>
                <a:cs typeface="Yu Gothic"/>
              </a:rPr>
              <a:t>1 m² = (1,000 mm)²</a:t>
            </a:r>
          </a:p>
        </p:txBody>
      </p:sp>
      <p:sp>
        <p:nvSpPr>
          <p:cNvPr id="43" name="">
            <a:extLst xmlns:a="http://schemas.openxmlformats.org/drawingml/2006/main">
              <a:ext uri="{FF2B5EF4-FFF2-40B4-BE49-F238E27FC236}">
                <a16:creationId xmlns:a16="http://schemas.microsoft.com/office/drawing/2014/main" id="{C9E9114E-C194-490D-BBFC-5D54DD581BBB}"/>
              </a:ext>
            </a:extLst>
          </p:cNvPr>
          <p:cNvSpPr>
            <a:spLocks xmlns:a="http://schemas.openxmlformats.org/drawingml/2006/main" noGrp="1"/>
          </p:cNvSpPr>
          <p:nvPr/>
        </p:nvSpPr>
        <p:spPr>
          <a:xfrm xmlns:a="http://schemas.openxmlformats.org/drawingml/2006/main">
            <a:off x="7381875" y="4238625"/>
            <a:ext cx="414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2876A8"/>
                </a:solidFill>
                <a:latin typeface="Yu Gothic"/>
                <a:ea typeface="Yu Gothic"/>
                <a:cs typeface="Yu Gothic"/>
              </a:defRPr>
            </a:defPPr>
            <a:lvl1pPr>
              <a:buNone/>
              <a:defRPr sz="2700" b="1">
                <a:solidFill>
                  <a:srgbClr val="2876A8"/>
                </a:solidFill>
                <a:latin typeface="Yu Gothic"/>
                <a:ea typeface="Yu Gothic"/>
                <a:cs typeface="Yu Gothic"/>
              </a:defRPr>
            </a:lvl1pPr>
            <a:lvl2pPr>
              <a:buNone/>
              <a:defRPr sz="2700" b="1">
                <a:solidFill>
                  <a:srgbClr val="2876A8"/>
                </a:solidFill>
                <a:latin typeface="Yu Gothic"/>
                <a:ea typeface="Yu Gothic"/>
                <a:cs typeface="Yu Gothic"/>
              </a:defRPr>
            </a:lvl2pPr>
            <a:lvl3pPr>
              <a:buNone/>
              <a:defRPr sz="2700" b="1">
                <a:solidFill>
                  <a:srgbClr val="2876A8"/>
                </a:solidFill>
                <a:latin typeface="Yu Gothic"/>
                <a:ea typeface="Yu Gothic"/>
                <a:cs typeface="Yu Gothic"/>
              </a:defRPr>
            </a:lvl3pPr>
            <a:lvl4pPr>
              <a:buNone/>
              <a:defRPr sz="2700" b="1">
                <a:solidFill>
                  <a:srgbClr val="2876A8"/>
                </a:solidFill>
                <a:latin typeface="Yu Gothic"/>
                <a:ea typeface="Yu Gothic"/>
                <a:cs typeface="Yu Gothic"/>
              </a:defRPr>
            </a:lvl4pPr>
            <a:lvl5pPr>
              <a:buNone/>
              <a:defRPr sz="2700" b="1">
                <a:solidFill>
                  <a:srgbClr val="2876A8"/>
                </a:solidFill>
                <a:latin typeface="Yu Gothic"/>
                <a:ea typeface="Yu Gothic"/>
                <a:cs typeface="Yu Gothic"/>
              </a:defRPr>
            </a:lvl5pPr>
            <a:lvl6pPr>
              <a:buNone/>
              <a:defRPr sz="2700" b="1">
                <a:solidFill>
                  <a:srgbClr val="2876A8"/>
                </a:solidFill>
                <a:latin typeface="Yu Gothic"/>
                <a:ea typeface="Yu Gothic"/>
                <a:cs typeface="Yu Gothic"/>
              </a:defRPr>
            </a:lvl6pPr>
            <a:lvl7pPr>
              <a:buNone/>
              <a:defRPr sz="2700" b="1">
                <a:solidFill>
                  <a:srgbClr val="2876A8"/>
                </a:solidFill>
                <a:latin typeface="Yu Gothic"/>
                <a:ea typeface="Yu Gothic"/>
                <a:cs typeface="Yu Gothic"/>
              </a:defRPr>
            </a:lvl7pPr>
            <a:lvl8pPr>
              <a:buNone/>
              <a:defRPr sz="2700" b="1">
                <a:solidFill>
                  <a:srgbClr val="2876A8"/>
                </a:solidFill>
                <a:latin typeface="Yu Gothic"/>
                <a:ea typeface="Yu Gothic"/>
                <a:cs typeface="Yu Gothic"/>
              </a:defRPr>
            </a:lvl8pPr>
            <a:lvl9pPr>
              <a:buNone/>
              <a:defRPr sz="2700" b="1">
                <a:solidFill>
                  <a:srgbClr val="2876A8"/>
                </a:solidFill>
                <a:latin typeface="Yu Gothic"/>
                <a:ea typeface="Yu Gothic"/>
                <a:cs typeface="Yu Gothic"/>
              </a:defRPr>
            </a:lvl9pPr>
          </a:lstStyle>
          <a:p xmlns:a="http://schemas.openxmlformats.org/drawingml/2006/main">
            <a:pPr>
              <a:buNone/>
              <a:defRPr sz="2700" b="1">
                <a:solidFill>
                  <a:srgbClr val="2876A8"/>
                </a:solidFill>
                <a:latin typeface="Yu Gothic"/>
                <a:ea typeface="Yu Gothic"/>
                <a:cs typeface="Yu Gothic"/>
              </a:defRPr>
            </a:pPr>
            <a:r>
              <a:rPr sz="2700" b="1">
                <a:solidFill>
                  <a:srgbClr val="2876A8"/>
                </a:solidFill>
                <a:latin typeface="Yu Gothic"/>
                <a:ea typeface="Yu Gothic"/>
                <a:cs typeface="Yu Gothic"/>
              </a:rPr>
              <a:t>= 10⁶ mm²</a:t>
            </a:r>
          </a:p>
        </p:txBody>
      </p:sp>
      <p:sp>
        <p:nvSpPr>
          <p:cNvPr id="44" name="">
            <a:extLst xmlns:a="http://schemas.openxmlformats.org/drawingml/2006/main">
              <a:ext uri="{FF2B5EF4-FFF2-40B4-BE49-F238E27FC236}">
                <a16:creationId xmlns:a16="http://schemas.microsoft.com/office/drawing/2014/main" id="{C2E370EA-E2C3-4E59-A8EE-88A101091B08}"/>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確認：0.01 m² は何 mm²か。縦と横の換算倍率を掛けて説明する。</a:t>
            </a:r>
          </a:p>
        </p:txBody>
      </p:sp>
    </p:spTree>
    <p:extLst>
      <p:ext uri="{BB962C8B-B14F-4D97-AF65-F5344CB8AC3E}">
        <p14:creationId xmlns:p14="http://schemas.microsoft.com/office/powerpoint/2010/main" val="761791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68FAAAAD-AC0B-45DF-A573-0952F0DF53BE}"/>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kgf/m² と Paで表す、同じ押し方</a:t>
            </a:r>
          </a:p>
        </p:txBody>
      </p:sp>
      <p:cxnSp>
        <p:nvCxnSpPr>
          <p:cNvPr id="2" name="">
            <a:extLst xmlns:a="http://schemas.openxmlformats.org/drawingml/2006/main">
              <a:ext uri="{FF2B5EF4-FFF2-40B4-BE49-F238E27FC236}">
                <a16:creationId xmlns:a16="http://schemas.microsoft.com/office/drawing/2014/main" id="{5DEF260E-12A3-4A00-94AB-BB6F3F3217D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53F21780-E15B-4A8E-A548-565F654DFF66}"/>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F3CB1018-3607-4D55-AD09-7D5DF15339D7}"/>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10 / 57</a:t>
            </a:r>
          </a:p>
        </p:txBody>
      </p:sp>
      <p:sp>
        <p:nvSpPr>
          <p:cNvPr id="5" name="text-4">
            <a:extLst xmlns:a="http://schemas.openxmlformats.org/drawingml/2006/main">
              <a:ext uri="{FF2B5EF4-FFF2-40B4-BE49-F238E27FC236}">
                <a16:creationId xmlns:a16="http://schemas.microsoft.com/office/drawing/2014/main" id="{A1F65254-1D79-4776-A926-24EE9A1654E3}"/>
              </a:ext>
            </a:extLst>
          </p:cNvPr>
          <p:cNvSpPr>
            <a:spLocks xmlns:a="http://schemas.openxmlformats.org/drawingml/2006/main" noGrp="1"/>
          </p:cNvSpPr>
          <p:nvPr/>
        </p:nvSpPr>
        <p:spPr>
          <a:xfrm xmlns:a="http://schemas.openxmlformats.org/drawingml/2006/main">
            <a:off x="685800" y="15525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8364F"/>
                </a:solidFill>
                <a:latin typeface="Yu Gothic"/>
                <a:ea typeface="Yu Gothic"/>
                <a:cs typeface="Yu Gothic"/>
              </a:defRPr>
            </a:defPPr>
            <a:lvl1pPr algn="l">
              <a:buNone/>
              <a:defRPr sz="2400" b="1">
                <a:solidFill>
                  <a:srgbClr val="18364F"/>
                </a:solidFill>
                <a:latin typeface="Yu Gothic"/>
                <a:ea typeface="Yu Gothic"/>
                <a:cs typeface="Yu Gothic"/>
              </a:defRPr>
            </a:lvl1pPr>
            <a:lvl2pPr algn="l">
              <a:buNone/>
              <a:defRPr sz="2400" b="1">
                <a:solidFill>
                  <a:srgbClr val="18364F"/>
                </a:solidFill>
                <a:latin typeface="Yu Gothic"/>
                <a:ea typeface="Yu Gothic"/>
                <a:cs typeface="Yu Gothic"/>
              </a:defRPr>
            </a:lvl2pPr>
            <a:lvl3pPr algn="l">
              <a:buNone/>
              <a:defRPr sz="2400" b="1">
                <a:solidFill>
                  <a:srgbClr val="18364F"/>
                </a:solidFill>
                <a:latin typeface="Yu Gothic"/>
                <a:ea typeface="Yu Gothic"/>
                <a:cs typeface="Yu Gothic"/>
              </a:defRPr>
            </a:lvl3pPr>
            <a:lvl4pPr algn="l">
              <a:buNone/>
              <a:defRPr sz="2400" b="1">
                <a:solidFill>
                  <a:srgbClr val="18364F"/>
                </a:solidFill>
                <a:latin typeface="Yu Gothic"/>
                <a:ea typeface="Yu Gothic"/>
                <a:cs typeface="Yu Gothic"/>
              </a:defRPr>
            </a:lvl4pPr>
            <a:lvl5pPr algn="l">
              <a:buNone/>
              <a:defRPr sz="2400" b="1">
                <a:solidFill>
                  <a:srgbClr val="18364F"/>
                </a:solidFill>
                <a:latin typeface="Yu Gothic"/>
                <a:ea typeface="Yu Gothic"/>
                <a:cs typeface="Yu Gothic"/>
              </a:defRPr>
            </a:lvl5pPr>
            <a:lvl6pPr algn="l">
              <a:buNone/>
              <a:defRPr sz="2400" b="1">
                <a:solidFill>
                  <a:srgbClr val="18364F"/>
                </a:solidFill>
                <a:latin typeface="Yu Gothic"/>
                <a:ea typeface="Yu Gothic"/>
                <a:cs typeface="Yu Gothic"/>
              </a:defRPr>
            </a:lvl6pPr>
            <a:lvl7pPr algn="l">
              <a:buNone/>
              <a:defRPr sz="2400" b="1">
                <a:solidFill>
                  <a:srgbClr val="18364F"/>
                </a:solidFill>
                <a:latin typeface="Yu Gothic"/>
                <a:ea typeface="Yu Gothic"/>
                <a:cs typeface="Yu Gothic"/>
              </a:defRPr>
            </a:lvl7pPr>
            <a:lvl8pPr algn="l">
              <a:buNone/>
              <a:defRPr sz="2400" b="1">
                <a:solidFill>
                  <a:srgbClr val="18364F"/>
                </a:solidFill>
                <a:latin typeface="Yu Gothic"/>
                <a:ea typeface="Yu Gothic"/>
                <a:cs typeface="Yu Gothic"/>
              </a:defRPr>
            </a:lvl8pPr>
            <a:lvl9pPr algn="l">
              <a:buNone/>
              <a:defRPr sz="2400" b="1">
                <a:solidFill>
                  <a:srgbClr val="18364F"/>
                </a:solidFill>
                <a:latin typeface="Yu Gothic"/>
                <a:ea typeface="Yu Gothic"/>
                <a:cs typeface="Yu Gothic"/>
              </a:defRPr>
            </a:lvl9pPr>
          </a:lstStyle>
          <a:p xmlns:a="http://schemas.openxmlformats.org/drawingml/2006/main">
            <a:pPr algn="l">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質量1 kgのおもりの力を、1 m²の板全体に均等に分布</a:t>
            </a:r>
          </a:p>
        </p:txBody>
      </p:sp>
      <p:sp>
        <p:nvSpPr>
          <p:cNvPr id="6" name="">
            <a:extLst xmlns:a="http://schemas.openxmlformats.org/drawingml/2006/main">
              <a:ext uri="{FF2B5EF4-FFF2-40B4-BE49-F238E27FC236}">
                <a16:creationId xmlns:a16="http://schemas.microsoft.com/office/drawing/2014/main" id="{55258D3B-85B8-41DF-A9B4-E6BA748CBE2A}"/>
              </a:ext>
            </a:extLst>
          </p:cNvPr>
          <p:cNvSpPr>
            <a:spLocks xmlns:a="http://schemas.openxmlformats.org/drawingml/2006/main" noGrp="1"/>
          </p:cNvSpPr>
          <p:nvPr/>
        </p:nvSpPr>
        <p:spPr>
          <a:xfrm xmlns:a="http://schemas.openxmlformats.org/drawingml/2006/main">
            <a:off x="2095500" y="2428875"/>
            <a:ext cx="1238250" cy="952500"/>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7" name="text-6">
            <a:extLst xmlns:a="http://schemas.openxmlformats.org/drawingml/2006/main">
              <a:ext uri="{FF2B5EF4-FFF2-40B4-BE49-F238E27FC236}">
                <a16:creationId xmlns:a16="http://schemas.microsoft.com/office/drawing/2014/main" id="{885F7B74-1083-4683-9A69-03D5F234D5C7}"/>
              </a:ext>
            </a:extLst>
          </p:cNvPr>
          <p:cNvSpPr>
            <a:spLocks xmlns:a="http://schemas.openxmlformats.org/drawingml/2006/main" noGrp="1"/>
          </p:cNvSpPr>
          <p:nvPr/>
        </p:nvSpPr>
        <p:spPr>
          <a:xfrm xmlns:a="http://schemas.openxmlformats.org/drawingml/2006/main">
            <a:off x="2143125" y="2628900"/>
            <a:ext cx="114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18364F"/>
                </a:solidFill>
                <a:latin typeface="Yu Gothic"/>
                <a:ea typeface="Yu Gothic"/>
                <a:cs typeface="Yu Gothic"/>
              </a:defRPr>
            </a:defPPr>
            <a:lvl1pPr algn="ctr">
              <a:buNone/>
              <a:defRPr sz="2700" b="1">
                <a:solidFill>
                  <a:srgbClr val="18364F"/>
                </a:solidFill>
                <a:latin typeface="Yu Gothic"/>
                <a:ea typeface="Yu Gothic"/>
                <a:cs typeface="Yu Gothic"/>
              </a:defRPr>
            </a:lvl1pPr>
            <a:lvl2pPr algn="ctr">
              <a:buNone/>
              <a:defRPr sz="2700" b="1">
                <a:solidFill>
                  <a:srgbClr val="18364F"/>
                </a:solidFill>
                <a:latin typeface="Yu Gothic"/>
                <a:ea typeface="Yu Gothic"/>
                <a:cs typeface="Yu Gothic"/>
              </a:defRPr>
            </a:lvl2pPr>
            <a:lvl3pPr algn="ctr">
              <a:buNone/>
              <a:defRPr sz="2700" b="1">
                <a:solidFill>
                  <a:srgbClr val="18364F"/>
                </a:solidFill>
                <a:latin typeface="Yu Gothic"/>
                <a:ea typeface="Yu Gothic"/>
                <a:cs typeface="Yu Gothic"/>
              </a:defRPr>
            </a:lvl3pPr>
            <a:lvl4pPr algn="ctr">
              <a:buNone/>
              <a:defRPr sz="2700" b="1">
                <a:solidFill>
                  <a:srgbClr val="18364F"/>
                </a:solidFill>
                <a:latin typeface="Yu Gothic"/>
                <a:ea typeface="Yu Gothic"/>
                <a:cs typeface="Yu Gothic"/>
              </a:defRPr>
            </a:lvl4pPr>
            <a:lvl5pPr algn="ctr">
              <a:buNone/>
              <a:defRPr sz="2700" b="1">
                <a:solidFill>
                  <a:srgbClr val="18364F"/>
                </a:solidFill>
                <a:latin typeface="Yu Gothic"/>
                <a:ea typeface="Yu Gothic"/>
                <a:cs typeface="Yu Gothic"/>
              </a:defRPr>
            </a:lvl5pPr>
            <a:lvl6pPr algn="ctr">
              <a:buNone/>
              <a:defRPr sz="2700" b="1">
                <a:solidFill>
                  <a:srgbClr val="18364F"/>
                </a:solidFill>
                <a:latin typeface="Yu Gothic"/>
                <a:ea typeface="Yu Gothic"/>
                <a:cs typeface="Yu Gothic"/>
              </a:defRPr>
            </a:lvl6pPr>
            <a:lvl7pPr algn="ctr">
              <a:buNone/>
              <a:defRPr sz="2700" b="1">
                <a:solidFill>
                  <a:srgbClr val="18364F"/>
                </a:solidFill>
                <a:latin typeface="Yu Gothic"/>
                <a:ea typeface="Yu Gothic"/>
                <a:cs typeface="Yu Gothic"/>
              </a:defRPr>
            </a:lvl7pPr>
            <a:lvl8pPr algn="ctr">
              <a:buNone/>
              <a:defRPr sz="2700" b="1">
                <a:solidFill>
                  <a:srgbClr val="18364F"/>
                </a:solidFill>
                <a:latin typeface="Yu Gothic"/>
                <a:ea typeface="Yu Gothic"/>
                <a:cs typeface="Yu Gothic"/>
              </a:defRPr>
            </a:lvl8pPr>
            <a:lvl9pPr algn="ctr">
              <a:buNone/>
              <a:defRPr sz="2700" b="1">
                <a:solidFill>
                  <a:srgbClr val="18364F"/>
                </a:solidFill>
                <a:latin typeface="Yu Gothic"/>
                <a:ea typeface="Yu Gothic"/>
                <a:cs typeface="Yu Gothic"/>
              </a:defRPr>
            </a:lvl9pPr>
          </a:lstStyle>
          <a:p xmlns:a="http://schemas.openxmlformats.org/drawingml/2006/main">
            <a:pPr algn="ctr">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1 kg</a:t>
            </a:r>
          </a:p>
        </p:txBody>
      </p:sp>
      <p:cxnSp>
        <p:nvCxnSpPr>
          <p:cNvPr id="8" name="">
            <a:extLst xmlns:a="http://schemas.openxmlformats.org/drawingml/2006/main">
              <a:ext uri="{FF2B5EF4-FFF2-40B4-BE49-F238E27FC236}">
                <a16:creationId xmlns:a16="http://schemas.microsoft.com/office/drawing/2014/main" id="{F8725349-64E1-497A-9DA5-FB3553EC6FCE}"/>
              </a:ext>
            </a:extLst>
          </p:cNvPr>
          <p:cNvCxnSpPr/>
          <p:nvPr/>
        </p:nvCxnSpPr>
        <p:spPr>
          <a:xfrm xmlns:a="http://schemas.openxmlformats.org/drawingml/2006/main" flipH="0" flipV="0">
            <a:off x="2714625" y="3381375"/>
            <a:ext cx="0" cy="561975"/>
          </a:xfrm>
          <a:prstGeom xmlns:a="http://schemas.openxmlformats.org/drawingml/2006/main" prst="straightConnector1">
            <a:avLst/>
          </a:prstGeom>
          <a:ln xmlns:a="http://schemas.openxmlformats.org/drawingml/2006/main" w="47625">
            <a:solidFill>
              <a:srgbClr val="C53D3D"/>
            </a:solidFill>
            <a:tailEnd type="triangle" w="med" len="med"/>
          </a:ln>
        </p:spPr>
      </p:cxnSp>
      <p:sp>
        <p:nvSpPr>
          <p:cNvPr id="9" name="">
            <a:extLst xmlns:a="http://schemas.openxmlformats.org/drawingml/2006/main">
              <a:ext uri="{FF2B5EF4-FFF2-40B4-BE49-F238E27FC236}">
                <a16:creationId xmlns:a16="http://schemas.microsoft.com/office/drawing/2014/main" id="{A1D00837-8D06-4CFD-9A74-68396A3FE8BA}"/>
              </a:ext>
            </a:extLst>
          </p:cNvPr>
          <p:cNvSpPr>
            <a:spLocks xmlns:a="http://schemas.openxmlformats.org/drawingml/2006/main" noGrp="1"/>
          </p:cNvSpPr>
          <p:nvPr/>
        </p:nvSpPr>
        <p:spPr>
          <a:xfrm xmlns:a="http://schemas.openxmlformats.org/drawingml/2006/main">
            <a:off x="1000125" y="4010025"/>
            <a:ext cx="4191000" cy="381000"/>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10" name="text-9">
            <a:extLst xmlns:a="http://schemas.openxmlformats.org/drawingml/2006/main">
              <a:ext uri="{FF2B5EF4-FFF2-40B4-BE49-F238E27FC236}">
                <a16:creationId xmlns:a16="http://schemas.microsoft.com/office/drawing/2014/main" id="{FFB9EE9C-C8F4-4986-BC9C-78CC34F39729}"/>
              </a:ext>
            </a:extLst>
          </p:cNvPr>
          <p:cNvSpPr>
            <a:spLocks xmlns:a="http://schemas.openxmlformats.org/drawingml/2006/main" noGrp="1"/>
          </p:cNvSpPr>
          <p:nvPr/>
        </p:nvSpPr>
        <p:spPr>
          <a:xfrm xmlns:a="http://schemas.openxmlformats.org/drawingml/2006/main">
            <a:off x="1638300" y="4533900"/>
            <a:ext cx="304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面積 1 m²</a:t>
            </a:r>
          </a:p>
        </p:txBody>
      </p:sp>
      <p:sp>
        <p:nvSpPr>
          <p:cNvPr id="11" name="text-10">
            <a:extLst xmlns:a="http://schemas.openxmlformats.org/drawingml/2006/main">
              <a:ext uri="{FF2B5EF4-FFF2-40B4-BE49-F238E27FC236}">
                <a16:creationId xmlns:a16="http://schemas.microsoft.com/office/drawing/2014/main" id="{08A6DA8C-071D-42D2-9846-E80D5B4513ED}"/>
              </a:ext>
            </a:extLst>
          </p:cNvPr>
          <p:cNvSpPr>
            <a:spLocks xmlns:a="http://schemas.openxmlformats.org/drawingml/2006/main" noGrp="1"/>
          </p:cNvSpPr>
          <p:nvPr/>
        </p:nvSpPr>
        <p:spPr>
          <a:xfrm xmlns:a="http://schemas.openxmlformats.org/drawingml/2006/main">
            <a:off x="6438900" y="2276475"/>
            <a:ext cx="5067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18364F"/>
                </a:solidFill>
                <a:latin typeface="Yu Gothic"/>
                <a:ea typeface="Yu Gothic"/>
                <a:cs typeface="Yu Gothic"/>
              </a:defRPr>
            </a:defPPr>
            <a:lvl1pPr algn="l">
              <a:buNone/>
              <a:defRPr sz="2700" b="1">
                <a:solidFill>
                  <a:srgbClr val="18364F"/>
                </a:solidFill>
                <a:latin typeface="Yu Gothic"/>
                <a:ea typeface="Yu Gothic"/>
                <a:cs typeface="Yu Gothic"/>
              </a:defRPr>
            </a:lvl1pPr>
            <a:lvl2pPr algn="l">
              <a:buNone/>
              <a:defRPr sz="2700" b="1">
                <a:solidFill>
                  <a:srgbClr val="18364F"/>
                </a:solidFill>
                <a:latin typeface="Yu Gothic"/>
                <a:ea typeface="Yu Gothic"/>
                <a:cs typeface="Yu Gothic"/>
              </a:defRPr>
            </a:lvl2pPr>
            <a:lvl3pPr algn="l">
              <a:buNone/>
              <a:defRPr sz="2700" b="1">
                <a:solidFill>
                  <a:srgbClr val="18364F"/>
                </a:solidFill>
                <a:latin typeface="Yu Gothic"/>
                <a:ea typeface="Yu Gothic"/>
                <a:cs typeface="Yu Gothic"/>
              </a:defRPr>
            </a:lvl3pPr>
            <a:lvl4pPr algn="l">
              <a:buNone/>
              <a:defRPr sz="2700" b="1">
                <a:solidFill>
                  <a:srgbClr val="18364F"/>
                </a:solidFill>
                <a:latin typeface="Yu Gothic"/>
                <a:ea typeface="Yu Gothic"/>
                <a:cs typeface="Yu Gothic"/>
              </a:defRPr>
            </a:lvl4pPr>
            <a:lvl5pPr algn="l">
              <a:buNone/>
              <a:defRPr sz="2700" b="1">
                <a:solidFill>
                  <a:srgbClr val="18364F"/>
                </a:solidFill>
                <a:latin typeface="Yu Gothic"/>
                <a:ea typeface="Yu Gothic"/>
                <a:cs typeface="Yu Gothic"/>
              </a:defRPr>
            </a:lvl5pPr>
            <a:lvl6pPr algn="l">
              <a:buNone/>
              <a:defRPr sz="2700" b="1">
                <a:solidFill>
                  <a:srgbClr val="18364F"/>
                </a:solidFill>
                <a:latin typeface="Yu Gothic"/>
                <a:ea typeface="Yu Gothic"/>
                <a:cs typeface="Yu Gothic"/>
              </a:defRPr>
            </a:lvl6pPr>
            <a:lvl7pPr algn="l">
              <a:buNone/>
              <a:defRPr sz="2700" b="1">
                <a:solidFill>
                  <a:srgbClr val="18364F"/>
                </a:solidFill>
                <a:latin typeface="Yu Gothic"/>
                <a:ea typeface="Yu Gothic"/>
                <a:cs typeface="Yu Gothic"/>
              </a:defRPr>
            </a:lvl7pPr>
            <a:lvl8pPr algn="l">
              <a:buNone/>
              <a:defRPr sz="2700" b="1">
                <a:solidFill>
                  <a:srgbClr val="18364F"/>
                </a:solidFill>
                <a:latin typeface="Yu Gothic"/>
                <a:ea typeface="Yu Gothic"/>
                <a:cs typeface="Yu Gothic"/>
              </a:defRPr>
            </a:lvl8pPr>
            <a:lvl9pPr algn="l">
              <a:buNone/>
              <a:defRPr sz="2700" b="1">
                <a:solidFill>
                  <a:srgbClr val="18364F"/>
                </a:solidFill>
                <a:latin typeface="Yu Gothic"/>
                <a:ea typeface="Yu Gothic"/>
                <a:cs typeface="Yu Gothic"/>
              </a:defRPr>
            </a:lvl9pPr>
          </a:lstStyle>
          <a:p xmlns:a="http://schemas.openxmlformats.org/drawingml/2006/main">
            <a:pPr algn="l">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約1 kgfの力</a:t>
            </a:r>
          </a:p>
        </p:txBody>
      </p:sp>
      <p:sp>
        <p:nvSpPr>
          <p:cNvPr id="12" name="text-11">
            <a:extLst xmlns:a="http://schemas.openxmlformats.org/drawingml/2006/main">
              <a:ext uri="{FF2B5EF4-FFF2-40B4-BE49-F238E27FC236}">
                <a16:creationId xmlns:a16="http://schemas.microsoft.com/office/drawing/2014/main" id="{3CA2F473-13C5-4707-96B3-3F6477C0F67B}"/>
              </a:ext>
            </a:extLst>
          </p:cNvPr>
          <p:cNvSpPr>
            <a:spLocks xmlns:a="http://schemas.openxmlformats.org/drawingml/2006/main" noGrp="1"/>
          </p:cNvSpPr>
          <p:nvPr/>
        </p:nvSpPr>
        <p:spPr>
          <a:xfrm xmlns:a="http://schemas.openxmlformats.org/drawingml/2006/main">
            <a:off x="6438900" y="2952750"/>
            <a:ext cx="5067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 1 m² = 約1 kgf/m²</a:t>
            </a:r>
          </a:p>
        </p:txBody>
      </p:sp>
      <p:sp>
        <p:nvSpPr>
          <p:cNvPr id="13" name="text-12">
            <a:extLst xmlns:a="http://schemas.openxmlformats.org/drawingml/2006/main">
              <a:ext uri="{FF2B5EF4-FFF2-40B4-BE49-F238E27FC236}">
                <a16:creationId xmlns:a16="http://schemas.microsoft.com/office/drawing/2014/main" id="{CC5C21D8-5F15-4F90-9B1C-09637B8B86CA}"/>
              </a:ext>
            </a:extLst>
          </p:cNvPr>
          <p:cNvSpPr>
            <a:spLocks xmlns:a="http://schemas.openxmlformats.org/drawingml/2006/main" noGrp="1"/>
          </p:cNvSpPr>
          <p:nvPr/>
        </p:nvSpPr>
        <p:spPr>
          <a:xfrm xmlns:a="http://schemas.openxmlformats.org/drawingml/2006/main">
            <a:off x="6438900" y="3724275"/>
            <a:ext cx="5067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18364F"/>
                </a:solidFill>
                <a:latin typeface="Yu Gothic"/>
                <a:ea typeface="Yu Gothic"/>
                <a:cs typeface="Yu Gothic"/>
              </a:defRPr>
            </a:defPPr>
            <a:lvl1pPr algn="l">
              <a:buNone/>
              <a:defRPr sz="2700" b="1">
                <a:solidFill>
                  <a:srgbClr val="18364F"/>
                </a:solidFill>
                <a:latin typeface="Yu Gothic"/>
                <a:ea typeface="Yu Gothic"/>
                <a:cs typeface="Yu Gothic"/>
              </a:defRPr>
            </a:lvl1pPr>
            <a:lvl2pPr algn="l">
              <a:buNone/>
              <a:defRPr sz="2700" b="1">
                <a:solidFill>
                  <a:srgbClr val="18364F"/>
                </a:solidFill>
                <a:latin typeface="Yu Gothic"/>
                <a:ea typeface="Yu Gothic"/>
                <a:cs typeface="Yu Gothic"/>
              </a:defRPr>
            </a:lvl2pPr>
            <a:lvl3pPr algn="l">
              <a:buNone/>
              <a:defRPr sz="2700" b="1">
                <a:solidFill>
                  <a:srgbClr val="18364F"/>
                </a:solidFill>
                <a:latin typeface="Yu Gothic"/>
                <a:ea typeface="Yu Gothic"/>
                <a:cs typeface="Yu Gothic"/>
              </a:defRPr>
            </a:lvl3pPr>
            <a:lvl4pPr algn="l">
              <a:buNone/>
              <a:defRPr sz="2700" b="1">
                <a:solidFill>
                  <a:srgbClr val="18364F"/>
                </a:solidFill>
                <a:latin typeface="Yu Gothic"/>
                <a:ea typeface="Yu Gothic"/>
                <a:cs typeface="Yu Gothic"/>
              </a:defRPr>
            </a:lvl4pPr>
            <a:lvl5pPr algn="l">
              <a:buNone/>
              <a:defRPr sz="2700" b="1">
                <a:solidFill>
                  <a:srgbClr val="18364F"/>
                </a:solidFill>
                <a:latin typeface="Yu Gothic"/>
                <a:ea typeface="Yu Gothic"/>
                <a:cs typeface="Yu Gothic"/>
              </a:defRPr>
            </a:lvl5pPr>
            <a:lvl6pPr algn="l">
              <a:buNone/>
              <a:defRPr sz="2700" b="1">
                <a:solidFill>
                  <a:srgbClr val="18364F"/>
                </a:solidFill>
                <a:latin typeface="Yu Gothic"/>
                <a:ea typeface="Yu Gothic"/>
                <a:cs typeface="Yu Gothic"/>
              </a:defRPr>
            </a:lvl6pPr>
            <a:lvl7pPr algn="l">
              <a:buNone/>
              <a:defRPr sz="2700" b="1">
                <a:solidFill>
                  <a:srgbClr val="18364F"/>
                </a:solidFill>
                <a:latin typeface="Yu Gothic"/>
                <a:ea typeface="Yu Gothic"/>
                <a:cs typeface="Yu Gothic"/>
              </a:defRPr>
            </a:lvl7pPr>
            <a:lvl8pPr algn="l">
              <a:buNone/>
              <a:defRPr sz="2700" b="1">
                <a:solidFill>
                  <a:srgbClr val="18364F"/>
                </a:solidFill>
                <a:latin typeface="Yu Gothic"/>
                <a:ea typeface="Yu Gothic"/>
                <a:cs typeface="Yu Gothic"/>
              </a:defRPr>
            </a:lvl8pPr>
            <a:lvl9pPr algn="l">
              <a:buNone/>
              <a:defRPr sz="2700" b="1">
                <a:solidFill>
                  <a:srgbClr val="18364F"/>
                </a:solidFill>
                <a:latin typeface="Yu Gothic"/>
                <a:ea typeface="Yu Gothic"/>
                <a:cs typeface="Yu Gothic"/>
              </a:defRPr>
            </a:lvl9pPr>
          </a:lstStyle>
          <a:p xmlns:a="http://schemas.openxmlformats.org/drawingml/2006/main">
            <a:pPr algn="l">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約9.8 Nの力</a:t>
            </a:r>
          </a:p>
        </p:txBody>
      </p:sp>
      <p:sp>
        <p:nvSpPr>
          <p:cNvPr id="14" name="text-13">
            <a:extLst xmlns:a="http://schemas.openxmlformats.org/drawingml/2006/main">
              <a:ext uri="{FF2B5EF4-FFF2-40B4-BE49-F238E27FC236}">
                <a16:creationId xmlns:a16="http://schemas.microsoft.com/office/drawing/2014/main" id="{DC537873-D5CC-4709-8DF9-4188FF9D3870}"/>
              </a:ext>
            </a:extLst>
          </p:cNvPr>
          <p:cNvSpPr>
            <a:spLocks xmlns:a="http://schemas.openxmlformats.org/drawingml/2006/main" noGrp="1"/>
          </p:cNvSpPr>
          <p:nvPr/>
        </p:nvSpPr>
        <p:spPr>
          <a:xfrm xmlns:a="http://schemas.openxmlformats.org/drawingml/2006/main">
            <a:off x="6438900" y="4391025"/>
            <a:ext cx="5067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253C4D"/>
                </a:solidFill>
                <a:latin typeface="Yu Gothic"/>
                <a:ea typeface="Yu Gothic"/>
                <a:cs typeface="Yu Gothic"/>
              </a:defRPr>
            </a:defPPr>
            <a:lvl1pPr algn="l">
              <a:buNone/>
              <a:defRPr sz="2025" b="0">
                <a:solidFill>
                  <a:srgbClr val="253C4D"/>
                </a:solidFill>
                <a:latin typeface="Yu Gothic"/>
                <a:ea typeface="Yu Gothic"/>
                <a:cs typeface="Yu Gothic"/>
              </a:defRPr>
            </a:lvl1pPr>
            <a:lvl2pPr algn="l">
              <a:buNone/>
              <a:defRPr sz="2025" b="0">
                <a:solidFill>
                  <a:srgbClr val="253C4D"/>
                </a:solidFill>
                <a:latin typeface="Yu Gothic"/>
                <a:ea typeface="Yu Gothic"/>
                <a:cs typeface="Yu Gothic"/>
              </a:defRPr>
            </a:lvl2pPr>
            <a:lvl3pPr algn="l">
              <a:buNone/>
              <a:defRPr sz="2025" b="0">
                <a:solidFill>
                  <a:srgbClr val="253C4D"/>
                </a:solidFill>
                <a:latin typeface="Yu Gothic"/>
                <a:ea typeface="Yu Gothic"/>
                <a:cs typeface="Yu Gothic"/>
              </a:defRPr>
            </a:lvl3pPr>
            <a:lvl4pPr algn="l">
              <a:buNone/>
              <a:defRPr sz="2025" b="0">
                <a:solidFill>
                  <a:srgbClr val="253C4D"/>
                </a:solidFill>
                <a:latin typeface="Yu Gothic"/>
                <a:ea typeface="Yu Gothic"/>
                <a:cs typeface="Yu Gothic"/>
              </a:defRPr>
            </a:lvl4pPr>
            <a:lvl5pPr algn="l">
              <a:buNone/>
              <a:defRPr sz="2025" b="0">
                <a:solidFill>
                  <a:srgbClr val="253C4D"/>
                </a:solidFill>
                <a:latin typeface="Yu Gothic"/>
                <a:ea typeface="Yu Gothic"/>
                <a:cs typeface="Yu Gothic"/>
              </a:defRPr>
            </a:lvl5pPr>
            <a:lvl6pPr algn="l">
              <a:buNone/>
              <a:defRPr sz="2025" b="0">
                <a:solidFill>
                  <a:srgbClr val="253C4D"/>
                </a:solidFill>
                <a:latin typeface="Yu Gothic"/>
                <a:ea typeface="Yu Gothic"/>
                <a:cs typeface="Yu Gothic"/>
              </a:defRPr>
            </a:lvl6pPr>
            <a:lvl7pPr algn="l">
              <a:buNone/>
              <a:defRPr sz="2025" b="0">
                <a:solidFill>
                  <a:srgbClr val="253C4D"/>
                </a:solidFill>
                <a:latin typeface="Yu Gothic"/>
                <a:ea typeface="Yu Gothic"/>
                <a:cs typeface="Yu Gothic"/>
              </a:defRPr>
            </a:lvl7pPr>
            <a:lvl8pPr algn="l">
              <a:buNone/>
              <a:defRPr sz="2025" b="0">
                <a:solidFill>
                  <a:srgbClr val="253C4D"/>
                </a:solidFill>
                <a:latin typeface="Yu Gothic"/>
                <a:ea typeface="Yu Gothic"/>
                <a:cs typeface="Yu Gothic"/>
              </a:defRPr>
            </a:lvl8pPr>
            <a:lvl9pPr algn="l">
              <a:buNone/>
              <a:defRPr sz="2025" b="0">
                <a:solidFill>
                  <a:srgbClr val="253C4D"/>
                </a:solidFill>
                <a:latin typeface="Yu Gothic"/>
                <a:ea typeface="Yu Gothic"/>
                <a:cs typeface="Yu Gothic"/>
              </a:defRPr>
            </a:lvl9pPr>
          </a:lstStyle>
          <a:p xmlns:a="http://schemas.openxmlformats.org/drawingml/2006/main">
            <a:pPr algn="l">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 1 m² = 約9.8 N/m² = 約9.8 Pa</a:t>
            </a:r>
          </a:p>
        </p:txBody>
      </p:sp>
      <p:sp>
        <p:nvSpPr>
          <p:cNvPr id="15" name="text-14">
            <a:extLst xmlns:a="http://schemas.openxmlformats.org/drawingml/2006/main">
              <a:ext uri="{FF2B5EF4-FFF2-40B4-BE49-F238E27FC236}">
                <a16:creationId xmlns:a16="http://schemas.microsoft.com/office/drawing/2014/main" id="{8714AA68-01CD-48BD-BD0F-7DAC45416C72}"/>
              </a:ext>
            </a:extLst>
          </p:cNvPr>
          <p:cNvSpPr>
            <a:spLocks xmlns:a="http://schemas.openxmlformats.org/drawingml/2006/main" noGrp="1"/>
          </p:cNvSpPr>
          <p:nvPr/>
        </p:nvSpPr>
        <p:spPr>
          <a:xfrm xmlns:a="http://schemas.openxmlformats.org/drawingml/2006/main">
            <a:off x="990600" y="5276850"/>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5D6C78"/>
                </a:solidFill>
                <a:latin typeface="Yu Gothic"/>
                <a:ea typeface="Yu Gothic"/>
                <a:cs typeface="Yu Gothic"/>
              </a:defRPr>
            </a:defPPr>
            <a:lvl1pPr algn="l">
              <a:buNone/>
              <a:defRPr sz="1725" b="0">
                <a:solidFill>
                  <a:srgbClr val="5D6C78"/>
                </a:solidFill>
                <a:latin typeface="Yu Gothic"/>
                <a:ea typeface="Yu Gothic"/>
                <a:cs typeface="Yu Gothic"/>
              </a:defRPr>
            </a:lvl1pPr>
            <a:lvl2pPr algn="l">
              <a:buNone/>
              <a:defRPr sz="1725" b="0">
                <a:solidFill>
                  <a:srgbClr val="5D6C78"/>
                </a:solidFill>
                <a:latin typeface="Yu Gothic"/>
                <a:ea typeface="Yu Gothic"/>
                <a:cs typeface="Yu Gothic"/>
              </a:defRPr>
            </a:lvl2pPr>
            <a:lvl3pPr algn="l">
              <a:buNone/>
              <a:defRPr sz="1725" b="0">
                <a:solidFill>
                  <a:srgbClr val="5D6C78"/>
                </a:solidFill>
                <a:latin typeface="Yu Gothic"/>
                <a:ea typeface="Yu Gothic"/>
                <a:cs typeface="Yu Gothic"/>
              </a:defRPr>
            </a:lvl3pPr>
            <a:lvl4pPr algn="l">
              <a:buNone/>
              <a:defRPr sz="1725" b="0">
                <a:solidFill>
                  <a:srgbClr val="5D6C78"/>
                </a:solidFill>
                <a:latin typeface="Yu Gothic"/>
                <a:ea typeface="Yu Gothic"/>
                <a:cs typeface="Yu Gothic"/>
              </a:defRPr>
            </a:lvl4pPr>
            <a:lvl5pPr algn="l">
              <a:buNone/>
              <a:defRPr sz="1725" b="0">
                <a:solidFill>
                  <a:srgbClr val="5D6C78"/>
                </a:solidFill>
                <a:latin typeface="Yu Gothic"/>
                <a:ea typeface="Yu Gothic"/>
                <a:cs typeface="Yu Gothic"/>
              </a:defRPr>
            </a:lvl5pPr>
            <a:lvl6pPr algn="l">
              <a:buNone/>
              <a:defRPr sz="1725" b="0">
                <a:solidFill>
                  <a:srgbClr val="5D6C78"/>
                </a:solidFill>
                <a:latin typeface="Yu Gothic"/>
                <a:ea typeface="Yu Gothic"/>
                <a:cs typeface="Yu Gothic"/>
              </a:defRPr>
            </a:lvl6pPr>
            <a:lvl7pPr algn="l">
              <a:buNone/>
              <a:defRPr sz="1725" b="0">
                <a:solidFill>
                  <a:srgbClr val="5D6C78"/>
                </a:solidFill>
                <a:latin typeface="Yu Gothic"/>
                <a:ea typeface="Yu Gothic"/>
                <a:cs typeface="Yu Gothic"/>
              </a:defRPr>
            </a:lvl7pPr>
            <a:lvl8pPr algn="l">
              <a:buNone/>
              <a:defRPr sz="1725" b="0">
                <a:solidFill>
                  <a:srgbClr val="5D6C78"/>
                </a:solidFill>
                <a:latin typeface="Yu Gothic"/>
                <a:ea typeface="Yu Gothic"/>
                <a:cs typeface="Yu Gothic"/>
              </a:defRPr>
            </a:lvl8pPr>
            <a:lvl9pPr algn="l">
              <a:buNone/>
              <a:defRPr sz="1725" b="0">
                <a:solidFill>
                  <a:srgbClr val="5D6C78"/>
                </a:solidFill>
                <a:latin typeface="Yu Gothic"/>
                <a:ea typeface="Yu Gothic"/>
                <a:cs typeface="Yu Gothic"/>
              </a:defRPr>
            </a:lvl9pPr>
          </a:lstStyle>
          <a:p xmlns:a="http://schemas.openxmlformats.org/drawingml/2006/main">
            <a:pPr algn="l">
              <a:buNone/>
              <a:defRPr sz="1725" b="0">
                <a:solidFill>
                  <a:srgbClr val="5D6C78"/>
                </a:solidFill>
                <a:latin typeface="Yu Gothic"/>
                <a:ea typeface="Yu Gothic"/>
                <a:cs typeface="Yu Gothic"/>
              </a:defRPr>
            </a:pPr>
            <a:r>
              <a:rPr sz="1725" b="0">
                <a:solidFill>
                  <a:srgbClr val="5D6C78"/>
                </a:solidFill>
                <a:latin typeface="Yu Gothic"/>
                <a:ea typeface="Yu Gothic"/>
                <a:cs typeface="Yu Gothic"/>
              </a:rPr>
              <a:t>板の自重は無視するモデル</a:t>
            </a:r>
          </a:p>
        </p:txBody>
      </p:sp>
      <p:sp>
        <p:nvSpPr>
          <p:cNvPr id="16" name="text-15">
            <a:extLst xmlns:a="http://schemas.openxmlformats.org/drawingml/2006/main">
              <a:ext uri="{FF2B5EF4-FFF2-40B4-BE49-F238E27FC236}">
                <a16:creationId xmlns:a16="http://schemas.microsoft.com/office/drawing/2014/main" id="{DF801D6C-728D-49EA-9B7A-92AE309A755F}"/>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kg/m²：面積当たりの質量　　kgf/m²・Pa：面積当たりの力</a:t>
            </a:r>
          </a:p>
        </p:txBody>
      </p:sp>
    </p:spTree>
    <p:extLst>
      <p:ext uri="{BB962C8B-B14F-4D97-AF65-F5344CB8AC3E}">
        <p14:creationId xmlns:p14="http://schemas.microsoft.com/office/powerpoint/2010/main" val="1596164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CEFF0E81-2867-417A-A22F-019BCB5637F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Pa と MPa</a:t>
            </a:r>
          </a:p>
        </p:txBody>
      </p:sp>
      <p:cxnSp>
        <p:nvCxnSpPr>
          <p:cNvPr id="2" name="">
            <a:extLst xmlns:a="http://schemas.openxmlformats.org/drawingml/2006/main">
              <a:ext uri="{FF2B5EF4-FFF2-40B4-BE49-F238E27FC236}">
                <a16:creationId xmlns:a16="http://schemas.microsoft.com/office/drawing/2014/main" id="{E25869D8-BDDD-4555-A51D-7DC8E860B44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E2CA784E-61F1-441C-AF63-252A28AFD658}"/>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9FFCDB64-8276-41B2-AF34-E531BC85D6C3}"/>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11 / 57</a:t>
            </a:r>
          </a:p>
        </p:txBody>
      </p:sp>
      <p:sp>
        <p:nvSpPr>
          <p:cNvPr id="5" name="text-4">
            <a:extLst xmlns:a="http://schemas.openxmlformats.org/drawingml/2006/main">
              <a:ext uri="{FF2B5EF4-FFF2-40B4-BE49-F238E27FC236}">
                <a16:creationId xmlns:a16="http://schemas.microsoft.com/office/drawing/2014/main" id="{02F5DBCA-8ABA-423C-AE68-A7BB9E949936}"/>
              </a:ext>
            </a:extLst>
          </p:cNvPr>
          <p:cNvSpPr>
            <a:spLocks xmlns:a="http://schemas.openxmlformats.org/drawingml/2006/main" noGrp="1"/>
          </p:cNvSpPr>
          <p:nvPr/>
        </p:nvSpPr>
        <p:spPr>
          <a:xfrm xmlns:a="http://schemas.openxmlformats.org/drawingml/2006/main">
            <a:off x="685800" y="1562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18364F"/>
                </a:solidFill>
                <a:latin typeface="Yu Gothic"/>
                <a:ea typeface="Yu Gothic"/>
                <a:cs typeface="Yu Gothic"/>
              </a:defRPr>
            </a:defPPr>
            <a:lvl1pPr algn="l">
              <a:buNone/>
              <a:defRPr sz="3750" b="1">
                <a:solidFill>
                  <a:srgbClr val="18364F"/>
                </a:solidFill>
                <a:latin typeface="Yu Gothic"/>
                <a:ea typeface="Yu Gothic"/>
                <a:cs typeface="Yu Gothic"/>
              </a:defRPr>
            </a:lvl1pPr>
            <a:lvl2pPr algn="l">
              <a:buNone/>
              <a:defRPr sz="3750" b="1">
                <a:solidFill>
                  <a:srgbClr val="18364F"/>
                </a:solidFill>
                <a:latin typeface="Yu Gothic"/>
                <a:ea typeface="Yu Gothic"/>
                <a:cs typeface="Yu Gothic"/>
              </a:defRPr>
            </a:lvl2pPr>
            <a:lvl3pPr algn="l">
              <a:buNone/>
              <a:defRPr sz="3750" b="1">
                <a:solidFill>
                  <a:srgbClr val="18364F"/>
                </a:solidFill>
                <a:latin typeface="Yu Gothic"/>
                <a:ea typeface="Yu Gothic"/>
                <a:cs typeface="Yu Gothic"/>
              </a:defRPr>
            </a:lvl3pPr>
            <a:lvl4pPr algn="l">
              <a:buNone/>
              <a:defRPr sz="3750" b="1">
                <a:solidFill>
                  <a:srgbClr val="18364F"/>
                </a:solidFill>
                <a:latin typeface="Yu Gothic"/>
                <a:ea typeface="Yu Gothic"/>
                <a:cs typeface="Yu Gothic"/>
              </a:defRPr>
            </a:lvl4pPr>
            <a:lvl5pPr algn="l">
              <a:buNone/>
              <a:defRPr sz="3750" b="1">
                <a:solidFill>
                  <a:srgbClr val="18364F"/>
                </a:solidFill>
                <a:latin typeface="Yu Gothic"/>
                <a:ea typeface="Yu Gothic"/>
                <a:cs typeface="Yu Gothic"/>
              </a:defRPr>
            </a:lvl5pPr>
            <a:lvl6pPr algn="l">
              <a:buNone/>
              <a:defRPr sz="3750" b="1">
                <a:solidFill>
                  <a:srgbClr val="18364F"/>
                </a:solidFill>
                <a:latin typeface="Yu Gothic"/>
                <a:ea typeface="Yu Gothic"/>
                <a:cs typeface="Yu Gothic"/>
              </a:defRPr>
            </a:lvl6pPr>
            <a:lvl7pPr algn="l">
              <a:buNone/>
              <a:defRPr sz="3750" b="1">
                <a:solidFill>
                  <a:srgbClr val="18364F"/>
                </a:solidFill>
                <a:latin typeface="Yu Gothic"/>
                <a:ea typeface="Yu Gothic"/>
                <a:cs typeface="Yu Gothic"/>
              </a:defRPr>
            </a:lvl7pPr>
            <a:lvl8pPr algn="l">
              <a:buNone/>
              <a:defRPr sz="3750" b="1">
                <a:solidFill>
                  <a:srgbClr val="18364F"/>
                </a:solidFill>
                <a:latin typeface="Yu Gothic"/>
                <a:ea typeface="Yu Gothic"/>
                <a:cs typeface="Yu Gothic"/>
              </a:defRPr>
            </a:lvl8pPr>
            <a:lvl9pPr algn="l">
              <a:buNone/>
              <a:defRPr sz="3750" b="1">
                <a:solidFill>
                  <a:srgbClr val="18364F"/>
                </a:solidFill>
                <a:latin typeface="Yu Gothic"/>
                <a:ea typeface="Yu Gothic"/>
                <a:cs typeface="Yu Gothic"/>
              </a:defRPr>
            </a:lvl9pPr>
          </a:lstStyle>
          <a:p xmlns:a="http://schemas.openxmlformats.org/drawingml/2006/main">
            <a:pPr algn="l">
              <a:buNone/>
              <a:defRPr sz="3750" b="1">
                <a:solidFill>
                  <a:srgbClr val="18364F"/>
                </a:solidFill>
                <a:latin typeface="Yu Gothic"/>
                <a:ea typeface="Yu Gothic"/>
                <a:cs typeface="Yu Gothic"/>
              </a:defRPr>
            </a:pPr>
            <a:r>
              <a:rPr sz="3750" b="1">
                <a:solidFill>
                  <a:srgbClr val="18364F"/>
                </a:solidFill>
                <a:latin typeface="Yu Gothic"/>
                <a:ea typeface="Yu Gothic"/>
                <a:cs typeface="Yu Gothic"/>
              </a:rPr>
              <a:t>1 Pa = 1 N/m²</a:t>
            </a:r>
          </a:p>
        </p:txBody>
      </p:sp>
      <p:sp>
        <p:nvSpPr>
          <p:cNvPr id="6" name="text-5">
            <a:extLst xmlns:a="http://schemas.openxmlformats.org/drawingml/2006/main">
              <a:ext uri="{FF2B5EF4-FFF2-40B4-BE49-F238E27FC236}">
                <a16:creationId xmlns:a16="http://schemas.microsoft.com/office/drawing/2014/main" id="{5DCAD251-CE76-40BD-BE91-6212B7E5C11C}"/>
              </a:ext>
            </a:extLst>
          </p:cNvPr>
          <p:cNvSpPr>
            <a:spLocks xmlns:a="http://schemas.openxmlformats.org/drawingml/2006/main" noGrp="1"/>
          </p:cNvSpPr>
          <p:nvPr/>
        </p:nvSpPr>
        <p:spPr>
          <a:xfrm xmlns:a="http://schemas.openxmlformats.org/drawingml/2006/main">
            <a:off x="685800" y="2705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18364F"/>
                </a:solidFill>
                <a:latin typeface="Yu Gothic"/>
                <a:ea typeface="Yu Gothic"/>
                <a:cs typeface="Yu Gothic"/>
              </a:defRPr>
            </a:defPPr>
            <a:lvl1pPr algn="l">
              <a:buNone/>
              <a:defRPr sz="3750" b="1">
                <a:solidFill>
                  <a:srgbClr val="18364F"/>
                </a:solidFill>
                <a:latin typeface="Yu Gothic"/>
                <a:ea typeface="Yu Gothic"/>
                <a:cs typeface="Yu Gothic"/>
              </a:defRPr>
            </a:lvl1pPr>
            <a:lvl2pPr algn="l">
              <a:buNone/>
              <a:defRPr sz="3750" b="1">
                <a:solidFill>
                  <a:srgbClr val="18364F"/>
                </a:solidFill>
                <a:latin typeface="Yu Gothic"/>
                <a:ea typeface="Yu Gothic"/>
                <a:cs typeface="Yu Gothic"/>
              </a:defRPr>
            </a:lvl2pPr>
            <a:lvl3pPr algn="l">
              <a:buNone/>
              <a:defRPr sz="3750" b="1">
                <a:solidFill>
                  <a:srgbClr val="18364F"/>
                </a:solidFill>
                <a:latin typeface="Yu Gothic"/>
                <a:ea typeface="Yu Gothic"/>
                <a:cs typeface="Yu Gothic"/>
              </a:defRPr>
            </a:lvl3pPr>
            <a:lvl4pPr algn="l">
              <a:buNone/>
              <a:defRPr sz="3750" b="1">
                <a:solidFill>
                  <a:srgbClr val="18364F"/>
                </a:solidFill>
                <a:latin typeface="Yu Gothic"/>
                <a:ea typeface="Yu Gothic"/>
                <a:cs typeface="Yu Gothic"/>
              </a:defRPr>
            </a:lvl4pPr>
            <a:lvl5pPr algn="l">
              <a:buNone/>
              <a:defRPr sz="3750" b="1">
                <a:solidFill>
                  <a:srgbClr val="18364F"/>
                </a:solidFill>
                <a:latin typeface="Yu Gothic"/>
                <a:ea typeface="Yu Gothic"/>
                <a:cs typeface="Yu Gothic"/>
              </a:defRPr>
            </a:lvl5pPr>
            <a:lvl6pPr algn="l">
              <a:buNone/>
              <a:defRPr sz="3750" b="1">
                <a:solidFill>
                  <a:srgbClr val="18364F"/>
                </a:solidFill>
                <a:latin typeface="Yu Gothic"/>
                <a:ea typeface="Yu Gothic"/>
                <a:cs typeface="Yu Gothic"/>
              </a:defRPr>
            </a:lvl6pPr>
            <a:lvl7pPr algn="l">
              <a:buNone/>
              <a:defRPr sz="3750" b="1">
                <a:solidFill>
                  <a:srgbClr val="18364F"/>
                </a:solidFill>
                <a:latin typeface="Yu Gothic"/>
                <a:ea typeface="Yu Gothic"/>
                <a:cs typeface="Yu Gothic"/>
              </a:defRPr>
            </a:lvl7pPr>
            <a:lvl8pPr algn="l">
              <a:buNone/>
              <a:defRPr sz="3750" b="1">
                <a:solidFill>
                  <a:srgbClr val="18364F"/>
                </a:solidFill>
                <a:latin typeface="Yu Gothic"/>
                <a:ea typeface="Yu Gothic"/>
                <a:cs typeface="Yu Gothic"/>
              </a:defRPr>
            </a:lvl8pPr>
            <a:lvl9pPr algn="l">
              <a:buNone/>
              <a:defRPr sz="3750" b="1">
                <a:solidFill>
                  <a:srgbClr val="18364F"/>
                </a:solidFill>
                <a:latin typeface="Yu Gothic"/>
                <a:ea typeface="Yu Gothic"/>
                <a:cs typeface="Yu Gothic"/>
              </a:defRPr>
            </a:lvl9pPr>
          </a:lstStyle>
          <a:p xmlns:a="http://schemas.openxmlformats.org/drawingml/2006/main">
            <a:pPr algn="l">
              <a:buNone/>
              <a:defRPr sz="3750" b="1">
                <a:solidFill>
                  <a:srgbClr val="18364F"/>
                </a:solidFill>
                <a:latin typeface="Yu Gothic"/>
                <a:ea typeface="Yu Gothic"/>
                <a:cs typeface="Yu Gothic"/>
              </a:defRPr>
            </a:pPr>
            <a:r>
              <a:rPr sz="3750" b="1">
                <a:solidFill>
                  <a:srgbClr val="18364F"/>
                </a:solidFill>
                <a:latin typeface="Yu Gothic"/>
                <a:ea typeface="Yu Gothic"/>
                <a:cs typeface="Yu Gothic"/>
              </a:rPr>
              <a:t>1 MPa = 10⁶ Pa = 1 N/mm²</a:t>
            </a:r>
          </a:p>
        </p:txBody>
      </p:sp>
      <p:sp>
        <p:nvSpPr>
          <p:cNvPr id="7" name="text-6">
            <a:extLst xmlns:a="http://schemas.openxmlformats.org/drawingml/2006/main">
              <a:ext uri="{FF2B5EF4-FFF2-40B4-BE49-F238E27FC236}">
                <a16:creationId xmlns:a16="http://schemas.microsoft.com/office/drawing/2014/main" id="{CAA3D236-72B5-40EE-B191-07D20825C9B0}"/>
              </a:ext>
            </a:extLst>
          </p:cNvPr>
          <p:cNvSpPr>
            <a:spLocks xmlns:a="http://schemas.openxmlformats.org/drawingml/2006/main" noGrp="1"/>
          </p:cNvSpPr>
          <p:nvPr/>
        </p:nvSpPr>
        <p:spPr>
          <a:xfrm xmlns:a="http://schemas.openxmlformats.org/drawingml/2006/main">
            <a:off x="685800" y="3905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253C4D"/>
                </a:solidFill>
                <a:latin typeface="Yu Gothic"/>
                <a:ea typeface="Yu Gothic"/>
                <a:cs typeface="Yu Gothic"/>
              </a:defRPr>
            </a:defPPr>
            <a:lvl1pPr algn="l">
              <a:buNone/>
              <a:defRPr sz="2700" b="0">
                <a:solidFill>
                  <a:srgbClr val="253C4D"/>
                </a:solidFill>
                <a:latin typeface="Yu Gothic"/>
                <a:ea typeface="Yu Gothic"/>
                <a:cs typeface="Yu Gothic"/>
              </a:defRPr>
            </a:lvl1pPr>
            <a:lvl2pPr algn="l">
              <a:buNone/>
              <a:defRPr sz="2700" b="0">
                <a:solidFill>
                  <a:srgbClr val="253C4D"/>
                </a:solidFill>
                <a:latin typeface="Yu Gothic"/>
                <a:ea typeface="Yu Gothic"/>
                <a:cs typeface="Yu Gothic"/>
              </a:defRPr>
            </a:lvl2pPr>
            <a:lvl3pPr algn="l">
              <a:buNone/>
              <a:defRPr sz="2700" b="0">
                <a:solidFill>
                  <a:srgbClr val="253C4D"/>
                </a:solidFill>
                <a:latin typeface="Yu Gothic"/>
                <a:ea typeface="Yu Gothic"/>
                <a:cs typeface="Yu Gothic"/>
              </a:defRPr>
            </a:lvl3pPr>
            <a:lvl4pPr algn="l">
              <a:buNone/>
              <a:defRPr sz="2700" b="0">
                <a:solidFill>
                  <a:srgbClr val="253C4D"/>
                </a:solidFill>
                <a:latin typeface="Yu Gothic"/>
                <a:ea typeface="Yu Gothic"/>
                <a:cs typeface="Yu Gothic"/>
              </a:defRPr>
            </a:lvl4pPr>
            <a:lvl5pPr algn="l">
              <a:buNone/>
              <a:defRPr sz="2700" b="0">
                <a:solidFill>
                  <a:srgbClr val="253C4D"/>
                </a:solidFill>
                <a:latin typeface="Yu Gothic"/>
                <a:ea typeface="Yu Gothic"/>
                <a:cs typeface="Yu Gothic"/>
              </a:defRPr>
            </a:lvl5pPr>
            <a:lvl6pPr algn="l">
              <a:buNone/>
              <a:defRPr sz="2700" b="0">
                <a:solidFill>
                  <a:srgbClr val="253C4D"/>
                </a:solidFill>
                <a:latin typeface="Yu Gothic"/>
                <a:ea typeface="Yu Gothic"/>
                <a:cs typeface="Yu Gothic"/>
              </a:defRPr>
            </a:lvl6pPr>
            <a:lvl7pPr algn="l">
              <a:buNone/>
              <a:defRPr sz="2700" b="0">
                <a:solidFill>
                  <a:srgbClr val="253C4D"/>
                </a:solidFill>
                <a:latin typeface="Yu Gothic"/>
                <a:ea typeface="Yu Gothic"/>
                <a:cs typeface="Yu Gothic"/>
              </a:defRPr>
            </a:lvl7pPr>
            <a:lvl8pPr algn="l">
              <a:buNone/>
              <a:defRPr sz="2700" b="0">
                <a:solidFill>
                  <a:srgbClr val="253C4D"/>
                </a:solidFill>
                <a:latin typeface="Yu Gothic"/>
                <a:ea typeface="Yu Gothic"/>
                <a:cs typeface="Yu Gothic"/>
              </a:defRPr>
            </a:lvl8pPr>
            <a:lvl9pPr algn="l">
              <a:buNone/>
              <a:defRPr sz="2700" b="0">
                <a:solidFill>
                  <a:srgbClr val="253C4D"/>
                </a:solidFill>
                <a:latin typeface="Yu Gothic"/>
                <a:ea typeface="Yu Gothic"/>
                <a:cs typeface="Yu Gothic"/>
              </a:defRPr>
            </a:lvl9pPr>
          </a:lstStyle>
          <a:p xmlns:a="http://schemas.openxmlformats.org/drawingml/2006/main">
            <a:pPr algn="l">
              <a:buNone/>
              <a:defRPr sz="2700" b="0">
                <a:solidFill>
                  <a:srgbClr val="253C4D"/>
                </a:solidFill>
                <a:latin typeface="Yu Gothic"/>
                <a:ea typeface="Yu Gothic"/>
                <a:cs typeface="Yu Gothic"/>
              </a:defRPr>
            </a:pPr>
            <a:r>
              <a:rPr sz="2700" b="0">
                <a:solidFill>
                  <a:srgbClr val="253C4D"/>
                </a:solidFill>
                <a:latin typeface="Yu Gothic"/>
                <a:ea typeface="Yu Gothic"/>
                <a:cs typeface="Yu Gothic"/>
              </a:rPr>
              <a:t>1 N/mm² = 1 N ÷ 10⁻⁶ m² = 10⁶ Pa</a:t>
            </a:r>
          </a:p>
        </p:txBody>
      </p:sp>
      <p:sp>
        <p:nvSpPr>
          <p:cNvPr id="8" name="text-7">
            <a:extLst xmlns:a="http://schemas.openxmlformats.org/drawingml/2006/main">
              <a:ext uri="{FF2B5EF4-FFF2-40B4-BE49-F238E27FC236}">
                <a16:creationId xmlns:a16="http://schemas.microsoft.com/office/drawing/2014/main" id="{8A3E6B8F-0E13-4DAA-8BFE-42BBA829CECF}"/>
              </a:ext>
            </a:extLst>
          </p:cNvPr>
          <p:cNvSpPr>
            <a:spLocks xmlns:a="http://schemas.openxmlformats.org/drawingml/2006/main" noGrp="1"/>
          </p:cNvSpPr>
          <p:nvPr/>
        </p:nvSpPr>
        <p:spPr>
          <a:xfrm xmlns:a="http://schemas.openxmlformats.org/drawingml/2006/main">
            <a:off x="685800" y="49339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253C4D"/>
                </a:solidFill>
                <a:latin typeface="Yu Gothic"/>
                <a:ea typeface="Yu Gothic"/>
                <a:cs typeface="Yu Gothic"/>
              </a:defRPr>
            </a:defPPr>
            <a:lvl1pPr algn="l">
              <a:buNone/>
              <a:defRPr sz="2025" b="0">
                <a:solidFill>
                  <a:srgbClr val="253C4D"/>
                </a:solidFill>
                <a:latin typeface="Yu Gothic"/>
                <a:ea typeface="Yu Gothic"/>
                <a:cs typeface="Yu Gothic"/>
              </a:defRPr>
            </a:lvl1pPr>
            <a:lvl2pPr algn="l">
              <a:buNone/>
              <a:defRPr sz="2025" b="0">
                <a:solidFill>
                  <a:srgbClr val="253C4D"/>
                </a:solidFill>
                <a:latin typeface="Yu Gothic"/>
                <a:ea typeface="Yu Gothic"/>
                <a:cs typeface="Yu Gothic"/>
              </a:defRPr>
            </a:lvl2pPr>
            <a:lvl3pPr algn="l">
              <a:buNone/>
              <a:defRPr sz="2025" b="0">
                <a:solidFill>
                  <a:srgbClr val="253C4D"/>
                </a:solidFill>
                <a:latin typeface="Yu Gothic"/>
                <a:ea typeface="Yu Gothic"/>
                <a:cs typeface="Yu Gothic"/>
              </a:defRPr>
            </a:lvl3pPr>
            <a:lvl4pPr algn="l">
              <a:buNone/>
              <a:defRPr sz="2025" b="0">
                <a:solidFill>
                  <a:srgbClr val="253C4D"/>
                </a:solidFill>
                <a:latin typeface="Yu Gothic"/>
                <a:ea typeface="Yu Gothic"/>
                <a:cs typeface="Yu Gothic"/>
              </a:defRPr>
            </a:lvl4pPr>
            <a:lvl5pPr algn="l">
              <a:buNone/>
              <a:defRPr sz="2025" b="0">
                <a:solidFill>
                  <a:srgbClr val="253C4D"/>
                </a:solidFill>
                <a:latin typeface="Yu Gothic"/>
                <a:ea typeface="Yu Gothic"/>
                <a:cs typeface="Yu Gothic"/>
              </a:defRPr>
            </a:lvl5pPr>
            <a:lvl6pPr algn="l">
              <a:buNone/>
              <a:defRPr sz="2025" b="0">
                <a:solidFill>
                  <a:srgbClr val="253C4D"/>
                </a:solidFill>
                <a:latin typeface="Yu Gothic"/>
                <a:ea typeface="Yu Gothic"/>
                <a:cs typeface="Yu Gothic"/>
              </a:defRPr>
            </a:lvl6pPr>
            <a:lvl7pPr algn="l">
              <a:buNone/>
              <a:defRPr sz="2025" b="0">
                <a:solidFill>
                  <a:srgbClr val="253C4D"/>
                </a:solidFill>
                <a:latin typeface="Yu Gothic"/>
                <a:ea typeface="Yu Gothic"/>
                <a:cs typeface="Yu Gothic"/>
              </a:defRPr>
            </a:lvl7pPr>
            <a:lvl8pPr algn="l">
              <a:buNone/>
              <a:defRPr sz="2025" b="0">
                <a:solidFill>
                  <a:srgbClr val="253C4D"/>
                </a:solidFill>
                <a:latin typeface="Yu Gothic"/>
                <a:ea typeface="Yu Gothic"/>
                <a:cs typeface="Yu Gothic"/>
              </a:defRPr>
            </a:lvl8pPr>
            <a:lvl9pPr algn="l">
              <a:buNone/>
              <a:defRPr sz="2025" b="0">
                <a:solidFill>
                  <a:srgbClr val="253C4D"/>
                </a:solidFill>
                <a:latin typeface="Yu Gothic"/>
                <a:ea typeface="Yu Gothic"/>
                <a:cs typeface="Yu Gothic"/>
              </a:defRPr>
            </a:lvl9pPr>
          </a:lstStyle>
          <a:p xmlns:a="http://schemas.openxmlformats.org/drawingml/2006/main">
            <a:pPr algn="l">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圧力：面への押す作用　　応力：材料内部の断面での力の強さ</a:t>
            </a:r>
          </a:p>
        </p:txBody>
      </p:sp>
      <p:sp>
        <p:nvSpPr>
          <p:cNvPr id="9" name="text-8">
            <a:extLst xmlns:a="http://schemas.openxmlformats.org/drawingml/2006/main">
              <a:ext uri="{FF2B5EF4-FFF2-40B4-BE49-F238E27FC236}">
                <a16:creationId xmlns:a16="http://schemas.microsoft.com/office/drawing/2014/main" id="{952E8D8C-4B33-4BC3-ADC3-CFA5AA657A3A}"/>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8364F"/>
                </a:solidFill>
                <a:latin typeface="Yu Gothic"/>
                <a:ea typeface="Yu Gothic"/>
                <a:cs typeface="Yu Gothic"/>
              </a:defRPr>
            </a:defPPr>
            <a:lvl1pPr algn="l">
              <a:buNone/>
              <a:defRPr sz="1875" b="0">
                <a:solidFill>
                  <a:srgbClr val="18364F"/>
                </a:solidFill>
                <a:latin typeface="Yu Gothic"/>
                <a:ea typeface="Yu Gothic"/>
                <a:cs typeface="Yu Gothic"/>
              </a:defRPr>
            </a:lvl1pPr>
            <a:lvl2pPr algn="l">
              <a:buNone/>
              <a:defRPr sz="1875" b="0">
                <a:solidFill>
                  <a:srgbClr val="18364F"/>
                </a:solidFill>
                <a:latin typeface="Yu Gothic"/>
                <a:ea typeface="Yu Gothic"/>
                <a:cs typeface="Yu Gothic"/>
              </a:defRPr>
            </a:lvl2pPr>
            <a:lvl3pPr algn="l">
              <a:buNone/>
              <a:defRPr sz="1875" b="0">
                <a:solidFill>
                  <a:srgbClr val="18364F"/>
                </a:solidFill>
                <a:latin typeface="Yu Gothic"/>
                <a:ea typeface="Yu Gothic"/>
                <a:cs typeface="Yu Gothic"/>
              </a:defRPr>
            </a:lvl3pPr>
            <a:lvl4pPr algn="l">
              <a:buNone/>
              <a:defRPr sz="1875" b="0">
                <a:solidFill>
                  <a:srgbClr val="18364F"/>
                </a:solidFill>
                <a:latin typeface="Yu Gothic"/>
                <a:ea typeface="Yu Gothic"/>
                <a:cs typeface="Yu Gothic"/>
              </a:defRPr>
            </a:lvl4pPr>
            <a:lvl5pPr algn="l">
              <a:buNone/>
              <a:defRPr sz="1875" b="0">
                <a:solidFill>
                  <a:srgbClr val="18364F"/>
                </a:solidFill>
                <a:latin typeface="Yu Gothic"/>
                <a:ea typeface="Yu Gothic"/>
                <a:cs typeface="Yu Gothic"/>
              </a:defRPr>
            </a:lvl5pPr>
            <a:lvl6pPr algn="l">
              <a:buNone/>
              <a:defRPr sz="1875" b="0">
                <a:solidFill>
                  <a:srgbClr val="18364F"/>
                </a:solidFill>
                <a:latin typeface="Yu Gothic"/>
                <a:ea typeface="Yu Gothic"/>
                <a:cs typeface="Yu Gothic"/>
              </a:defRPr>
            </a:lvl6pPr>
            <a:lvl7pPr algn="l">
              <a:buNone/>
              <a:defRPr sz="1875" b="0">
                <a:solidFill>
                  <a:srgbClr val="18364F"/>
                </a:solidFill>
                <a:latin typeface="Yu Gothic"/>
                <a:ea typeface="Yu Gothic"/>
                <a:cs typeface="Yu Gothic"/>
              </a:defRPr>
            </a:lvl7pPr>
            <a:lvl8pPr algn="l">
              <a:buNone/>
              <a:defRPr sz="1875" b="0">
                <a:solidFill>
                  <a:srgbClr val="18364F"/>
                </a:solidFill>
                <a:latin typeface="Yu Gothic"/>
                <a:ea typeface="Yu Gothic"/>
                <a:cs typeface="Yu Gothic"/>
              </a:defRPr>
            </a:lvl8pPr>
            <a:lvl9pPr algn="l">
              <a:buNone/>
              <a:defRPr sz="1875" b="0">
                <a:solidFill>
                  <a:srgbClr val="18364F"/>
                </a:solidFill>
                <a:latin typeface="Yu Gothic"/>
                <a:ea typeface="Yu Gothic"/>
                <a:cs typeface="Yu Gothic"/>
              </a:defRPr>
            </a:lvl9pPr>
          </a:lstStyle>
          <a:p xmlns:a="http://schemas.openxmlformats.org/drawingml/2006/main">
            <a:pPr algn="l">
              <a:buNone/>
              <a:defRPr sz="1875" b="0">
                <a:solidFill>
                  <a:srgbClr val="18364F"/>
                </a:solidFill>
                <a:latin typeface="Yu Gothic"/>
                <a:ea typeface="Yu Gothic"/>
                <a:cs typeface="Yu Gothic"/>
              </a:defRPr>
            </a:pPr>
            <a:r>
              <a:rPr sz="1875" b="0">
                <a:solidFill>
                  <a:srgbClr val="18364F"/>
                </a:solidFill>
                <a:latin typeface="Yu Gothic"/>
                <a:ea typeface="Yu Gothic"/>
                <a:cs typeface="Yu Gothic"/>
              </a:rPr>
              <a:t>計算では N・mm・mm²・MPa をそろえる</a:t>
            </a:r>
          </a:p>
        </p:txBody>
      </p:sp>
    </p:spTree>
    <p:extLst>
      <p:ext uri="{BB962C8B-B14F-4D97-AF65-F5344CB8AC3E}">
        <p14:creationId xmlns:p14="http://schemas.microsoft.com/office/powerpoint/2010/main" val="16411171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7DF8A0-6077-4152-8E50-D19B5E84C95B}"/>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単位による検算とデータの見出し</a:t>
            </a:r>
          </a:p>
        </p:txBody>
      </p:sp>
      <p:sp>
        <p:nvSpPr>
          <p:cNvPr id="2" name="">
            <a:extLst xmlns:a="http://schemas.openxmlformats.org/drawingml/2006/main">
              <a:ext uri="{FF2B5EF4-FFF2-40B4-BE49-F238E27FC236}">
                <a16:creationId xmlns:a16="http://schemas.microsoft.com/office/drawing/2014/main" id="{EA35E91A-8F11-4E0E-A0E0-821EBA96EB5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D780103-97BC-430D-8000-97313442774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graphicFrame>
        <p:nvGraphicFramePr>
          <p:cNvPr id="4" name="">
            <a:extLst xmlns:a="http://schemas.openxmlformats.org/drawingml/2006/main">
              <a:ext uri="{FF2B5EF4-FFF2-40B4-BE49-F238E27FC236}">
                <a16:creationId xmlns:a16="http://schemas.microsoft.com/office/drawing/2014/main" id="{37973406-E7AA-46CD-96A8-BE2B8231659D}"/>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3429000"/>
                <a:gridCol w="7334250"/>
              </a:tblGrid>
              <a:tr h="742950">
                <a:tc>
                  <a:txBody>
                    <a:bodyPr lIns="85725" tIns="85725" rIns="85725" bIns="85725"/>
                    <a:lstStyle/>
                    <a:p>
                      <a:r>
                        <a:rPr sz="2175" b="1">
                          <a:solidFill>
                            <a:srgbClr val="FFFFFF"/>
                          </a:solidFill>
                          <a:latin typeface="Yu Gothic"/>
                          <a:ea typeface="Yu Gothic"/>
                          <a:cs typeface="Yu Gothic"/>
                        </a:rPr>
                        <a:t>記録</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内容と確認</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F = 100 N、A = 20 mm²</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力と断面積を別の列に記録</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σ = 100 / 20 = 5 N/mm²</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5 MPaと同じ平均応力</a:t>
                      </a:r>
                    </a:p>
                  </a:txBody>
                  <a:tcPr marL="91440" marR="91440" marT="45720" marB="45720">
                    <a:solidFill>
                      <a:srgbClr val="FFFFFF"/>
                    </a:solidFill>
                  </a:tcPr>
                </a:tc>
              </a:tr>
              <a:tr h="742950">
                <a:tc>
                  <a:txBody>
                    <a:bodyPr lIns="85725" tIns="85725" rIns="85725" bIns="85725"/>
                    <a:lstStyle/>
                    <a:p>
                      <a:r>
                        <a:rPr sz="2175" b="0">
                          <a:solidFill>
                            <a:srgbClr val="263D4D"/>
                          </a:solidFill>
                          <a:latin typeface="Yu Gothic"/>
                          <a:ea typeface="Yu Gothic"/>
                          <a:cs typeface="Yu Gothic"/>
                        </a:rPr>
                        <a:t>「5」だけを保存</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何の量・単位か、後から判別できない</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CA3A1235-C2B9-4581-A1C3-5DC6DCD4A8B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データサイエンスへの接続：量・単位・条件を持つデータとして保存する。</a:t>
            </a:r>
          </a:p>
        </p:txBody>
      </p:sp>
      <p:sp>
        <p:nvSpPr>
          <p:cNvPr id="6" name="">
            <a:extLst xmlns:a="http://schemas.openxmlformats.org/drawingml/2006/main">
              <a:ext uri="{FF2B5EF4-FFF2-40B4-BE49-F238E27FC236}">
                <a16:creationId xmlns:a16="http://schemas.microsoft.com/office/drawing/2014/main" id="{583075C8-8FA5-4C71-892B-1D4C6B43360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57</a:t>
            </a:r>
          </a:p>
        </p:txBody>
      </p:sp>
    </p:spTree>
    <p:extLst>
      <p:ext uri="{BB962C8B-B14F-4D97-AF65-F5344CB8AC3E}">
        <p14:creationId xmlns:p14="http://schemas.microsoft.com/office/powerpoint/2010/main" val="2851004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5DCF6DE-3D8D-4AFD-B334-A8E04253018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力のかかり方の5分類</a:t>
            </a:r>
          </a:p>
        </p:txBody>
      </p:sp>
      <p:cxnSp>
        <p:nvCxnSpPr>
          <p:cNvPr id="2" name="">
            <a:extLst xmlns:a="http://schemas.openxmlformats.org/drawingml/2006/main">
              <a:ext uri="{FF2B5EF4-FFF2-40B4-BE49-F238E27FC236}">
                <a16:creationId xmlns:a16="http://schemas.microsoft.com/office/drawing/2014/main" id="{D487A1AA-9EDC-49D7-8420-B83D392AFBF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241AB4B8-48F9-4552-A364-367D08711A73}"/>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17D34877-32A0-40D2-A7AA-2FA355A32355}"/>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13 / 57</a:t>
            </a:r>
          </a:p>
        </p:txBody>
      </p:sp>
      <p:graphicFrame>
        <p:nvGraphicFramePr>
          <p:cNvPr id="5" name="">
            <a:extLst xmlns:a="http://schemas.openxmlformats.org/drawingml/2006/main">
              <a:ext uri="{FF2B5EF4-FFF2-40B4-BE49-F238E27FC236}">
                <a16:creationId xmlns:a16="http://schemas.microsoft.com/office/drawing/2014/main" id="{C483F7AC-4927-43CF-A83F-560A14E6C9A9}"/>
              </a:ext>
            </a:extLst>
          </p:cNvPr>
          <p:cNvGraphicFramePr/>
          <p:nvPr/>
        </p:nvGraphicFramePr>
        <p:xfrm>
          <a:off xmlns:a="http://schemas.openxmlformats.org/drawingml/2006/main" x="685800" y="1524000"/>
          <a:ext xmlns:a="http://schemas.openxmlformats.org/drawingml/2006/main" cx="10820400" cy="4191000"/>
        </p:xfrm>
        <a:graphic xmlns:a="http://schemas.openxmlformats.org/drawingml/2006/main">
          <a:graphicData uri="http://schemas.openxmlformats.org/drawingml/2006/table">
            <a:tbl>
              <a:tblPr/>
              <a:tblGrid>
                <a:gridCol w="2095500"/>
                <a:gridCol w="3524250"/>
                <a:gridCol w="5200650"/>
              </a:tblGrid>
              <a:tr h="698500">
                <a:tc>
                  <a:txBody>
                    <a:bodyPr lIns="114300" tIns="114300" rIns="114300" bIns="114300"/>
                    <a:lstStyle/>
                    <a:p>
                      <a:r>
                        <a:rPr sz="1950" b="1">
                          <a:solidFill>
                            <a:srgbClr val="FFFFFF"/>
                          </a:solidFill>
                          <a:latin typeface="Yu Gothic"/>
                          <a:ea typeface="Yu Gothic"/>
                          <a:cs typeface="Yu Gothic"/>
                        </a:rPr>
                        <a:t>分類</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114300" tIns="114300" rIns="114300" bIns="114300"/>
                    <a:lstStyle/>
                    <a:p>
                      <a:r>
                        <a:rPr sz="1950" b="1">
                          <a:solidFill>
                            <a:srgbClr val="FFFFFF"/>
                          </a:solidFill>
                          <a:latin typeface="Yu Gothic"/>
                          <a:ea typeface="Yu Gothic"/>
                          <a:cs typeface="Yu Gothic"/>
                        </a:rPr>
                        <a:t>主な変形</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114300" tIns="114300" rIns="114300" bIns="114300"/>
                    <a:lstStyle/>
                    <a:p>
                      <a:r>
                        <a:rPr sz="1950" b="1">
                          <a:solidFill>
                            <a:srgbClr val="FFFFFF"/>
                          </a:solidFill>
                          <a:latin typeface="Yu Gothic"/>
                          <a:ea typeface="Yu Gothic"/>
                          <a:cs typeface="Yu Gothic"/>
                        </a:rPr>
                        <a:t>身近な例</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698500">
                <a:tc>
                  <a:txBody>
                    <a:bodyPr lIns="114300" tIns="114300" rIns="114300" bIns="114300"/>
                    <a:lstStyle/>
                    <a:p>
                      <a:r>
                        <a:rPr sz="1950" b="1">
                          <a:solidFill>
                            <a:srgbClr val="087E8B"/>
                          </a:solidFill>
                          <a:latin typeface="Yu Gothic"/>
                          <a:ea typeface="Yu Gothic"/>
                          <a:cs typeface="Yu Gothic"/>
                        </a:rPr>
                        <a:t>引張り</a:t>
                      </a:r>
                    </a:p>
                  </a:txBody>
                  <a:tcPr marL="91440" marR="91440" marT="45720" marB="45720" anchor="ctr">
                    <a:lnL w="9525">
                      <a:solidFill>
                        <a:srgbClr val="C8D3DD"/>
                      </a:solidFill>
                    </a:lnL>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伸びる</a:t>
                      </a:r>
                    </a:p>
                  </a:txBody>
                  <a:tcPr marL="91440" marR="91440" marT="45720" marB="45720" anchor="ctr">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つり下げるひも</a:t>
                      </a:r>
                    </a:p>
                  </a:txBody>
                  <a:tcPr marL="91440" marR="91440" marT="45720" marB="45720" anchor="ctr">
                    <a:lnR w="9525">
                      <a:solidFill>
                        <a:srgbClr val="C8D3DD"/>
                      </a:solidFill>
                    </a:lnR>
                    <a:lnB w="9525">
                      <a:solidFill>
                        <a:srgbClr val="C8D3DD"/>
                      </a:solidFill>
                    </a:lnB>
                    <a:solidFill>
                      <a:srgbClr val="F1F5F8"/>
                    </a:solidFill>
                  </a:tcPr>
                </a:tc>
              </a:tr>
              <a:tr h="698500">
                <a:tc>
                  <a:txBody>
                    <a:bodyPr lIns="114300" tIns="114300" rIns="114300" bIns="114300"/>
                    <a:lstStyle/>
                    <a:p>
                      <a:r>
                        <a:rPr sz="1950" b="1">
                          <a:solidFill>
                            <a:srgbClr val="B55D09"/>
                          </a:solidFill>
                          <a:latin typeface="Yu Gothic"/>
                          <a:ea typeface="Yu Gothic"/>
                          <a:cs typeface="Yu Gothic"/>
                        </a:rPr>
                        <a:t>圧縮</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114300" tIns="114300" rIns="114300" bIns="114300"/>
                    <a:lstStyle/>
                    <a:p>
                      <a:r>
                        <a:rPr sz="1950" b="0">
                          <a:solidFill>
                            <a:srgbClr val="253C4D"/>
                          </a:solidFill>
                          <a:latin typeface="Yu Gothic"/>
                          <a:ea typeface="Yu Gothic"/>
                          <a:cs typeface="Yu Gothic"/>
                        </a:rPr>
                        <a:t>縮む</a:t>
                      </a:r>
                    </a:p>
                  </a:txBody>
                  <a:tcPr marL="91440" marR="91440" marT="45720" marB="45720" anchor="ctr">
                    <a:lnR w="9525">
                      <a:solidFill>
                        <a:srgbClr val="C8D3DD"/>
                      </a:solidFill>
                    </a:lnR>
                    <a:lnB w="9525">
                      <a:solidFill>
                        <a:srgbClr val="C8D3DD"/>
                      </a:solidFill>
                    </a:lnB>
                    <a:solidFill>
                      <a:srgbClr val="FFFFFF"/>
                    </a:solidFill>
                  </a:tcPr>
                </a:tc>
                <a:tc>
                  <a:txBody>
                    <a:bodyPr lIns="114300" tIns="114300" rIns="114300" bIns="114300"/>
                    <a:lstStyle/>
                    <a:p>
                      <a:r>
                        <a:rPr sz="1950" b="0">
                          <a:solidFill>
                            <a:srgbClr val="253C4D"/>
                          </a:solidFill>
                          <a:latin typeface="Yu Gothic"/>
                          <a:ea typeface="Yu Gothic"/>
                          <a:cs typeface="Yu Gothic"/>
                        </a:rPr>
                        <a:t>椅子の脚</a:t>
                      </a:r>
                    </a:p>
                  </a:txBody>
                  <a:tcPr marL="91440" marR="91440" marT="45720" marB="45720" anchor="ctr">
                    <a:lnR w="9525">
                      <a:solidFill>
                        <a:srgbClr val="C8D3DD"/>
                      </a:solidFill>
                    </a:lnR>
                    <a:lnB w="9525">
                      <a:solidFill>
                        <a:srgbClr val="C8D3DD"/>
                      </a:solidFill>
                    </a:lnB>
                    <a:solidFill>
                      <a:srgbClr val="FFFFFF"/>
                    </a:solidFill>
                  </a:tcPr>
                </a:tc>
              </a:tr>
              <a:tr h="698500">
                <a:tc>
                  <a:txBody>
                    <a:bodyPr lIns="114300" tIns="114300" rIns="114300" bIns="114300"/>
                    <a:lstStyle/>
                    <a:p>
                      <a:r>
                        <a:rPr sz="1950" b="1">
                          <a:solidFill>
                            <a:srgbClr val="7352A3"/>
                          </a:solidFill>
                          <a:latin typeface="Yu Gothic"/>
                          <a:ea typeface="Yu Gothic"/>
                          <a:cs typeface="Yu Gothic"/>
                        </a:rPr>
                        <a:t>せん断</a:t>
                      </a:r>
                    </a:p>
                  </a:txBody>
                  <a:tcPr marL="91440" marR="91440" marT="45720" marB="45720" anchor="ctr">
                    <a:lnL w="9525">
                      <a:solidFill>
                        <a:srgbClr val="C8D3DD"/>
                      </a:solidFill>
                    </a:lnL>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断面がずれる</a:t>
                      </a:r>
                    </a:p>
                  </a:txBody>
                  <a:tcPr marL="91440" marR="91440" marT="45720" marB="45720" anchor="ctr">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接合部のピン</a:t>
                      </a:r>
                    </a:p>
                  </a:txBody>
                  <a:tcPr marL="91440" marR="91440" marT="45720" marB="45720" anchor="ctr">
                    <a:lnR w="9525">
                      <a:solidFill>
                        <a:srgbClr val="C8D3DD"/>
                      </a:solidFill>
                    </a:lnR>
                    <a:lnB w="9525">
                      <a:solidFill>
                        <a:srgbClr val="C8D3DD"/>
                      </a:solidFill>
                    </a:lnB>
                    <a:solidFill>
                      <a:srgbClr val="F1F5F8"/>
                    </a:solidFill>
                  </a:tcPr>
                </a:tc>
              </a:tr>
              <a:tr h="698500">
                <a:tc>
                  <a:txBody>
                    <a:bodyPr lIns="114300" tIns="114300" rIns="114300" bIns="114300"/>
                    <a:lstStyle/>
                    <a:p>
                      <a:r>
                        <a:rPr sz="1950" b="1">
                          <a:solidFill>
                            <a:srgbClr val="226FAE"/>
                          </a:solidFill>
                          <a:latin typeface="Yu Gothic"/>
                          <a:ea typeface="Yu Gothic"/>
                          <a:cs typeface="Yu Gothic"/>
                        </a:rPr>
                        <a:t>曲げ</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114300" tIns="114300" rIns="114300" bIns="114300"/>
                    <a:lstStyle/>
                    <a:p>
                      <a:r>
                        <a:rPr sz="1950" b="0">
                          <a:solidFill>
                            <a:srgbClr val="253C4D"/>
                          </a:solidFill>
                          <a:latin typeface="Yu Gothic"/>
                          <a:ea typeface="Yu Gothic"/>
                          <a:cs typeface="Yu Gothic"/>
                        </a:rPr>
                        <a:t>たわむ</a:t>
                      </a:r>
                    </a:p>
                  </a:txBody>
                  <a:tcPr marL="91440" marR="91440" marT="45720" marB="45720" anchor="ctr">
                    <a:lnR w="9525">
                      <a:solidFill>
                        <a:srgbClr val="C8D3DD"/>
                      </a:solidFill>
                    </a:lnR>
                    <a:lnB w="9525">
                      <a:solidFill>
                        <a:srgbClr val="C8D3DD"/>
                      </a:solidFill>
                    </a:lnB>
                    <a:solidFill>
                      <a:srgbClr val="FFFFFF"/>
                    </a:solidFill>
                  </a:tcPr>
                </a:tc>
                <a:tc>
                  <a:txBody>
                    <a:bodyPr lIns="114300" tIns="114300" rIns="114300" bIns="114300"/>
                    <a:lstStyle/>
                    <a:p>
                      <a:r>
                        <a:rPr sz="1950" b="0">
                          <a:solidFill>
                            <a:srgbClr val="253C4D"/>
                          </a:solidFill>
                          <a:latin typeface="Yu Gothic"/>
                          <a:ea typeface="Yu Gothic"/>
                          <a:cs typeface="Yu Gothic"/>
                        </a:rPr>
                        <a:t>棚板</a:t>
                      </a:r>
                    </a:p>
                  </a:txBody>
                  <a:tcPr marL="91440" marR="91440" marT="45720" marB="45720" anchor="ctr">
                    <a:lnR w="9525">
                      <a:solidFill>
                        <a:srgbClr val="C8D3DD"/>
                      </a:solidFill>
                    </a:lnR>
                    <a:lnB w="9525">
                      <a:solidFill>
                        <a:srgbClr val="C8D3DD"/>
                      </a:solidFill>
                    </a:lnB>
                    <a:solidFill>
                      <a:srgbClr val="FFFFFF"/>
                    </a:solidFill>
                  </a:tcPr>
                </a:tc>
              </a:tr>
              <a:tr h="698500">
                <a:tc>
                  <a:txBody>
                    <a:bodyPr lIns="114300" tIns="114300" rIns="114300" bIns="114300"/>
                    <a:lstStyle/>
                    <a:p>
                      <a:r>
                        <a:rPr sz="1950" b="1">
                          <a:solidFill>
                            <a:srgbClr val="AA3975"/>
                          </a:solidFill>
                          <a:latin typeface="Yu Gothic"/>
                          <a:ea typeface="Yu Gothic"/>
                          <a:cs typeface="Yu Gothic"/>
                        </a:rPr>
                        <a:t>ねじり</a:t>
                      </a:r>
                    </a:p>
                  </a:txBody>
                  <a:tcPr marL="91440" marR="91440" marT="45720" marB="45720" anchor="ctr">
                    <a:lnL w="9525">
                      <a:solidFill>
                        <a:srgbClr val="C8D3DD"/>
                      </a:solidFill>
                    </a:lnL>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回転してねじれる</a:t>
                      </a:r>
                    </a:p>
                  </a:txBody>
                  <a:tcPr marL="91440" marR="91440" marT="45720" marB="45720" anchor="ctr">
                    <a:lnR w="9525">
                      <a:solidFill>
                        <a:srgbClr val="C8D3DD"/>
                      </a:solidFill>
                    </a:lnR>
                    <a:lnB w="9525">
                      <a:solidFill>
                        <a:srgbClr val="C8D3DD"/>
                      </a:solidFill>
                    </a:lnB>
                    <a:solidFill>
                      <a:srgbClr val="F1F5F8"/>
                    </a:solidFill>
                  </a:tcPr>
                </a:tc>
                <a:tc>
                  <a:txBody>
                    <a:bodyPr lIns="114300" tIns="114300" rIns="114300" bIns="114300"/>
                    <a:lstStyle/>
                    <a:p>
                      <a:r>
                        <a:rPr sz="1950" b="0">
                          <a:solidFill>
                            <a:srgbClr val="253C4D"/>
                          </a:solidFill>
                          <a:latin typeface="Yu Gothic"/>
                          <a:ea typeface="Yu Gothic"/>
                          <a:cs typeface="Yu Gothic"/>
                        </a:rPr>
                        <a:t>ドライバーの軸</a:t>
                      </a:r>
                    </a:p>
                  </a:txBody>
                  <a:tcPr marL="91440" marR="91440" marT="45720" marB="45720" anchor="ctr">
                    <a:lnR w="9525">
                      <a:solidFill>
                        <a:srgbClr val="C8D3DD"/>
                      </a:solidFill>
                    </a:lnR>
                    <a:lnB w="9525">
                      <a:solidFill>
                        <a:srgbClr val="C8D3DD"/>
                      </a:solidFill>
                    </a:lnB>
                    <a:solidFill>
                      <a:srgbClr val="F1F5F8"/>
                    </a:solidFill>
                  </a:tcPr>
                </a:tc>
              </a:tr>
            </a:tbl>
          </a:graphicData>
        </a:graphic>
      </p:graphicFrame>
    </p:spTree>
    <p:extLst>
      <p:ext uri="{BB962C8B-B14F-4D97-AF65-F5344CB8AC3E}">
        <p14:creationId xmlns:p14="http://schemas.microsoft.com/office/powerpoint/2010/main" val="63412111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6E311245-567A-4F4B-B818-F1A7462DB039}"/>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引張りと圧縮</a:t>
            </a:r>
          </a:p>
        </p:txBody>
      </p:sp>
      <p:cxnSp>
        <p:nvCxnSpPr>
          <p:cNvPr id="2" name="">
            <a:extLst xmlns:a="http://schemas.openxmlformats.org/drawingml/2006/main">
              <a:ext uri="{FF2B5EF4-FFF2-40B4-BE49-F238E27FC236}">
                <a16:creationId xmlns:a16="http://schemas.microsoft.com/office/drawing/2014/main" id="{D033C367-828A-4AE4-8B69-E36CFBBB7F1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B2055256-E5F6-451D-9AFC-BFA1537CC405}"/>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FFB5087D-7F20-4AF8-8761-66ED3A674CC6}"/>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14 / 57</a:t>
            </a:r>
          </a:p>
        </p:txBody>
      </p:sp>
      <p:sp>
        <p:nvSpPr>
          <p:cNvPr id="21" name="">
            <a:extLst xmlns:a="http://schemas.openxmlformats.org/drawingml/2006/main">
              <a:ext uri="{FF2B5EF4-FFF2-40B4-BE49-F238E27FC236}">
                <a16:creationId xmlns:a16="http://schemas.microsoft.com/office/drawing/2014/main" id="{CD7E3299-4F93-4E91-932B-8B72B6E53CC3}"/>
              </a:ext>
            </a:extLst>
          </p:cNvPr>
          <p:cNvSpPr>
            <a:spLocks xmlns:a="http://schemas.openxmlformats.org/drawingml/2006/main" noGrp="1"/>
          </p:cNvSpPr>
          <p:nvPr/>
        </p:nvSpPr>
        <p:spPr>
          <a:xfrm xmlns:a="http://schemas.openxmlformats.org/drawingml/2006/main">
            <a:off x="857250" y="157162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087E8B"/>
                </a:solidFill>
                <a:latin typeface="Yu Gothic"/>
                <a:ea typeface="Yu Gothic"/>
                <a:cs typeface="Yu Gothic"/>
              </a:defRPr>
            </a:defPPr>
            <a:lvl1pPr>
              <a:buNone/>
              <a:defRPr sz="2400" b="1">
                <a:solidFill>
                  <a:srgbClr val="087E8B"/>
                </a:solidFill>
                <a:latin typeface="Yu Gothic"/>
                <a:ea typeface="Yu Gothic"/>
                <a:cs typeface="Yu Gothic"/>
              </a:defRPr>
            </a:lvl1pPr>
            <a:lvl2pPr>
              <a:buNone/>
              <a:defRPr sz="2400" b="1">
                <a:solidFill>
                  <a:srgbClr val="087E8B"/>
                </a:solidFill>
                <a:latin typeface="Yu Gothic"/>
                <a:ea typeface="Yu Gothic"/>
                <a:cs typeface="Yu Gothic"/>
              </a:defRPr>
            </a:lvl2pPr>
            <a:lvl3pPr>
              <a:buNone/>
              <a:defRPr sz="2400" b="1">
                <a:solidFill>
                  <a:srgbClr val="087E8B"/>
                </a:solidFill>
                <a:latin typeface="Yu Gothic"/>
                <a:ea typeface="Yu Gothic"/>
                <a:cs typeface="Yu Gothic"/>
              </a:defRPr>
            </a:lvl3pPr>
            <a:lvl4pPr>
              <a:buNone/>
              <a:defRPr sz="2400" b="1">
                <a:solidFill>
                  <a:srgbClr val="087E8B"/>
                </a:solidFill>
                <a:latin typeface="Yu Gothic"/>
                <a:ea typeface="Yu Gothic"/>
                <a:cs typeface="Yu Gothic"/>
              </a:defRPr>
            </a:lvl4pPr>
            <a:lvl5pPr>
              <a:buNone/>
              <a:defRPr sz="2400" b="1">
                <a:solidFill>
                  <a:srgbClr val="087E8B"/>
                </a:solidFill>
                <a:latin typeface="Yu Gothic"/>
                <a:ea typeface="Yu Gothic"/>
                <a:cs typeface="Yu Gothic"/>
              </a:defRPr>
            </a:lvl5pPr>
            <a:lvl6pPr>
              <a:buNone/>
              <a:defRPr sz="2400" b="1">
                <a:solidFill>
                  <a:srgbClr val="087E8B"/>
                </a:solidFill>
                <a:latin typeface="Yu Gothic"/>
                <a:ea typeface="Yu Gothic"/>
                <a:cs typeface="Yu Gothic"/>
              </a:defRPr>
            </a:lvl6pPr>
            <a:lvl7pPr>
              <a:buNone/>
              <a:defRPr sz="2400" b="1">
                <a:solidFill>
                  <a:srgbClr val="087E8B"/>
                </a:solidFill>
                <a:latin typeface="Yu Gothic"/>
                <a:ea typeface="Yu Gothic"/>
                <a:cs typeface="Yu Gothic"/>
              </a:defRPr>
            </a:lvl7pPr>
            <a:lvl8pPr>
              <a:buNone/>
              <a:defRPr sz="2400" b="1">
                <a:solidFill>
                  <a:srgbClr val="087E8B"/>
                </a:solidFill>
                <a:latin typeface="Yu Gothic"/>
                <a:ea typeface="Yu Gothic"/>
                <a:cs typeface="Yu Gothic"/>
              </a:defRPr>
            </a:lvl8pPr>
            <a:lvl9pPr>
              <a:buNone/>
              <a:defRPr sz="2400" b="1">
                <a:solidFill>
                  <a:srgbClr val="087E8B"/>
                </a:solidFill>
                <a:latin typeface="Yu Gothic"/>
                <a:ea typeface="Yu Gothic"/>
                <a:cs typeface="Yu Gothic"/>
              </a:defRPr>
            </a:lvl9pPr>
          </a:lstStyle>
          <a:p xmlns:a="http://schemas.openxmlformats.org/drawingml/2006/main">
            <a:pPr>
              <a:buNone/>
              <a:defRPr sz="2400" b="1">
                <a:solidFill>
                  <a:srgbClr val="087E8B"/>
                </a:solidFill>
                <a:latin typeface="Yu Gothic"/>
                <a:ea typeface="Yu Gothic"/>
                <a:cs typeface="Yu Gothic"/>
              </a:defRPr>
            </a:pPr>
            <a:r>
              <a:rPr sz="2400" b="1">
                <a:solidFill>
                  <a:srgbClr val="087E8B"/>
                </a:solidFill>
                <a:latin typeface="Yu Gothic"/>
                <a:ea typeface="Yu Gothic"/>
                <a:cs typeface="Yu Gothic"/>
              </a:rPr>
              <a:t>引張り</a:t>
            </a:r>
          </a:p>
        </p:txBody>
      </p:sp>
      <p:sp>
        <p:nvSpPr>
          <p:cNvPr id="22" name="">
            <a:extLst xmlns:a="http://schemas.openxmlformats.org/drawingml/2006/main">
              <a:ext uri="{FF2B5EF4-FFF2-40B4-BE49-F238E27FC236}">
                <a16:creationId xmlns:a16="http://schemas.microsoft.com/office/drawing/2014/main" id="{6CF527F5-1CF4-43A8-8D10-F7273E986178}"/>
              </a:ext>
            </a:extLst>
          </p:cNvPr>
          <p:cNvSpPr>
            <a:spLocks xmlns:a="http://schemas.openxmlformats.org/drawingml/2006/main" noGrp="1"/>
          </p:cNvSpPr>
          <p:nvPr/>
        </p:nvSpPr>
        <p:spPr>
          <a:xfrm xmlns:a="http://schemas.openxmlformats.org/drawingml/2006/main">
            <a:off x="1809750" y="2381250"/>
            <a:ext cx="2667000" cy="476250"/>
          </a:xfrm>
          <a:prstGeom xmlns:a="http://schemas.openxmlformats.org/drawingml/2006/main" prst="rect">
            <a:avLst/>
          </a:prstGeom>
          <a:solidFill xmlns:a="http://schemas.openxmlformats.org/drawingml/2006/main">
            <a:srgbClr val="FFFFFF"/>
          </a:solidFill>
          <a:ln xmlns:a="http://schemas.openxmlformats.org/drawingml/2006/main" w="16193">
            <a:solidFill>
              <a:srgbClr val="71818B"/>
            </a:solidFill>
          </a:ln>
        </p:spPr>
      </p:sp>
      <p:sp>
        <p:nvSpPr>
          <p:cNvPr id="23" name="">
            <a:extLst xmlns:a="http://schemas.openxmlformats.org/drawingml/2006/main">
              <a:ext uri="{FF2B5EF4-FFF2-40B4-BE49-F238E27FC236}">
                <a16:creationId xmlns:a16="http://schemas.microsoft.com/office/drawing/2014/main" id="{EF634BFD-6149-48F8-9584-15FB09E6C9CB}"/>
              </a:ext>
            </a:extLst>
          </p:cNvPr>
          <p:cNvSpPr>
            <a:spLocks xmlns:a="http://schemas.openxmlformats.org/drawingml/2006/main" noGrp="1"/>
          </p:cNvSpPr>
          <p:nvPr/>
        </p:nvSpPr>
        <p:spPr>
          <a:xfrm xmlns:a="http://schemas.openxmlformats.org/drawingml/2006/main">
            <a:off x="857250" y="2381250"/>
            <a:ext cx="904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263D4D"/>
                </a:solidFill>
                <a:latin typeface="Yu Gothic"/>
                <a:ea typeface="Yu Gothic"/>
                <a:cs typeface="Yu Gothic"/>
              </a:defRPr>
            </a:defPPr>
            <a:lvl1pPr>
              <a:buNone/>
              <a:defRPr sz="1650" b="0">
                <a:solidFill>
                  <a:srgbClr val="263D4D"/>
                </a:solidFill>
                <a:latin typeface="Yu Gothic"/>
                <a:ea typeface="Yu Gothic"/>
                <a:cs typeface="Yu Gothic"/>
              </a:defRPr>
            </a:lvl1pPr>
            <a:lvl2pPr>
              <a:buNone/>
              <a:defRPr sz="1650" b="0">
                <a:solidFill>
                  <a:srgbClr val="263D4D"/>
                </a:solidFill>
                <a:latin typeface="Yu Gothic"/>
                <a:ea typeface="Yu Gothic"/>
                <a:cs typeface="Yu Gothic"/>
              </a:defRPr>
            </a:lvl2pPr>
            <a:lvl3pPr>
              <a:buNone/>
              <a:defRPr sz="1650" b="0">
                <a:solidFill>
                  <a:srgbClr val="263D4D"/>
                </a:solidFill>
                <a:latin typeface="Yu Gothic"/>
                <a:ea typeface="Yu Gothic"/>
                <a:cs typeface="Yu Gothic"/>
              </a:defRPr>
            </a:lvl3pPr>
            <a:lvl4pPr>
              <a:buNone/>
              <a:defRPr sz="1650" b="0">
                <a:solidFill>
                  <a:srgbClr val="263D4D"/>
                </a:solidFill>
                <a:latin typeface="Yu Gothic"/>
                <a:ea typeface="Yu Gothic"/>
                <a:cs typeface="Yu Gothic"/>
              </a:defRPr>
            </a:lvl4pPr>
            <a:lvl5pPr>
              <a:buNone/>
              <a:defRPr sz="1650" b="0">
                <a:solidFill>
                  <a:srgbClr val="263D4D"/>
                </a:solidFill>
                <a:latin typeface="Yu Gothic"/>
                <a:ea typeface="Yu Gothic"/>
                <a:cs typeface="Yu Gothic"/>
              </a:defRPr>
            </a:lvl5pPr>
            <a:lvl6pPr>
              <a:buNone/>
              <a:defRPr sz="1650" b="0">
                <a:solidFill>
                  <a:srgbClr val="263D4D"/>
                </a:solidFill>
                <a:latin typeface="Yu Gothic"/>
                <a:ea typeface="Yu Gothic"/>
                <a:cs typeface="Yu Gothic"/>
              </a:defRPr>
            </a:lvl6pPr>
            <a:lvl7pPr>
              <a:buNone/>
              <a:defRPr sz="1650" b="0">
                <a:solidFill>
                  <a:srgbClr val="263D4D"/>
                </a:solidFill>
                <a:latin typeface="Yu Gothic"/>
                <a:ea typeface="Yu Gothic"/>
                <a:cs typeface="Yu Gothic"/>
              </a:defRPr>
            </a:lvl7pPr>
            <a:lvl8pPr>
              <a:buNone/>
              <a:defRPr sz="1650" b="0">
                <a:solidFill>
                  <a:srgbClr val="263D4D"/>
                </a:solidFill>
                <a:latin typeface="Yu Gothic"/>
                <a:ea typeface="Yu Gothic"/>
                <a:cs typeface="Yu Gothic"/>
              </a:defRPr>
            </a:lvl8pPr>
            <a:lvl9pPr>
              <a:buNone/>
              <a:defRPr sz="1650" b="0">
                <a:solidFill>
                  <a:srgbClr val="263D4D"/>
                </a:solidFill>
                <a:latin typeface="Yu Gothic"/>
                <a:ea typeface="Yu Gothic"/>
                <a:cs typeface="Yu Gothic"/>
              </a:defRPr>
            </a:lvl9pPr>
          </a:lstStyle>
          <a:p xmlns:a="http://schemas.openxmlformats.org/drawingml/2006/main">
            <a:pP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変形前</a:t>
            </a:r>
          </a:p>
        </p:txBody>
      </p:sp>
      <p:sp>
        <p:nvSpPr>
          <p:cNvPr id="24" name="">
            <a:extLst xmlns:a="http://schemas.openxmlformats.org/drawingml/2006/main">
              <a:ext uri="{FF2B5EF4-FFF2-40B4-BE49-F238E27FC236}">
                <a16:creationId xmlns:a16="http://schemas.microsoft.com/office/drawing/2014/main" id="{F8D5BF35-D696-4323-A23C-EEC6A2F6AE2B}"/>
              </a:ext>
            </a:extLst>
          </p:cNvPr>
          <p:cNvSpPr>
            <a:spLocks xmlns:a="http://schemas.openxmlformats.org/drawingml/2006/main" noGrp="1"/>
          </p:cNvSpPr>
          <p:nvPr/>
        </p:nvSpPr>
        <p:spPr>
          <a:xfrm xmlns:a="http://schemas.openxmlformats.org/drawingml/2006/main">
            <a:off x="1524000" y="3667125"/>
            <a:ext cx="3238500" cy="4762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25" name="">
            <a:extLst xmlns:a="http://schemas.openxmlformats.org/drawingml/2006/main">
              <a:ext uri="{FF2B5EF4-FFF2-40B4-BE49-F238E27FC236}">
                <a16:creationId xmlns:a16="http://schemas.microsoft.com/office/drawing/2014/main" id="{6282124D-6C1E-4978-B3E1-8CBFD1300816}"/>
              </a:ext>
            </a:extLst>
          </p:cNvPr>
          <p:cNvSpPr>
            <a:spLocks xmlns:a="http://schemas.openxmlformats.org/drawingml/2006/main" noGrp="1"/>
          </p:cNvSpPr>
          <p:nvPr/>
        </p:nvSpPr>
        <p:spPr>
          <a:xfrm xmlns:a="http://schemas.openxmlformats.org/drawingml/2006/main">
            <a:off x="1809750" y="2952750"/>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26" name="">
            <a:extLst xmlns:a="http://schemas.openxmlformats.org/drawingml/2006/main">
              <a:ext uri="{FF2B5EF4-FFF2-40B4-BE49-F238E27FC236}">
                <a16:creationId xmlns:a16="http://schemas.microsoft.com/office/drawing/2014/main" id="{8732CFD4-0BB8-4F8C-8B07-F2B4F088089E}"/>
              </a:ext>
            </a:extLst>
          </p:cNvPr>
          <p:cNvSpPr>
            <a:spLocks xmlns:a="http://schemas.openxmlformats.org/drawingml/2006/main" noGrp="1"/>
          </p:cNvSpPr>
          <p:nvPr/>
        </p:nvSpPr>
        <p:spPr>
          <a:xfrm xmlns:a="http://schemas.openxmlformats.org/drawingml/2006/main">
            <a:off x="1809750" y="3084635"/>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27" name="">
            <a:extLst xmlns:a="http://schemas.openxmlformats.org/drawingml/2006/main">
              <a:ext uri="{FF2B5EF4-FFF2-40B4-BE49-F238E27FC236}">
                <a16:creationId xmlns:a16="http://schemas.microsoft.com/office/drawing/2014/main" id="{1873713B-B052-460A-8491-5C473457F514}"/>
              </a:ext>
            </a:extLst>
          </p:cNvPr>
          <p:cNvSpPr>
            <a:spLocks xmlns:a="http://schemas.openxmlformats.org/drawingml/2006/main" noGrp="1"/>
          </p:cNvSpPr>
          <p:nvPr/>
        </p:nvSpPr>
        <p:spPr>
          <a:xfrm xmlns:a="http://schemas.openxmlformats.org/drawingml/2006/main">
            <a:off x="1809750" y="3216519"/>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28" name="">
            <a:extLst xmlns:a="http://schemas.openxmlformats.org/drawingml/2006/main">
              <a:ext uri="{FF2B5EF4-FFF2-40B4-BE49-F238E27FC236}">
                <a16:creationId xmlns:a16="http://schemas.microsoft.com/office/drawing/2014/main" id="{805646A0-6486-4695-884A-A0567521EBCE}"/>
              </a:ext>
            </a:extLst>
          </p:cNvPr>
          <p:cNvSpPr>
            <a:spLocks xmlns:a="http://schemas.openxmlformats.org/drawingml/2006/main" noGrp="1"/>
          </p:cNvSpPr>
          <p:nvPr/>
        </p:nvSpPr>
        <p:spPr>
          <a:xfrm xmlns:a="http://schemas.openxmlformats.org/drawingml/2006/main">
            <a:off x="1809750" y="3348404"/>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29" name="">
            <a:extLst xmlns:a="http://schemas.openxmlformats.org/drawingml/2006/main">
              <a:ext uri="{FF2B5EF4-FFF2-40B4-BE49-F238E27FC236}">
                <a16:creationId xmlns:a16="http://schemas.microsoft.com/office/drawing/2014/main" id="{19A61BA6-887C-42B8-AD65-70FC4B0F12D0}"/>
              </a:ext>
            </a:extLst>
          </p:cNvPr>
          <p:cNvSpPr>
            <a:spLocks xmlns:a="http://schemas.openxmlformats.org/drawingml/2006/main" noGrp="1"/>
          </p:cNvSpPr>
          <p:nvPr/>
        </p:nvSpPr>
        <p:spPr>
          <a:xfrm xmlns:a="http://schemas.openxmlformats.org/drawingml/2006/main">
            <a:off x="1809750" y="3480288"/>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0" name="">
            <a:extLst xmlns:a="http://schemas.openxmlformats.org/drawingml/2006/main">
              <a:ext uri="{FF2B5EF4-FFF2-40B4-BE49-F238E27FC236}">
                <a16:creationId xmlns:a16="http://schemas.microsoft.com/office/drawing/2014/main" id="{29CB68AA-29C7-4D15-A933-3CAEC975787E}"/>
              </a:ext>
            </a:extLst>
          </p:cNvPr>
          <p:cNvSpPr>
            <a:spLocks xmlns:a="http://schemas.openxmlformats.org/drawingml/2006/main" noGrp="1"/>
          </p:cNvSpPr>
          <p:nvPr/>
        </p:nvSpPr>
        <p:spPr>
          <a:xfrm xmlns:a="http://schemas.openxmlformats.org/drawingml/2006/main">
            <a:off x="1809750" y="3612173"/>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1" name="">
            <a:extLst xmlns:a="http://schemas.openxmlformats.org/drawingml/2006/main">
              <a:ext uri="{FF2B5EF4-FFF2-40B4-BE49-F238E27FC236}">
                <a16:creationId xmlns:a16="http://schemas.microsoft.com/office/drawing/2014/main" id="{A389DDBD-E2C4-4F3A-B89C-EED9E0D33ED9}"/>
              </a:ext>
            </a:extLst>
          </p:cNvPr>
          <p:cNvSpPr>
            <a:spLocks xmlns:a="http://schemas.openxmlformats.org/drawingml/2006/main" noGrp="1"/>
          </p:cNvSpPr>
          <p:nvPr/>
        </p:nvSpPr>
        <p:spPr>
          <a:xfrm xmlns:a="http://schemas.openxmlformats.org/drawingml/2006/main">
            <a:off x="1809750" y="3744058"/>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2" name="">
            <a:extLst xmlns:a="http://schemas.openxmlformats.org/drawingml/2006/main">
              <a:ext uri="{FF2B5EF4-FFF2-40B4-BE49-F238E27FC236}">
                <a16:creationId xmlns:a16="http://schemas.microsoft.com/office/drawing/2014/main" id="{283CB3AB-BDDA-4481-A5BF-93CF6CAF6317}"/>
              </a:ext>
            </a:extLst>
          </p:cNvPr>
          <p:cNvSpPr>
            <a:spLocks xmlns:a="http://schemas.openxmlformats.org/drawingml/2006/main" noGrp="1"/>
          </p:cNvSpPr>
          <p:nvPr/>
        </p:nvSpPr>
        <p:spPr>
          <a:xfrm xmlns:a="http://schemas.openxmlformats.org/drawingml/2006/main">
            <a:off x="1809750" y="3875942"/>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3" name="">
            <a:extLst xmlns:a="http://schemas.openxmlformats.org/drawingml/2006/main">
              <a:ext uri="{FF2B5EF4-FFF2-40B4-BE49-F238E27FC236}">
                <a16:creationId xmlns:a16="http://schemas.microsoft.com/office/drawing/2014/main" id="{17EADDB9-03B2-44AF-808D-BFD8F612B63B}"/>
              </a:ext>
            </a:extLst>
          </p:cNvPr>
          <p:cNvSpPr>
            <a:spLocks xmlns:a="http://schemas.openxmlformats.org/drawingml/2006/main" noGrp="1"/>
          </p:cNvSpPr>
          <p:nvPr/>
        </p:nvSpPr>
        <p:spPr>
          <a:xfrm xmlns:a="http://schemas.openxmlformats.org/drawingml/2006/main">
            <a:off x="1809750" y="4007827"/>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4" name="">
            <a:extLst xmlns:a="http://schemas.openxmlformats.org/drawingml/2006/main">
              <a:ext uri="{FF2B5EF4-FFF2-40B4-BE49-F238E27FC236}">
                <a16:creationId xmlns:a16="http://schemas.microsoft.com/office/drawing/2014/main" id="{89D0A487-527A-4685-A027-BE4FF82E2F60}"/>
              </a:ext>
            </a:extLst>
          </p:cNvPr>
          <p:cNvSpPr>
            <a:spLocks xmlns:a="http://schemas.openxmlformats.org/drawingml/2006/main" noGrp="1"/>
          </p:cNvSpPr>
          <p:nvPr/>
        </p:nvSpPr>
        <p:spPr>
          <a:xfrm xmlns:a="http://schemas.openxmlformats.org/drawingml/2006/main">
            <a:off x="1809750" y="4139712"/>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5" name="">
            <a:extLst xmlns:a="http://schemas.openxmlformats.org/drawingml/2006/main">
              <a:ext uri="{FF2B5EF4-FFF2-40B4-BE49-F238E27FC236}">
                <a16:creationId xmlns:a16="http://schemas.microsoft.com/office/drawing/2014/main" id="{2074231E-C5B3-4684-B6ED-DD47F2C82BC3}"/>
              </a:ext>
            </a:extLst>
          </p:cNvPr>
          <p:cNvSpPr>
            <a:spLocks xmlns:a="http://schemas.openxmlformats.org/drawingml/2006/main" noGrp="1"/>
          </p:cNvSpPr>
          <p:nvPr/>
        </p:nvSpPr>
        <p:spPr>
          <a:xfrm xmlns:a="http://schemas.openxmlformats.org/drawingml/2006/main">
            <a:off x="1809750" y="4271596"/>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6" name="">
            <a:extLst xmlns:a="http://schemas.openxmlformats.org/drawingml/2006/main">
              <a:ext uri="{FF2B5EF4-FFF2-40B4-BE49-F238E27FC236}">
                <a16:creationId xmlns:a16="http://schemas.microsoft.com/office/drawing/2014/main" id="{B4134E91-7F34-4602-B289-17E7ECBBF03D}"/>
              </a:ext>
            </a:extLst>
          </p:cNvPr>
          <p:cNvSpPr>
            <a:spLocks xmlns:a="http://schemas.openxmlformats.org/drawingml/2006/main" noGrp="1"/>
          </p:cNvSpPr>
          <p:nvPr/>
        </p:nvSpPr>
        <p:spPr>
          <a:xfrm xmlns:a="http://schemas.openxmlformats.org/drawingml/2006/main">
            <a:off x="1809750" y="4403481"/>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7" name="">
            <a:extLst xmlns:a="http://schemas.openxmlformats.org/drawingml/2006/main">
              <a:ext uri="{FF2B5EF4-FFF2-40B4-BE49-F238E27FC236}">
                <a16:creationId xmlns:a16="http://schemas.microsoft.com/office/drawing/2014/main" id="{E8809D3C-7EC8-4AC8-92C8-17D5979008C2}"/>
              </a:ext>
            </a:extLst>
          </p:cNvPr>
          <p:cNvSpPr>
            <a:spLocks xmlns:a="http://schemas.openxmlformats.org/drawingml/2006/main" noGrp="1"/>
          </p:cNvSpPr>
          <p:nvPr/>
        </p:nvSpPr>
        <p:spPr>
          <a:xfrm xmlns:a="http://schemas.openxmlformats.org/drawingml/2006/main">
            <a:off x="1809750" y="4535365"/>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8" name="">
            <a:extLst xmlns:a="http://schemas.openxmlformats.org/drawingml/2006/main">
              <a:ext uri="{FF2B5EF4-FFF2-40B4-BE49-F238E27FC236}">
                <a16:creationId xmlns:a16="http://schemas.microsoft.com/office/drawing/2014/main" id="{216B6228-E17F-4B1E-96BA-267C9F4A9B30}"/>
              </a:ext>
            </a:extLst>
          </p:cNvPr>
          <p:cNvSpPr>
            <a:spLocks xmlns:a="http://schemas.openxmlformats.org/drawingml/2006/main" noGrp="1"/>
          </p:cNvSpPr>
          <p:nvPr/>
        </p:nvSpPr>
        <p:spPr>
          <a:xfrm xmlns:a="http://schemas.openxmlformats.org/drawingml/2006/main">
            <a:off x="4476750" y="2952750"/>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9" name="">
            <a:extLst xmlns:a="http://schemas.openxmlformats.org/drawingml/2006/main">
              <a:ext uri="{FF2B5EF4-FFF2-40B4-BE49-F238E27FC236}">
                <a16:creationId xmlns:a16="http://schemas.microsoft.com/office/drawing/2014/main" id="{35AD1CE6-3E10-42F1-9309-0003D2C1038C}"/>
              </a:ext>
            </a:extLst>
          </p:cNvPr>
          <p:cNvSpPr>
            <a:spLocks xmlns:a="http://schemas.openxmlformats.org/drawingml/2006/main" noGrp="1"/>
          </p:cNvSpPr>
          <p:nvPr/>
        </p:nvSpPr>
        <p:spPr>
          <a:xfrm xmlns:a="http://schemas.openxmlformats.org/drawingml/2006/main">
            <a:off x="4476750" y="3084635"/>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0" name="">
            <a:extLst xmlns:a="http://schemas.openxmlformats.org/drawingml/2006/main">
              <a:ext uri="{FF2B5EF4-FFF2-40B4-BE49-F238E27FC236}">
                <a16:creationId xmlns:a16="http://schemas.microsoft.com/office/drawing/2014/main" id="{07CDAE3E-C16E-4B4C-A31B-0CB889B3E729}"/>
              </a:ext>
            </a:extLst>
          </p:cNvPr>
          <p:cNvSpPr>
            <a:spLocks xmlns:a="http://schemas.openxmlformats.org/drawingml/2006/main" noGrp="1"/>
          </p:cNvSpPr>
          <p:nvPr/>
        </p:nvSpPr>
        <p:spPr>
          <a:xfrm xmlns:a="http://schemas.openxmlformats.org/drawingml/2006/main">
            <a:off x="4476750" y="3216519"/>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1" name="">
            <a:extLst xmlns:a="http://schemas.openxmlformats.org/drawingml/2006/main">
              <a:ext uri="{FF2B5EF4-FFF2-40B4-BE49-F238E27FC236}">
                <a16:creationId xmlns:a16="http://schemas.microsoft.com/office/drawing/2014/main" id="{6E6D7DF7-256A-45AC-A176-818D1B55CFF4}"/>
              </a:ext>
            </a:extLst>
          </p:cNvPr>
          <p:cNvSpPr>
            <a:spLocks xmlns:a="http://schemas.openxmlformats.org/drawingml/2006/main" noGrp="1"/>
          </p:cNvSpPr>
          <p:nvPr/>
        </p:nvSpPr>
        <p:spPr>
          <a:xfrm xmlns:a="http://schemas.openxmlformats.org/drawingml/2006/main">
            <a:off x="4476750" y="3348404"/>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2" name="">
            <a:extLst xmlns:a="http://schemas.openxmlformats.org/drawingml/2006/main">
              <a:ext uri="{FF2B5EF4-FFF2-40B4-BE49-F238E27FC236}">
                <a16:creationId xmlns:a16="http://schemas.microsoft.com/office/drawing/2014/main" id="{D3393AE7-F14D-49D2-B3F1-20FA66FA6DD0}"/>
              </a:ext>
            </a:extLst>
          </p:cNvPr>
          <p:cNvSpPr>
            <a:spLocks xmlns:a="http://schemas.openxmlformats.org/drawingml/2006/main" noGrp="1"/>
          </p:cNvSpPr>
          <p:nvPr/>
        </p:nvSpPr>
        <p:spPr>
          <a:xfrm xmlns:a="http://schemas.openxmlformats.org/drawingml/2006/main">
            <a:off x="4476750" y="3480288"/>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3" name="">
            <a:extLst xmlns:a="http://schemas.openxmlformats.org/drawingml/2006/main">
              <a:ext uri="{FF2B5EF4-FFF2-40B4-BE49-F238E27FC236}">
                <a16:creationId xmlns:a16="http://schemas.microsoft.com/office/drawing/2014/main" id="{4D3D5618-4613-4C8A-B380-CC5DD92B8C89}"/>
              </a:ext>
            </a:extLst>
          </p:cNvPr>
          <p:cNvSpPr>
            <a:spLocks xmlns:a="http://schemas.openxmlformats.org/drawingml/2006/main" noGrp="1"/>
          </p:cNvSpPr>
          <p:nvPr/>
        </p:nvSpPr>
        <p:spPr>
          <a:xfrm xmlns:a="http://schemas.openxmlformats.org/drawingml/2006/main">
            <a:off x="4476750" y="3612173"/>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4" name="">
            <a:extLst xmlns:a="http://schemas.openxmlformats.org/drawingml/2006/main">
              <a:ext uri="{FF2B5EF4-FFF2-40B4-BE49-F238E27FC236}">
                <a16:creationId xmlns:a16="http://schemas.microsoft.com/office/drawing/2014/main" id="{2E68FF25-9A65-4C7E-BC98-61CBF49D6423}"/>
              </a:ext>
            </a:extLst>
          </p:cNvPr>
          <p:cNvSpPr>
            <a:spLocks xmlns:a="http://schemas.openxmlformats.org/drawingml/2006/main" noGrp="1"/>
          </p:cNvSpPr>
          <p:nvPr/>
        </p:nvSpPr>
        <p:spPr>
          <a:xfrm xmlns:a="http://schemas.openxmlformats.org/drawingml/2006/main">
            <a:off x="4476750" y="3744058"/>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5" name="">
            <a:extLst xmlns:a="http://schemas.openxmlformats.org/drawingml/2006/main">
              <a:ext uri="{FF2B5EF4-FFF2-40B4-BE49-F238E27FC236}">
                <a16:creationId xmlns:a16="http://schemas.microsoft.com/office/drawing/2014/main" id="{618A51C9-4A79-4651-B4F2-3EF05BE8BBAB}"/>
              </a:ext>
            </a:extLst>
          </p:cNvPr>
          <p:cNvSpPr>
            <a:spLocks xmlns:a="http://schemas.openxmlformats.org/drawingml/2006/main" noGrp="1"/>
          </p:cNvSpPr>
          <p:nvPr/>
        </p:nvSpPr>
        <p:spPr>
          <a:xfrm xmlns:a="http://schemas.openxmlformats.org/drawingml/2006/main">
            <a:off x="4476750" y="3875942"/>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6" name="">
            <a:extLst xmlns:a="http://schemas.openxmlformats.org/drawingml/2006/main">
              <a:ext uri="{FF2B5EF4-FFF2-40B4-BE49-F238E27FC236}">
                <a16:creationId xmlns:a16="http://schemas.microsoft.com/office/drawing/2014/main" id="{AD96D702-A654-479E-BA88-FE8DA03B0349}"/>
              </a:ext>
            </a:extLst>
          </p:cNvPr>
          <p:cNvSpPr>
            <a:spLocks xmlns:a="http://schemas.openxmlformats.org/drawingml/2006/main" noGrp="1"/>
          </p:cNvSpPr>
          <p:nvPr/>
        </p:nvSpPr>
        <p:spPr>
          <a:xfrm xmlns:a="http://schemas.openxmlformats.org/drawingml/2006/main">
            <a:off x="4476750" y="4007827"/>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7" name="">
            <a:extLst xmlns:a="http://schemas.openxmlformats.org/drawingml/2006/main">
              <a:ext uri="{FF2B5EF4-FFF2-40B4-BE49-F238E27FC236}">
                <a16:creationId xmlns:a16="http://schemas.microsoft.com/office/drawing/2014/main" id="{829D1801-9097-424E-BDCD-03659D3270B7}"/>
              </a:ext>
            </a:extLst>
          </p:cNvPr>
          <p:cNvSpPr>
            <a:spLocks xmlns:a="http://schemas.openxmlformats.org/drawingml/2006/main" noGrp="1"/>
          </p:cNvSpPr>
          <p:nvPr/>
        </p:nvSpPr>
        <p:spPr>
          <a:xfrm xmlns:a="http://schemas.openxmlformats.org/drawingml/2006/main">
            <a:off x="4476750" y="4139712"/>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8" name="">
            <a:extLst xmlns:a="http://schemas.openxmlformats.org/drawingml/2006/main">
              <a:ext uri="{FF2B5EF4-FFF2-40B4-BE49-F238E27FC236}">
                <a16:creationId xmlns:a16="http://schemas.microsoft.com/office/drawing/2014/main" id="{34AFA85A-7D15-4087-95F0-5EB9AEC7D7F5}"/>
              </a:ext>
            </a:extLst>
          </p:cNvPr>
          <p:cNvSpPr>
            <a:spLocks xmlns:a="http://schemas.openxmlformats.org/drawingml/2006/main" noGrp="1"/>
          </p:cNvSpPr>
          <p:nvPr/>
        </p:nvSpPr>
        <p:spPr>
          <a:xfrm xmlns:a="http://schemas.openxmlformats.org/drawingml/2006/main">
            <a:off x="4476750" y="4271596"/>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9" name="">
            <a:extLst xmlns:a="http://schemas.openxmlformats.org/drawingml/2006/main">
              <a:ext uri="{FF2B5EF4-FFF2-40B4-BE49-F238E27FC236}">
                <a16:creationId xmlns:a16="http://schemas.microsoft.com/office/drawing/2014/main" id="{FC85D70E-D2D4-4A1D-ABFB-4E8A305CA028}"/>
              </a:ext>
            </a:extLst>
          </p:cNvPr>
          <p:cNvSpPr>
            <a:spLocks xmlns:a="http://schemas.openxmlformats.org/drawingml/2006/main" noGrp="1"/>
          </p:cNvSpPr>
          <p:nvPr/>
        </p:nvSpPr>
        <p:spPr>
          <a:xfrm xmlns:a="http://schemas.openxmlformats.org/drawingml/2006/main">
            <a:off x="4476750" y="4403481"/>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50" name="">
            <a:extLst xmlns:a="http://schemas.openxmlformats.org/drawingml/2006/main">
              <a:ext uri="{FF2B5EF4-FFF2-40B4-BE49-F238E27FC236}">
                <a16:creationId xmlns:a16="http://schemas.microsoft.com/office/drawing/2014/main" id="{01257934-8A14-4F29-A5C0-A15CD5063F58}"/>
              </a:ext>
            </a:extLst>
          </p:cNvPr>
          <p:cNvSpPr>
            <a:spLocks xmlns:a="http://schemas.openxmlformats.org/drawingml/2006/main" noGrp="1"/>
          </p:cNvSpPr>
          <p:nvPr/>
        </p:nvSpPr>
        <p:spPr>
          <a:xfrm xmlns:a="http://schemas.openxmlformats.org/drawingml/2006/main">
            <a:off x="4476750" y="4535365"/>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51" name="">
            <a:extLst xmlns:a="http://schemas.openxmlformats.org/drawingml/2006/main">
              <a:ext uri="{FF2B5EF4-FFF2-40B4-BE49-F238E27FC236}">
                <a16:creationId xmlns:a16="http://schemas.microsoft.com/office/drawing/2014/main" id="{B72201C3-1F54-4E21-A568-93A672BFF9B0}"/>
              </a:ext>
            </a:extLst>
          </p:cNvPr>
          <p:cNvSpPr>
            <a:spLocks xmlns:a="http://schemas.openxmlformats.org/drawingml/2006/main" noGrp="1"/>
          </p:cNvSpPr>
          <p:nvPr/>
        </p:nvSpPr>
        <p:spPr>
          <a:xfrm xmlns:a="http://schemas.openxmlformats.org/drawingml/2006/main">
            <a:off x="952500" y="3905250"/>
            <a:ext cx="571500" cy="9525"/>
          </a:xfrm>
          <a:custGeom xmlns:a="http://schemas.openxmlformats.org/drawingml/2006/main">
            <a:pathLst>
              <a:path w="571500" h="9525">
                <a:moveTo>
                  <a:pt x="571500" y="0"/>
                </a:moveTo>
                <a:lnTo>
                  <a:pt x="0" y="0"/>
                </a:lnTo>
              </a:path>
            </a:pathLst>
          </a:custGeom>
          <a:noFill xmlns:a="http://schemas.openxmlformats.org/drawingml/2006/main"/>
          <a:ln xmlns:a="http://schemas.openxmlformats.org/drawingml/2006/main" w="38100">
            <a:solidFill>
              <a:srgbClr val="087E8B"/>
            </a:solidFill>
          </a:ln>
        </p:spPr>
      </p:sp>
      <p:sp>
        <p:nvSpPr>
          <p:cNvPr id="52" name="">
            <a:extLst xmlns:a="http://schemas.openxmlformats.org/drawingml/2006/main">
              <a:ext uri="{FF2B5EF4-FFF2-40B4-BE49-F238E27FC236}">
                <a16:creationId xmlns:a16="http://schemas.microsoft.com/office/drawing/2014/main" id="{FD409416-B181-4B98-9B79-43915BD1F782}"/>
              </a:ext>
            </a:extLst>
          </p:cNvPr>
          <p:cNvSpPr>
            <a:spLocks xmlns:a="http://schemas.openxmlformats.org/drawingml/2006/main" noGrp="1"/>
          </p:cNvSpPr>
          <p:nvPr/>
        </p:nvSpPr>
        <p:spPr>
          <a:xfrm xmlns:a="http://schemas.openxmlformats.org/drawingml/2006/main">
            <a:off x="952500" y="3853244"/>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087E8B"/>
          </a:solidFill>
          <a:ln xmlns:a="http://schemas.openxmlformats.org/drawingml/2006/main" w="4763">
            <a:solidFill>
              <a:srgbClr val="087E8B"/>
            </a:solidFill>
          </a:ln>
        </p:spPr>
      </p:sp>
      <p:sp>
        <p:nvSpPr>
          <p:cNvPr id="53" name="">
            <a:extLst xmlns:a="http://schemas.openxmlformats.org/drawingml/2006/main">
              <a:ext uri="{FF2B5EF4-FFF2-40B4-BE49-F238E27FC236}">
                <a16:creationId xmlns:a16="http://schemas.microsoft.com/office/drawing/2014/main" id="{90AD174D-5370-46DC-A520-E36B4E0AED82}"/>
              </a:ext>
            </a:extLst>
          </p:cNvPr>
          <p:cNvSpPr>
            <a:spLocks xmlns:a="http://schemas.openxmlformats.org/drawingml/2006/main" noGrp="1"/>
          </p:cNvSpPr>
          <p:nvPr/>
        </p:nvSpPr>
        <p:spPr>
          <a:xfrm xmlns:a="http://schemas.openxmlformats.org/drawingml/2006/main">
            <a:off x="4762500" y="3905250"/>
            <a:ext cx="571500" cy="9525"/>
          </a:xfrm>
          <a:custGeom xmlns:a="http://schemas.openxmlformats.org/drawingml/2006/main">
            <a:pathLst>
              <a:path w="571500" h="9525">
                <a:moveTo>
                  <a:pt x="0" y="0"/>
                </a:moveTo>
                <a:lnTo>
                  <a:pt x="571500" y="0"/>
                </a:lnTo>
              </a:path>
            </a:pathLst>
          </a:custGeom>
          <a:noFill xmlns:a="http://schemas.openxmlformats.org/drawingml/2006/main"/>
          <a:ln xmlns:a="http://schemas.openxmlformats.org/drawingml/2006/main" w="38100">
            <a:solidFill>
              <a:srgbClr val="087E8B"/>
            </a:solidFill>
          </a:ln>
        </p:spPr>
      </p:sp>
      <p:sp>
        <p:nvSpPr>
          <p:cNvPr id="54" name="">
            <a:extLst xmlns:a="http://schemas.openxmlformats.org/drawingml/2006/main">
              <a:ext uri="{FF2B5EF4-FFF2-40B4-BE49-F238E27FC236}">
                <a16:creationId xmlns:a16="http://schemas.microsoft.com/office/drawing/2014/main" id="{949E9270-4431-478F-9348-5FEDC4D7BD00}"/>
              </a:ext>
            </a:extLst>
          </p:cNvPr>
          <p:cNvSpPr>
            <a:spLocks xmlns:a="http://schemas.openxmlformats.org/drawingml/2006/main" noGrp="1"/>
          </p:cNvSpPr>
          <p:nvPr/>
        </p:nvSpPr>
        <p:spPr>
          <a:xfrm xmlns:a="http://schemas.openxmlformats.org/drawingml/2006/main">
            <a:off x="5210175" y="3853244"/>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087E8B"/>
          </a:solidFill>
          <a:ln xmlns:a="http://schemas.openxmlformats.org/drawingml/2006/main" w="4763">
            <a:solidFill>
              <a:srgbClr val="087E8B"/>
            </a:solidFill>
          </a:ln>
        </p:spPr>
      </p:sp>
      <p:sp>
        <p:nvSpPr>
          <p:cNvPr id="55" name="">
            <a:extLst xmlns:a="http://schemas.openxmlformats.org/drawingml/2006/main">
              <a:ext uri="{FF2B5EF4-FFF2-40B4-BE49-F238E27FC236}">
                <a16:creationId xmlns:a16="http://schemas.microsoft.com/office/drawing/2014/main" id="{CD69DA7E-2CF0-4103-A638-5EBE3226C807}"/>
              </a:ext>
            </a:extLst>
          </p:cNvPr>
          <p:cNvSpPr>
            <a:spLocks xmlns:a="http://schemas.openxmlformats.org/drawingml/2006/main" noGrp="1"/>
          </p:cNvSpPr>
          <p:nvPr/>
        </p:nvSpPr>
        <p:spPr>
          <a:xfrm xmlns:a="http://schemas.openxmlformats.org/drawingml/2006/main">
            <a:off x="1000125" y="31432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F</a:t>
            </a:r>
          </a:p>
        </p:txBody>
      </p:sp>
      <p:sp>
        <p:nvSpPr>
          <p:cNvPr id="56" name="">
            <a:extLst xmlns:a="http://schemas.openxmlformats.org/drawingml/2006/main">
              <a:ext uri="{FF2B5EF4-FFF2-40B4-BE49-F238E27FC236}">
                <a16:creationId xmlns:a16="http://schemas.microsoft.com/office/drawing/2014/main" id="{19DA1B8B-2046-4E5E-9907-7F959F5EF83E}"/>
              </a:ext>
            </a:extLst>
          </p:cNvPr>
          <p:cNvSpPr>
            <a:spLocks xmlns:a="http://schemas.openxmlformats.org/drawingml/2006/main" noGrp="1"/>
          </p:cNvSpPr>
          <p:nvPr/>
        </p:nvSpPr>
        <p:spPr>
          <a:xfrm xmlns:a="http://schemas.openxmlformats.org/drawingml/2006/main">
            <a:off x="5000625" y="31432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F</a:t>
            </a:r>
          </a:p>
        </p:txBody>
      </p:sp>
      <p:sp>
        <p:nvSpPr>
          <p:cNvPr id="57" name="">
            <a:extLst xmlns:a="http://schemas.openxmlformats.org/drawingml/2006/main">
              <a:ext uri="{FF2B5EF4-FFF2-40B4-BE49-F238E27FC236}">
                <a16:creationId xmlns:a16="http://schemas.microsoft.com/office/drawing/2014/main" id="{3F47DD9B-32E1-471B-B607-C3277AE5D5D6}"/>
              </a:ext>
            </a:extLst>
          </p:cNvPr>
          <p:cNvSpPr>
            <a:spLocks xmlns:a="http://schemas.openxmlformats.org/drawingml/2006/main" noGrp="1"/>
          </p:cNvSpPr>
          <p:nvPr/>
        </p:nvSpPr>
        <p:spPr>
          <a:xfrm xmlns:a="http://schemas.openxmlformats.org/drawingml/2006/main">
            <a:off x="1524000" y="48101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軸方向に伸びる</a:t>
            </a:r>
          </a:p>
        </p:txBody>
      </p:sp>
      <p:sp>
        <p:nvSpPr>
          <p:cNvPr id="58" name="">
            <a:extLst xmlns:a="http://schemas.openxmlformats.org/drawingml/2006/main">
              <a:ext uri="{FF2B5EF4-FFF2-40B4-BE49-F238E27FC236}">
                <a16:creationId xmlns:a16="http://schemas.microsoft.com/office/drawing/2014/main" id="{1D911ACB-B387-45AB-A902-F19597AE182E}"/>
              </a:ext>
            </a:extLst>
          </p:cNvPr>
          <p:cNvSpPr>
            <a:spLocks xmlns:a="http://schemas.openxmlformats.org/drawingml/2006/main" noGrp="1"/>
          </p:cNvSpPr>
          <p:nvPr/>
        </p:nvSpPr>
        <p:spPr>
          <a:xfrm xmlns:a="http://schemas.openxmlformats.org/drawingml/2006/main">
            <a:off x="6858000" y="157162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AD8760"/>
                </a:solidFill>
                <a:latin typeface="Yu Gothic"/>
                <a:ea typeface="Yu Gothic"/>
                <a:cs typeface="Yu Gothic"/>
              </a:defRPr>
            </a:defPPr>
            <a:lvl1pPr>
              <a:buNone/>
              <a:defRPr sz="2400" b="1">
                <a:solidFill>
                  <a:srgbClr val="AD8760"/>
                </a:solidFill>
                <a:latin typeface="Yu Gothic"/>
                <a:ea typeface="Yu Gothic"/>
                <a:cs typeface="Yu Gothic"/>
              </a:defRPr>
            </a:lvl1pPr>
            <a:lvl2pPr>
              <a:buNone/>
              <a:defRPr sz="2400" b="1">
                <a:solidFill>
                  <a:srgbClr val="AD8760"/>
                </a:solidFill>
                <a:latin typeface="Yu Gothic"/>
                <a:ea typeface="Yu Gothic"/>
                <a:cs typeface="Yu Gothic"/>
              </a:defRPr>
            </a:lvl2pPr>
            <a:lvl3pPr>
              <a:buNone/>
              <a:defRPr sz="2400" b="1">
                <a:solidFill>
                  <a:srgbClr val="AD8760"/>
                </a:solidFill>
                <a:latin typeface="Yu Gothic"/>
                <a:ea typeface="Yu Gothic"/>
                <a:cs typeface="Yu Gothic"/>
              </a:defRPr>
            </a:lvl3pPr>
            <a:lvl4pPr>
              <a:buNone/>
              <a:defRPr sz="2400" b="1">
                <a:solidFill>
                  <a:srgbClr val="AD8760"/>
                </a:solidFill>
                <a:latin typeface="Yu Gothic"/>
                <a:ea typeface="Yu Gothic"/>
                <a:cs typeface="Yu Gothic"/>
              </a:defRPr>
            </a:lvl4pPr>
            <a:lvl5pPr>
              <a:buNone/>
              <a:defRPr sz="2400" b="1">
                <a:solidFill>
                  <a:srgbClr val="AD8760"/>
                </a:solidFill>
                <a:latin typeface="Yu Gothic"/>
                <a:ea typeface="Yu Gothic"/>
                <a:cs typeface="Yu Gothic"/>
              </a:defRPr>
            </a:lvl5pPr>
            <a:lvl6pPr>
              <a:buNone/>
              <a:defRPr sz="2400" b="1">
                <a:solidFill>
                  <a:srgbClr val="AD8760"/>
                </a:solidFill>
                <a:latin typeface="Yu Gothic"/>
                <a:ea typeface="Yu Gothic"/>
                <a:cs typeface="Yu Gothic"/>
              </a:defRPr>
            </a:lvl6pPr>
            <a:lvl7pPr>
              <a:buNone/>
              <a:defRPr sz="2400" b="1">
                <a:solidFill>
                  <a:srgbClr val="AD8760"/>
                </a:solidFill>
                <a:latin typeface="Yu Gothic"/>
                <a:ea typeface="Yu Gothic"/>
                <a:cs typeface="Yu Gothic"/>
              </a:defRPr>
            </a:lvl7pPr>
            <a:lvl8pPr>
              <a:buNone/>
              <a:defRPr sz="2400" b="1">
                <a:solidFill>
                  <a:srgbClr val="AD8760"/>
                </a:solidFill>
                <a:latin typeface="Yu Gothic"/>
                <a:ea typeface="Yu Gothic"/>
                <a:cs typeface="Yu Gothic"/>
              </a:defRPr>
            </a:lvl8pPr>
            <a:lvl9pPr>
              <a:buNone/>
              <a:defRPr sz="2400" b="1">
                <a:solidFill>
                  <a:srgbClr val="AD8760"/>
                </a:solidFill>
                <a:latin typeface="Yu Gothic"/>
                <a:ea typeface="Yu Gothic"/>
                <a:cs typeface="Yu Gothic"/>
              </a:defRPr>
            </a:lvl9pPr>
          </a:lstStyle>
          <a:p xmlns:a="http://schemas.openxmlformats.org/drawingml/2006/main">
            <a:pPr>
              <a:buNone/>
              <a:defRPr sz="2400" b="1">
                <a:solidFill>
                  <a:srgbClr val="AD8760"/>
                </a:solidFill>
                <a:latin typeface="Yu Gothic"/>
                <a:ea typeface="Yu Gothic"/>
                <a:cs typeface="Yu Gothic"/>
              </a:defRPr>
            </a:pPr>
            <a:r>
              <a:rPr sz="2400" b="1">
                <a:solidFill>
                  <a:srgbClr val="AD8760"/>
                </a:solidFill>
                <a:latin typeface="Yu Gothic"/>
                <a:ea typeface="Yu Gothic"/>
                <a:cs typeface="Yu Gothic"/>
              </a:rPr>
              <a:t>圧縮</a:t>
            </a:r>
          </a:p>
        </p:txBody>
      </p:sp>
      <p:sp>
        <p:nvSpPr>
          <p:cNvPr id="59" name="">
            <a:extLst xmlns:a="http://schemas.openxmlformats.org/drawingml/2006/main">
              <a:ext uri="{FF2B5EF4-FFF2-40B4-BE49-F238E27FC236}">
                <a16:creationId xmlns:a16="http://schemas.microsoft.com/office/drawing/2014/main" id="{C83FE426-CC56-432F-95E3-502349F307FC}"/>
              </a:ext>
            </a:extLst>
          </p:cNvPr>
          <p:cNvSpPr>
            <a:spLocks xmlns:a="http://schemas.openxmlformats.org/drawingml/2006/main" noGrp="1"/>
          </p:cNvSpPr>
          <p:nvPr/>
        </p:nvSpPr>
        <p:spPr>
          <a:xfrm xmlns:a="http://schemas.openxmlformats.org/drawingml/2006/main">
            <a:off x="7810500" y="2381250"/>
            <a:ext cx="2667000" cy="476250"/>
          </a:xfrm>
          <a:prstGeom xmlns:a="http://schemas.openxmlformats.org/drawingml/2006/main" prst="rect">
            <a:avLst/>
          </a:prstGeom>
          <a:solidFill xmlns:a="http://schemas.openxmlformats.org/drawingml/2006/main">
            <a:srgbClr val="FFFFFF"/>
          </a:solidFill>
          <a:ln xmlns:a="http://schemas.openxmlformats.org/drawingml/2006/main" w="16193">
            <a:solidFill>
              <a:srgbClr val="71818B"/>
            </a:solidFill>
          </a:ln>
        </p:spPr>
      </p:sp>
      <p:sp>
        <p:nvSpPr>
          <p:cNvPr id="60" name="">
            <a:extLst xmlns:a="http://schemas.openxmlformats.org/drawingml/2006/main">
              <a:ext uri="{FF2B5EF4-FFF2-40B4-BE49-F238E27FC236}">
                <a16:creationId xmlns:a16="http://schemas.microsoft.com/office/drawing/2014/main" id="{50A235BD-29AC-4C9B-9609-62D21C150F98}"/>
              </a:ext>
            </a:extLst>
          </p:cNvPr>
          <p:cNvSpPr>
            <a:spLocks xmlns:a="http://schemas.openxmlformats.org/drawingml/2006/main" noGrp="1"/>
          </p:cNvSpPr>
          <p:nvPr/>
        </p:nvSpPr>
        <p:spPr>
          <a:xfrm xmlns:a="http://schemas.openxmlformats.org/drawingml/2006/main">
            <a:off x="6858000" y="2381250"/>
            <a:ext cx="904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263D4D"/>
                </a:solidFill>
                <a:latin typeface="Yu Gothic"/>
                <a:ea typeface="Yu Gothic"/>
                <a:cs typeface="Yu Gothic"/>
              </a:defRPr>
            </a:defPPr>
            <a:lvl1pPr>
              <a:buNone/>
              <a:defRPr sz="1650" b="0">
                <a:solidFill>
                  <a:srgbClr val="263D4D"/>
                </a:solidFill>
                <a:latin typeface="Yu Gothic"/>
                <a:ea typeface="Yu Gothic"/>
                <a:cs typeface="Yu Gothic"/>
              </a:defRPr>
            </a:lvl1pPr>
            <a:lvl2pPr>
              <a:buNone/>
              <a:defRPr sz="1650" b="0">
                <a:solidFill>
                  <a:srgbClr val="263D4D"/>
                </a:solidFill>
                <a:latin typeface="Yu Gothic"/>
                <a:ea typeface="Yu Gothic"/>
                <a:cs typeface="Yu Gothic"/>
              </a:defRPr>
            </a:lvl2pPr>
            <a:lvl3pPr>
              <a:buNone/>
              <a:defRPr sz="1650" b="0">
                <a:solidFill>
                  <a:srgbClr val="263D4D"/>
                </a:solidFill>
                <a:latin typeface="Yu Gothic"/>
                <a:ea typeface="Yu Gothic"/>
                <a:cs typeface="Yu Gothic"/>
              </a:defRPr>
            </a:lvl3pPr>
            <a:lvl4pPr>
              <a:buNone/>
              <a:defRPr sz="1650" b="0">
                <a:solidFill>
                  <a:srgbClr val="263D4D"/>
                </a:solidFill>
                <a:latin typeface="Yu Gothic"/>
                <a:ea typeface="Yu Gothic"/>
                <a:cs typeface="Yu Gothic"/>
              </a:defRPr>
            </a:lvl4pPr>
            <a:lvl5pPr>
              <a:buNone/>
              <a:defRPr sz="1650" b="0">
                <a:solidFill>
                  <a:srgbClr val="263D4D"/>
                </a:solidFill>
                <a:latin typeface="Yu Gothic"/>
                <a:ea typeface="Yu Gothic"/>
                <a:cs typeface="Yu Gothic"/>
              </a:defRPr>
            </a:lvl5pPr>
            <a:lvl6pPr>
              <a:buNone/>
              <a:defRPr sz="1650" b="0">
                <a:solidFill>
                  <a:srgbClr val="263D4D"/>
                </a:solidFill>
                <a:latin typeface="Yu Gothic"/>
                <a:ea typeface="Yu Gothic"/>
                <a:cs typeface="Yu Gothic"/>
              </a:defRPr>
            </a:lvl6pPr>
            <a:lvl7pPr>
              <a:buNone/>
              <a:defRPr sz="1650" b="0">
                <a:solidFill>
                  <a:srgbClr val="263D4D"/>
                </a:solidFill>
                <a:latin typeface="Yu Gothic"/>
                <a:ea typeface="Yu Gothic"/>
                <a:cs typeface="Yu Gothic"/>
              </a:defRPr>
            </a:lvl7pPr>
            <a:lvl8pPr>
              <a:buNone/>
              <a:defRPr sz="1650" b="0">
                <a:solidFill>
                  <a:srgbClr val="263D4D"/>
                </a:solidFill>
                <a:latin typeface="Yu Gothic"/>
                <a:ea typeface="Yu Gothic"/>
                <a:cs typeface="Yu Gothic"/>
              </a:defRPr>
            </a:lvl8pPr>
            <a:lvl9pPr>
              <a:buNone/>
              <a:defRPr sz="1650" b="0">
                <a:solidFill>
                  <a:srgbClr val="263D4D"/>
                </a:solidFill>
                <a:latin typeface="Yu Gothic"/>
                <a:ea typeface="Yu Gothic"/>
                <a:cs typeface="Yu Gothic"/>
              </a:defRPr>
            </a:lvl9pPr>
          </a:lstStyle>
          <a:p xmlns:a="http://schemas.openxmlformats.org/drawingml/2006/main">
            <a:pP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変形前</a:t>
            </a:r>
          </a:p>
        </p:txBody>
      </p:sp>
      <p:sp>
        <p:nvSpPr>
          <p:cNvPr id="61" name="">
            <a:extLst xmlns:a="http://schemas.openxmlformats.org/drawingml/2006/main">
              <a:ext uri="{FF2B5EF4-FFF2-40B4-BE49-F238E27FC236}">
                <a16:creationId xmlns:a16="http://schemas.microsoft.com/office/drawing/2014/main" id="{49E8BB8A-5951-48B9-BB84-D18D9735311B}"/>
              </a:ext>
            </a:extLst>
          </p:cNvPr>
          <p:cNvSpPr>
            <a:spLocks xmlns:a="http://schemas.openxmlformats.org/drawingml/2006/main" noGrp="1"/>
          </p:cNvSpPr>
          <p:nvPr/>
        </p:nvSpPr>
        <p:spPr>
          <a:xfrm xmlns:a="http://schemas.openxmlformats.org/drawingml/2006/main">
            <a:off x="8048625" y="3667125"/>
            <a:ext cx="2190750" cy="47625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62" name="">
            <a:extLst xmlns:a="http://schemas.openxmlformats.org/drawingml/2006/main">
              <a:ext uri="{FF2B5EF4-FFF2-40B4-BE49-F238E27FC236}">
                <a16:creationId xmlns:a16="http://schemas.microsoft.com/office/drawing/2014/main" id="{F10EB576-6A17-4810-8268-DE134618AE71}"/>
              </a:ext>
            </a:extLst>
          </p:cNvPr>
          <p:cNvSpPr>
            <a:spLocks xmlns:a="http://schemas.openxmlformats.org/drawingml/2006/main" noGrp="1"/>
          </p:cNvSpPr>
          <p:nvPr/>
        </p:nvSpPr>
        <p:spPr>
          <a:xfrm xmlns:a="http://schemas.openxmlformats.org/drawingml/2006/main">
            <a:off x="7810500" y="2952750"/>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63" name="">
            <a:extLst xmlns:a="http://schemas.openxmlformats.org/drawingml/2006/main">
              <a:ext uri="{FF2B5EF4-FFF2-40B4-BE49-F238E27FC236}">
                <a16:creationId xmlns:a16="http://schemas.microsoft.com/office/drawing/2014/main" id="{2DF5C6C7-E39D-41B0-8A60-96FB5C5994C3}"/>
              </a:ext>
            </a:extLst>
          </p:cNvPr>
          <p:cNvSpPr>
            <a:spLocks xmlns:a="http://schemas.openxmlformats.org/drawingml/2006/main" noGrp="1"/>
          </p:cNvSpPr>
          <p:nvPr/>
        </p:nvSpPr>
        <p:spPr>
          <a:xfrm xmlns:a="http://schemas.openxmlformats.org/drawingml/2006/main">
            <a:off x="7810500" y="3084635"/>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64" name="">
            <a:extLst xmlns:a="http://schemas.openxmlformats.org/drawingml/2006/main">
              <a:ext uri="{FF2B5EF4-FFF2-40B4-BE49-F238E27FC236}">
                <a16:creationId xmlns:a16="http://schemas.microsoft.com/office/drawing/2014/main" id="{360F3B95-0C84-4DAD-80E6-E8E5FC023D69}"/>
              </a:ext>
            </a:extLst>
          </p:cNvPr>
          <p:cNvSpPr>
            <a:spLocks xmlns:a="http://schemas.openxmlformats.org/drawingml/2006/main" noGrp="1"/>
          </p:cNvSpPr>
          <p:nvPr/>
        </p:nvSpPr>
        <p:spPr>
          <a:xfrm xmlns:a="http://schemas.openxmlformats.org/drawingml/2006/main">
            <a:off x="7810500" y="3216519"/>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65" name="">
            <a:extLst xmlns:a="http://schemas.openxmlformats.org/drawingml/2006/main">
              <a:ext uri="{FF2B5EF4-FFF2-40B4-BE49-F238E27FC236}">
                <a16:creationId xmlns:a16="http://schemas.microsoft.com/office/drawing/2014/main" id="{A3921EC0-4630-4053-AB65-2459A13C527D}"/>
              </a:ext>
            </a:extLst>
          </p:cNvPr>
          <p:cNvSpPr>
            <a:spLocks xmlns:a="http://schemas.openxmlformats.org/drawingml/2006/main" noGrp="1"/>
          </p:cNvSpPr>
          <p:nvPr/>
        </p:nvSpPr>
        <p:spPr>
          <a:xfrm xmlns:a="http://schemas.openxmlformats.org/drawingml/2006/main">
            <a:off x="7810500" y="3348404"/>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66" name="">
            <a:extLst xmlns:a="http://schemas.openxmlformats.org/drawingml/2006/main">
              <a:ext uri="{FF2B5EF4-FFF2-40B4-BE49-F238E27FC236}">
                <a16:creationId xmlns:a16="http://schemas.microsoft.com/office/drawing/2014/main" id="{F3FAD2CE-252F-443E-82D4-C941B63E6E05}"/>
              </a:ext>
            </a:extLst>
          </p:cNvPr>
          <p:cNvSpPr>
            <a:spLocks xmlns:a="http://schemas.openxmlformats.org/drawingml/2006/main" noGrp="1"/>
          </p:cNvSpPr>
          <p:nvPr/>
        </p:nvSpPr>
        <p:spPr>
          <a:xfrm xmlns:a="http://schemas.openxmlformats.org/drawingml/2006/main">
            <a:off x="7810500" y="3480288"/>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67" name="">
            <a:extLst xmlns:a="http://schemas.openxmlformats.org/drawingml/2006/main">
              <a:ext uri="{FF2B5EF4-FFF2-40B4-BE49-F238E27FC236}">
                <a16:creationId xmlns:a16="http://schemas.microsoft.com/office/drawing/2014/main" id="{905C7CE4-9BC4-474D-93EF-ED5AA6DF8010}"/>
              </a:ext>
            </a:extLst>
          </p:cNvPr>
          <p:cNvSpPr>
            <a:spLocks xmlns:a="http://schemas.openxmlformats.org/drawingml/2006/main" noGrp="1"/>
          </p:cNvSpPr>
          <p:nvPr/>
        </p:nvSpPr>
        <p:spPr>
          <a:xfrm xmlns:a="http://schemas.openxmlformats.org/drawingml/2006/main">
            <a:off x="7810500" y="3612173"/>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68" name="">
            <a:extLst xmlns:a="http://schemas.openxmlformats.org/drawingml/2006/main">
              <a:ext uri="{FF2B5EF4-FFF2-40B4-BE49-F238E27FC236}">
                <a16:creationId xmlns:a16="http://schemas.microsoft.com/office/drawing/2014/main" id="{B22D29AD-C8F2-497F-93AB-C6719AB1AC35}"/>
              </a:ext>
            </a:extLst>
          </p:cNvPr>
          <p:cNvSpPr>
            <a:spLocks xmlns:a="http://schemas.openxmlformats.org/drawingml/2006/main" noGrp="1"/>
          </p:cNvSpPr>
          <p:nvPr/>
        </p:nvSpPr>
        <p:spPr>
          <a:xfrm xmlns:a="http://schemas.openxmlformats.org/drawingml/2006/main">
            <a:off x="7810500" y="3744058"/>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69" name="">
            <a:extLst xmlns:a="http://schemas.openxmlformats.org/drawingml/2006/main">
              <a:ext uri="{FF2B5EF4-FFF2-40B4-BE49-F238E27FC236}">
                <a16:creationId xmlns:a16="http://schemas.microsoft.com/office/drawing/2014/main" id="{5A25B2C3-AEF1-4103-BF77-03D05504B46D}"/>
              </a:ext>
            </a:extLst>
          </p:cNvPr>
          <p:cNvSpPr>
            <a:spLocks xmlns:a="http://schemas.openxmlformats.org/drawingml/2006/main" noGrp="1"/>
          </p:cNvSpPr>
          <p:nvPr/>
        </p:nvSpPr>
        <p:spPr>
          <a:xfrm xmlns:a="http://schemas.openxmlformats.org/drawingml/2006/main">
            <a:off x="7810500" y="3875942"/>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70" name="">
            <a:extLst xmlns:a="http://schemas.openxmlformats.org/drawingml/2006/main">
              <a:ext uri="{FF2B5EF4-FFF2-40B4-BE49-F238E27FC236}">
                <a16:creationId xmlns:a16="http://schemas.microsoft.com/office/drawing/2014/main" id="{1140B8E6-F04C-46BE-BD2B-F3231B58C676}"/>
              </a:ext>
            </a:extLst>
          </p:cNvPr>
          <p:cNvSpPr>
            <a:spLocks xmlns:a="http://schemas.openxmlformats.org/drawingml/2006/main" noGrp="1"/>
          </p:cNvSpPr>
          <p:nvPr/>
        </p:nvSpPr>
        <p:spPr>
          <a:xfrm xmlns:a="http://schemas.openxmlformats.org/drawingml/2006/main">
            <a:off x="7810500" y="4007827"/>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71" name="">
            <a:extLst xmlns:a="http://schemas.openxmlformats.org/drawingml/2006/main">
              <a:ext uri="{FF2B5EF4-FFF2-40B4-BE49-F238E27FC236}">
                <a16:creationId xmlns:a16="http://schemas.microsoft.com/office/drawing/2014/main" id="{4880E136-CAD8-421C-A2AF-178F0101DAAD}"/>
              </a:ext>
            </a:extLst>
          </p:cNvPr>
          <p:cNvSpPr>
            <a:spLocks xmlns:a="http://schemas.openxmlformats.org/drawingml/2006/main" noGrp="1"/>
          </p:cNvSpPr>
          <p:nvPr/>
        </p:nvSpPr>
        <p:spPr>
          <a:xfrm xmlns:a="http://schemas.openxmlformats.org/drawingml/2006/main">
            <a:off x="7810500" y="4139712"/>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72" name="">
            <a:extLst xmlns:a="http://schemas.openxmlformats.org/drawingml/2006/main">
              <a:ext uri="{FF2B5EF4-FFF2-40B4-BE49-F238E27FC236}">
                <a16:creationId xmlns:a16="http://schemas.microsoft.com/office/drawing/2014/main" id="{F64CE90A-E301-4A7C-ABC2-B4C645FC0DDA}"/>
              </a:ext>
            </a:extLst>
          </p:cNvPr>
          <p:cNvSpPr>
            <a:spLocks xmlns:a="http://schemas.openxmlformats.org/drawingml/2006/main" noGrp="1"/>
          </p:cNvSpPr>
          <p:nvPr/>
        </p:nvSpPr>
        <p:spPr>
          <a:xfrm xmlns:a="http://schemas.openxmlformats.org/drawingml/2006/main">
            <a:off x="7810500" y="4271596"/>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73" name="">
            <a:extLst xmlns:a="http://schemas.openxmlformats.org/drawingml/2006/main">
              <a:ext uri="{FF2B5EF4-FFF2-40B4-BE49-F238E27FC236}">
                <a16:creationId xmlns:a16="http://schemas.microsoft.com/office/drawing/2014/main" id="{4FD54D58-6488-41D4-B0AB-0E9E948E863B}"/>
              </a:ext>
            </a:extLst>
          </p:cNvPr>
          <p:cNvSpPr>
            <a:spLocks xmlns:a="http://schemas.openxmlformats.org/drawingml/2006/main" noGrp="1"/>
          </p:cNvSpPr>
          <p:nvPr/>
        </p:nvSpPr>
        <p:spPr>
          <a:xfrm xmlns:a="http://schemas.openxmlformats.org/drawingml/2006/main">
            <a:off x="7810500" y="4403481"/>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74" name="">
            <a:extLst xmlns:a="http://schemas.openxmlformats.org/drawingml/2006/main">
              <a:ext uri="{FF2B5EF4-FFF2-40B4-BE49-F238E27FC236}">
                <a16:creationId xmlns:a16="http://schemas.microsoft.com/office/drawing/2014/main" id="{00AE75B5-AB25-48A2-9EF8-38C84A04E80D}"/>
              </a:ext>
            </a:extLst>
          </p:cNvPr>
          <p:cNvSpPr>
            <a:spLocks xmlns:a="http://schemas.openxmlformats.org/drawingml/2006/main" noGrp="1"/>
          </p:cNvSpPr>
          <p:nvPr/>
        </p:nvSpPr>
        <p:spPr>
          <a:xfrm xmlns:a="http://schemas.openxmlformats.org/drawingml/2006/main">
            <a:off x="7810500" y="4535365"/>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75" name="">
            <a:extLst xmlns:a="http://schemas.openxmlformats.org/drawingml/2006/main">
              <a:ext uri="{FF2B5EF4-FFF2-40B4-BE49-F238E27FC236}">
                <a16:creationId xmlns:a16="http://schemas.microsoft.com/office/drawing/2014/main" id="{CB761D3F-5C5A-4CAB-8500-A9EFB53844C9}"/>
              </a:ext>
            </a:extLst>
          </p:cNvPr>
          <p:cNvSpPr>
            <a:spLocks xmlns:a="http://schemas.openxmlformats.org/drawingml/2006/main" noGrp="1"/>
          </p:cNvSpPr>
          <p:nvPr/>
        </p:nvSpPr>
        <p:spPr>
          <a:xfrm xmlns:a="http://schemas.openxmlformats.org/drawingml/2006/main">
            <a:off x="10477500" y="2952750"/>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76" name="">
            <a:extLst xmlns:a="http://schemas.openxmlformats.org/drawingml/2006/main">
              <a:ext uri="{FF2B5EF4-FFF2-40B4-BE49-F238E27FC236}">
                <a16:creationId xmlns:a16="http://schemas.microsoft.com/office/drawing/2014/main" id="{8B7340FD-504F-4835-818F-83D74BC60225}"/>
              </a:ext>
            </a:extLst>
          </p:cNvPr>
          <p:cNvSpPr>
            <a:spLocks xmlns:a="http://schemas.openxmlformats.org/drawingml/2006/main" noGrp="1"/>
          </p:cNvSpPr>
          <p:nvPr/>
        </p:nvSpPr>
        <p:spPr>
          <a:xfrm xmlns:a="http://schemas.openxmlformats.org/drawingml/2006/main">
            <a:off x="10477500" y="3084635"/>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77" name="">
            <a:extLst xmlns:a="http://schemas.openxmlformats.org/drawingml/2006/main">
              <a:ext uri="{FF2B5EF4-FFF2-40B4-BE49-F238E27FC236}">
                <a16:creationId xmlns:a16="http://schemas.microsoft.com/office/drawing/2014/main" id="{6EA8A28A-9776-49A5-80BF-424059AAF82F}"/>
              </a:ext>
            </a:extLst>
          </p:cNvPr>
          <p:cNvSpPr>
            <a:spLocks xmlns:a="http://schemas.openxmlformats.org/drawingml/2006/main" noGrp="1"/>
          </p:cNvSpPr>
          <p:nvPr/>
        </p:nvSpPr>
        <p:spPr>
          <a:xfrm xmlns:a="http://schemas.openxmlformats.org/drawingml/2006/main">
            <a:off x="10477500" y="3216519"/>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78" name="">
            <a:extLst xmlns:a="http://schemas.openxmlformats.org/drawingml/2006/main">
              <a:ext uri="{FF2B5EF4-FFF2-40B4-BE49-F238E27FC236}">
                <a16:creationId xmlns:a16="http://schemas.microsoft.com/office/drawing/2014/main" id="{014A2C0A-85CA-482E-B738-7BF967C5FF41}"/>
              </a:ext>
            </a:extLst>
          </p:cNvPr>
          <p:cNvSpPr>
            <a:spLocks xmlns:a="http://schemas.openxmlformats.org/drawingml/2006/main" noGrp="1"/>
          </p:cNvSpPr>
          <p:nvPr/>
        </p:nvSpPr>
        <p:spPr>
          <a:xfrm xmlns:a="http://schemas.openxmlformats.org/drawingml/2006/main">
            <a:off x="10477500" y="3348404"/>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79" name="">
            <a:extLst xmlns:a="http://schemas.openxmlformats.org/drawingml/2006/main">
              <a:ext uri="{FF2B5EF4-FFF2-40B4-BE49-F238E27FC236}">
                <a16:creationId xmlns:a16="http://schemas.microsoft.com/office/drawing/2014/main" id="{05F0576D-4599-4CB0-B556-991A71080651}"/>
              </a:ext>
            </a:extLst>
          </p:cNvPr>
          <p:cNvSpPr>
            <a:spLocks xmlns:a="http://schemas.openxmlformats.org/drawingml/2006/main" noGrp="1"/>
          </p:cNvSpPr>
          <p:nvPr/>
        </p:nvSpPr>
        <p:spPr>
          <a:xfrm xmlns:a="http://schemas.openxmlformats.org/drawingml/2006/main">
            <a:off x="10477500" y="3480288"/>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80" name="">
            <a:extLst xmlns:a="http://schemas.openxmlformats.org/drawingml/2006/main">
              <a:ext uri="{FF2B5EF4-FFF2-40B4-BE49-F238E27FC236}">
                <a16:creationId xmlns:a16="http://schemas.microsoft.com/office/drawing/2014/main" id="{7AF294DF-3380-40CC-90E3-E4CA34C1E68B}"/>
              </a:ext>
            </a:extLst>
          </p:cNvPr>
          <p:cNvSpPr>
            <a:spLocks xmlns:a="http://schemas.openxmlformats.org/drawingml/2006/main" noGrp="1"/>
          </p:cNvSpPr>
          <p:nvPr/>
        </p:nvSpPr>
        <p:spPr>
          <a:xfrm xmlns:a="http://schemas.openxmlformats.org/drawingml/2006/main">
            <a:off x="10477500" y="3612173"/>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81" name="">
            <a:extLst xmlns:a="http://schemas.openxmlformats.org/drawingml/2006/main">
              <a:ext uri="{FF2B5EF4-FFF2-40B4-BE49-F238E27FC236}">
                <a16:creationId xmlns:a16="http://schemas.microsoft.com/office/drawing/2014/main" id="{FFCEBBBF-41B5-40BE-AE82-2202B3FFC005}"/>
              </a:ext>
            </a:extLst>
          </p:cNvPr>
          <p:cNvSpPr>
            <a:spLocks xmlns:a="http://schemas.openxmlformats.org/drawingml/2006/main" noGrp="1"/>
          </p:cNvSpPr>
          <p:nvPr/>
        </p:nvSpPr>
        <p:spPr>
          <a:xfrm xmlns:a="http://schemas.openxmlformats.org/drawingml/2006/main">
            <a:off x="10477500" y="3744058"/>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82" name="">
            <a:extLst xmlns:a="http://schemas.openxmlformats.org/drawingml/2006/main">
              <a:ext uri="{FF2B5EF4-FFF2-40B4-BE49-F238E27FC236}">
                <a16:creationId xmlns:a16="http://schemas.microsoft.com/office/drawing/2014/main" id="{F2FA686C-3E35-4C9C-B008-78C2DA489A37}"/>
              </a:ext>
            </a:extLst>
          </p:cNvPr>
          <p:cNvSpPr>
            <a:spLocks xmlns:a="http://schemas.openxmlformats.org/drawingml/2006/main" noGrp="1"/>
          </p:cNvSpPr>
          <p:nvPr/>
        </p:nvSpPr>
        <p:spPr>
          <a:xfrm xmlns:a="http://schemas.openxmlformats.org/drawingml/2006/main">
            <a:off x="10477500" y="3875942"/>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83" name="">
            <a:extLst xmlns:a="http://schemas.openxmlformats.org/drawingml/2006/main">
              <a:ext uri="{FF2B5EF4-FFF2-40B4-BE49-F238E27FC236}">
                <a16:creationId xmlns:a16="http://schemas.microsoft.com/office/drawing/2014/main" id="{6446223A-5B03-4041-8201-3B01293AE658}"/>
              </a:ext>
            </a:extLst>
          </p:cNvPr>
          <p:cNvSpPr>
            <a:spLocks xmlns:a="http://schemas.openxmlformats.org/drawingml/2006/main" noGrp="1"/>
          </p:cNvSpPr>
          <p:nvPr/>
        </p:nvSpPr>
        <p:spPr>
          <a:xfrm xmlns:a="http://schemas.openxmlformats.org/drawingml/2006/main">
            <a:off x="10477500" y="4007827"/>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84" name="">
            <a:extLst xmlns:a="http://schemas.openxmlformats.org/drawingml/2006/main">
              <a:ext uri="{FF2B5EF4-FFF2-40B4-BE49-F238E27FC236}">
                <a16:creationId xmlns:a16="http://schemas.microsoft.com/office/drawing/2014/main" id="{0AA731AF-5203-460D-ABBC-551F011638A9}"/>
              </a:ext>
            </a:extLst>
          </p:cNvPr>
          <p:cNvSpPr>
            <a:spLocks xmlns:a="http://schemas.openxmlformats.org/drawingml/2006/main" noGrp="1"/>
          </p:cNvSpPr>
          <p:nvPr/>
        </p:nvSpPr>
        <p:spPr>
          <a:xfrm xmlns:a="http://schemas.openxmlformats.org/drawingml/2006/main">
            <a:off x="10477500" y="4139712"/>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85" name="">
            <a:extLst xmlns:a="http://schemas.openxmlformats.org/drawingml/2006/main">
              <a:ext uri="{FF2B5EF4-FFF2-40B4-BE49-F238E27FC236}">
                <a16:creationId xmlns:a16="http://schemas.microsoft.com/office/drawing/2014/main" id="{1AE282E9-77D9-46A7-9FB7-E34C6020F2D6}"/>
              </a:ext>
            </a:extLst>
          </p:cNvPr>
          <p:cNvSpPr>
            <a:spLocks xmlns:a="http://schemas.openxmlformats.org/drawingml/2006/main" noGrp="1"/>
          </p:cNvSpPr>
          <p:nvPr/>
        </p:nvSpPr>
        <p:spPr>
          <a:xfrm xmlns:a="http://schemas.openxmlformats.org/drawingml/2006/main">
            <a:off x="10477500" y="4271596"/>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86" name="">
            <a:extLst xmlns:a="http://schemas.openxmlformats.org/drawingml/2006/main">
              <a:ext uri="{FF2B5EF4-FFF2-40B4-BE49-F238E27FC236}">
                <a16:creationId xmlns:a16="http://schemas.microsoft.com/office/drawing/2014/main" id="{92D08BAF-1D07-4870-9205-22850D5722EC}"/>
              </a:ext>
            </a:extLst>
          </p:cNvPr>
          <p:cNvSpPr>
            <a:spLocks xmlns:a="http://schemas.openxmlformats.org/drawingml/2006/main" noGrp="1"/>
          </p:cNvSpPr>
          <p:nvPr/>
        </p:nvSpPr>
        <p:spPr>
          <a:xfrm xmlns:a="http://schemas.openxmlformats.org/drawingml/2006/main">
            <a:off x="10477500" y="4403481"/>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87" name="">
            <a:extLst xmlns:a="http://schemas.openxmlformats.org/drawingml/2006/main">
              <a:ext uri="{FF2B5EF4-FFF2-40B4-BE49-F238E27FC236}">
                <a16:creationId xmlns:a16="http://schemas.microsoft.com/office/drawing/2014/main" id="{AFEDBD75-7F8B-49F7-A92F-4B66A99AAEFA}"/>
              </a:ext>
            </a:extLst>
          </p:cNvPr>
          <p:cNvSpPr>
            <a:spLocks xmlns:a="http://schemas.openxmlformats.org/drawingml/2006/main" noGrp="1"/>
          </p:cNvSpPr>
          <p:nvPr/>
        </p:nvSpPr>
        <p:spPr>
          <a:xfrm xmlns:a="http://schemas.openxmlformats.org/drawingml/2006/main">
            <a:off x="10477500" y="4535365"/>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88" name="">
            <a:extLst xmlns:a="http://schemas.openxmlformats.org/drawingml/2006/main">
              <a:ext uri="{FF2B5EF4-FFF2-40B4-BE49-F238E27FC236}">
                <a16:creationId xmlns:a16="http://schemas.microsoft.com/office/drawing/2014/main" id="{E37E8180-FFB0-419D-928D-CA937958662F}"/>
              </a:ext>
            </a:extLst>
          </p:cNvPr>
          <p:cNvSpPr>
            <a:spLocks xmlns:a="http://schemas.openxmlformats.org/drawingml/2006/main" noGrp="1"/>
          </p:cNvSpPr>
          <p:nvPr/>
        </p:nvSpPr>
        <p:spPr>
          <a:xfrm xmlns:a="http://schemas.openxmlformats.org/drawingml/2006/main">
            <a:off x="7286625" y="3905250"/>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38100">
            <a:solidFill>
              <a:srgbClr val="AD8760"/>
            </a:solidFill>
          </a:ln>
        </p:spPr>
      </p:sp>
      <p:sp>
        <p:nvSpPr>
          <p:cNvPr id="89" name="">
            <a:extLst xmlns:a="http://schemas.openxmlformats.org/drawingml/2006/main">
              <a:ext uri="{FF2B5EF4-FFF2-40B4-BE49-F238E27FC236}">
                <a16:creationId xmlns:a16="http://schemas.microsoft.com/office/drawing/2014/main" id="{85134C26-CB18-4E67-A5C8-4C5F2D06F04B}"/>
              </a:ext>
            </a:extLst>
          </p:cNvPr>
          <p:cNvSpPr>
            <a:spLocks xmlns:a="http://schemas.openxmlformats.org/drawingml/2006/main" noGrp="1"/>
          </p:cNvSpPr>
          <p:nvPr/>
        </p:nvSpPr>
        <p:spPr>
          <a:xfrm xmlns:a="http://schemas.openxmlformats.org/drawingml/2006/main">
            <a:off x="7924800" y="3853244"/>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AD8760"/>
          </a:solidFill>
          <a:ln xmlns:a="http://schemas.openxmlformats.org/drawingml/2006/main" w="4763">
            <a:solidFill>
              <a:srgbClr val="AD8760"/>
            </a:solidFill>
          </a:ln>
        </p:spPr>
      </p:sp>
      <p:sp>
        <p:nvSpPr>
          <p:cNvPr id="90" name="">
            <a:extLst xmlns:a="http://schemas.openxmlformats.org/drawingml/2006/main">
              <a:ext uri="{FF2B5EF4-FFF2-40B4-BE49-F238E27FC236}">
                <a16:creationId xmlns:a16="http://schemas.microsoft.com/office/drawing/2014/main" id="{04A12EDD-00E6-4B2A-BB11-C8570ACB8758}"/>
              </a:ext>
            </a:extLst>
          </p:cNvPr>
          <p:cNvSpPr>
            <a:spLocks xmlns:a="http://schemas.openxmlformats.org/drawingml/2006/main" noGrp="1"/>
          </p:cNvSpPr>
          <p:nvPr/>
        </p:nvSpPr>
        <p:spPr>
          <a:xfrm xmlns:a="http://schemas.openxmlformats.org/drawingml/2006/main">
            <a:off x="10239375" y="3905250"/>
            <a:ext cx="952500" cy="9525"/>
          </a:xfrm>
          <a:custGeom xmlns:a="http://schemas.openxmlformats.org/drawingml/2006/main">
            <a:pathLst>
              <a:path w="952500" h="9525">
                <a:moveTo>
                  <a:pt x="952500" y="0"/>
                </a:moveTo>
                <a:lnTo>
                  <a:pt x="0" y="0"/>
                </a:lnTo>
              </a:path>
            </a:pathLst>
          </a:custGeom>
          <a:noFill xmlns:a="http://schemas.openxmlformats.org/drawingml/2006/main"/>
          <a:ln xmlns:a="http://schemas.openxmlformats.org/drawingml/2006/main" w="38100">
            <a:solidFill>
              <a:srgbClr val="AD8760"/>
            </a:solidFill>
          </a:ln>
        </p:spPr>
      </p:sp>
      <p:sp>
        <p:nvSpPr>
          <p:cNvPr id="91" name="">
            <a:extLst xmlns:a="http://schemas.openxmlformats.org/drawingml/2006/main">
              <a:ext uri="{FF2B5EF4-FFF2-40B4-BE49-F238E27FC236}">
                <a16:creationId xmlns:a16="http://schemas.microsoft.com/office/drawing/2014/main" id="{85108A33-86CF-4ED7-A787-8DB024E88AC0}"/>
              </a:ext>
            </a:extLst>
          </p:cNvPr>
          <p:cNvSpPr>
            <a:spLocks xmlns:a="http://schemas.openxmlformats.org/drawingml/2006/main" noGrp="1"/>
          </p:cNvSpPr>
          <p:nvPr/>
        </p:nvSpPr>
        <p:spPr>
          <a:xfrm xmlns:a="http://schemas.openxmlformats.org/drawingml/2006/main">
            <a:off x="10239375" y="3853244"/>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AD8760"/>
          </a:solidFill>
          <a:ln xmlns:a="http://schemas.openxmlformats.org/drawingml/2006/main" w="4763">
            <a:solidFill>
              <a:srgbClr val="AD8760"/>
            </a:solidFill>
          </a:ln>
        </p:spPr>
      </p:sp>
      <p:sp>
        <p:nvSpPr>
          <p:cNvPr id="92" name="">
            <a:extLst xmlns:a="http://schemas.openxmlformats.org/drawingml/2006/main">
              <a:ext uri="{FF2B5EF4-FFF2-40B4-BE49-F238E27FC236}">
                <a16:creationId xmlns:a16="http://schemas.microsoft.com/office/drawing/2014/main" id="{BEBECAEE-3BCF-446A-AF14-BEC9E35F5D7C}"/>
              </a:ext>
            </a:extLst>
          </p:cNvPr>
          <p:cNvSpPr>
            <a:spLocks xmlns:a="http://schemas.openxmlformats.org/drawingml/2006/main" noGrp="1"/>
          </p:cNvSpPr>
          <p:nvPr/>
        </p:nvSpPr>
        <p:spPr>
          <a:xfrm xmlns:a="http://schemas.openxmlformats.org/drawingml/2006/main">
            <a:off x="7000875" y="31432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F</a:t>
            </a:r>
          </a:p>
        </p:txBody>
      </p:sp>
      <p:sp>
        <p:nvSpPr>
          <p:cNvPr id="93" name="">
            <a:extLst xmlns:a="http://schemas.openxmlformats.org/drawingml/2006/main">
              <a:ext uri="{FF2B5EF4-FFF2-40B4-BE49-F238E27FC236}">
                <a16:creationId xmlns:a16="http://schemas.microsoft.com/office/drawing/2014/main" id="{889C3CA4-F21A-44A3-8CCF-AB91D3A1738D}"/>
              </a:ext>
            </a:extLst>
          </p:cNvPr>
          <p:cNvSpPr>
            <a:spLocks xmlns:a="http://schemas.openxmlformats.org/drawingml/2006/main" noGrp="1"/>
          </p:cNvSpPr>
          <p:nvPr/>
        </p:nvSpPr>
        <p:spPr>
          <a:xfrm xmlns:a="http://schemas.openxmlformats.org/drawingml/2006/main">
            <a:off x="11001375" y="31432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F</a:t>
            </a:r>
          </a:p>
        </p:txBody>
      </p:sp>
      <p:sp>
        <p:nvSpPr>
          <p:cNvPr id="94" name="">
            <a:extLst xmlns:a="http://schemas.openxmlformats.org/drawingml/2006/main">
              <a:ext uri="{FF2B5EF4-FFF2-40B4-BE49-F238E27FC236}">
                <a16:creationId xmlns:a16="http://schemas.microsoft.com/office/drawing/2014/main" id="{C551C33C-152A-43A1-98DC-F94CB819B6F6}"/>
              </a:ext>
            </a:extLst>
          </p:cNvPr>
          <p:cNvSpPr>
            <a:spLocks xmlns:a="http://schemas.openxmlformats.org/drawingml/2006/main" noGrp="1"/>
          </p:cNvSpPr>
          <p:nvPr/>
        </p:nvSpPr>
        <p:spPr>
          <a:xfrm xmlns:a="http://schemas.openxmlformats.org/drawingml/2006/main">
            <a:off x="7524750" y="48101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軸方向に縮む</a:t>
            </a:r>
          </a:p>
        </p:txBody>
      </p:sp>
      <p:sp>
        <p:nvSpPr>
          <p:cNvPr id="95" name="">
            <a:extLst xmlns:a="http://schemas.openxmlformats.org/drawingml/2006/main">
              <a:ext uri="{FF2B5EF4-FFF2-40B4-BE49-F238E27FC236}">
                <a16:creationId xmlns:a16="http://schemas.microsoft.com/office/drawing/2014/main" id="{825A351E-F8C7-4A04-8EF6-745FF84B735F}"/>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破線は変形前の端の位置。変形は誇張し、横方向の変化は省略している。</a:t>
            </a:r>
          </a:p>
        </p:txBody>
      </p:sp>
    </p:spTree>
    <p:extLst>
      <p:ext uri="{BB962C8B-B14F-4D97-AF65-F5344CB8AC3E}">
        <p14:creationId xmlns:p14="http://schemas.microsoft.com/office/powerpoint/2010/main" val="19630938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17C894-3D80-4BC3-AC56-24F37458FDD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CE209EC7-26A1-4673-B423-BCF1AEF336C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3D42E85-4CCA-4A40-85C5-142C5D712677}"/>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5CF3D0BB-F144-4128-8F92-78A26E1D4D9E}"/>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647DC335-673E-419A-A7EF-0B48E2D453E0}"/>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再開後：せん断</a:t>
            </a:r>
          </a:p>
        </p:txBody>
      </p:sp>
      <p:sp>
        <p:nvSpPr>
          <p:cNvPr id="6" name="">
            <a:extLst xmlns:a="http://schemas.openxmlformats.org/drawingml/2006/main">
              <a:ext uri="{FF2B5EF4-FFF2-40B4-BE49-F238E27FC236}">
                <a16:creationId xmlns:a16="http://schemas.microsoft.com/office/drawing/2014/main" id="{E9CB4CAE-6913-4606-B70D-2525B3066FF5}"/>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E7556531-1D08-4A59-B649-BF0F288F1D3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8" name="">
            <a:extLst xmlns:a="http://schemas.openxmlformats.org/drawingml/2006/main">
              <a:ext uri="{FF2B5EF4-FFF2-40B4-BE49-F238E27FC236}">
                <a16:creationId xmlns:a16="http://schemas.microsoft.com/office/drawing/2014/main" id="{57497104-BCDA-477A-B497-581D2081D653}"/>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57</a:t>
            </a:r>
          </a:p>
        </p:txBody>
      </p:sp>
    </p:spTree>
    <p:extLst>
      <p:ext uri="{BB962C8B-B14F-4D97-AF65-F5344CB8AC3E}">
        <p14:creationId xmlns:p14="http://schemas.microsoft.com/office/powerpoint/2010/main" val="16482924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89F7D27B-0B3D-4F01-8C51-7C81D2E8B0A1}"/>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せん断</a:t>
            </a:r>
          </a:p>
        </p:txBody>
      </p:sp>
      <p:cxnSp>
        <p:nvCxnSpPr>
          <p:cNvPr id="2" name="">
            <a:extLst xmlns:a="http://schemas.openxmlformats.org/drawingml/2006/main">
              <a:ext uri="{FF2B5EF4-FFF2-40B4-BE49-F238E27FC236}">
                <a16:creationId xmlns:a16="http://schemas.microsoft.com/office/drawing/2014/main" id="{856C57F3-AB91-42C6-AEA8-9215A565852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3FB53184-2560-4642-AC89-8F31F8887DE1}"/>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F902E161-DE19-4D6F-B593-B528C87FCCB6}"/>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16 / 57</a:t>
            </a:r>
          </a:p>
        </p:txBody>
      </p:sp>
      <p:sp>
        <p:nvSpPr>
          <p:cNvPr id="16" name="">
            <a:extLst xmlns:a="http://schemas.openxmlformats.org/drawingml/2006/main">
              <a:ext uri="{FF2B5EF4-FFF2-40B4-BE49-F238E27FC236}">
                <a16:creationId xmlns:a16="http://schemas.microsoft.com/office/drawing/2014/main" id="{29349CCB-7463-4E69-88BE-96C8F55E33AB}"/>
              </a:ext>
            </a:extLst>
          </p:cNvPr>
          <p:cNvSpPr>
            <a:spLocks xmlns:a="http://schemas.openxmlformats.org/drawingml/2006/main" noGrp="1"/>
          </p:cNvSpPr>
          <p:nvPr/>
        </p:nvSpPr>
        <p:spPr>
          <a:xfrm xmlns:a="http://schemas.openxmlformats.org/drawingml/2006/main">
            <a:off x="809625" y="1619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7655A5"/>
                </a:solidFill>
                <a:latin typeface="Yu Gothic"/>
                <a:ea typeface="Yu Gothic"/>
                <a:cs typeface="Yu Gothic"/>
              </a:defRPr>
            </a:defPPr>
            <a:lvl1pPr>
              <a:buNone/>
              <a:defRPr sz="2250" b="1">
                <a:solidFill>
                  <a:srgbClr val="7655A5"/>
                </a:solidFill>
                <a:latin typeface="Yu Gothic"/>
                <a:ea typeface="Yu Gothic"/>
                <a:cs typeface="Yu Gothic"/>
              </a:defRPr>
            </a:lvl1pPr>
            <a:lvl2pPr>
              <a:buNone/>
              <a:defRPr sz="2250" b="1">
                <a:solidFill>
                  <a:srgbClr val="7655A5"/>
                </a:solidFill>
                <a:latin typeface="Yu Gothic"/>
                <a:ea typeface="Yu Gothic"/>
                <a:cs typeface="Yu Gothic"/>
              </a:defRPr>
            </a:lvl2pPr>
            <a:lvl3pPr>
              <a:buNone/>
              <a:defRPr sz="2250" b="1">
                <a:solidFill>
                  <a:srgbClr val="7655A5"/>
                </a:solidFill>
                <a:latin typeface="Yu Gothic"/>
                <a:ea typeface="Yu Gothic"/>
                <a:cs typeface="Yu Gothic"/>
              </a:defRPr>
            </a:lvl3pPr>
            <a:lvl4pPr>
              <a:buNone/>
              <a:defRPr sz="2250" b="1">
                <a:solidFill>
                  <a:srgbClr val="7655A5"/>
                </a:solidFill>
                <a:latin typeface="Yu Gothic"/>
                <a:ea typeface="Yu Gothic"/>
                <a:cs typeface="Yu Gothic"/>
              </a:defRPr>
            </a:lvl4pPr>
            <a:lvl5pPr>
              <a:buNone/>
              <a:defRPr sz="2250" b="1">
                <a:solidFill>
                  <a:srgbClr val="7655A5"/>
                </a:solidFill>
                <a:latin typeface="Yu Gothic"/>
                <a:ea typeface="Yu Gothic"/>
                <a:cs typeface="Yu Gothic"/>
              </a:defRPr>
            </a:lvl5pPr>
            <a:lvl6pPr>
              <a:buNone/>
              <a:defRPr sz="2250" b="1">
                <a:solidFill>
                  <a:srgbClr val="7655A5"/>
                </a:solidFill>
                <a:latin typeface="Yu Gothic"/>
                <a:ea typeface="Yu Gothic"/>
                <a:cs typeface="Yu Gothic"/>
              </a:defRPr>
            </a:lvl6pPr>
            <a:lvl7pPr>
              <a:buNone/>
              <a:defRPr sz="2250" b="1">
                <a:solidFill>
                  <a:srgbClr val="7655A5"/>
                </a:solidFill>
                <a:latin typeface="Yu Gothic"/>
                <a:ea typeface="Yu Gothic"/>
                <a:cs typeface="Yu Gothic"/>
              </a:defRPr>
            </a:lvl7pPr>
            <a:lvl8pPr>
              <a:buNone/>
              <a:defRPr sz="2250" b="1">
                <a:solidFill>
                  <a:srgbClr val="7655A5"/>
                </a:solidFill>
                <a:latin typeface="Yu Gothic"/>
                <a:ea typeface="Yu Gothic"/>
                <a:cs typeface="Yu Gothic"/>
              </a:defRPr>
            </a:lvl8pPr>
            <a:lvl9pPr>
              <a:buNone/>
              <a:defRPr sz="2250" b="1">
                <a:solidFill>
                  <a:srgbClr val="7655A5"/>
                </a:solidFill>
                <a:latin typeface="Yu Gothic"/>
                <a:ea typeface="Yu Gothic"/>
                <a:cs typeface="Yu Gothic"/>
              </a:defRPr>
            </a:lvl9pPr>
          </a:lstStyle>
          <a:p xmlns:a="http://schemas.openxmlformats.org/drawingml/2006/main">
            <a:pPr>
              <a:buNone/>
              <a:defRPr sz="2250" b="1">
                <a:solidFill>
                  <a:srgbClr val="7655A5"/>
                </a:solidFill>
                <a:latin typeface="Yu Gothic"/>
                <a:ea typeface="Yu Gothic"/>
                <a:cs typeface="Yu Gothic"/>
              </a:defRPr>
            </a:pPr>
            <a:r>
              <a:rPr sz="2250" b="1">
                <a:solidFill>
                  <a:srgbClr val="7655A5"/>
                </a:solidFill>
                <a:latin typeface="Yu Gothic"/>
                <a:ea typeface="Yu Gothic"/>
                <a:cs typeface="Yu Gothic"/>
              </a:rPr>
              <a:t>せん断の作用</a:t>
            </a:r>
          </a:p>
        </p:txBody>
      </p:sp>
      <p:sp>
        <p:nvSpPr>
          <p:cNvPr id="17" name="">
            <a:extLst xmlns:a="http://schemas.openxmlformats.org/drawingml/2006/main">
              <a:ext uri="{FF2B5EF4-FFF2-40B4-BE49-F238E27FC236}">
                <a16:creationId xmlns:a16="http://schemas.microsoft.com/office/drawing/2014/main" id="{4E328BB8-AD5D-48B7-8AFF-26DBEDA885DC}"/>
              </a:ext>
            </a:extLst>
          </p:cNvPr>
          <p:cNvSpPr>
            <a:spLocks xmlns:a="http://schemas.openxmlformats.org/drawingml/2006/main" noGrp="1"/>
          </p:cNvSpPr>
          <p:nvPr/>
        </p:nvSpPr>
        <p:spPr>
          <a:xfrm xmlns:a="http://schemas.openxmlformats.org/drawingml/2006/main">
            <a:off x="1333500" y="2762250"/>
            <a:ext cx="2286000" cy="1905000"/>
          </a:xfrm>
          <a:prstGeom xmlns:a="http://schemas.openxmlformats.org/drawingml/2006/main" prst="rect">
            <a:avLst/>
          </a:prstGeom>
          <a:solidFill xmlns:a="http://schemas.openxmlformats.org/drawingml/2006/main">
            <a:srgbClr val="FFFFFF"/>
          </a:solidFill>
          <a:ln xmlns:a="http://schemas.openxmlformats.org/drawingml/2006/main" w="16193">
            <a:solidFill>
              <a:srgbClr val="71818B"/>
            </a:solidFill>
          </a:ln>
        </p:spPr>
      </p:sp>
      <p:sp>
        <p:nvSpPr>
          <p:cNvPr id="18" name="">
            <a:extLst xmlns:a="http://schemas.openxmlformats.org/drawingml/2006/main">
              <a:ext uri="{FF2B5EF4-FFF2-40B4-BE49-F238E27FC236}">
                <a16:creationId xmlns:a16="http://schemas.microsoft.com/office/drawing/2014/main" id="{AFABE4D1-7967-4612-99B3-5E46E040018B}"/>
              </a:ext>
            </a:extLst>
          </p:cNvPr>
          <p:cNvSpPr>
            <a:spLocks xmlns:a="http://schemas.openxmlformats.org/drawingml/2006/main" noGrp="1"/>
          </p:cNvSpPr>
          <p:nvPr/>
        </p:nvSpPr>
        <p:spPr>
          <a:xfrm xmlns:a="http://schemas.openxmlformats.org/drawingml/2006/main">
            <a:off x="1333500" y="2762250"/>
            <a:ext cx="2905125" cy="1905000"/>
          </a:xfrm>
          <a:custGeom xmlns:a="http://schemas.openxmlformats.org/drawingml/2006/main">
            <a:pathLst>
              <a:path w="2905125" h="1905000">
                <a:moveTo>
                  <a:pt x="0" y="1905000"/>
                </a:moveTo>
                <a:lnTo>
                  <a:pt x="2286000" y="1905000"/>
                </a:lnTo>
                <a:lnTo>
                  <a:pt x="2905125" y="0"/>
                </a:lnTo>
                <a:lnTo>
                  <a:pt x="619125" y="0"/>
                </a:lnTo>
                <a:close/>
              </a:path>
            </a:pathLst>
          </a:custGeom>
          <a:solidFill xmlns:a="http://schemas.openxmlformats.org/drawingml/2006/main">
            <a:srgbClr val="F0EBF7"/>
          </a:solidFill>
          <a:ln xmlns:a="http://schemas.openxmlformats.org/drawingml/2006/main" w="28575">
            <a:solidFill>
              <a:srgbClr val="7655A5"/>
            </a:solidFill>
          </a:ln>
        </p:spPr>
      </p:sp>
      <p:sp>
        <p:nvSpPr>
          <p:cNvPr id="19" name="">
            <a:extLst xmlns:a="http://schemas.openxmlformats.org/drawingml/2006/main">
              <a:ext uri="{FF2B5EF4-FFF2-40B4-BE49-F238E27FC236}">
                <a16:creationId xmlns:a16="http://schemas.microsoft.com/office/drawing/2014/main" id="{C0F8B59A-954A-4E64-8523-4D0E285FC14A}"/>
              </a:ext>
            </a:extLst>
          </p:cNvPr>
          <p:cNvSpPr>
            <a:spLocks xmlns:a="http://schemas.openxmlformats.org/drawingml/2006/main" noGrp="1"/>
          </p:cNvSpPr>
          <p:nvPr/>
        </p:nvSpPr>
        <p:spPr>
          <a:xfrm xmlns:a="http://schemas.openxmlformats.org/drawingml/2006/main">
            <a:off x="1333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20" name="">
            <a:extLst xmlns:a="http://schemas.openxmlformats.org/drawingml/2006/main">
              <a:ext uri="{FF2B5EF4-FFF2-40B4-BE49-F238E27FC236}">
                <a16:creationId xmlns:a16="http://schemas.microsoft.com/office/drawing/2014/main" id="{BFAD2438-4FCC-4334-A68E-AD06AAA15673}"/>
              </a:ext>
            </a:extLst>
          </p:cNvPr>
          <p:cNvSpPr>
            <a:spLocks xmlns:a="http://schemas.openxmlformats.org/drawingml/2006/main" noGrp="1"/>
          </p:cNvSpPr>
          <p:nvPr/>
        </p:nvSpPr>
        <p:spPr>
          <a:xfrm xmlns:a="http://schemas.openxmlformats.org/drawingml/2006/main">
            <a:off x="1460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21" name="">
            <a:extLst xmlns:a="http://schemas.openxmlformats.org/drawingml/2006/main">
              <a:ext uri="{FF2B5EF4-FFF2-40B4-BE49-F238E27FC236}">
                <a16:creationId xmlns:a16="http://schemas.microsoft.com/office/drawing/2014/main" id="{1DBFD848-1E56-4717-955E-3542E75E26C9}"/>
              </a:ext>
            </a:extLst>
          </p:cNvPr>
          <p:cNvSpPr>
            <a:spLocks xmlns:a="http://schemas.openxmlformats.org/drawingml/2006/main" noGrp="1"/>
          </p:cNvSpPr>
          <p:nvPr/>
        </p:nvSpPr>
        <p:spPr>
          <a:xfrm xmlns:a="http://schemas.openxmlformats.org/drawingml/2006/main">
            <a:off x="1587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22" name="">
            <a:extLst xmlns:a="http://schemas.openxmlformats.org/drawingml/2006/main">
              <a:ext uri="{FF2B5EF4-FFF2-40B4-BE49-F238E27FC236}">
                <a16:creationId xmlns:a16="http://schemas.microsoft.com/office/drawing/2014/main" id="{CC1B10DC-5E41-42A7-A2A9-7B75458F2EBD}"/>
              </a:ext>
            </a:extLst>
          </p:cNvPr>
          <p:cNvSpPr>
            <a:spLocks xmlns:a="http://schemas.openxmlformats.org/drawingml/2006/main" noGrp="1"/>
          </p:cNvSpPr>
          <p:nvPr/>
        </p:nvSpPr>
        <p:spPr>
          <a:xfrm xmlns:a="http://schemas.openxmlformats.org/drawingml/2006/main">
            <a:off x="1714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23" name="">
            <a:extLst xmlns:a="http://schemas.openxmlformats.org/drawingml/2006/main">
              <a:ext uri="{FF2B5EF4-FFF2-40B4-BE49-F238E27FC236}">
                <a16:creationId xmlns:a16="http://schemas.microsoft.com/office/drawing/2014/main" id="{18313776-8D4E-436F-ACAD-8CD40AB2686D}"/>
              </a:ext>
            </a:extLst>
          </p:cNvPr>
          <p:cNvSpPr>
            <a:spLocks xmlns:a="http://schemas.openxmlformats.org/drawingml/2006/main" noGrp="1"/>
          </p:cNvSpPr>
          <p:nvPr/>
        </p:nvSpPr>
        <p:spPr>
          <a:xfrm xmlns:a="http://schemas.openxmlformats.org/drawingml/2006/main">
            <a:off x="1841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24" name="">
            <a:extLst xmlns:a="http://schemas.openxmlformats.org/drawingml/2006/main">
              <a:ext uri="{FF2B5EF4-FFF2-40B4-BE49-F238E27FC236}">
                <a16:creationId xmlns:a16="http://schemas.microsoft.com/office/drawing/2014/main" id="{A4F45838-3372-4A03-A0BC-C6EE8C085194}"/>
              </a:ext>
            </a:extLst>
          </p:cNvPr>
          <p:cNvSpPr>
            <a:spLocks xmlns:a="http://schemas.openxmlformats.org/drawingml/2006/main" noGrp="1"/>
          </p:cNvSpPr>
          <p:nvPr/>
        </p:nvSpPr>
        <p:spPr>
          <a:xfrm xmlns:a="http://schemas.openxmlformats.org/drawingml/2006/main">
            <a:off x="1968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25" name="">
            <a:extLst xmlns:a="http://schemas.openxmlformats.org/drawingml/2006/main">
              <a:ext uri="{FF2B5EF4-FFF2-40B4-BE49-F238E27FC236}">
                <a16:creationId xmlns:a16="http://schemas.microsoft.com/office/drawing/2014/main" id="{AC8556BB-4F46-45C6-BD79-42491AA97E9F}"/>
              </a:ext>
            </a:extLst>
          </p:cNvPr>
          <p:cNvSpPr>
            <a:spLocks xmlns:a="http://schemas.openxmlformats.org/drawingml/2006/main" noGrp="1"/>
          </p:cNvSpPr>
          <p:nvPr/>
        </p:nvSpPr>
        <p:spPr>
          <a:xfrm xmlns:a="http://schemas.openxmlformats.org/drawingml/2006/main">
            <a:off x="2095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26" name="">
            <a:extLst xmlns:a="http://schemas.openxmlformats.org/drawingml/2006/main">
              <a:ext uri="{FF2B5EF4-FFF2-40B4-BE49-F238E27FC236}">
                <a16:creationId xmlns:a16="http://schemas.microsoft.com/office/drawing/2014/main" id="{D38032B5-0F0B-4933-BCE5-D75FC87E4604}"/>
              </a:ext>
            </a:extLst>
          </p:cNvPr>
          <p:cNvSpPr>
            <a:spLocks xmlns:a="http://schemas.openxmlformats.org/drawingml/2006/main" noGrp="1"/>
          </p:cNvSpPr>
          <p:nvPr/>
        </p:nvSpPr>
        <p:spPr>
          <a:xfrm xmlns:a="http://schemas.openxmlformats.org/drawingml/2006/main">
            <a:off x="2222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27" name="">
            <a:extLst xmlns:a="http://schemas.openxmlformats.org/drawingml/2006/main">
              <a:ext uri="{FF2B5EF4-FFF2-40B4-BE49-F238E27FC236}">
                <a16:creationId xmlns:a16="http://schemas.microsoft.com/office/drawing/2014/main" id="{05F1DA82-33BC-430C-A2B0-D91B7D2CF616}"/>
              </a:ext>
            </a:extLst>
          </p:cNvPr>
          <p:cNvSpPr>
            <a:spLocks xmlns:a="http://schemas.openxmlformats.org/drawingml/2006/main" noGrp="1"/>
          </p:cNvSpPr>
          <p:nvPr/>
        </p:nvSpPr>
        <p:spPr>
          <a:xfrm xmlns:a="http://schemas.openxmlformats.org/drawingml/2006/main">
            <a:off x="2349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28" name="">
            <a:extLst xmlns:a="http://schemas.openxmlformats.org/drawingml/2006/main">
              <a:ext uri="{FF2B5EF4-FFF2-40B4-BE49-F238E27FC236}">
                <a16:creationId xmlns:a16="http://schemas.microsoft.com/office/drawing/2014/main" id="{A5E0473A-7D8E-4270-BCA6-48C7EA03A86B}"/>
              </a:ext>
            </a:extLst>
          </p:cNvPr>
          <p:cNvSpPr>
            <a:spLocks xmlns:a="http://schemas.openxmlformats.org/drawingml/2006/main" noGrp="1"/>
          </p:cNvSpPr>
          <p:nvPr/>
        </p:nvSpPr>
        <p:spPr>
          <a:xfrm xmlns:a="http://schemas.openxmlformats.org/drawingml/2006/main">
            <a:off x="2476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29" name="">
            <a:extLst xmlns:a="http://schemas.openxmlformats.org/drawingml/2006/main">
              <a:ext uri="{FF2B5EF4-FFF2-40B4-BE49-F238E27FC236}">
                <a16:creationId xmlns:a16="http://schemas.microsoft.com/office/drawing/2014/main" id="{2CB2B19D-4FC3-49D7-B4AC-706241EC1616}"/>
              </a:ext>
            </a:extLst>
          </p:cNvPr>
          <p:cNvSpPr>
            <a:spLocks xmlns:a="http://schemas.openxmlformats.org/drawingml/2006/main" noGrp="1"/>
          </p:cNvSpPr>
          <p:nvPr/>
        </p:nvSpPr>
        <p:spPr>
          <a:xfrm xmlns:a="http://schemas.openxmlformats.org/drawingml/2006/main">
            <a:off x="2603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30" name="">
            <a:extLst xmlns:a="http://schemas.openxmlformats.org/drawingml/2006/main">
              <a:ext uri="{FF2B5EF4-FFF2-40B4-BE49-F238E27FC236}">
                <a16:creationId xmlns:a16="http://schemas.microsoft.com/office/drawing/2014/main" id="{6BA47788-D1FF-4FCB-9EA0-C4947D66390C}"/>
              </a:ext>
            </a:extLst>
          </p:cNvPr>
          <p:cNvSpPr>
            <a:spLocks xmlns:a="http://schemas.openxmlformats.org/drawingml/2006/main" noGrp="1"/>
          </p:cNvSpPr>
          <p:nvPr/>
        </p:nvSpPr>
        <p:spPr>
          <a:xfrm xmlns:a="http://schemas.openxmlformats.org/drawingml/2006/main">
            <a:off x="2730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31" name="">
            <a:extLst xmlns:a="http://schemas.openxmlformats.org/drawingml/2006/main">
              <a:ext uri="{FF2B5EF4-FFF2-40B4-BE49-F238E27FC236}">
                <a16:creationId xmlns:a16="http://schemas.microsoft.com/office/drawing/2014/main" id="{6F9BE052-377C-46C9-ADAE-8B6FC2CF167F}"/>
              </a:ext>
            </a:extLst>
          </p:cNvPr>
          <p:cNvSpPr>
            <a:spLocks xmlns:a="http://schemas.openxmlformats.org/drawingml/2006/main" noGrp="1"/>
          </p:cNvSpPr>
          <p:nvPr/>
        </p:nvSpPr>
        <p:spPr>
          <a:xfrm xmlns:a="http://schemas.openxmlformats.org/drawingml/2006/main">
            <a:off x="2857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32" name="">
            <a:extLst xmlns:a="http://schemas.openxmlformats.org/drawingml/2006/main">
              <a:ext uri="{FF2B5EF4-FFF2-40B4-BE49-F238E27FC236}">
                <a16:creationId xmlns:a16="http://schemas.microsoft.com/office/drawing/2014/main" id="{D25A6D46-CEEB-4BE3-8256-255A138F3F46}"/>
              </a:ext>
            </a:extLst>
          </p:cNvPr>
          <p:cNvSpPr>
            <a:spLocks xmlns:a="http://schemas.openxmlformats.org/drawingml/2006/main" noGrp="1"/>
          </p:cNvSpPr>
          <p:nvPr/>
        </p:nvSpPr>
        <p:spPr>
          <a:xfrm xmlns:a="http://schemas.openxmlformats.org/drawingml/2006/main">
            <a:off x="2984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33" name="">
            <a:extLst xmlns:a="http://schemas.openxmlformats.org/drawingml/2006/main">
              <a:ext uri="{FF2B5EF4-FFF2-40B4-BE49-F238E27FC236}">
                <a16:creationId xmlns:a16="http://schemas.microsoft.com/office/drawing/2014/main" id="{07036377-20E7-4A7C-B6D8-E5C4D559723A}"/>
              </a:ext>
            </a:extLst>
          </p:cNvPr>
          <p:cNvSpPr>
            <a:spLocks xmlns:a="http://schemas.openxmlformats.org/drawingml/2006/main" noGrp="1"/>
          </p:cNvSpPr>
          <p:nvPr/>
        </p:nvSpPr>
        <p:spPr>
          <a:xfrm xmlns:a="http://schemas.openxmlformats.org/drawingml/2006/main">
            <a:off x="3111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34" name="">
            <a:extLst xmlns:a="http://schemas.openxmlformats.org/drawingml/2006/main">
              <a:ext uri="{FF2B5EF4-FFF2-40B4-BE49-F238E27FC236}">
                <a16:creationId xmlns:a16="http://schemas.microsoft.com/office/drawing/2014/main" id="{B3762A0E-8D6A-4EB8-AAC4-6F61AA90CE14}"/>
              </a:ext>
            </a:extLst>
          </p:cNvPr>
          <p:cNvSpPr>
            <a:spLocks xmlns:a="http://schemas.openxmlformats.org/drawingml/2006/main" noGrp="1"/>
          </p:cNvSpPr>
          <p:nvPr/>
        </p:nvSpPr>
        <p:spPr>
          <a:xfrm xmlns:a="http://schemas.openxmlformats.org/drawingml/2006/main">
            <a:off x="3238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35" name="">
            <a:extLst xmlns:a="http://schemas.openxmlformats.org/drawingml/2006/main">
              <a:ext uri="{FF2B5EF4-FFF2-40B4-BE49-F238E27FC236}">
                <a16:creationId xmlns:a16="http://schemas.microsoft.com/office/drawing/2014/main" id="{0D1F0619-0B2E-40E8-A5DE-21C20FA8D050}"/>
              </a:ext>
            </a:extLst>
          </p:cNvPr>
          <p:cNvSpPr>
            <a:spLocks xmlns:a="http://schemas.openxmlformats.org/drawingml/2006/main" noGrp="1"/>
          </p:cNvSpPr>
          <p:nvPr/>
        </p:nvSpPr>
        <p:spPr>
          <a:xfrm xmlns:a="http://schemas.openxmlformats.org/drawingml/2006/main">
            <a:off x="3365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36" name="">
            <a:extLst xmlns:a="http://schemas.openxmlformats.org/drawingml/2006/main">
              <a:ext uri="{FF2B5EF4-FFF2-40B4-BE49-F238E27FC236}">
                <a16:creationId xmlns:a16="http://schemas.microsoft.com/office/drawing/2014/main" id="{CFD451CA-D6CE-452E-AA4E-12552BE43CE1}"/>
              </a:ext>
            </a:extLst>
          </p:cNvPr>
          <p:cNvSpPr>
            <a:spLocks xmlns:a="http://schemas.openxmlformats.org/drawingml/2006/main" noGrp="1"/>
          </p:cNvSpPr>
          <p:nvPr/>
        </p:nvSpPr>
        <p:spPr>
          <a:xfrm xmlns:a="http://schemas.openxmlformats.org/drawingml/2006/main">
            <a:off x="3492500" y="2762250"/>
            <a:ext cx="69850" cy="9525"/>
          </a:xfrm>
          <a:custGeom xmlns:a="http://schemas.openxmlformats.org/drawingml/2006/main">
            <a:pathLst>
              <a:path w="69850" h="9525">
                <a:moveTo>
                  <a:pt x="0" y="0"/>
                </a:moveTo>
                <a:lnTo>
                  <a:pt x="69850" y="0"/>
                </a:lnTo>
              </a:path>
            </a:pathLst>
          </a:custGeom>
          <a:noFill xmlns:a="http://schemas.openxmlformats.org/drawingml/2006/main"/>
          <a:ln xmlns:a="http://schemas.openxmlformats.org/drawingml/2006/main" w="14288">
            <a:solidFill>
              <a:srgbClr val="71818B"/>
            </a:solidFill>
          </a:ln>
        </p:spPr>
      </p:sp>
      <p:sp>
        <p:nvSpPr>
          <p:cNvPr id="37" name="">
            <a:extLst xmlns:a="http://schemas.openxmlformats.org/drawingml/2006/main">
              <a:ext uri="{FF2B5EF4-FFF2-40B4-BE49-F238E27FC236}">
                <a16:creationId xmlns:a16="http://schemas.microsoft.com/office/drawing/2014/main" id="{E55D9C29-7A66-44EB-AD25-5E59273D5FE5}"/>
              </a:ext>
            </a:extLst>
          </p:cNvPr>
          <p:cNvSpPr>
            <a:spLocks xmlns:a="http://schemas.openxmlformats.org/drawingml/2006/main" noGrp="1"/>
          </p:cNvSpPr>
          <p:nvPr/>
        </p:nvSpPr>
        <p:spPr>
          <a:xfrm xmlns:a="http://schemas.openxmlformats.org/drawingml/2006/main">
            <a:off x="1619250" y="2428875"/>
            <a:ext cx="2667000" cy="9525"/>
          </a:xfrm>
          <a:custGeom xmlns:a="http://schemas.openxmlformats.org/drawingml/2006/main">
            <a:pathLst>
              <a:path w="2667000" h="9525">
                <a:moveTo>
                  <a:pt x="0" y="0"/>
                </a:moveTo>
                <a:lnTo>
                  <a:pt x="2667000" y="0"/>
                </a:lnTo>
              </a:path>
            </a:pathLst>
          </a:custGeom>
          <a:noFill xmlns:a="http://schemas.openxmlformats.org/drawingml/2006/main"/>
          <a:ln xmlns:a="http://schemas.openxmlformats.org/drawingml/2006/main" w="38100">
            <a:solidFill>
              <a:srgbClr val="7655A5"/>
            </a:solidFill>
          </a:ln>
        </p:spPr>
      </p:sp>
      <p:sp>
        <p:nvSpPr>
          <p:cNvPr id="38" name="">
            <a:extLst xmlns:a="http://schemas.openxmlformats.org/drawingml/2006/main">
              <a:ext uri="{FF2B5EF4-FFF2-40B4-BE49-F238E27FC236}">
                <a16:creationId xmlns:a16="http://schemas.microsoft.com/office/drawing/2014/main" id="{7D553899-FE23-4AA6-8AB8-10C67C327ED8}"/>
              </a:ext>
            </a:extLst>
          </p:cNvPr>
          <p:cNvSpPr>
            <a:spLocks xmlns:a="http://schemas.openxmlformats.org/drawingml/2006/main" noGrp="1"/>
          </p:cNvSpPr>
          <p:nvPr/>
        </p:nvSpPr>
        <p:spPr>
          <a:xfrm xmlns:a="http://schemas.openxmlformats.org/drawingml/2006/main">
            <a:off x="4162425" y="2376869"/>
            <a:ext cx="123825" cy="104013"/>
          </a:xfrm>
          <a:custGeom xmlns:a="http://schemas.openxmlformats.org/drawingml/2006/main">
            <a:pathLst>
              <a:path w="123825" h="104013">
                <a:moveTo>
                  <a:pt x="123825" y="52007"/>
                </a:moveTo>
                <a:lnTo>
                  <a:pt x="0" y="0"/>
                </a:lnTo>
                <a:lnTo>
                  <a:pt x="0" y="104013"/>
                </a:lnTo>
                <a:close/>
              </a:path>
            </a:pathLst>
          </a:custGeom>
          <a:solidFill xmlns:a="http://schemas.openxmlformats.org/drawingml/2006/main">
            <a:srgbClr val="7655A5"/>
          </a:solidFill>
          <a:ln xmlns:a="http://schemas.openxmlformats.org/drawingml/2006/main" w="4763">
            <a:solidFill>
              <a:srgbClr val="7655A5"/>
            </a:solidFill>
          </a:ln>
        </p:spPr>
      </p:sp>
      <p:sp>
        <p:nvSpPr>
          <p:cNvPr id="39" name="">
            <a:extLst xmlns:a="http://schemas.openxmlformats.org/drawingml/2006/main">
              <a:ext uri="{FF2B5EF4-FFF2-40B4-BE49-F238E27FC236}">
                <a16:creationId xmlns:a16="http://schemas.microsoft.com/office/drawing/2014/main" id="{BB269F3A-8DB6-431E-8908-380A2C467666}"/>
              </a:ext>
            </a:extLst>
          </p:cNvPr>
          <p:cNvSpPr>
            <a:spLocks xmlns:a="http://schemas.openxmlformats.org/drawingml/2006/main" noGrp="1"/>
          </p:cNvSpPr>
          <p:nvPr/>
        </p:nvSpPr>
        <p:spPr>
          <a:xfrm xmlns:a="http://schemas.openxmlformats.org/drawingml/2006/main">
            <a:off x="1333500" y="5048250"/>
            <a:ext cx="2667000" cy="9525"/>
          </a:xfrm>
          <a:custGeom xmlns:a="http://schemas.openxmlformats.org/drawingml/2006/main">
            <a:pathLst>
              <a:path w="2667000" h="9525">
                <a:moveTo>
                  <a:pt x="2667000" y="0"/>
                </a:moveTo>
                <a:lnTo>
                  <a:pt x="0" y="0"/>
                </a:lnTo>
              </a:path>
            </a:pathLst>
          </a:custGeom>
          <a:noFill xmlns:a="http://schemas.openxmlformats.org/drawingml/2006/main"/>
          <a:ln xmlns:a="http://schemas.openxmlformats.org/drawingml/2006/main" w="38100">
            <a:solidFill>
              <a:srgbClr val="7655A5"/>
            </a:solidFill>
          </a:ln>
        </p:spPr>
      </p:sp>
      <p:sp>
        <p:nvSpPr>
          <p:cNvPr id="40" name="">
            <a:extLst xmlns:a="http://schemas.openxmlformats.org/drawingml/2006/main">
              <a:ext uri="{FF2B5EF4-FFF2-40B4-BE49-F238E27FC236}">
                <a16:creationId xmlns:a16="http://schemas.microsoft.com/office/drawing/2014/main" id="{7EF4FDD4-FF60-44CC-B0BA-7358AD3A09E7}"/>
              </a:ext>
            </a:extLst>
          </p:cNvPr>
          <p:cNvSpPr>
            <a:spLocks xmlns:a="http://schemas.openxmlformats.org/drawingml/2006/main" noGrp="1"/>
          </p:cNvSpPr>
          <p:nvPr/>
        </p:nvSpPr>
        <p:spPr>
          <a:xfrm xmlns:a="http://schemas.openxmlformats.org/drawingml/2006/main">
            <a:off x="1333500" y="4996244"/>
            <a:ext cx="123825" cy="104013"/>
          </a:xfrm>
          <a:custGeom xmlns:a="http://schemas.openxmlformats.org/drawingml/2006/main">
            <a:pathLst>
              <a:path w="123825" h="104013">
                <a:moveTo>
                  <a:pt x="0" y="52007"/>
                </a:moveTo>
                <a:lnTo>
                  <a:pt x="123825" y="104013"/>
                </a:lnTo>
                <a:lnTo>
                  <a:pt x="123825" y="0"/>
                </a:lnTo>
                <a:close/>
              </a:path>
            </a:pathLst>
          </a:custGeom>
          <a:solidFill xmlns:a="http://schemas.openxmlformats.org/drawingml/2006/main">
            <a:srgbClr val="7655A5"/>
          </a:solidFill>
          <a:ln xmlns:a="http://schemas.openxmlformats.org/drawingml/2006/main" w="4763">
            <a:solidFill>
              <a:srgbClr val="7655A5"/>
            </a:solidFill>
          </a:ln>
        </p:spPr>
      </p:sp>
      <p:sp>
        <p:nvSpPr>
          <p:cNvPr id="41" name="">
            <a:extLst xmlns:a="http://schemas.openxmlformats.org/drawingml/2006/main">
              <a:ext uri="{FF2B5EF4-FFF2-40B4-BE49-F238E27FC236}">
                <a16:creationId xmlns:a16="http://schemas.microsoft.com/office/drawing/2014/main" id="{64496FF4-5944-4DD8-A000-0507AB27FBAB}"/>
              </a:ext>
            </a:extLst>
          </p:cNvPr>
          <p:cNvSpPr>
            <a:spLocks xmlns:a="http://schemas.openxmlformats.org/drawingml/2006/main" noGrp="1"/>
          </p:cNvSpPr>
          <p:nvPr/>
        </p:nvSpPr>
        <p:spPr>
          <a:xfrm xmlns:a="http://schemas.openxmlformats.org/drawingml/2006/main">
            <a:off x="1095375" y="2857500"/>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38100">
            <a:solidFill>
              <a:srgbClr val="7655A5"/>
            </a:solidFill>
          </a:ln>
        </p:spPr>
      </p:sp>
      <p:sp>
        <p:nvSpPr>
          <p:cNvPr id="42" name="">
            <a:extLst xmlns:a="http://schemas.openxmlformats.org/drawingml/2006/main">
              <a:ext uri="{FF2B5EF4-FFF2-40B4-BE49-F238E27FC236}">
                <a16:creationId xmlns:a16="http://schemas.microsoft.com/office/drawing/2014/main" id="{04D2314F-36A9-4E8C-BCA0-9629C8F4738F}"/>
              </a:ext>
            </a:extLst>
          </p:cNvPr>
          <p:cNvSpPr>
            <a:spLocks xmlns:a="http://schemas.openxmlformats.org/drawingml/2006/main" noGrp="1"/>
          </p:cNvSpPr>
          <p:nvPr/>
        </p:nvSpPr>
        <p:spPr>
          <a:xfrm xmlns:a="http://schemas.openxmlformats.org/drawingml/2006/main">
            <a:off x="1043369" y="4448175"/>
            <a:ext cx="104013" cy="123825"/>
          </a:xfrm>
          <a:custGeom xmlns:a="http://schemas.openxmlformats.org/drawingml/2006/main">
            <a:pathLst>
              <a:path w="104013" h="123825">
                <a:moveTo>
                  <a:pt x="52006" y="123825"/>
                </a:moveTo>
                <a:lnTo>
                  <a:pt x="104013" y="0"/>
                </a:lnTo>
                <a:lnTo>
                  <a:pt x="0" y="0"/>
                </a:lnTo>
                <a:close/>
              </a:path>
            </a:pathLst>
          </a:custGeom>
          <a:solidFill xmlns:a="http://schemas.openxmlformats.org/drawingml/2006/main">
            <a:srgbClr val="7655A5"/>
          </a:solidFill>
          <a:ln xmlns:a="http://schemas.openxmlformats.org/drawingml/2006/main" w="4763">
            <a:solidFill>
              <a:srgbClr val="7655A5"/>
            </a:solidFill>
          </a:ln>
        </p:spPr>
      </p:sp>
      <p:sp>
        <p:nvSpPr>
          <p:cNvPr id="43" name="">
            <a:extLst xmlns:a="http://schemas.openxmlformats.org/drawingml/2006/main">
              <a:ext uri="{FF2B5EF4-FFF2-40B4-BE49-F238E27FC236}">
                <a16:creationId xmlns:a16="http://schemas.microsoft.com/office/drawing/2014/main" id="{52BDE070-B907-4FDA-BCBB-2B42D2EB43A7}"/>
              </a:ext>
            </a:extLst>
          </p:cNvPr>
          <p:cNvSpPr>
            <a:spLocks xmlns:a="http://schemas.openxmlformats.org/drawingml/2006/main" noGrp="1"/>
          </p:cNvSpPr>
          <p:nvPr/>
        </p:nvSpPr>
        <p:spPr>
          <a:xfrm xmlns:a="http://schemas.openxmlformats.org/drawingml/2006/main">
            <a:off x="4524375" y="2857500"/>
            <a:ext cx="9525" cy="1714500"/>
          </a:xfrm>
          <a:custGeom xmlns:a="http://schemas.openxmlformats.org/drawingml/2006/main">
            <a:pathLst>
              <a:path w="9525" h="1714500">
                <a:moveTo>
                  <a:pt x="0" y="1714500"/>
                </a:moveTo>
                <a:lnTo>
                  <a:pt x="0" y="0"/>
                </a:lnTo>
              </a:path>
            </a:pathLst>
          </a:custGeom>
          <a:noFill xmlns:a="http://schemas.openxmlformats.org/drawingml/2006/main"/>
          <a:ln xmlns:a="http://schemas.openxmlformats.org/drawingml/2006/main" w="38100">
            <a:solidFill>
              <a:srgbClr val="7655A5"/>
            </a:solidFill>
          </a:ln>
        </p:spPr>
      </p:sp>
      <p:sp>
        <p:nvSpPr>
          <p:cNvPr id="44" name="">
            <a:extLst xmlns:a="http://schemas.openxmlformats.org/drawingml/2006/main">
              <a:ext uri="{FF2B5EF4-FFF2-40B4-BE49-F238E27FC236}">
                <a16:creationId xmlns:a16="http://schemas.microsoft.com/office/drawing/2014/main" id="{60976A65-4EFD-4A00-AA10-E698CAD97E8C}"/>
              </a:ext>
            </a:extLst>
          </p:cNvPr>
          <p:cNvSpPr>
            <a:spLocks xmlns:a="http://schemas.openxmlformats.org/drawingml/2006/main" noGrp="1"/>
          </p:cNvSpPr>
          <p:nvPr/>
        </p:nvSpPr>
        <p:spPr>
          <a:xfrm xmlns:a="http://schemas.openxmlformats.org/drawingml/2006/main">
            <a:off x="4472369" y="2857500"/>
            <a:ext cx="104013" cy="123825"/>
          </a:xfrm>
          <a:custGeom xmlns:a="http://schemas.openxmlformats.org/drawingml/2006/main">
            <a:pathLst>
              <a:path w="104013" h="123825">
                <a:moveTo>
                  <a:pt x="52006" y="0"/>
                </a:moveTo>
                <a:lnTo>
                  <a:pt x="0" y="123825"/>
                </a:lnTo>
                <a:lnTo>
                  <a:pt x="104013" y="123825"/>
                </a:lnTo>
                <a:close/>
              </a:path>
            </a:pathLst>
          </a:custGeom>
          <a:solidFill xmlns:a="http://schemas.openxmlformats.org/drawingml/2006/main">
            <a:srgbClr val="7655A5"/>
          </a:solidFill>
          <a:ln xmlns:a="http://schemas.openxmlformats.org/drawingml/2006/main" w="4763">
            <a:solidFill>
              <a:srgbClr val="7655A5"/>
            </a:solidFill>
          </a:ln>
        </p:spPr>
      </p:sp>
      <p:sp>
        <p:nvSpPr>
          <p:cNvPr id="45" name="">
            <a:extLst xmlns:a="http://schemas.openxmlformats.org/drawingml/2006/main">
              <a:ext uri="{FF2B5EF4-FFF2-40B4-BE49-F238E27FC236}">
                <a16:creationId xmlns:a16="http://schemas.microsoft.com/office/drawing/2014/main" id="{FF2FA05A-F7B2-489B-A024-3C0291F2A7EC}"/>
              </a:ext>
            </a:extLst>
          </p:cNvPr>
          <p:cNvSpPr>
            <a:spLocks xmlns:a="http://schemas.openxmlformats.org/drawingml/2006/main" noGrp="1"/>
          </p:cNvSpPr>
          <p:nvPr/>
        </p:nvSpPr>
        <p:spPr>
          <a:xfrm xmlns:a="http://schemas.openxmlformats.org/drawingml/2006/main">
            <a:off x="1143000" y="51911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7655A5"/>
                </a:solidFill>
                <a:latin typeface="Yu Gothic"/>
                <a:ea typeface="Yu Gothic"/>
                <a:cs typeface="Yu Gothic"/>
              </a:defRPr>
            </a:defPPr>
            <a:lvl1pPr>
              <a:buNone/>
              <a:defRPr sz="1800" b="0">
                <a:solidFill>
                  <a:srgbClr val="7655A5"/>
                </a:solidFill>
                <a:latin typeface="Yu Gothic"/>
                <a:ea typeface="Yu Gothic"/>
                <a:cs typeface="Yu Gothic"/>
              </a:defRPr>
            </a:lvl1pPr>
            <a:lvl2pPr>
              <a:buNone/>
              <a:defRPr sz="1800" b="0">
                <a:solidFill>
                  <a:srgbClr val="7655A5"/>
                </a:solidFill>
                <a:latin typeface="Yu Gothic"/>
                <a:ea typeface="Yu Gothic"/>
                <a:cs typeface="Yu Gothic"/>
              </a:defRPr>
            </a:lvl2pPr>
            <a:lvl3pPr>
              <a:buNone/>
              <a:defRPr sz="1800" b="0">
                <a:solidFill>
                  <a:srgbClr val="7655A5"/>
                </a:solidFill>
                <a:latin typeface="Yu Gothic"/>
                <a:ea typeface="Yu Gothic"/>
                <a:cs typeface="Yu Gothic"/>
              </a:defRPr>
            </a:lvl3pPr>
            <a:lvl4pPr>
              <a:buNone/>
              <a:defRPr sz="1800" b="0">
                <a:solidFill>
                  <a:srgbClr val="7655A5"/>
                </a:solidFill>
                <a:latin typeface="Yu Gothic"/>
                <a:ea typeface="Yu Gothic"/>
                <a:cs typeface="Yu Gothic"/>
              </a:defRPr>
            </a:lvl4pPr>
            <a:lvl5pPr>
              <a:buNone/>
              <a:defRPr sz="1800" b="0">
                <a:solidFill>
                  <a:srgbClr val="7655A5"/>
                </a:solidFill>
                <a:latin typeface="Yu Gothic"/>
                <a:ea typeface="Yu Gothic"/>
                <a:cs typeface="Yu Gothic"/>
              </a:defRPr>
            </a:lvl5pPr>
            <a:lvl6pPr>
              <a:buNone/>
              <a:defRPr sz="1800" b="0">
                <a:solidFill>
                  <a:srgbClr val="7655A5"/>
                </a:solidFill>
                <a:latin typeface="Yu Gothic"/>
                <a:ea typeface="Yu Gothic"/>
                <a:cs typeface="Yu Gothic"/>
              </a:defRPr>
            </a:lvl6pPr>
            <a:lvl7pPr>
              <a:buNone/>
              <a:defRPr sz="1800" b="0">
                <a:solidFill>
                  <a:srgbClr val="7655A5"/>
                </a:solidFill>
                <a:latin typeface="Yu Gothic"/>
                <a:ea typeface="Yu Gothic"/>
                <a:cs typeface="Yu Gothic"/>
              </a:defRPr>
            </a:lvl7pPr>
            <a:lvl8pPr>
              <a:buNone/>
              <a:defRPr sz="1800" b="0">
                <a:solidFill>
                  <a:srgbClr val="7655A5"/>
                </a:solidFill>
                <a:latin typeface="Yu Gothic"/>
                <a:ea typeface="Yu Gothic"/>
                <a:cs typeface="Yu Gothic"/>
              </a:defRPr>
            </a:lvl8pPr>
            <a:lvl9pPr>
              <a:buNone/>
              <a:defRPr sz="1800" b="0">
                <a:solidFill>
                  <a:srgbClr val="7655A5"/>
                </a:solidFill>
                <a:latin typeface="Yu Gothic"/>
                <a:ea typeface="Yu Gothic"/>
                <a:cs typeface="Yu Gothic"/>
              </a:defRPr>
            </a:lvl9pPr>
          </a:lstStyle>
          <a:p xmlns:a="http://schemas.openxmlformats.org/drawingml/2006/main">
            <a:pPr>
              <a:buNone/>
              <a:defRPr sz="1800" b="0">
                <a:solidFill>
                  <a:srgbClr val="7655A5"/>
                </a:solidFill>
                <a:latin typeface="Yu Gothic"/>
                <a:ea typeface="Yu Gothic"/>
                <a:cs typeface="Yu Gothic"/>
              </a:defRPr>
            </a:pPr>
            <a:r>
              <a:rPr sz="1800" b="0">
                <a:solidFill>
                  <a:srgbClr val="7655A5"/>
                </a:solidFill>
                <a:latin typeface="Yu Gothic"/>
                <a:ea typeface="Yu Gothic"/>
                <a:cs typeface="Yu Gothic"/>
              </a:rPr>
              <a:t>角度が変わる（誇張）</a:t>
            </a:r>
          </a:p>
        </p:txBody>
      </p:sp>
      <p:sp>
        <p:nvSpPr>
          <p:cNvPr id="46" name="">
            <a:extLst xmlns:a="http://schemas.openxmlformats.org/drawingml/2006/main">
              <a:ext uri="{FF2B5EF4-FFF2-40B4-BE49-F238E27FC236}">
                <a16:creationId xmlns:a16="http://schemas.microsoft.com/office/drawing/2014/main" id="{D4B91AFC-75F1-444F-9A20-06A546F5E133}"/>
              </a:ext>
            </a:extLst>
          </p:cNvPr>
          <p:cNvSpPr>
            <a:spLocks xmlns:a="http://schemas.openxmlformats.org/drawingml/2006/main" noGrp="1"/>
          </p:cNvSpPr>
          <p:nvPr/>
        </p:nvSpPr>
        <p:spPr>
          <a:xfrm xmlns:a="http://schemas.openxmlformats.org/drawingml/2006/main">
            <a:off x="6477000" y="1952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7655A5"/>
                </a:solidFill>
                <a:latin typeface="Yu Gothic"/>
                <a:ea typeface="Yu Gothic"/>
                <a:cs typeface="Yu Gothic"/>
              </a:defRPr>
            </a:defPPr>
            <a:lvl1pPr>
              <a:buNone/>
              <a:defRPr sz="2400" b="1">
                <a:solidFill>
                  <a:srgbClr val="7655A5"/>
                </a:solidFill>
                <a:latin typeface="Yu Gothic"/>
                <a:ea typeface="Yu Gothic"/>
                <a:cs typeface="Yu Gothic"/>
              </a:defRPr>
            </a:lvl1pPr>
            <a:lvl2pPr>
              <a:buNone/>
              <a:defRPr sz="2400" b="1">
                <a:solidFill>
                  <a:srgbClr val="7655A5"/>
                </a:solidFill>
                <a:latin typeface="Yu Gothic"/>
                <a:ea typeface="Yu Gothic"/>
                <a:cs typeface="Yu Gothic"/>
              </a:defRPr>
            </a:lvl2pPr>
            <a:lvl3pPr>
              <a:buNone/>
              <a:defRPr sz="2400" b="1">
                <a:solidFill>
                  <a:srgbClr val="7655A5"/>
                </a:solidFill>
                <a:latin typeface="Yu Gothic"/>
                <a:ea typeface="Yu Gothic"/>
                <a:cs typeface="Yu Gothic"/>
              </a:defRPr>
            </a:lvl3pPr>
            <a:lvl4pPr>
              <a:buNone/>
              <a:defRPr sz="2400" b="1">
                <a:solidFill>
                  <a:srgbClr val="7655A5"/>
                </a:solidFill>
                <a:latin typeface="Yu Gothic"/>
                <a:ea typeface="Yu Gothic"/>
                <a:cs typeface="Yu Gothic"/>
              </a:defRPr>
            </a:lvl4pPr>
            <a:lvl5pPr>
              <a:buNone/>
              <a:defRPr sz="2400" b="1">
                <a:solidFill>
                  <a:srgbClr val="7655A5"/>
                </a:solidFill>
                <a:latin typeface="Yu Gothic"/>
                <a:ea typeface="Yu Gothic"/>
                <a:cs typeface="Yu Gothic"/>
              </a:defRPr>
            </a:lvl5pPr>
            <a:lvl6pPr>
              <a:buNone/>
              <a:defRPr sz="2400" b="1">
                <a:solidFill>
                  <a:srgbClr val="7655A5"/>
                </a:solidFill>
                <a:latin typeface="Yu Gothic"/>
                <a:ea typeface="Yu Gothic"/>
                <a:cs typeface="Yu Gothic"/>
              </a:defRPr>
            </a:lvl6pPr>
            <a:lvl7pPr>
              <a:buNone/>
              <a:defRPr sz="2400" b="1">
                <a:solidFill>
                  <a:srgbClr val="7655A5"/>
                </a:solidFill>
                <a:latin typeface="Yu Gothic"/>
                <a:ea typeface="Yu Gothic"/>
                <a:cs typeface="Yu Gothic"/>
              </a:defRPr>
            </a:lvl7pPr>
            <a:lvl8pPr>
              <a:buNone/>
              <a:defRPr sz="2400" b="1">
                <a:solidFill>
                  <a:srgbClr val="7655A5"/>
                </a:solidFill>
                <a:latin typeface="Yu Gothic"/>
                <a:ea typeface="Yu Gothic"/>
                <a:cs typeface="Yu Gothic"/>
              </a:defRPr>
            </a:lvl8pPr>
            <a:lvl9pPr>
              <a:buNone/>
              <a:defRPr sz="2400" b="1">
                <a:solidFill>
                  <a:srgbClr val="7655A5"/>
                </a:solidFill>
                <a:latin typeface="Yu Gothic"/>
                <a:ea typeface="Yu Gothic"/>
                <a:cs typeface="Yu Gothic"/>
              </a:defRPr>
            </a:lvl9pPr>
          </a:lstStyle>
          <a:p xmlns:a="http://schemas.openxmlformats.org/drawingml/2006/main">
            <a:pPr>
              <a:buNone/>
              <a:defRPr sz="2400" b="1">
                <a:solidFill>
                  <a:srgbClr val="7655A5"/>
                </a:solidFill>
                <a:latin typeface="Yu Gothic"/>
                <a:ea typeface="Yu Gothic"/>
                <a:cs typeface="Yu Gothic"/>
              </a:defRPr>
            </a:pPr>
            <a:r>
              <a:rPr sz="2400" b="1">
                <a:solidFill>
                  <a:srgbClr val="7655A5"/>
                </a:solidFill>
                <a:latin typeface="Yu Gothic"/>
                <a:ea typeface="Yu Gothic"/>
                <a:cs typeface="Yu Gothic"/>
              </a:rPr>
              <a:t>τ：断面に平行な応力</a:t>
            </a:r>
          </a:p>
        </p:txBody>
      </p:sp>
      <p:sp>
        <p:nvSpPr>
          <p:cNvPr id="47" name="">
            <a:extLst xmlns:a="http://schemas.openxmlformats.org/drawingml/2006/main">
              <a:ext uri="{FF2B5EF4-FFF2-40B4-BE49-F238E27FC236}">
                <a16:creationId xmlns:a16="http://schemas.microsoft.com/office/drawing/2014/main" id="{14FA7112-8ADA-4F31-962C-C88A6C5E1B32}"/>
              </a:ext>
            </a:extLst>
          </p:cNvPr>
          <p:cNvSpPr>
            <a:spLocks xmlns:a="http://schemas.openxmlformats.org/drawingml/2006/main" noGrp="1"/>
          </p:cNvSpPr>
          <p:nvPr/>
        </p:nvSpPr>
        <p:spPr>
          <a:xfrm xmlns:a="http://schemas.openxmlformats.org/drawingml/2006/main">
            <a:off x="6477000" y="28575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σ：断面に垂直な応力</a:t>
            </a:r>
          </a:p>
        </p:txBody>
      </p:sp>
      <p:sp>
        <p:nvSpPr>
          <p:cNvPr id="48" name="">
            <a:extLst xmlns:a="http://schemas.openxmlformats.org/drawingml/2006/main">
              <a:ext uri="{FF2B5EF4-FFF2-40B4-BE49-F238E27FC236}">
                <a16:creationId xmlns:a16="http://schemas.microsoft.com/office/drawing/2014/main" id="{A91F93A8-33CF-4297-92C6-EF4F6D91014B}"/>
              </a:ext>
            </a:extLst>
          </p:cNvPr>
          <p:cNvSpPr>
            <a:spLocks xmlns:a="http://schemas.openxmlformats.org/drawingml/2006/main" noGrp="1"/>
          </p:cNvSpPr>
          <p:nvPr/>
        </p:nvSpPr>
        <p:spPr>
          <a:xfrm xmlns:a="http://schemas.openxmlformats.org/drawingml/2006/main">
            <a:off x="6477000" y="39528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接合部のピン・ボルトや</a:t>
            </a:r>
          </a:p>
        </p:txBody>
      </p:sp>
      <p:sp>
        <p:nvSpPr>
          <p:cNvPr id="49" name="">
            <a:extLst xmlns:a="http://schemas.openxmlformats.org/drawingml/2006/main">
              <a:ext uri="{FF2B5EF4-FFF2-40B4-BE49-F238E27FC236}">
                <a16:creationId xmlns:a16="http://schemas.microsoft.com/office/drawing/2014/main" id="{B54A871C-4F8B-47E8-BB0E-DD693B94E045}"/>
              </a:ext>
            </a:extLst>
          </p:cNvPr>
          <p:cNvSpPr>
            <a:spLocks xmlns:a="http://schemas.openxmlformats.org/drawingml/2006/main" noGrp="1"/>
          </p:cNvSpPr>
          <p:nvPr/>
        </p:nvSpPr>
        <p:spPr>
          <a:xfrm xmlns:a="http://schemas.openxmlformats.org/drawingml/2006/main">
            <a:off x="6477000" y="44577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はさみで板を切る作用へつながる</a:t>
            </a:r>
          </a:p>
        </p:txBody>
      </p:sp>
      <p:sp>
        <p:nvSpPr>
          <p:cNvPr id="50" name="">
            <a:extLst xmlns:a="http://schemas.openxmlformats.org/drawingml/2006/main">
              <a:ext uri="{FF2B5EF4-FFF2-40B4-BE49-F238E27FC236}">
                <a16:creationId xmlns:a16="http://schemas.microsoft.com/office/drawing/2014/main" id="{308D079F-D236-47C6-BA58-271F9CE58DE3}"/>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せん断の模式図。向かい合う面だけでなく、隣の面の作用も描いている。</a:t>
            </a:r>
          </a:p>
        </p:txBody>
      </p:sp>
    </p:spTree>
    <p:extLst>
      <p:ext uri="{BB962C8B-B14F-4D97-AF65-F5344CB8AC3E}">
        <p14:creationId xmlns:p14="http://schemas.microsoft.com/office/powerpoint/2010/main" val="35075418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0">
            <a:extLst xmlns:a="http://schemas.openxmlformats.org/drawingml/2006/main">
              <a:ext uri="{FF2B5EF4-FFF2-40B4-BE49-F238E27FC236}">
                <a16:creationId xmlns:a16="http://schemas.microsoft.com/office/drawing/2014/main" id="{5A676579-A89D-456B-A586-D7A99F5A8966}"/>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曲げ</a:t>
            </a:r>
          </a:p>
        </p:txBody>
      </p:sp>
      <p:cxnSp>
        <p:nvCxnSpPr>
          <p:cNvPr id="2" name="">
            <a:extLst xmlns:a="http://schemas.openxmlformats.org/drawingml/2006/main">
              <a:ext uri="{FF2B5EF4-FFF2-40B4-BE49-F238E27FC236}">
                <a16:creationId xmlns:a16="http://schemas.microsoft.com/office/drawing/2014/main" id="{33212F05-58C7-44BE-9448-E08007C3EF0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A0A89E01-D365-496E-87C6-4B437ABC47E4}"/>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62081F03-1E2E-4697-9EB6-3883F8114806}"/>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 / 57</a:t>
            </a:r>
          </a:p>
        </p:txBody>
      </p:sp>
      <p:sp>
        <p:nvSpPr>
          <p:cNvPr id="23" name="">
            <a:extLst xmlns:a="http://schemas.openxmlformats.org/drawingml/2006/main">
              <a:ext uri="{FF2B5EF4-FFF2-40B4-BE49-F238E27FC236}">
                <a16:creationId xmlns:a16="http://schemas.microsoft.com/office/drawing/2014/main" id="{3327B820-E2A6-4404-9088-E282C41CCFEE}"/>
              </a:ext>
            </a:extLst>
          </p:cNvPr>
          <p:cNvSpPr>
            <a:spLocks xmlns:a="http://schemas.openxmlformats.org/drawingml/2006/main" noGrp="1"/>
          </p:cNvSpPr>
          <p:nvPr/>
        </p:nvSpPr>
        <p:spPr>
          <a:xfrm xmlns:a="http://schemas.openxmlformats.org/drawingml/2006/main">
            <a:off x="809625" y="1571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はり全体</a:t>
            </a:r>
          </a:p>
        </p:txBody>
      </p:sp>
      <p:sp>
        <p:nvSpPr>
          <p:cNvPr id="24" name="">
            <a:extLst xmlns:a="http://schemas.openxmlformats.org/drawingml/2006/main">
              <a:ext uri="{FF2B5EF4-FFF2-40B4-BE49-F238E27FC236}">
                <a16:creationId xmlns:a16="http://schemas.microsoft.com/office/drawing/2014/main" id="{676FE73A-5F4A-481B-A16A-7DCB295DA1B5}"/>
              </a:ext>
            </a:extLst>
          </p:cNvPr>
          <p:cNvSpPr>
            <a:spLocks xmlns:a="http://schemas.openxmlformats.org/drawingml/2006/main" noGrp="1"/>
          </p:cNvSpPr>
          <p:nvPr/>
        </p:nvSpPr>
        <p:spPr>
          <a:xfrm xmlns:a="http://schemas.openxmlformats.org/drawingml/2006/main">
            <a:off x="1000125" y="3000375"/>
            <a:ext cx="5143500" cy="23812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5" name="">
            <a:extLst xmlns:a="http://schemas.openxmlformats.org/drawingml/2006/main">
              <a:ext uri="{FF2B5EF4-FFF2-40B4-BE49-F238E27FC236}">
                <a16:creationId xmlns:a16="http://schemas.microsoft.com/office/drawing/2014/main" id="{FCFC76FA-E8D7-464D-8A57-672570638A94}"/>
              </a:ext>
            </a:extLst>
          </p:cNvPr>
          <p:cNvSpPr>
            <a:spLocks xmlns:a="http://schemas.openxmlformats.org/drawingml/2006/main" noGrp="1"/>
          </p:cNvSpPr>
          <p:nvPr/>
        </p:nvSpPr>
        <p:spPr>
          <a:xfrm xmlns:a="http://schemas.openxmlformats.org/drawingml/2006/main">
            <a:off x="1209675" y="3238500"/>
            <a:ext cx="342900" cy="285750"/>
          </a:xfrm>
          <a:custGeom xmlns:a="http://schemas.openxmlformats.org/drawingml/2006/main">
            <a:pathLst>
              <a:path w="342900" h="285750">
                <a:moveTo>
                  <a:pt x="171450" y="0"/>
                </a:moveTo>
                <a:lnTo>
                  <a:pt x="0" y="285750"/>
                </a:lnTo>
                <a:lnTo>
                  <a:pt x="342900" y="285750"/>
                </a:lnTo>
                <a:close/>
              </a:path>
            </a:pathLst>
          </a:custGeom>
          <a:solidFill xmlns:a="http://schemas.openxmlformats.org/drawingml/2006/main">
            <a:srgbClr val="FFFFFF"/>
          </a:solidFill>
          <a:ln xmlns:a="http://schemas.openxmlformats.org/drawingml/2006/main" w="19050">
            <a:solidFill>
              <a:srgbClr val="2876A8"/>
            </a:solidFill>
          </a:ln>
        </p:spPr>
      </p:sp>
      <p:sp>
        <p:nvSpPr>
          <p:cNvPr id="26" name="">
            <a:extLst xmlns:a="http://schemas.openxmlformats.org/drawingml/2006/main">
              <a:ext uri="{FF2B5EF4-FFF2-40B4-BE49-F238E27FC236}">
                <a16:creationId xmlns:a16="http://schemas.microsoft.com/office/drawing/2014/main" id="{67D63E9F-6FA5-480F-BC5E-FBA3D71515EA}"/>
              </a:ext>
            </a:extLst>
          </p:cNvPr>
          <p:cNvSpPr>
            <a:spLocks xmlns:a="http://schemas.openxmlformats.org/drawingml/2006/main" noGrp="1"/>
          </p:cNvSpPr>
          <p:nvPr/>
        </p:nvSpPr>
        <p:spPr>
          <a:xfrm xmlns:a="http://schemas.openxmlformats.org/drawingml/2006/main">
            <a:off x="1066800" y="3667125"/>
            <a:ext cx="628650" cy="9525"/>
          </a:xfrm>
          <a:custGeom xmlns:a="http://schemas.openxmlformats.org/drawingml/2006/main">
            <a:pathLst>
              <a:path w="628650" h="9525">
                <a:moveTo>
                  <a:pt x="0" y="0"/>
                </a:moveTo>
                <a:lnTo>
                  <a:pt x="628650" y="0"/>
                </a:lnTo>
              </a:path>
            </a:pathLst>
          </a:custGeom>
          <a:noFill xmlns:a="http://schemas.openxmlformats.org/drawingml/2006/main"/>
          <a:ln xmlns:a="http://schemas.openxmlformats.org/drawingml/2006/main" w="19050">
            <a:solidFill>
              <a:srgbClr val="71818B"/>
            </a:solidFill>
          </a:ln>
        </p:spPr>
      </p:sp>
      <p:sp>
        <p:nvSpPr>
          <p:cNvPr id="27" name="">
            <a:extLst xmlns:a="http://schemas.openxmlformats.org/drawingml/2006/main">
              <a:ext uri="{FF2B5EF4-FFF2-40B4-BE49-F238E27FC236}">
                <a16:creationId xmlns:a16="http://schemas.microsoft.com/office/drawing/2014/main" id="{2AC228C7-1A03-446B-B35C-20BF72B3ABC2}"/>
              </a:ext>
            </a:extLst>
          </p:cNvPr>
          <p:cNvSpPr>
            <a:spLocks xmlns:a="http://schemas.openxmlformats.org/drawingml/2006/main" noGrp="1"/>
          </p:cNvSpPr>
          <p:nvPr/>
        </p:nvSpPr>
        <p:spPr>
          <a:xfrm xmlns:a="http://schemas.openxmlformats.org/drawingml/2006/main">
            <a:off x="5591175" y="3238500"/>
            <a:ext cx="342900" cy="285750"/>
          </a:xfrm>
          <a:custGeom xmlns:a="http://schemas.openxmlformats.org/drawingml/2006/main">
            <a:pathLst>
              <a:path w="342900" h="285750">
                <a:moveTo>
                  <a:pt x="171450" y="0"/>
                </a:moveTo>
                <a:lnTo>
                  <a:pt x="0" y="285750"/>
                </a:lnTo>
                <a:lnTo>
                  <a:pt x="342900" y="285750"/>
                </a:lnTo>
                <a:close/>
              </a:path>
            </a:pathLst>
          </a:custGeom>
          <a:solidFill xmlns:a="http://schemas.openxmlformats.org/drawingml/2006/main">
            <a:srgbClr val="FFFFFF"/>
          </a:solidFill>
          <a:ln xmlns:a="http://schemas.openxmlformats.org/drawingml/2006/main" w="19050">
            <a:solidFill>
              <a:srgbClr val="2876A8"/>
            </a:solidFill>
          </a:ln>
        </p:spPr>
      </p:sp>
      <p:sp>
        <p:nvSpPr>
          <p:cNvPr id="28" name="">
            <a:extLst xmlns:a="http://schemas.openxmlformats.org/drawingml/2006/main">
              <a:ext uri="{FF2B5EF4-FFF2-40B4-BE49-F238E27FC236}">
                <a16:creationId xmlns:a16="http://schemas.microsoft.com/office/drawing/2014/main" id="{1D36D6DD-5D5E-450F-A7E6-B6DAD3518C50}"/>
              </a:ext>
            </a:extLst>
          </p:cNvPr>
          <p:cNvSpPr>
            <a:spLocks xmlns:a="http://schemas.openxmlformats.org/drawingml/2006/main" noGrp="1"/>
          </p:cNvSpPr>
          <p:nvPr/>
        </p:nvSpPr>
        <p:spPr>
          <a:xfrm xmlns:a="http://schemas.openxmlformats.org/drawingml/2006/main">
            <a:off x="5629275" y="35337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876A8"/>
            </a:solidFill>
          </a:ln>
        </p:spPr>
      </p:sp>
      <p:sp>
        <p:nvSpPr>
          <p:cNvPr id="29" name="">
            <a:extLst xmlns:a="http://schemas.openxmlformats.org/drawingml/2006/main">
              <a:ext uri="{FF2B5EF4-FFF2-40B4-BE49-F238E27FC236}">
                <a16:creationId xmlns:a16="http://schemas.microsoft.com/office/drawing/2014/main" id="{1AA661D2-2F8E-41EB-88AC-43BCB0A6B747}"/>
              </a:ext>
            </a:extLst>
          </p:cNvPr>
          <p:cNvSpPr>
            <a:spLocks xmlns:a="http://schemas.openxmlformats.org/drawingml/2006/main" noGrp="1"/>
          </p:cNvSpPr>
          <p:nvPr/>
        </p:nvSpPr>
        <p:spPr>
          <a:xfrm xmlns:a="http://schemas.openxmlformats.org/drawingml/2006/main">
            <a:off x="5800725" y="35337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876A8"/>
            </a:solidFill>
          </a:ln>
        </p:spPr>
      </p:sp>
      <p:sp>
        <p:nvSpPr>
          <p:cNvPr id="30" name="">
            <a:extLst xmlns:a="http://schemas.openxmlformats.org/drawingml/2006/main">
              <a:ext uri="{FF2B5EF4-FFF2-40B4-BE49-F238E27FC236}">
                <a16:creationId xmlns:a16="http://schemas.microsoft.com/office/drawing/2014/main" id="{15C7A13D-B9EA-4AFD-AC22-644FFE0B57DA}"/>
              </a:ext>
            </a:extLst>
          </p:cNvPr>
          <p:cNvSpPr>
            <a:spLocks xmlns:a="http://schemas.openxmlformats.org/drawingml/2006/main" noGrp="1"/>
          </p:cNvSpPr>
          <p:nvPr/>
        </p:nvSpPr>
        <p:spPr>
          <a:xfrm xmlns:a="http://schemas.openxmlformats.org/drawingml/2006/main">
            <a:off x="5448300" y="3667125"/>
            <a:ext cx="628650" cy="9525"/>
          </a:xfrm>
          <a:custGeom xmlns:a="http://schemas.openxmlformats.org/drawingml/2006/main">
            <a:pathLst>
              <a:path w="628650" h="9525">
                <a:moveTo>
                  <a:pt x="0" y="0"/>
                </a:moveTo>
                <a:lnTo>
                  <a:pt x="628650" y="0"/>
                </a:lnTo>
              </a:path>
            </a:pathLst>
          </a:custGeom>
          <a:noFill xmlns:a="http://schemas.openxmlformats.org/drawingml/2006/main"/>
          <a:ln xmlns:a="http://schemas.openxmlformats.org/drawingml/2006/main" w="19050">
            <a:solidFill>
              <a:srgbClr val="71818B"/>
            </a:solidFill>
          </a:ln>
        </p:spPr>
      </p:sp>
      <p:sp>
        <p:nvSpPr>
          <p:cNvPr id="31" name="">
            <a:extLst xmlns:a="http://schemas.openxmlformats.org/drawingml/2006/main">
              <a:ext uri="{FF2B5EF4-FFF2-40B4-BE49-F238E27FC236}">
                <a16:creationId xmlns:a16="http://schemas.microsoft.com/office/drawing/2014/main" id="{5869C0A5-CB4C-4891-B4E6-2AE30560B0FF}"/>
              </a:ext>
            </a:extLst>
          </p:cNvPr>
          <p:cNvSpPr>
            <a:spLocks xmlns:a="http://schemas.openxmlformats.org/drawingml/2006/main" noGrp="1"/>
          </p:cNvSpPr>
          <p:nvPr/>
        </p:nvSpPr>
        <p:spPr>
          <a:xfrm xmlns:a="http://schemas.openxmlformats.org/drawingml/2006/main">
            <a:off x="3571875" y="2000250"/>
            <a:ext cx="9525" cy="952500"/>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38100">
            <a:solidFill>
              <a:srgbClr val="C4483C"/>
            </a:solidFill>
          </a:ln>
        </p:spPr>
      </p:sp>
      <p:sp>
        <p:nvSpPr>
          <p:cNvPr id="32" name="">
            <a:extLst xmlns:a="http://schemas.openxmlformats.org/drawingml/2006/main">
              <a:ext uri="{FF2B5EF4-FFF2-40B4-BE49-F238E27FC236}">
                <a16:creationId xmlns:a16="http://schemas.microsoft.com/office/drawing/2014/main" id="{8D4EBB0C-23C8-4673-864F-F0E8C94228F3}"/>
              </a:ext>
            </a:extLst>
          </p:cNvPr>
          <p:cNvSpPr>
            <a:spLocks xmlns:a="http://schemas.openxmlformats.org/drawingml/2006/main" noGrp="1"/>
          </p:cNvSpPr>
          <p:nvPr/>
        </p:nvSpPr>
        <p:spPr>
          <a:xfrm xmlns:a="http://schemas.openxmlformats.org/drawingml/2006/main">
            <a:off x="3519869" y="2828925"/>
            <a:ext cx="104013" cy="123825"/>
          </a:xfrm>
          <a:custGeom xmlns:a="http://schemas.openxmlformats.org/drawingml/2006/main">
            <a:pathLst>
              <a:path w="104013" h="123825">
                <a:moveTo>
                  <a:pt x="52006" y="123825"/>
                </a:moveTo>
                <a:lnTo>
                  <a:pt x="104013"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3" name="">
            <a:extLst xmlns:a="http://schemas.openxmlformats.org/drawingml/2006/main">
              <a:ext uri="{FF2B5EF4-FFF2-40B4-BE49-F238E27FC236}">
                <a16:creationId xmlns:a16="http://schemas.microsoft.com/office/drawing/2014/main" id="{60B169BE-99F4-405C-9F90-49E3609A9D20}"/>
              </a:ext>
            </a:extLst>
          </p:cNvPr>
          <p:cNvSpPr>
            <a:spLocks xmlns:a="http://schemas.openxmlformats.org/drawingml/2006/main" noGrp="1"/>
          </p:cNvSpPr>
          <p:nvPr/>
        </p:nvSpPr>
        <p:spPr>
          <a:xfrm xmlns:a="http://schemas.openxmlformats.org/drawingml/2006/main">
            <a:off x="3857625" y="20955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F</a:t>
            </a:r>
          </a:p>
        </p:txBody>
      </p:sp>
      <p:sp>
        <p:nvSpPr>
          <p:cNvPr id="34" name="">
            <a:extLst xmlns:a="http://schemas.openxmlformats.org/drawingml/2006/main">
              <a:ext uri="{FF2B5EF4-FFF2-40B4-BE49-F238E27FC236}">
                <a16:creationId xmlns:a16="http://schemas.microsoft.com/office/drawing/2014/main" id="{FA5B12CA-03EF-446F-A82B-4A2B7C45E5F7}"/>
              </a:ext>
            </a:extLst>
          </p:cNvPr>
          <p:cNvSpPr>
            <a:spLocks xmlns:a="http://schemas.openxmlformats.org/drawingml/2006/main" noGrp="1"/>
          </p:cNvSpPr>
          <p:nvPr/>
        </p:nvSpPr>
        <p:spPr>
          <a:xfrm xmlns:a="http://schemas.openxmlformats.org/drawingml/2006/main">
            <a:off x="1381125" y="3305175"/>
            <a:ext cx="9525" cy="1028700"/>
          </a:xfrm>
          <a:custGeom xmlns:a="http://schemas.openxmlformats.org/drawingml/2006/main">
            <a:pathLst>
              <a:path w="9525" h="1028700">
                <a:moveTo>
                  <a:pt x="0" y="1028700"/>
                </a:moveTo>
                <a:lnTo>
                  <a:pt x="0" y="0"/>
                </a:lnTo>
              </a:path>
            </a:pathLst>
          </a:custGeom>
          <a:noFill xmlns:a="http://schemas.openxmlformats.org/drawingml/2006/main"/>
          <a:ln xmlns:a="http://schemas.openxmlformats.org/drawingml/2006/main" w="38100">
            <a:solidFill>
              <a:srgbClr val="2876A8"/>
            </a:solidFill>
          </a:ln>
        </p:spPr>
      </p:sp>
      <p:sp>
        <p:nvSpPr>
          <p:cNvPr id="35" name="">
            <a:extLst xmlns:a="http://schemas.openxmlformats.org/drawingml/2006/main">
              <a:ext uri="{FF2B5EF4-FFF2-40B4-BE49-F238E27FC236}">
                <a16:creationId xmlns:a16="http://schemas.microsoft.com/office/drawing/2014/main" id="{E04C414F-BC72-4BAF-854E-7CB9A3CF0AF9}"/>
              </a:ext>
            </a:extLst>
          </p:cNvPr>
          <p:cNvSpPr>
            <a:spLocks xmlns:a="http://schemas.openxmlformats.org/drawingml/2006/main" noGrp="1"/>
          </p:cNvSpPr>
          <p:nvPr/>
        </p:nvSpPr>
        <p:spPr>
          <a:xfrm xmlns:a="http://schemas.openxmlformats.org/drawingml/2006/main">
            <a:off x="1329119" y="3305175"/>
            <a:ext cx="104013" cy="123825"/>
          </a:xfrm>
          <a:custGeom xmlns:a="http://schemas.openxmlformats.org/drawingml/2006/main">
            <a:pathLst>
              <a:path w="104013" h="123825">
                <a:moveTo>
                  <a:pt x="52007" y="0"/>
                </a:moveTo>
                <a:lnTo>
                  <a:pt x="0" y="123825"/>
                </a:lnTo>
                <a:lnTo>
                  <a:pt x="104013" y="123825"/>
                </a:lnTo>
                <a:close/>
              </a:path>
            </a:pathLst>
          </a:custGeom>
          <a:solidFill xmlns:a="http://schemas.openxmlformats.org/drawingml/2006/main">
            <a:srgbClr val="2876A8"/>
          </a:solidFill>
          <a:ln xmlns:a="http://schemas.openxmlformats.org/drawingml/2006/main" w="4763">
            <a:solidFill>
              <a:srgbClr val="2876A8"/>
            </a:solidFill>
          </a:ln>
        </p:spPr>
      </p:sp>
      <p:sp>
        <p:nvSpPr>
          <p:cNvPr id="36" name="">
            <a:extLst xmlns:a="http://schemas.openxmlformats.org/drawingml/2006/main">
              <a:ext uri="{FF2B5EF4-FFF2-40B4-BE49-F238E27FC236}">
                <a16:creationId xmlns:a16="http://schemas.microsoft.com/office/drawing/2014/main" id="{AB824116-D7D2-43BF-815C-E80AA7647DF0}"/>
              </a:ext>
            </a:extLst>
          </p:cNvPr>
          <p:cNvSpPr>
            <a:spLocks xmlns:a="http://schemas.openxmlformats.org/drawingml/2006/main" noGrp="1"/>
          </p:cNvSpPr>
          <p:nvPr/>
        </p:nvSpPr>
        <p:spPr>
          <a:xfrm xmlns:a="http://schemas.openxmlformats.org/drawingml/2006/main">
            <a:off x="5762625" y="3305175"/>
            <a:ext cx="9525" cy="1028700"/>
          </a:xfrm>
          <a:custGeom xmlns:a="http://schemas.openxmlformats.org/drawingml/2006/main">
            <a:pathLst>
              <a:path w="9525" h="1028700">
                <a:moveTo>
                  <a:pt x="0" y="1028700"/>
                </a:moveTo>
                <a:lnTo>
                  <a:pt x="0" y="0"/>
                </a:lnTo>
              </a:path>
            </a:pathLst>
          </a:custGeom>
          <a:noFill xmlns:a="http://schemas.openxmlformats.org/drawingml/2006/main"/>
          <a:ln xmlns:a="http://schemas.openxmlformats.org/drawingml/2006/main" w="38100">
            <a:solidFill>
              <a:srgbClr val="2876A8"/>
            </a:solidFill>
          </a:ln>
        </p:spPr>
      </p:sp>
      <p:sp>
        <p:nvSpPr>
          <p:cNvPr id="37" name="">
            <a:extLst xmlns:a="http://schemas.openxmlformats.org/drawingml/2006/main">
              <a:ext uri="{FF2B5EF4-FFF2-40B4-BE49-F238E27FC236}">
                <a16:creationId xmlns:a16="http://schemas.microsoft.com/office/drawing/2014/main" id="{FC6FAFD1-4E9D-4914-8109-06C6C45E0BC4}"/>
              </a:ext>
            </a:extLst>
          </p:cNvPr>
          <p:cNvSpPr>
            <a:spLocks xmlns:a="http://schemas.openxmlformats.org/drawingml/2006/main" noGrp="1"/>
          </p:cNvSpPr>
          <p:nvPr/>
        </p:nvSpPr>
        <p:spPr>
          <a:xfrm xmlns:a="http://schemas.openxmlformats.org/drawingml/2006/main">
            <a:off x="5710619" y="3305175"/>
            <a:ext cx="104013" cy="123825"/>
          </a:xfrm>
          <a:custGeom xmlns:a="http://schemas.openxmlformats.org/drawingml/2006/main">
            <a:pathLst>
              <a:path w="104013" h="123825">
                <a:moveTo>
                  <a:pt x="52007" y="0"/>
                </a:moveTo>
                <a:lnTo>
                  <a:pt x="0" y="123825"/>
                </a:lnTo>
                <a:lnTo>
                  <a:pt x="104013" y="123825"/>
                </a:lnTo>
                <a:close/>
              </a:path>
            </a:pathLst>
          </a:custGeom>
          <a:solidFill xmlns:a="http://schemas.openxmlformats.org/drawingml/2006/main">
            <a:srgbClr val="2876A8"/>
          </a:solidFill>
          <a:ln xmlns:a="http://schemas.openxmlformats.org/drawingml/2006/main" w="4763">
            <a:solidFill>
              <a:srgbClr val="2876A8"/>
            </a:solidFill>
          </a:ln>
        </p:spPr>
      </p:sp>
      <p:sp>
        <p:nvSpPr>
          <p:cNvPr id="38" name="">
            <a:extLst xmlns:a="http://schemas.openxmlformats.org/drawingml/2006/main">
              <a:ext uri="{FF2B5EF4-FFF2-40B4-BE49-F238E27FC236}">
                <a16:creationId xmlns:a16="http://schemas.microsoft.com/office/drawing/2014/main" id="{117CDF39-AA68-4554-A28F-2491715CEB40}"/>
              </a:ext>
            </a:extLst>
          </p:cNvPr>
          <p:cNvSpPr>
            <a:spLocks xmlns:a="http://schemas.openxmlformats.org/drawingml/2006/main" noGrp="1"/>
          </p:cNvSpPr>
          <p:nvPr/>
        </p:nvSpPr>
        <p:spPr>
          <a:xfrm xmlns:a="http://schemas.openxmlformats.org/drawingml/2006/main">
            <a:off x="1381125" y="4476750"/>
            <a:ext cx="4381500" cy="523875"/>
          </a:xfrm>
          <a:custGeom xmlns:a="http://schemas.openxmlformats.org/drawingml/2006/main">
            <a:pathLst>
              <a:path w="4381500" h="523875">
                <a:moveTo>
                  <a:pt x="0" y="0"/>
                </a:moveTo>
                <a:lnTo>
                  <a:pt x="109538" y="51078"/>
                </a:lnTo>
                <a:lnTo>
                  <a:pt x="219075" y="99536"/>
                </a:lnTo>
                <a:lnTo>
                  <a:pt x="328613" y="145375"/>
                </a:lnTo>
                <a:lnTo>
                  <a:pt x="438150" y="188595"/>
                </a:lnTo>
                <a:lnTo>
                  <a:pt x="547688" y="229195"/>
                </a:lnTo>
                <a:lnTo>
                  <a:pt x="657225" y="267176"/>
                </a:lnTo>
                <a:lnTo>
                  <a:pt x="766763" y="302538"/>
                </a:lnTo>
                <a:lnTo>
                  <a:pt x="876300" y="335280"/>
                </a:lnTo>
                <a:lnTo>
                  <a:pt x="985838" y="365403"/>
                </a:lnTo>
                <a:lnTo>
                  <a:pt x="1095375" y="392906"/>
                </a:lnTo>
                <a:lnTo>
                  <a:pt x="1204913" y="417790"/>
                </a:lnTo>
                <a:lnTo>
                  <a:pt x="1314450" y="440055"/>
                </a:lnTo>
                <a:lnTo>
                  <a:pt x="1423988" y="459700"/>
                </a:lnTo>
                <a:lnTo>
                  <a:pt x="1533525" y="476726"/>
                </a:lnTo>
                <a:lnTo>
                  <a:pt x="1643063" y="491133"/>
                </a:lnTo>
                <a:lnTo>
                  <a:pt x="1752600" y="502920"/>
                </a:lnTo>
                <a:lnTo>
                  <a:pt x="1862138" y="512088"/>
                </a:lnTo>
                <a:lnTo>
                  <a:pt x="1971675" y="518636"/>
                </a:lnTo>
                <a:lnTo>
                  <a:pt x="2081213" y="522565"/>
                </a:lnTo>
                <a:lnTo>
                  <a:pt x="2190750" y="523875"/>
                </a:lnTo>
                <a:lnTo>
                  <a:pt x="2300288" y="522565"/>
                </a:lnTo>
                <a:lnTo>
                  <a:pt x="2409825" y="518636"/>
                </a:lnTo>
                <a:lnTo>
                  <a:pt x="2519363" y="512088"/>
                </a:lnTo>
                <a:lnTo>
                  <a:pt x="2628900" y="502920"/>
                </a:lnTo>
                <a:lnTo>
                  <a:pt x="2738438" y="491133"/>
                </a:lnTo>
                <a:lnTo>
                  <a:pt x="2847975" y="476726"/>
                </a:lnTo>
                <a:lnTo>
                  <a:pt x="2957513" y="459700"/>
                </a:lnTo>
                <a:lnTo>
                  <a:pt x="3067050" y="440055"/>
                </a:lnTo>
                <a:lnTo>
                  <a:pt x="3176588" y="417790"/>
                </a:lnTo>
                <a:lnTo>
                  <a:pt x="3286125" y="392906"/>
                </a:lnTo>
                <a:lnTo>
                  <a:pt x="3395663" y="365403"/>
                </a:lnTo>
                <a:lnTo>
                  <a:pt x="3505200" y="335280"/>
                </a:lnTo>
                <a:lnTo>
                  <a:pt x="3614738" y="302538"/>
                </a:lnTo>
                <a:lnTo>
                  <a:pt x="3724275" y="267176"/>
                </a:lnTo>
                <a:lnTo>
                  <a:pt x="3833813" y="229195"/>
                </a:lnTo>
                <a:lnTo>
                  <a:pt x="3943350" y="188595"/>
                </a:lnTo>
                <a:lnTo>
                  <a:pt x="4052888" y="145375"/>
                </a:lnTo>
                <a:lnTo>
                  <a:pt x="4162425" y="99536"/>
                </a:lnTo>
                <a:lnTo>
                  <a:pt x="4271963" y="51078"/>
                </a:lnTo>
                <a:lnTo>
                  <a:pt x="4381500" y="0"/>
                </a:lnTo>
              </a:path>
            </a:pathLst>
          </a:custGeom>
          <a:noFill xmlns:a="http://schemas.openxmlformats.org/drawingml/2006/main"/>
          <a:ln xmlns:a="http://schemas.openxmlformats.org/drawingml/2006/main" w="28575">
            <a:solidFill>
              <a:srgbClr val="2876A8"/>
            </a:solidFill>
          </a:ln>
        </p:spPr>
      </p:sp>
      <p:sp>
        <p:nvSpPr>
          <p:cNvPr id="39" name="">
            <a:extLst xmlns:a="http://schemas.openxmlformats.org/drawingml/2006/main">
              <a:ext uri="{FF2B5EF4-FFF2-40B4-BE49-F238E27FC236}">
                <a16:creationId xmlns:a16="http://schemas.microsoft.com/office/drawing/2014/main" id="{69DE5698-B959-4D28-A63E-E30779F64BFF}"/>
              </a:ext>
            </a:extLst>
          </p:cNvPr>
          <p:cNvSpPr>
            <a:spLocks xmlns:a="http://schemas.openxmlformats.org/drawingml/2006/main" noGrp="1"/>
          </p:cNvSpPr>
          <p:nvPr/>
        </p:nvSpPr>
        <p:spPr>
          <a:xfrm xmlns:a="http://schemas.openxmlformats.org/drawingml/2006/main">
            <a:off x="1524000" y="509587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876A8"/>
                </a:solidFill>
                <a:latin typeface="Yu Gothic"/>
                <a:ea typeface="Yu Gothic"/>
                <a:cs typeface="Yu Gothic"/>
              </a:defRPr>
            </a:defPPr>
            <a:lvl1pPr>
              <a:buNone/>
              <a:defRPr sz="1800" b="0">
                <a:solidFill>
                  <a:srgbClr val="2876A8"/>
                </a:solidFill>
                <a:latin typeface="Yu Gothic"/>
                <a:ea typeface="Yu Gothic"/>
                <a:cs typeface="Yu Gothic"/>
              </a:defRPr>
            </a:lvl1pPr>
            <a:lvl2pPr>
              <a:buNone/>
              <a:defRPr sz="1800" b="0">
                <a:solidFill>
                  <a:srgbClr val="2876A8"/>
                </a:solidFill>
                <a:latin typeface="Yu Gothic"/>
                <a:ea typeface="Yu Gothic"/>
                <a:cs typeface="Yu Gothic"/>
              </a:defRPr>
            </a:lvl2pPr>
            <a:lvl3pPr>
              <a:buNone/>
              <a:defRPr sz="1800" b="0">
                <a:solidFill>
                  <a:srgbClr val="2876A8"/>
                </a:solidFill>
                <a:latin typeface="Yu Gothic"/>
                <a:ea typeface="Yu Gothic"/>
                <a:cs typeface="Yu Gothic"/>
              </a:defRPr>
            </a:lvl3pPr>
            <a:lvl4pPr>
              <a:buNone/>
              <a:defRPr sz="1800" b="0">
                <a:solidFill>
                  <a:srgbClr val="2876A8"/>
                </a:solidFill>
                <a:latin typeface="Yu Gothic"/>
                <a:ea typeface="Yu Gothic"/>
                <a:cs typeface="Yu Gothic"/>
              </a:defRPr>
            </a:lvl4pPr>
            <a:lvl5pPr>
              <a:buNone/>
              <a:defRPr sz="1800" b="0">
                <a:solidFill>
                  <a:srgbClr val="2876A8"/>
                </a:solidFill>
                <a:latin typeface="Yu Gothic"/>
                <a:ea typeface="Yu Gothic"/>
                <a:cs typeface="Yu Gothic"/>
              </a:defRPr>
            </a:lvl5pPr>
            <a:lvl6pPr>
              <a:buNone/>
              <a:defRPr sz="1800" b="0">
                <a:solidFill>
                  <a:srgbClr val="2876A8"/>
                </a:solidFill>
                <a:latin typeface="Yu Gothic"/>
                <a:ea typeface="Yu Gothic"/>
                <a:cs typeface="Yu Gothic"/>
              </a:defRPr>
            </a:lvl6pPr>
            <a:lvl7pPr>
              <a:buNone/>
              <a:defRPr sz="1800" b="0">
                <a:solidFill>
                  <a:srgbClr val="2876A8"/>
                </a:solidFill>
                <a:latin typeface="Yu Gothic"/>
                <a:ea typeface="Yu Gothic"/>
                <a:cs typeface="Yu Gothic"/>
              </a:defRPr>
            </a:lvl7pPr>
            <a:lvl8pPr>
              <a:buNone/>
              <a:defRPr sz="1800" b="0">
                <a:solidFill>
                  <a:srgbClr val="2876A8"/>
                </a:solidFill>
                <a:latin typeface="Yu Gothic"/>
                <a:ea typeface="Yu Gothic"/>
                <a:cs typeface="Yu Gothic"/>
              </a:defRPr>
            </a:lvl8pPr>
            <a:lvl9pPr>
              <a:buNone/>
              <a:defRPr sz="1800" b="0">
                <a:solidFill>
                  <a:srgbClr val="2876A8"/>
                </a:solidFill>
                <a:latin typeface="Yu Gothic"/>
                <a:ea typeface="Yu Gothic"/>
                <a:cs typeface="Yu Gothic"/>
              </a:defRPr>
            </a:lvl9pPr>
          </a:lstStyle>
          <a:p xmlns:a="http://schemas.openxmlformats.org/drawingml/2006/main">
            <a:pPr>
              <a:buNone/>
              <a:defRPr sz="1800" b="0">
                <a:solidFill>
                  <a:srgbClr val="2876A8"/>
                </a:solidFill>
                <a:latin typeface="Yu Gothic"/>
                <a:ea typeface="Yu Gothic"/>
                <a:cs typeface="Yu Gothic"/>
              </a:defRPr>
            </a:pPr>
            <a:r>
              <a:rPr sz="1800" b="0">
                <a:solidFill>
                  <a:srgbClr val="2876A8"/>
                </a:solidFill>
                <a:latin typeface="Yu Gothic"/>
                <a:ea typeface="Yu Gothic"/>
                <a:cs typeface="Yu Gothic"/>
              </a:rPr>
              <a:t>たわみの形（誇張）</a:t>
            </a:r>
          </a:p>
        </p:txBody>
      </p:sp>
      <p:sp>
        <p:nvSpPr>
          <p:cNvPr id="40" name="">
            <a:extLst xmlns:a="http://schemas.openxmlformats.org/drawingml/2006/main">
              <a:ext uri="{FF2B5EF4-FFF2-40B4-BE49-F238E27FC236}">
                <a16:creationId xmlns:a16="http://schemas.microsoft.com/office/drawing/2014/main" id="{1DBCA840-A56D-4D97-A7C6-5B35EC04F771}"/>
              </a:ext>
            </a:extLst>
          </p:cNvPr>
          <p:cNvSpPr>
            <a:spLocks xmlns:a="http://schemas.openxmlformats.org/drawingml/2006/main" noGrp="1"/>
          </p:cNvSpPr>
          <p:nvPr/>
        </p:nvSpPr>
        <p:spPr>
          <a:xfrm xmlns:a="http://schemas.openxmlformats.org/drawingml/2006/main">
            <a:off x="7000875" y="15716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中央付近を拡大した見方</a:t>
            </a:r>
          </a:p>
        </p:txBody>
      </p:sp>
      <p:sp>
        <p:nvSpPr>
          <p:cNvPr id="41" name="">
            <a:extLst xmlns:a="http://schemas.openxmlformats.org/drawingml/2006/main">
              <a:ext uri="{FF2B5EF4-FFF2-40B4-BE49-F238E27FC236}">
                <a16:creationId xmlns:a16="http://schemas.microsoft.com/office/drawing/2014/main" id="{BC987D61-CFDF-4598-A60E-08776C2FBD70}"/>
              </a:ext>
            </a:extLst>
          </p:cNvPr>
          <p:cNvSpPr>
            <a:spLocks xmlns:a="http://schemas.openxmlformats.org/drawingml/2006/main" noGrp="1"/>
          </p:cNvSpPr>
          <p:nvPr/>
        </p:nvSpPr>
        <p:spPr>
          <a:xfrm xmlns:a="http://schemas.openxmlformats.org/drawingml/2006/main">
            <a:off x="7191375" y="2857500"/>
            <a:ext cx="3905250" cy="381000"/>
          </a:xfrm>
          <a:custGeom xmlns:a="http://schemas.openxmlformats.org/drawingml/2006/main">
            <a:pathLst>
              <a:path w="3905250" h="381000">
                <a:moveTo>
                  <a:pt x="0" y="0"/>
                </a:moveTo>
                <a:lnTo>
                  <a:pt x="130175" y="49107"/>
                </a:lnTo>
                <a:lnTo>
                  <a:pt x="260350" y="94827"/>
                </a:lnTo>
                <a:lnTo>
                  <a:pt x="390525" y="137160"/>
                </a:lnTo>
                <a:lnTo>
                  <a:pt x="520700" y="176107"/>
                </a:lnTo>
                <a:lnTo>
                  <a:pt x="650875" y="211667"/>
                </a:lnTo>
                <a:lnTo>
                  <a:pt x="781050" y="243840"/>
                </a:lnTo>
                <a:lnTo>
                  <a:pt x="911225" y="272627"/>
                </a:lnTo>
                <a:lnTo>
                  <a:pt x="1041400" y="298027"/>
                </a:lnTo>
                <a:lnTo>
                  <a:pt x="1171575" y="320040"/>
                </a:lnTo>
                <a:lnTo>
                  <a:pt x="1301750" y="338667"/>
                </a:lnTo>
                <a:lnTo>
                  <a:pt x="1431925" y="353907"/>
                </a:lnTo>
                <a:lnTo>
                  <a:pt x="1562100" y="365760"/>
                </a:lnTo>
                <a:lnTo>
                  <a:pt x="1692275" y="374227"/>
                </a:lnTo>
                <a:lnTo>
                  <a:pt x="1822450" y="379307"/>
                </a:lnTo>
                <a:lnTo>
                  <a:pt x="1952625" y="381000"/>
                </a:lnTo>
                <a:lnTo>
                  <a:pt x="2082800" y="379307"/>
                </a:lnTo>
                <a:lnTo>
                  <a:pt x="2212975" y="374227"/>
                </a:lnTo>
                <a:lnTo>
                  <a:pt x="2343150" y="365760"/>
                </a:lnTo>
                <a:lnTo>
                  <a:pt x="2473325" y="353907"/>
                </a:lnTo>
                <a:lnTo>
                  <a:pt x="2603500" y="338667"/>
                </a:lnTo>
                <a:lnTo>
                  <a:pt x="2733675" y="320040"/>
                </a:lnTo>
                <a:lnTo>
                  <a:pt x="2863850" y="298027"/>
                </a:lnTo>
                <a:lnTo>
                  <a:pt x="2994025" y="272627"/>
                </a:lnTo>
                <a:lnTo>
                  <a:pt x="3124200" y="243840"/>
                </a:lnTo>
                <a:lnTo>
                  <a:pt x="3254375" y="211667"/>
                </a:lnTo>
                <a:lnTo>
                  <a:pt x="3384550" y="176107"/>
                </a:lnTo>
                <a:lnTo>
                  <a:pt x="3514725" y="137160"/>
                </a:lnTo>
                <a:lnTo>
                  <a:pt x="3644900" y="94827"/>
                </a:lnTo>
                <a:lnTo>
                  <a:pt x="3775075" y="49107"/>
                </a:lnTo>
                <a:lnTo>
                  <a:pt x="3905250" y="0"/>
                </a:lnTo>
              </a:path>
            </a:pathLst>
          </a:custGeom>
          <a:noFill xmlns:a="http://schemas.openxmlformats.org/drawingml/2006/main"/>
          <a:ln xmlns:a="http://schemas.openxmlformats.org/drawingml/2006/main" w="47625">
            <a:solidFill>
              <a:srgbClr val="AD8760"/>
            </a:solidFill>
          </a:ln>
        </p:spPr>
      </p:sp>
      <p:sp>
        <p:nvSpPr>
          <p:cNvPr id="42" name="">
            <a:extLst xmlns:a="http://schemas.openxmlformats.org/drawingml/2006/main">
              <a:ext uri="{FF2B5EF4-FFF2-40B4-BE49-F238E27FC236}">
                <a16:creationId xmlns:a16="http://schemas.microsoft.com/office/drawing/2014/main" id="{0F60B740-5EB1-40DF-9DBE-6F8CD956DA16}"/>
              </a:ext>
            </a:extLst>
          </p:cNvPr>
          <p:cNvSpPr>
            <a:spLocks xmlns:a="http://schemas.openxmlformats.org/drawingml/2006/main" noGrp="1"/>
          </p:cNvSpPr>
          <p:nvPr/>
        </p:nvSpPr>
        <p:spPr>
          <a:xfrm xmlns:a="http://schemas.openxmlformats.org/drawingml/2006/main">
            <a:off x="7000875" y="3714750"/>
            <a:ext cx="4286250" cy="523875"/>
          </a:xfrm>
          <a:custGeom xmlns:a="http://schemas.openxmlformats.org/drawingml/2006/main">
            <a:pathLst>
              <a:path w="4286250" h="523875">
                <a:moveTo>
                  <a:pt x="0" y="0"/>
                </a:moveTo>
                <a:lnTo>
                  <a:pt x="142875" y="67522"/>
                </a:lnTo>
                <a:lnTo>
                  <a:pt x="285750" y="130387"/>
                </a:lnTo>
                <a:lnTo>
                  <a:pt x="428625" y="188595"/>
                </a:lnTo>
                <a:lnTo>
                  <a:pt x="571500" y="242147"/>
                </a:lnTo>
                <a:lnTo>
                  <a:pt x="714375" y="291042"/>
                </a:lnTo>
                <a:lnTo>
                  <a:pt x="857250" y="335280"/>
                </a:lnTo>
                <a:lnTo>
                  <a:pt x="1000125" y="374862"/>
                </a:lnTo>
                <a:lnTo>
                  <a:pt x="1143000" y="409787"/>
                </a:lnTo>
                <a:lnTo>
                  <a:pt x="1285875" y="440055"/>
                </a:lnTo>
                <a:lnTo>
                  <a:pt x="1428750" y="465667"/>
                </a:lnTo>
                <a:lnTo>
                  <a:pt x="1571625" y="486622"/>
                </a:lnTo>
                <a:lnTo>
                  <a:pt x="1714500" y="502920"/>
                </a:lnTo>
                <a:lnTo>
                  <a:pt x="1857375" y="514562"/>
                </a:lnTo>
                <a:lnTo>
                  <a:pt x="2000250" y="521547"/>
                </a:lnTo>
                <a:lnTo>
                  <a:pt x="2143125" y="523875"/>
                </a:lnTo>
                <a:lnTo>
                  <a:pt x="2286000" y="521547"/>
                </a:lnTo>
                <a:lnTo>
                  <a:pt x="2428875" y="514562"/>
                </a:lnTo>
                <a:lnTo>
                  <a:pt x="2571750" y="502920"/>
                </a:lnTo>
                <a:lnTo>
                  <a:pt x="2714625" y="486622"/>
                </a:lnTo>
                <a:lnTo>
                  <a:pt x="2857500" y="465667"/>
                </a:lnTo>
                <a:lnTo>
                  <a:pt x="3000375" y="440055"/>
                </a:lnTo>
                <a:lnTo>
                  <a:pt x="3143250" y="409787"/>
                </a:lnTo>
                <a:lnTo>
                  <a:pt x="3286125" y="374862"/>
                </a:lnTo>
                <a:lnTo>
                  <a:pt x="3429000" y="335280"/>
                </a:lnTo>
                <a:lnTo>
                  <a:pt x="3571875" y="291042"/>
                </a:lnTo>
                <a:lnTo>
                  <a:pt x="3714750" y="242147"/>
                </a:lnTo>
                <a:lnTo>
                  <a:pt x="3857625" y="188595"/>
                </a:lnTo>
                <a:lnTo>
                  <a:pt x="4000500" y="130387"/>
                </a:lnTo>
                <a:lnTo>
                  <a:pt x="4143375" y="67522"/>
                </a:lnTo>
                <a:lnTo>
                  <a:pt x="4286250" y="0"/>
                </a:lnTo>
              </a:path>
            </a:pathLst>
          </a:custGeom>
          <a:noFill xmlns:a="http://schemas.openxmlformats.org/drawingml/2006/main"/>
          <a:ln xmlns:a="http://schemas.openxmlformats.org/drawingml/2006/main" w="47625">
            <a:solidFill>
              <a:srgbClr val="087E8B"/>
            </a:solidFill>
          </a:ln>
        </p:spPr>
      </p:sp>
      <p:sp>
        <p:nvSpPr>
          <p:cNvPr id="43" name="">
            <a:extLst xmlns:a="http://schemas.openxmlformats.org/drawingml/2006/main">
              <a:ext uri="{FF2B5EF4-FFF2-40B4-BE49-F238E27FC236}">
                <a16:creationId xmlns:a16="http://schemas.microsoft.com/office/drawing/2014/main" id="{27D579C5-ED74-4C31-BA0F-5AE95005E553}"/>
              </a:ext>
            </a:extLst>
          </p:cNvPr>
          <p:cNvSpPr>
            <a:spLocks xmlns:a="http://schemas.openxmlformats.org/drawingml/2006/main" noGrp="1"/>
          </p:cNvSpPr>
          <p:nvPr/>
        </p:nvSpPr>
        <p:spPr>
          <a:xfrm xmlns:a="http://schemas.openxmlformats.org/drawingml/2006/main">
            <a:off x="7667625" y="2333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AD8760"/>
                </a:solidFill>
                <a:latin typeface="Yu Gothic"/>
                <a:ea typeface="Yu Gothic"/>
                <a:cs typeface="Yu Gothic"/>
              </a:defRPr>
            </a:defPPr>
            <a:lvl1pPr>
              <a:buNone/>
              <a:defRPr sz="2175" b="1">
                <a:solidFill>
                  <a:srgbClr val="AD8760"/>
                </a:solidFill>
                <a:latin typeface="Yu Gothic"/>
                <a:ea typeface="Yu Gothic"/>
                <a:cs typeface="Yu Gothic"/>
              </a:defRPr>
            </a:lvl1pPr>
            <a:lvl2pPr>
              <a:buNone/>
              <a:defRPr sz="2175" b="1">
                <a:solidFill>
                  <a:srgbClr val="AD8760"/>
                </a:solidFill>
                <a:latin typeface="Yu Gothic"/>
                <a:ea typeface="Yu Gothic"/>
                <a:cs typeface="Yu Gothic"/>
              </a:defRPr>
            </a:lvl2pPr>
            <a:lvl3pPr>
              <a:buNone/>
              <a:defRPr sz="2175" b="1">
                <a:solidFill>
                  <a:srgbClr val="AD8760"/>
                </a:solidFill>
                <a:latin typeface="Yu Gothic"/>
                <a:ea typeface="Yu Gothic"/>
                <a:cs typeface="Yu Gothic"/>
              </a:defRPr>
            </a:lvl3pPr>
            <a:lvl4pPr>
              <a:buNone/>
              <a:defRPr sz="2175" b="1">
                <a:solidFill>
                  <a:srgbClr val="AD8760"/>
                </a:solidFill>
                <a:latin typeface="Yu Gothic"/>
                <a:ea typeface="Yu Gothic"/>
                <a:cs typeface="Yu Gothic"/>
              </a:defRPr>
            </a:lvl4pPr>
            <a:lvl5pPr>
              <a:buNone/>
              <a:defRPr sz="2175" b="1">
                <a:solidFill>
                  <a:srgbClr val="AD8760"/>
                </a:solidFill>
                <a:latin typeface="Yu Gothic"/>
                <a:ea typeface="Yu Gothic"/>
                <a:cs typeface="Yu Gothic"/>
              </a:defRPr>
            </a:lvl5pPr>
            <a:lvl6pPr>
              <a:buNone/>
              <a:defRPr sz="2175" b="1">
                <a:solidFill>
                  <a:srgbClr val="AD8760"/>
                </a:solidFill>
                <a:latin typeface="Yu Gothic"/>
                <a:ea typeface="Yu Gothic"/>
                <a:cs typeface="Yu Gothic"/>
              </a:defRPr>
            </a:lvl6pPr>
            <a:lvl7pPr>
              <a:buNone/>
              <a:defRPr sz="2175" b="1">
                <a:solidFill>
                  <a:srgbClr val="AD8760"/>
                </a:solidFill>
                <a:latin typeface="Yu Gothic"/>
                <a:ea typeface="Yu Gothic"/>
                <a:cs typeface="Yu Gothic"/>
              </a:defRPr>
            </a:lvl7pPr>
            <a:lvl8pPr>
              <a:buNone/>
              <a:defRPr sz="2175" b="1">
                <a:solidFill>
                  <a:srgbClr val="AD8760"/>
                </a:solidFill>
                <a:latin typeface="Yu Gothic"/>
                <a:ea typeface="Yu Gothic"/>
                <a:cs typeface="Yu Gothic"/>
              </a:defRPr>
            </a:lvl8pPr>
            <a:lvl9pPr>
              <a:buNone/>
              <a:defRPr sz="2175" b="1">
                <a:solidFill>
                  <a:srgbClr val="AD8760"/>
                </a:solidFill>
                <a:latin typeface="Yu Gothic"/>
                <a:ea typeface="Yu Gothic"/>
                <a:cs typeface="Yu Gothic"/>
              </a:defRPr>
            </a:lvl9pPr>
          </a:lstStyle>
          <a:p xmlns:a="http://schemas.openxmlformats.org/drawingml/2006/main">
            <a:pPr>
              <a:buNone/>
              <a:defRPr sz="2175" b="1">
                <a:solidFill>
                  <a:srgbClr val="AD8760"/>
                </a:solidFill>
                <a:latin typeface="Yu Gothic"/>
                <a:ea typeface="Yu Gothic"/>
                <a:cs typeface="Yu Gothic"/>
              </a:defRPr>
            </a:pPr>
            <a:r>
              <a:rPr sz="2175" b="1">
                <a:solidFill>
                  <a:srgbClr val="AD8760"/>
                </a:solidFill>
                <a:latin typeface="Yu Gothic"/>
                <a:ea typeface="Yu Gothic"/>
                <a:cs typeface="Yu Gothic"/>
              </a:rPr>
              <a:t>上側：圧縮</a:t>
            </a:r>
          </a:p>
        </p:txBody>
      </p:sp>
      <p:sp>
        <p:nvSpPr>
          <p:cNvPr id="44" name="">
            <a:extLst xmlns:a="http://schemas.openxmlformats.org/drawingml/2006/main">
              <a:ext uri="{FF2B5EF4-FFF2-40B4-BE49-F238E27FC236}">
                <a16:creationId xmlns:a16="http://schemas.microsoft.com/office/drawing/2014/main" id="{7438AC52-1489-47DF-AF3B-8EBE7489CFD8}"/>
              </a:ext>
            </a:extLst>
          </p:cNvPr>
          <p:cNvSpPr>
            <a:spLocks xmlns:a="http://schemas.openxmlformats.org/drawingml/2006/main" noGrp="1"/>
          </p:cNvSpPr>
          <p:nvPr/>
        </p:nvSpPr>
        <p:spPr>
          <a:xfrm xmlns:a="http://schemas.openxmlformats.org/drawingml/2006/main">
            <a:off x="7667625" y="44291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xmlns:a="http://schemas.openxmlformats.org/drawingml/2006/main">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下側：引張り</a:t>
            </a:r>
          </a:p>
        </p:txBody>
      </p:sp>
      <p:sp>
        <p:nvSpPr>
          <p:cNvPr id="45" name="">
            <a:extLst xmlns:a="http://schemas.openxmlformats.org/drawingml/2006/main">
              <a:ext uri="{FF2B5EF4-FFF2-40B4-BE49-F238E27FC236}">
                <a16:creationId xmlns:a16="http://schemas.microsoft.com/office/drawing/2014/main" id="{358AA710-24A0-4144-95AC-20E2CB70C927}"/>
              </a:ext>
            </a:extLst>
          </p:cNvPr>
          <p:cNvSpPr>
            <a:spLocks xmlns:a="http://schemas.openxmlformats.org/drawingml/2006/main" noGrp="1"/>
          </p:cNvSpPr>
          <p:nvPr/>
        </p:nvSpPr>
        <p:spPr>
          <a:xfrm xmlns:a="http://schemas.openxmlformats.org/drawingml/2006/main">
            <a:off x="7191375" y="5095875"/>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断面内で応力が変わる</a:t>
            </a:r>
          </a:p>
        </p:txBody>
      </p:sp>
      <p:sp>
        <p:nvSpPr>
          <p:cNvPr id="46" name="">
            <a:extLst xmlns:a="http://schemas.openxmlformats.org/drawingml/2006/main">
              <a:ext uri="{FF2B5EF4-FFF2-40B4-BE49-F238E27FC236}">
                <a16:creationId xmlns:a16="http://schemas.microsoft.com/office/drawing/2014/main" id="{3D4EBCFF-278B-4D73-A433-A69F7CF1E6B2}"/>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この支持・荷重による曲げの例。曲げモーメントMの単位：N·mm または N·m。</a:t>
            </a:r>
          </a:p>
        </p:txBody>
      </p:sp>
    </p:spTree>
    <p:extLst>
      <p:ext uri="{BB962C8B-B14F-4D97-AF65-F5344CB8AC3E}">
        <p14:creationId xmlns:p14="http://schemas.microsoft.com/office/powerpoint/2010/main" val="18753218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14A78EA7-9DE8-49EE-AA72-81FD11EB7A13}"/>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ねじり</a:t>
            </a:r>
          </a:p>
        </p:txBody>
      </p:sp>
      <p:cxnSp>
        <p:nvCxnSpPr>
          <p:cNvPr id="2" name="">
            <a:extLst xmlns:a="http://schemas.openxmlformats.org/drawingml/2006/main">
              <a:ext uri="{FF2B5EF4-FFF2-40B4-BE49-F238E27FC236}">
                <a16:creationId xmlns:a16="http://schemas.microsoft.com/office/drawing/2014/main" id="{8FFF9179-B772-4B51-B536-ECBCFA65E5F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F8032D0E-D0B6-4E74-899F-9520DF6F54F4}"/>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D257303E-28A5-4262-9E45-5A3109F7D9CF}"/>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18 / 57</a:t>
            </a:r>
          </a:p>
        </p:txBody>
      </p:sp>
      <p:sp>
        <p:nvSpPr>
          <p:cNvPr id="19" name="">
            <a:extLst xmlns:a="http://schemas.openxmlformats.org/drawingml/2006/main">
              <a:ext uri="{FF2B5EF4-FFF2-40B4-BE49-F238E27FC236}">
                <a16:creationId xmlns:a16="http://schemas.microsoft.com/office/drawing/2014/main" id="{F30314E6-26A9-4482-BF2C-9CFE94BD29B8}"/>
              </a:ext>
            </a:extLst>
          </p:cNvPr>
          <p:cNvSpPr>
            <a:spLocks xmlns:a="http://schemas.openxmlformats.org/drawingml/2006/main" noGrp="1"/>
          </p:cNvSpPr>
          <p:nvPr/>
        </p:nvSpPr>
        <p:spPr>
          <a:xfrm xmlns:a="http://schemas.openxmlformats.org/drawingml/2006/main">
            <a:off x="809625" y="15716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軸の周りに回す作用</a:t>
            </a:r>
          </a:p>
        </p:txBody>
      </p:sp>
      <p:sp>
        <p:nvSpPr>
          <p:cNvPr id="20" name="">
            <a:extLst xmlns:a="http://schemas.openxmlformats.org/drawingml/2006/main">
              <a:ext uri="{FF2B5EF4-FFF2-40B4-BE49-F238E27FC236}">
                <a16:creationId xmlns:a16="http://schemas.microsoft.com/office/drawing/2014/main" id="{3DBE0106-5DDA-4EE7-9287-496CF5AE8B48}"/>
              </a:ext>
            </a:extLst>
          </p:cNvPr>
          <p:cNvSpPr>
            <a:spLocks xmlns:a="http://schemas.openxmlformats.org/drawingml/2006/main" noGrp="1"/>
          </p:cNvSpPr>
          <p:nvPr/>
        </p:nvSpPr>
        <p:spPr>
          <a:xfrm xmlns:a="http://schemas.openxmlformats.org/drawingml/2006/main">
            <a:off x="2476500" y="2571750"/>
            <a:ext cx="5238750" cy="9525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1" name="">
            <a:extLst xmlns:a="http://schemas.openxmlformats.org/drawingml/2006/main">
              <a:ext uri="{FF2B5EF4-FFF2-40B4-BE49-F238E27FC236}">
                <a16:creationId xmlns:a16="http://schemas.microsoft.com/office/drawing/2014/main" id="{EBC00545-6B04-45EB-8472-52BDF7DC958A}"/>
              </a:ext>
            </a:extLst>
          </p:cNvPr>
          <p:cNvSpPr>
            <a:spLocks xmlns:a="http://schemas.openxmlformats.org/drawingml/2006/main" noGrp="1"/>
          </p:cNvSpPr>
          <p:nvPr/>
        </p:nvSpPr>
        <p:spPr>
          <a:xfrm xmlns:a="http://schemas.openxmlformats.org/drawingml/2006/main">
            <a:off x="2238375" y="2571750"/>
            <a:ext cx="476250" cy="952500"/>
          </a:xfrm>
          <a:prstGeom xmlns:a="http://schemas.openxmlformats.org/drawingml/2006/main" prst="ellipse">
            <a:avLst/>
          </a:prstGeom>
          <a:solidFill xmlns:a="http://schemas.openxmlformats.org/drawingml/2006/main">
            <a:srgbClr val="E8F0F4"/>
          </a:solidFill>
          <a:ln xmlns:a="http://schemas.openxmlformats.org/drawingml/2006/main" w="19050">
            <a:solidFill>
              <a:srgbClr val="71818B"/>
            </a:solidFill>
          </a:ln>
        </p:spPr>
      </p:sp>
      <p:sp>
        <p:nvSpPr>
          <p:cNvPr id="22" name="">
            <a:extLst xmlns:a="http://schemas.openxmlformats.org/drawingml/2006/main">
              <a:ext uri="{FF2B5EF4-FFF2-40B4-BE49-F238E27FC236}">
                <a16:creationId xmlns:a16="http://schemas.microsoft.com/office/drawing/2014/main" id="{265C4F46-D66B-475C-9515-A8FEDC139A3E}"/>
              </a:ext>
            </a:extLst>
          </p:cNvPr>
          <p:cNvSpPr>
            <a:spLocks xmlns:a="http://schemas.openxmlformats.org/drawingml/2006/main" noGrp="1"/>
          </p:cNvSpPr>
          <p:nvPr/>
        </p:nvSpPr>
        <p:spPr>
          <a:xfrm xmlns:a="http://schemas.openxmlformats.org/drawingml/2006/main">
            <a:off x="7477125" y="2571750"/>
            <a:ext cx="476250" cy="952500"/>
          </a:xfrm>
          <a:prstGeom xmlns:a="http://schemas.openxmlformats.org/drawingml/2006/main" prst="ellipse">
            <a:avLst/>
          </a:prstGeom>
          <a:solidFill xmlns:a="http://schemas.openxmlformats.org/drawingml/2006/main">
            <a:srgbClr val="E8F0F4"/>
          </a:solidFill>
          <a:ln xmlns:a="http://schemas.openxmlformats.org/drawingml/2006/main" w="19050">
            <a:solidFill>
              <a:srgbClr val="71818B"/>
            </a:solidFill>
          </a:ln>
        </p:spPr>
      </p:sp>
      <p:sp>
        <p:nvSpPr>
          <p:cNvPr id="23" name="">
            <a:extLst xmlns:a="http://schemas.openxmlformats.org/drawingml/2006/main">
              <a:ext uri="{FF2B5EF4-FFF2-40B4-BE49-F238E27FC236}">
                <a16:creationId xmlns:a16="http://schemas.microsoft.com/office/drawing/2014/main" id="{CF1111C2-B57D-42F3-9BD8-E031611FB1BD}"/>
              </a:ext>
            </a:extLst>
          </p:cNvPr>
          <p:cNvSpPr>
            <a:spLocks xmlns:a="http://schemas.openxmlformats.org/drawingml/2006/main" noGrp="1"/>
          </p:cNvSpPr>
          <p:nvPr/>
        </p:nvSpPr>
        <p:spPr>
          <a:xfrm xmlns:a="http://schemas.openxmlformats.org/drawingml/2006/main">
            <a:off x="2000250"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24" name="">
            <a:extLst xmlns:a="http://schemas.openxmlformats.org/drawingml/2006/main">
              <a:ext uri="{FF2B5EF4-FFF2-40B4-BE49-F238E27FC236}">
                <a16:creationId xmlns:a16="http://schemas.microsoft.com/office/drawing/2014/main" id="{E04CA37D-1F17-4176-85D7-BFE39F0E25A1}"/>
              </a:ext>
            </a:extLst>
          </p:cNvPr>
          <p:cNvSpPr>
            <a:spLocks xmlns:a="http://schemas.openxmlformats.org/drawingml/2006/main" noGrp="1"/>
          </p:cNvSpPr>
          <p:nvPr/>
        </p:nvSpPr>
        <p:spPr>
          <a:xfrm xmlns:a="http://schemas.openxmlformats.org/drawingml/2006/main">
            <a:off x="2133203"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25" name="">
            <a:extLst xmlns:a="http://schemas.openxmlformats.org/drawingml/2006/main">
              <a:ext uri="{FF2B5EF4-FFF2-40B4-BE49-F238E27FC236}">
                <a16:creationId xmlns:a16="http://schemas.microsoft.com/office/drawing/2014/main" id="{FCF07DB4-3805-48C0-9D8B-80D0A51A1894}"/>
              </a:ext>
            </a:extLst>
          </p:cNvPr>
          <p:cNvSpPr>
            <a:spLocks xmlns:a="http://schemas.openxmlformats.org/drawingml/2006/main" noGrp="1"/>
          </p:cNvSpPr>
          <p:nvPr/>
        </p:nvSpPr>
        <p:spPr>
          <a:xfrm xmlns:a="http://schemas.openxmlformats.org/drawingml/2006/main">
            <a:off x="2266156"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26" name="">
            <a:extLst xmlns:a="http://schemas.openxmlformats.org/drawingml/2006/main">
              <a:ext uri="{FF2B5EF4-FFF2-40B4-BE49-F238E27FC236}">
                <a16:creationId xmlns:a16="http://schemas.microsoft.com/office/drawing/2014/main" id="{A160BE5C-C52C-4405-8FFD-5C889DD01F5A}"/>
              </a:ext>
            </a:extLst>
          </p:cNvPr>
          <p:cNvSpPr>
            <a:spLocks xmlns:a="http://schemas.openxmlformats.org/drawingml/2006/main" noGrp="1"/>
          </p:cNvSpPr>
          <p:nvPr/>
        </p:nvSpPr>
        <p:spPr>
          <a:xfrm xmlns:a="http://schemas.openxmlformats.org/drawingml/2006/main">
            <a:off x="2399109"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27" name="">
            <a:extLst xmlns:a="http://schemas.openxmlformats.org/drawingml/2006/main">
              <a:ext uri="{FF2B5EF4-FFF2-40B4-BE49-F238E27FC236}">
                <a16:creationId xmlns:a16="http://schemas.microsoft.com/office/drawing/2014/main" id="{023A1072-B0B1-4FC9-9E18-14D1989862C4}"/>
              </a:ext>
            </a:extLst>
          </p:cNvPr>
          <p:cNvSpPr>
            <a:spLocks xmlns:a="http://schemas.openxmlformats.org/drawingml/2006/main" noGrp="1"/>
          </p:cNvSpPr>
          <p:nvPr/>
        </p:nvSpPr>
        <p:spPr>
          <a:xfrm xmlns:a="http://schemas.openxmlformats.org/drawingml/2006/main">
            <a:off x="2532063"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28" name="">
            <a:extLst xmlns:a="http://schemas.openxmlformats.org/drawingml/2006/main">
              <a:ext uri="{FF2B5EF4-FFF2-40B4-BE49-F238E27FC236}">
                <a16:creationId xmlns:a16="http://schemas.microsoft.com/office/drawing/2014/main" id="{200D42C0-4D6C-4AB6-A322-106A0696A64B}"/>
              </a:ext>
            </a:extLst>
          </p:cNvPr>
          <p:cNvSpPr>
            <a:spLocks xmlns:a="http://schemas.openxmlformats.org/drawingml/2006/main" noGrp="1"/>
          </p:cNvSpPr>
          <p:nvPr/>
        </p:nvSpPr>
        <p:spPr>
          <a:xfrm xmlns:a="http://schemas.openxmlformats.org/drawingml/2006/main">
            <a:off x="2665016"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29" name="">
            <a:extLst xmlns:a="http://schemas.openxmlformats.org/drawingml/2006/main">
              <a:ext uri="{FF2B5EF4-FFF2-40B4-BE49-F238E27FC236}">
                <a16:creationId xmlns:a16="http://schemas.microsoft.com/office/drawing/2014/main" id="{F59DEEE1-5BD2-4B1B-A603-42DC92E7753A}"/>
              </a:ext>
            </a:extLst>
          </p:cNvPr>
          <p:cNvSpPr>
            <a:spLocks xmlns:a="http://schemas.openxmlformats.org/drawingml/2006/main" noGrp="1"/>
          </p:cNvSpPr>
          <p:nvPr/>
        </p:nvSpPr>
        <p:spPr>
          <a:xfrm xmlns:a="http://schemas.openxmlformats.org/drawingml/2006/main">
            <a:off x="2797969"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30" name="">
            <a:extLst xmlns:a="http://schemas.openxmlformats.org/drawingml/2006/main">
              <a:ext uri="{FF2B5EF4-FFF2-40B4-BE49-F238E27FC236}">
                <a16:creationId xmlns:a16="http://schemas.microsoft.com/office/drawing/2014/main" id="{92A713D7-AD52-48E1-9D14-35AE34C91553}"/>
              </a:ext>
            </a:extLst>
          </p:cNvPr>
          <p:cNvSpPr>
            <a:spLocks xmlns:a="http://schemas.openxmlformats.org/drawingml/2006/main" noGrp="1"/>
          </p:cNvSpPr>
          <p:nvPr/>
        </p:nvSpPr>
        <p:spPr>
          <a:xfrm xmlns:a="http://schemas.openxmlformats.org/drawingml/2006/main">
            <a:off x="2930922"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31" name="">
            <a:extLst xmlns:a="http://schemas.openxmlformats.org/drawingml/2006/main">
              <a:ext uri="{FF2B5EF4-FFF2-40B4-BE49-F238E27FC236}">
                <a16:creationId xmlns:a16="http://schemas.microsoft.com/office/drawing/2014/main" id="{9EE673FB-CCBA-42C2-9819-58E7D642B6B8}"/>
              </a:ext>
            </a:extLst>
          </p:cNvPr>
          <p:cNvSpPr>
            <a:spLocks xmlns:a="http://schemas.openxmlformats.org/drawingml/2006/main" noGrp="1"/>
          </p:cNvSpPr>
          <p:nvPr/>
        </p:nvSpPr>
        <p:spPr>
          <a:xfrm xmlns:a="http://schemas.openxmlformats.org/drawingml/2006/main">
            <a:off x="3063875"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32" name="">
            <a:extLst xmlns:a="http://schemas.openxmlformats.org/drawingml/2006/main">
              <a:ext uri="{FF2B5EF4-FFF2-40B4-BE49-F238E27FC236}">
                <a16:creationId xmlns:a16="http://schemas.microsoft.com/office/drawing/2014/main" id="{6EB2D0F5-99F3-41D7-A87A-3E83DF5A1804}"/>
              </a:ext>
            </a:extLst>
          </p:cNvPr>
          <p:cNvSpPr>
            <a:spLocks xmlns:a="http://schemas.openxmlformats.org/drawingml/2006/main" noGrp="1"/>
          </p:cNvSpPr>
          <p:nvPr/>
        </p:nvSpPr>
        <p:spPr>
          <a:xfrm xmlns:a="http://schemas.openxmlformats.org/drawingml/2006/main">
            <a:off x="3196828"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33" name="">
            <a:extLst xmlns:a="http://schemas.openxmlformats.org/drawingml/2006/main">
              <a:ext uri="{FF2B5EF4-FFF2-40B4-BE49-F238E27FC236}">
                <a16:creationId xmlns:a16="http://schemas.microsoft.com/office/drawing/2014/main" id="{499A84D8-DE71-4501-9204-1F4DB29159A8}"/>
              </a:ext>
            </a:extLst>
          </p:cNvPr>
          <p:cNvSpPr>
            <a:spLocks xmlns:a="http://schemas.openxmlformats.org/drawingml/2006/main" noGrp="1"/>
          </p:cNvSpPr>
          <p:nvPr/>
        </p:nvSpPr>
        <p:spPr>
          <a:xfrm xmlns:a="http://schemas.openxmlformats.org/drawingml/2006/main">
            <a:off x="3329781"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34" name="">
            <a:extLst xmlns:a="http://schemas.openxmlformats.org/drawingml/2006/main">
              <a:ext uri="{FF2B5EF4-FFF2-40B4-BE49-F238E27FC236}">
                <a16:creationId xmlns:a16="http://schemas.microsoft.com/office/drawing/2014/main" id="{FE75DC2D-84AA-49D4-BCAB-1D2C178504D9}"/>
              </a:ext>
            </a:extLst>
          </p:cNvPr>
          <p:cNvSpPr>
            <a:spLocks xmlns:a="http://schemas.openxmlformats.org/drawingml/2006/main" noGrp="1"/>
          </p:cNvSpPr>
          <p:nvPr/>
        </p:nvSpPr>
        <p:spPr>
          <a:xfrm xmlns:a="http://schemas.openxmlformats.org/drawingml/2006/main">
            <a:off x="3462734"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35" name="">
            <a:extLst xmlns:a="http://schemas.openxmlformats.org/drawingml/2006/main">
              <a:ext uri="{FF2B5EF4-FFF2-40B4-BE49-F238E27FC236}">
                <a16:creationId xmlns:a16="http://schemas.microsoft.com/office/drawing/2014/main" id="{FB4EE502-3B3B-4412-BA35-40D016E30720}"/>
              </a:ext>
            </a:extLst>
          </p:cNvPr>
          <p:cNvSpPr>
            <a:spLocks xmlns:a="http://schemas.openxmlformats.org/drawingml/2006/main" noGrp="1"/>
          </p:cNvSpPr>
          <p:nvPr/>
        </p:nvSpPr>
        <p:spPr>
          <a:xfrm xmlns:a="http://schemas.openxmlformats.org/drawingml/2006/main">
            <a:off x="3595688"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36" name="">
            <a:extLst xmlns:a="http://schemas.openxmlformats.org/drawingml/2006/main">
              <a:ext uri="{FF2B5EF4-FFF2-40B4-BE49-F238E27FC236}">
                <a16:creationId xmlns:a16="http://schemas.microsoft.com/office/drawing/2014/main" id="{C506CBAD-5112-426D-A6B2-247B50DC66A5}"/>
              </a:ext>
            </a:extLst>
          </p:cNvPr>
          <p:cNvSpPr>
            <a:spLocks xmlns:a="http://schemas.openxmlformats.org/drawingml/2006/main" noGrp="1"/>
          </p:cNvSpPr>
          <p:nvPr/>
        </p:nvSpPr>
        <p:spPr>
          <a:xfrm xmlns:a="http://schemas.openxmlformats.org/drawingml/2006/main">
            <a:off x="3728641"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37" name="">
            <a:extLst xmlns:a="http://schemas.openxmlformats.org/drawingml/2006/main">
              <a:ext uri="{FF2B5EF4-FFF2-40B4-BE49-F238E27FC236}">
                <a16:creationId xmlns:a16="http://schemas.microsoft.com/office/drawing/2014/main" id="{61E94EE2-F79D-424F-9EE9-0B3549DA929C}"/>
              </a:ext>
            </a:extLst>
          </p:cNvPr>
          <p:cNvSpPr>
            <a:spLocks xmlns:a="http://schemas.openxmlformats.org/drawingml/2006/main" noGrp="1"/>
          </p:cNvSpPr>
          <p:nvPr/>
        </p:nvSpPr>
        <p:spPr>
          <a:xfrm xmlns:a="http://schemas.openxmlformats.org/drawingml/2006/main">
            <a:off x="3861594"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38" name="">
            <a:extLst xmlns:a="http://schemas.openxmlformats.org/drawingml/2006/main">
              <a:ext uri="{FF2B5EF4-FFF2-40B4-BE49-F238E27FC236}">
                <a16:creationId xmlns:a16="http://schemas.microsoft.com/office/drawing/2014/main" id="{2B1445CE-13E7-4689-9633-4B771775A084}"/>
              </a:ext>
            </a:extLst>
          </p:cNvPr>
          <p:cNvSpPr>
            <a:spLocks xmlns:a="http://schemas.openxmlformats.org/drawingml/2006/main" noGrp="1"/>
          </p:cNvSpPr>
          <p:nvPr/>
        </p:nvSpPr>
        <p:spPr>
          <a:xfrm xmlns:a="http://schemas.openxmlformats.org/drawingml/2006/main">
            <a:off x="3994547"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39" name="">
            <a:extLst xmlns:a="http://schemas.openxmlformats.org/drawingml/2006/main">
              <a:ext uri="{FF2B5EF4-FFF2-40B4-BE49-F238E27FC236}">
                <a16:creationId xmlns:a16="http://schemas.microsoft.com/office/drawing/2014/main" id="{4758DAB7-0B9E-4DE2-8002-2628418B6A88}"/>
              </a:ext>
            </a:extLst>
          </p:cNvPr>
          <p:cNvSpPr>
            <a:spLocks xmlns:a="http://schemas.openxmlformats.org/drawingml/2006/main" noGrp="1"/>
          </p:cNvSpPr>
          <p:nvPr/>
        </p:nvSpPr>
        <p:spPr>
          <a:xfrm xmlns:a="http://schemas.openxmlformats.org/drawingml/2006/main">
            <a:off x="4127500"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40" name="">
            <a:extLst xmlns:a="http://schemas.openxmlformats.org/drawingml/2006/main">
              <a:ext uri="{FF2B5EF4-FFF2-40B4-BE49-F238E27FC236}">
                <a16:creationId xmlns:a16="http://schemas.microsoft.com/office/drawing/2014/main" id="{5547C93F-9F74-4C4C-A6D8-D2795AE06279}"/>
              </a:ext>
            </a:extLst>
          </p:cNvPr>
          <p:cNvSpPr>
            <a:spLocks xmlns:a="http://schemas.openxmlformats.org/drawingml/2006/main" noGrp="1"/>
          </p:cNvSpPr>
          <p:nvPr/>
        </p:nvSpPr>
        <p:spPr>
          <a:xfrm xmlns:a="http://schemas.openxmlformats.org/drawingml/2006/main">
            <a:off x="4260453"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41" name="">
            <a:extLst xmlns:a="http://schemas.openxmlformats.org/drawingml/2006/main">
              <a:ext uri="{FF2B5EF4-FFF2-40B4-BE49-F238E27FC236}">
                <a16:creationId xmlns:a16="http://schemas.microsoft.com/office/drawing/2014/main" id="{4CFF3BE6-DBC9-4AF1-9443-31A08F6BAE47}"/>
              </a:ext>
            </a:extLst>
          </p:cNvPr>
          <p:cNvSpPr>
            <a:spLocks xmlns:a="http://schemas.openxmlformats.org/drawingml/2006/main" noGrp="1"/>
          </p:cNvSpPr>
          <p:nvPr/>
        </p:nvSpPr>
        <p:spPr>
          <a:xfrm xmlns:a="http://schemas.openxmlformats.org/drawingml/2006/main">
            <a:off x="4393406"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42" name="">
            <a:extLst xmlns:a="http://schemas.openxmlformats.org/drawingml/2006/main">
              <a:ext uri="{FF2B5EF4-FFF2-40B4-BE49-F238E27FC236}">
                <a16:creationId xmlns:a16="http://schemas.microsoft.com/office/drawing/2014/main" id="{C30D4AE3-7BD1-4702-B814-09F303853985}"/>
              </a:ext>
            </a:extLst>
          </p:cNvPr>
          <p:cNvSpPr>
            <a:spLocks xmlns:a="http://schemas.openxmlformats.org/drawingml/2006/main" noGrp="1"/>
          </p:cNvSpPr>
          <p:nvPr/>
        </p:nvSpPr>
        <p:spPr>
          <a:xfrm xmlns:a="http://schemas.openxmlformats.org/drawingml/2006/main">
            <a:off x="4526359"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43" name="">
            <a:extLst xmlns:a="http://schemas.openxmlformats.org/drawingml/2006/main">
              <a:ext uri="{FF2B5EF4-FFF2-40B4-BE49-F238E27FC236}">
                <a16:creationId xmlns:a16="http://schemas.microsoft.com/office/drawing/2014/main" id="{0E18401C-ECDB-4A50-8939-6FCA16FE6B50}"/>
              </a:ext>
            </a:extLst>
          </p:cNvPr>
          <p:cNvSpPr>
            <a:spLocks xmlns:a="http://schemas.openxmlformats.org/drawingml/2006/main" noGrp="1"/>
          </p:cNvSpPr>
          <p:nvPr/>
        </p:nvSpPr>
        <p:spPr>
          <a:xfrm xmlns:a="http://schemas.openxmlformats.org/drawingml/2006/main">
            <a:off x="4659313"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44" name="">
            <a:extLst xmlns:a="http://schemas.openxmlformats.org/drawingml/2006/main">
              <a:ext uri="{FF2B5EF4-FFF2-40B4-BE49-F238E27FC236}">
                <a16:creationId xmlns:a16="http://schemas.microsoft.com/office/drawing/2014/main" id="{FD1196EA-E337-4A95-A0FB-95D8CE9A044C}"/>
              </a:ext>
            </a:extLst>
          </p:cNvPr>
          <p:cNvSpPr>
            <a:spLocks xmlns:a="http://schemas.openxmlformats.org/drawingml/2006/main" noGrp="1"/>
          </p:cNvSpPr>
          <p:nvPr/>
        </p:nvSpPr>
        <p:spPr>
          <a:xfrm xmlns:a="http://schemas.openxmlformats.org/drawingml/2006/main">
            <a:off x="4792266"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45" name="">
            <a:extLst xmlns:a="http://schemas.openxmlformats.org/drawingml/2006/main">
              <a:ext uri="{FF2B5EF4-FFF2-40B4-BE49-F238E27FC236}">
                <a16:creationId xmlns:a16="http://schemas.microsoft.com/office/drawing/2014/main" id="{123FDC01-F0F2-4071-9A4E-74A23403A1AD}"/>
              </a:ext>
            </a:extLst>
          </p:cNvPr>
          <p:cNvSpPr>
            <a:spLocks xmlns:a="http://schemas.openxmlformats.org/drawingml/2006/main" noGrp="1"/>
          </p:cNvSpPr>
          <p:nvPr/>
        </p:nvSpPr>
        <p:spPr>
          <a:xfrm xmlns:a="http://schemas.openxmlformats.org/drawingml/2006/main">
            <a:off x="4925219"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46" name="">
            <a:extLst xmlns:a="http://schemas.openxmlformats.org/drawingml/2006/main">
              <a:ext uri="{FF2B5EF4-FFF2-40B4-BE49-F238E27FC236}">
                <a16:creationId xmlns:a16="http://schemas.microsoft.com/office/drawing/2014/main" id="{2616FAE5-5342-40F4-A282-E83FC9C5CECB}"/>
              </a:ext>
            </a:extLst>
          </p:cNvPr>
          <p:cNvSpPr>
            <a:spLocks xmlns:a="http://schemas.openxmlformats.org/drawingml/2006/main" noGrp="1"/>
          </p:cNvSpPr>
          <p:nvPr/>
        </p:nvSpPr>
        <p:spPr>
          <a:xfrm xmlns:a="http://schemas.openxmlformats.org/drawingml/2006/main">
            <a:off x="5058172"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47" name="">
            <a:extLst xmlns:a="http://schemas.openxmlformats.org/drawingml/2006/main">
              <a:ext uri="{FF2B5EF4-FFF2-40B4-BE49-F238E27FC236}">
                <a16:creationId xmlns:a16="http://schemas.microsoft.com/office/drawing/2014/main" id="{8D7CE015-A7B9-46B8-8B83-A473542EC5B4}"/>
              </a:ext>
            </a:extLst>
          </p:cNvPr>
          <p:cNvSpPr>
            <a:spLocks xmlns:a="http://schemas.openxmlformats.org/drawingml/2006/main" noGrp="1"/>
          </p:cNvSpPr>
          <p:nvPr/>
        </p:nvSpPr>
        <p:spPr>
          <a:xfrm xmlns:a="http://schemas.openxmlformats.org/drawingml/2006/main">
            <a:off x="5191125"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48" name="">
            <a:extLst xmlns:a="http://schemas.openxmlformats.org/drawingml/2006/main">
              <a:ext uri="{FF2B5EF4-FFF2-40B4-BE49-F238E27FC236}">
                <a16:creationId xmlns:a16="http://schemas.microsoft.com/office/drawing/2014/main" id="{DB459FDB-2993-41CE-9132-47F16590981B}"/>
              </a:ext>
            </a:extLst>
          </p:cNvPr>
          <p:cNvSpPr>
            <a:spLocks xmlns:a="http://schemas.openxmlformats.org/drawingml/2006/main" noGrp="1"/>
          </p:cNvSpPr>
          <p:nvPr/>
        </p:nvSpPr>
        <p:spPr>
          <a:xfrm xmlns:a="http://schemas.openxmlformats.org/drawingml/2006/main">
            <a:off x="5324078"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49" name="">
            <a:extLst xmlns:a="http://schemas.openxmlformats.org/drawingml/2006/main">
              <a:ext uri="{FF2B5EF4-FFF2-40B4-BE49-F238E27FC236}">
                <a16:creationId xmlns:a16="http://schemas.microsoft.com/office/drawing/2014/main" id="{79617DC4-574F-409F-9ED0-0B9B379B21A7}"/>
              </a:ext>
            </a:extLst>
          </p:cNvPr>
          <p:cNvSpPr>
            <a:spLocks xmlns:a="http://schemas.openxmlformats.org/drawingml/2006/main" noGrp="1"/>
          </p:cNvSpPr>
          <p:nvPr/>
        </p:nvSpPr>
        <p:spPr>
          <a:xfrm xmlns:a="http://schemas.openxmlformats.org/drawingml/2006/main">
            <a:off x="5457031"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50" name="">
            <a:extLst xmlns:a="http://schemas.openxmlformats.org/drawingml/2006/main">
              <a:ext uri="{FF2B5EF4-FFF2-40B4-BE49-F238E27FC236}">
                <a16:creationId xmlns:a16="http://schemas.microsoft.com/office/drawing/2014/main" id="{93C1B647-73CC-4234-A84B-09FA9685D1BC}"/>
              </a:ext>
            </a:extLst>
          </p:cNvPr>
          <p:cNvSpPr>
            <a:spLocks xmlns:a="http://schemas.openxmlformats.org/drawingml/2006/main" noGrp="1"/>
          </p:cNvSpPr>
          <p:nvPr/>
        </p:nvSpPr>
        <p:spPr>
          <a:xfrm xmlns:a="http://schemas.openxmlformats.org/drawingml/2006/main">
            <a:off x="5589984"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51" name="">
            <a:extLst xmlns:a="http://schemas.openxmlformats.org/drawingml/2006/main">
              <a:ext uri="{FF2B5EF4-FFF2-40B4-BE49-F238E27FC236}">
                <a16:creationId xmlns:a16="http://schemas.microsoft.com/office/drawing/2014/main" id="{CD716A89-69B9-4C0F-9F04-9A604988C134}"/>
              </a:ext>
            </a:extLst>
          </p:cNvPr>
          <p:cNvSpPr>
            <a:spLocks xmlns:a="http://schemas.openxmlformats.org/drawingml/2006/main" noGrp="1"/>
          </p:cNvSpPr>
          <p:nvPr/>
        </p:nvSpPr>
        <p:spPr>
          <a:xfrm xmlns:a="http://schemas.openxmlformats.org/drawingml/2006/main">
            <a:off x="5722938"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52" name="">
            <a:extLst xmlns:a="http://schemas.openxmlformats.org/drawingml/2006/main">
              <a:ext uri="{FF2B5EF4-FFF2-40B4-BE49-F238E27FC236}">
                <a16:creationId xmlns:a16="http://schemas.microsoft.com/office/drawing/2014/main" id="{0652725B-07BB-4EF7-A175-6B8FB7D34A06}"/>
              </a:ext>
            </a:extLst>
          </p:cNvPr>
          <p:cNvSpPr>
            <a:spLocks xmlns:a="http://schemas.openxmlformats.org/drawingml/2006/main" noGrp="1"/>
          </p:cNvSpPr>
          <p:nvPr/>
        </p:nvSpPr>
        <p:spPr>
          <a:xfrm xmlns:a="http://schemas.openxmlformats.org/drawingml/2006/main">
            <a:off x="5855891"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53" name="">
            <a:extLst xmlns:a="http://schemas.openxmlformats.org/drawingml/2006/main">
              <a:ext uri="{FF2B5EF4-FFF2-40B4-BE49-F238E27FC236}">
                <a16:creationId xmlns:a16="http://schemas.microsoft.com/office/drawing/2014/main" id="{3DD1702C-45E8-4B23-B065-CE6B4201B01D}"/>
              </a:ext>
            </a:extLst>
          </p:cNvPr>
          <p:cNvSpPr>
            <a:spLocks xmlns:a="http://schemas.openxmlformats.org/drawingml/2006/main" noGrp="1"/>
          </p:cNvSpPr>
          <p:nvPr/>
        </p:nvSpPr>
        <p:spPr>
          <a:xfrm xmlns:a="http://schemas.openxmlformats.org/drawingml/2006/main">
            <a:off x="5988844"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54" name="">
            <a:extLst xmlns:a="http://schemas.openxmlformats.org/drawingml/2006/main">
              <a:ext uri="{FF2B5EF4-FFF2-40B4-BE49-F238E27FC236}">
                <a16:creationId xmlns:a16="http://schemas.microsoft.com/office/drawing/2014/main" id="{1F31B4F9-C7DA-4973-8573-8AA62E64C3E9}"/>
              </a:ext>
            </a:extLst>
          </p:cNvPr>
          <p:cNvSpPr>
            <a:spLocks xmlns:a="http://schemas.openxmlformats.org/drawingml/2006/main" noGrp="1"/>
          </p:cNvSpPr>
          <p:nvPr/>
        </p:nvSpPr>
        <p:spPr>
          <a:xfrm xmlns:a="http://schemas.openxmlformats.org/drawingml/2006/main">
            <a:off x="6121797"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55" name="">
            <a:extLst xmlns:a="http://schemas.openxmlformats.org/drawingml/2006/main">
              <a:ext uri="{FF2B5EF4-FFF2-40B4-BE49-F238E27FC236}">
                <a16:creationId xmlns:a16="http://schemas.microsoft.com/office/drawing/2014/main" id="{F77F0FB9-89B9-46EC-AB69-CAF4317067C7}"/>
              </a:ext>
            </a:extLst>
          </p:cNvPr>
          <p:cNvSpPr>
            <a:spLocks xmlns:a="http://schemas.openxmlformats.org/drawingml/2006/main" noGrp="1"/>
          </p:cNvSpPr>
          <p:nvPr/>
        </p:nvSpPr>
        <p:spPr>
          <a:xfrm xmlns:a="http://schemas.openxmlformats.org/drawingml/2006/main">
            <a:off x="6254750"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56" name="">
            <a:extLst xmlns:a="http://schemas.openxmlformats.org/drawingml/2006/main">
              <a:ext uri="{FF2B5EF4-FFF2-40B4-BE49-F238E27FC236}">
                <a16:creationId xmlns:a16="http://schemas.microsoft.com/office/drawing/2014/main" id="{4D22E4E8-7EDD-490A-B9EF-66CECEA3D03F}"/>
              </a:ext>
            </a:extLst>
          </p:cNvPr>
          <p:cNvSpPr>
            <a:spLocks xmlns:a="http://schemas.openxmlformats.org/drawingml/2006/main" noGrp="1"/>
          </p:cNvSpPr>
          <p:nvPr/>
        </p:nvSpPr>
        <p:spPr>
          <a:xfrm xmlns:a="http://schemas.openxmlformats.org/drawingml/2006/main">
            <a:off x="6387703"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57" name="">
            <a:extLst xmlns:a="http://schemas.openxmlformats.org/drawingml/2006/main">
              <a:ext uri="{FF2B5EF4-FFF2-40B4-BE49-F238E27FC236}">
                <a16:creationId xmlns:a16="http://schemas.microsoft.com/office/drawing/2014/main" id="{764F2193-1D61-4E62-BED3-5CEFD39E6150}"/>
              </a:ext>
            </a:extLst>
          </p:cNvPr>
          <p:cNvSpPr>
            <a:spLocks xmlns:a="http://schemas.openxmlformats.org/drawingml/2006/main" noGrp="1"/>
          </p:cNvSpPr>
          <p:nvPr/>
        </p:nvSpPr>
        <p:spPr>
          <a:xfrm xmlns:a="http://schemas.openxmlformats.org/drawingml/2006/main">
            <a:off x="6520656"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58" name="">
            <a:extLst xmlns:a="http://schemas.openxmlformats.org/drawingml/2006/main">
              <a:ext uri="{FF2B5EF4-FFF2-40B4-BE49-F238E27FC236}">
                <a16:creationId xmlns:a16="http://schemas.microsoft.com/office/drawing/2014/main" id="{60F7766F-1574-426A-B391-D0CE6851CED3}"/>
              </a:ext>
            </a:extLst>
          </p:cNvPr>
          <p:cNvSpPr>
            <a:spLocks xmlns:a="http://schemas.openxmlformats.org/drawingml/2006/main" noGrp="1"/>
          </p:cNvSpPr>
          <p:nvPr/>
        </p:nvSpPr>
        <p:spPr>
          <a:xfrm xmlns:a="http://schemas.openxmlformats.org/drawingml/2006/main">
            <a:off x="6653609"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59" name="">
            <a:extLst xmlns:a="http://schemas.openxmlformats.org/drawingml/2006/main">
              <a:ext uri="{FF2B5EF4-FFF2-40B4-BE49-F238E27FC236}">
                <a16:creationId xmlns:a16="http://schemas.microsoft.com/office/drawing/2014/main" id="{97B57CCB-E2A7-4103-B4E8-2640B15C3FDA}"/>
              </a:ext>
            </a:extLst>
          </p:cNvPr>
          <p:cNvSpPr>
            <a:spLocks xmlns:a="http://schemas.openxmlformats.org/drawingml/2006/main" noGrp="1"/>
          </p:cNvSpPr>
          <p:nvPr/>
        </p:nvSpPr>
        <p:spPr>
          <a:xfrm xmlns:a="http://schemas.openxmlformats.org/drawingml/2006/main">
            <a:off x="6786563"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60" name="">
            <a:extLst xmlns:a="http://schemas.openxmlformats.org/drawingml/2006/main">
              <a:ext uri="{FF2B5EF4-FFF2-40B4-BE49-F238E27FC236}">
                <a16:creationId xmlns:a16="http://schemas.microsoft.com/office/drawing/2014/main" id="{61FBD22E-660C-43CA-9DF8-665455C5CF2C}"/>
              </a:ext>
            </a:extLst>
          </p:cNvPr>
          <p:cNvSpPr>
            <a:spLocks xmlns:a="http://schemas.openxmlformats.org/drawingml/2006/main" noGrp="1"/>
          </p:cNvSpPr>
          <p:nvPr/>
        </p:nvSpPr>
        <p:spPr>
          <a:xfrm xmlns:a="http://schemas.openxmlformats.org/drawingml/2006/main">
            <a:off x="6919516"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61" name="">
            <a:extLst xmlns:a="http://schemas.openxmlformats.org/drawingml/2006/main">
              <a:ext uri="{FF2B5EF4-FFF2-40B4-BE49-F238E27FC236}">
                <a16:creationId xmlns:a16="http://schemas.microsoft.com/office/drawing/2014/main" id="{A6F34208-CD08-4940-90A0-0DCEA2CBAFD9}"/>
              </a:ext>
            </a:extLst>
          </p:cNvPr>
          <p:cNvSpPr>
            <a:spLocks xmlns:a="http://schemas.openxmlformats.org/drawingml/2006/main" noGrp="1"/>
          </p:cNvSpPr>
          <p:nvPr/>
        </p:nvSpPr>
        <p:spPr>
          <a:xfrm xmlns:a="http://schemas.openxmlformats.org/drawingml/2006/main">
            <a:off x="7052469"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62" name="">
            <a:extLst xmlns:a="http://schemas.openxmlformats.org/drawingml/2006/main">
              <a:ext uri="{FF2B5EF4-FFF2-40B4-BE49-F238E27FC236}">
                <a16:creationId xmlns:a16="http://schemas.microsoft.com/office/drawing/2014/main" id="{832BE93E-8D88-4312-BDAB-8E38E852D87F}"/>
              </a:ext>
            </a:extLst>
          </p:cNvPr>
          <p:cNvSpPr>
            <a:spLocks xmlns:a="http://schemas.openxmlformats.org/drawingml/2006/main" noGrp="1"/>
          </p:cNvSpPr>
          <p:nvPr/>
        </p:nvSpPr>
        <p:spPr>
          <a:xfrm xmlns:a="http://schemas.openxmlformats.org/drawingml/2006/main">
            <a:off x="7185422"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63" name="">
            <a:extLst xmlns:a="http://schemas.openxmlformats.org/drawingml/2006/main">
              <a:ext uri="{FF2B5EF4-FFF2-40B4-BE49-F238E27FC236}">
                <a16:creationId xmlns:a16="http://schemas.microsoft.com/office/drawing/2014/main" id="{6B91AE8E-50E2-4D73-9CB2-D47DEB6DC40E}"/>
              </a:ext>
            </a:extLst>
          </p:cNvPr>
          <p:cNvSpPr>
            <a:spLocks xmlns:a="http://schemas.openxmlformats.org/drawingml/2006/main" noGrp="1"/>
          </p:cNvSpPr>
          <p:nvPr/>
        </p:nvSpPr>
        <p:spPr>
          <a:xfrm xmlns:a="http://schemas.openxmlformats.org/drawingml/2006/main">
            <a:off x="7318375"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64" name="">
            <a:extLst xmlns:a="http://schemas.openxmlformats.org/drawingml/2006/main">
              <a:ext uri="{FF2B5EF4-FFF2-40B4-BE49-F238E27FC236}">
                <a16:creationId xmlns:a16="http://schemas.microsoft.com/office/drawing/2014/main" id="{AABA53E1-ED6D-47AF-8D95-D311AD999823}"/>
              </a:ext>
            </a:extLst>
          </p:cNvPr>
          <p:cNvSpPr>
            <a:spLocks xmlns:a="http://schemas.openxmlformats.org/drawingml/2006/main" noGrp="1"/>
          </p:cNvSpPr>
          <p:nvPr/>
        </p:nvSpPr>
        <p:spPr>
          <a:xfrm xmlns:a="http://schemas.openxmlformats.org/drawingml/2006/main">
            <a:off x="7451328"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65" name="">
            <a:extLst xmlns:a="http://schemas.openxmlformats.org/drawingml/2006/main">
              <a:ext uri="{FF2B5EF4-FFF2-40B4-BE49-F238E27FC236}">
                <a16:creationId xmlns:a16="http://schemas.microsoft.com/office/drawing/2014/main" id="{E5C89E72-1C5E-4E61-9622-A1CC232B5913}"/>
              </a:ext>
            </a:extLst>
          </p:cNvPr>
          <p:cNvSpPr>
            <a:spLocks xmlns:a="http://schemas.openxmlformats.org/drawingml/2006/main" noGrp="1"/>
          </p:cNvSpPr>
          <p:nvPr/>
        </p:nvSpPr>
        <p:spPr>
          <a:xfrm xmlns:a="http://schemas.openxmlformats.org/drawingml/2006/main">
            <a:off x="7584281"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66" name="">
            <a:extLst xmlns:a="http://schemas.openxmlformats.org/drawingml/2006/main">
              <a:ext uri="{FF2B5EF4-FFF2-40B4-BE49-F238E27FC236}">
                <a16:creationId xmlns:a16="http://schemas.microsoft.com/office/drawing/2014/main" id="{45C1F073-796F-4718-B982-F4E8170BCA57}"/>
              </a:ext>
            </a:extLst>
          </p:cNvPr>
          <p:cNvSpPr>
            <a:spLocks xmlns:a="http://schemas.openxmlformats.org/drawingml/2006/main" noGrp="1"/>
          </p:cNvSpPr>
          <p:nvPr/>
        </p:nvSpPr>
        <p:spPr>
          <a:xfrm xmlns:a="http://schemas.openxmlformats.org/drawingml/2006/main">
            <a:off x="7717234"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67" name="">
            <a:extLst xmlns:a="http://schemas.openxmlformats.org/drawingml/2006/main">
              <a:ext uri="{FF2B5EF4-FFF2-40B4-BE49-F238E27FC236}">
                <a16:creationId xmlns:a16="http://schemas.microsoft.com/office/drawing/2014/main" id="{E72BFAE2-E284-4E15-A61E-CF7B47DBC028}"/>
              </a:ext>
            </a:extLst>
          </p:cNvPr>
          <p:cNvSpPr>
            <a:spLocks xmlns:a="http://schemas.openxmlformats.org/drawingml/2006/main" noGrp="1"/>
          </p:cNvSpPr>
          <p:nvPr/>
        </p:nvSpPr>
        <p:spPr>
          <a:xfrm xmlns:a="http://schemas.openxmlformats.org/drawingml/2006/main">
            <a:off x="7850188"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68" name="">
            <a:extLst xmlns:a="http://schemas.openxmlformats.org/drawingml/2006/main">
              <a:ext uri="{FF2B5EF4-FFF2-40B4-BE49-F238E27FC236}">
                <a16:creationId xmlns:a16="http://schemas.microsoft.com/office/drawing/2014/main" id="{9DC53822-0167-41C2-B7A8-939DC11A21FD}"/>
              </a:ext>
            </a:extLst>
          </p:cNvPr>
          <p:cNvSpPr>
            <a:spLocks xmlns:a="http://schemas.openxmlformats.org/drawingml/2006/main" noGrp="1"/>
          </p:cNvSpPr>
          <p:nvPr/>
        </p:nvSpPr>
        <p:spPr>
          <a:xfrm xmlns:a="http://schemas.openxmlformats.org/drawingml/2006/main">
            <a:off x="7983141"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69" name="">
            <a:extLst xmlns:a="http://schemas.openxmlformats.org/drawingml/2006/main">
              <a:ext uri="{FF2B5EF4-FFF2-40B4-BE49-F238E27FC236}">
                <a16:creationId xmlns:a16="http://schemas.microsoft.com/office/drawing/2014/main" id="{1FD60F91-711D-458B-AED4-80EE598AB126}"/>
              </a:ext>
            </a:extLst>
          </p:cNvPr>
          <p:cNvSpPr>
            <a:spLocks xmlns:a="http://schemas.openxmlformats.org/drawingml/2006/main" noGrp="1"/>
          </p:cNvSpPr>
          <p:nvPr/>
        </p:nvSpPr>
        <p:spPr>
          <a:xfrm xmlns:a="http://schemas.openxmlformats.org/drawingml/2006/main">
            <a:off x="8116094"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70" name="">
            <a:extLst xmlns:a="http://schemas.openxmlformats.org/drawingml/2006/main">
              <a:ext uri="{FF2B5EF4-FFF2-40B4-BE49-F238E27FC236}">
                <a16:creationId xmlns:a16="http://schemas.microsoft.com/office/drawing/2014/main" id="{077B3E32-EBAF-4B6F-B5B8-0E77BA8FB484}"/>
              </a:ext>
            </a:extLst>
          </p:cNvPr>
          <p:cNvSpPr>
            <a:spLocks xmlns:a="http://schemas.openxmlformats.org/drawingml/2006/main" noGrp="1"/>
          </p:cNvSpPr>
          <p:nvPr/>
        </p:nvSpPr>
        <p:spPr>
          <a:xfrm xmlns:a="http://schemas.openxmlformats.org/drawingml/2006/main">
            <a:off x="8249047" y="3048000"/>
            <a:ext cx="73124" cy="9525"/>
          </a:xfrm>
          <a:custGeom xmlns:a="http://schemas.openxmlformats.org/drawingml/2006/main">
            <a:pathLst>
              <a:path w="73124" h="9525">
                <a:moveTo>
                  <a:pt x="0" y="0"/>
                </a:moveTo>
                <a:lnTo>
                  <a:pt x="73124" y="0"/>
                </a:lnTo>
              </a:path>
            </a:pathLst>
          </a:custGeom>
          <a:noFill xmlns:a="http://schemas.openxmlformats.org/drawingml/2006/main"/>
          <a:ln xmlns:a="http://schemas.openxmlformats.org/drawingml/2006/main" w="14288">
            <a:solidFill>
              <a:srgbClr val="71818B"/>
            </a:solidFill>
          </a:ln>
        </p:spPr>
      </p:sp>
      <p:sp>
        <p:nvSpPr>
          <p:cNvPr id="71" name="">
            <a:extLst xmlns:a="http://schemas.openxmlformats.org/drawingml/2006/main">
              <a:ext uri="{FF2B5EF4-FFF2-40B4-BE49-F238E27FC236}">
                <a16:creationId xmlns:a16="http://schemas.microsoft.com/office/drawing/2014/main" id="{9AC9205F-A3E5-438E-A6D5-58F3BE353F4F}"/>
              </a:ext>
            </a:extLst>
          </p:cNvPr>
          <p:cNvSpPr>
            <a:spLocks xmlns:a="http://schemas.openxmlformats.org/drawingml/2006/main" noGrp="1"/>
          </p:cNvSpPr>
          <p:nvPr/>
        </p:nvSpPr>
        <p:spPr>
          <a:xfrm xmlns:a="http://schemas.openxmlformats.org/drawingml/2006/main">
            <a:off x="8572500" y="261937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ドライバーの軸など</a:t>
            </a:r>
          </a:p>
        </p:txBody>
      </p:sp>
      <p:sp>
        <p:nvSpPr>
          <p:cNvPr id="72" name="">
            <a:extLst xmlns:a="http://schemas.openxmlformats.org/drawingml/2006/main">
              <a:ext uri="{FF2B5EF4-FFF2-40B4-BE49-F238E27FC236}">
                <a16:creationId xmlns:a16="http://schemas.microsoft.com/office/drawing/2014/main" id="{06FCA979-07B7-4E9D-9BE0-C09C41378406}"/>
              </a:ext>
            </a:extLst>
          </p:cNvPr>
          <p:cNvSpPr>
            <a:spLocks xmlns:a="http://schemas.openxmlformats.org/drawingml/2006/main" noGrp="1"/>
          </p:cNvSpPr>
          <p:nvPr/>
        </p:nvSpPr>
        <p:spPr>
          <a:xfrm xmlns:a="http://schemas.openxmlformats.org/drawingml/2006/main">
            <a:off x="8572500" y="36195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内部にはせん断応力</a:t>
            </a:r>
          </a:p>
        </p:txBody>
      </p:sp>
      <p:sp>
        <p:nvSpPr>
          <p:cNvPr id="73" name="">
            <a:extLst xmlns:a="http://schemas.openxmlformats.org/drawingml/2006/main">
              <a:ext uri="{FF2B5EF4-FFF2-40B4-BE49-F238E27FC236}">
                <a16:creationId xmlns:a16="http://schemas.microsoft.com/office/drawing/2014/main" id="{09365253-65F3-49DF-8EFD-78A0C2E9DFD2}"/>
              </a:ext>
            </a:extLst>
          </p:cNvPr>
          <p:cNvSpPr>
            <a:spLocks xmlns:a="http://schemas.openxmlformats.org/drawingml/2006/main" noGrp="1"/>
          </p:cNvSpPr>
          <p:nvPr/>
        </p:nvSpPr>
        <p:spPr>
          <a:xfrm xmlns:a="http://schemas.openxmlformats.org/drawingml/2006/main">
            <a:off x="2571750" y="4238625"/>
            <a:ext cx="952500" cy="95250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74" name="">
            <a:extLst xmlns:a="http://schemas.openxmlformats.org/drawingml/2006/main">
              <a:ext uri="{FF2B5EF4-FFF2-40B4-BE49-F238E27FC236}">
                <a16:creationId xmlns:a16="http://schemas.microsoft.com/office/drawing/2014/main" id="{F47C178E-756D-4A55-9E81-237D6E1AC335}"/>
              </a:ext>
            </a:extLst>
          </p:cNvPr>
          <p:cNvSpPr>
            <a:spLocks xmlns:a="http://schemas.openxmlformats.org/drawingml/2006/main" noGrp="1"/>
          </p:cNvSpPr>
          <p:nvPr/>
        </p:nvSpPr>
        <p:spPr>
          <a:xfrm xmlns:a="http://schemas.openxmlformats.org/drawingml/2006/main">
            <a:off x="3048000" y="4476750"/>
            <a:ext cx="333375" cy="238125"/>
          </a:xfrm>
          <a:custGeom xmlns:a="http://schemas.openxmlformats.org/drawingml/2006/main">
            <a:pathLst>
              <a:path w="333375" h="238125">
                <a:moveTo>
                  <a:pt x="0" y="238125"/>
                </a:moveTo>
                <a:lnTo>
                  <a:pt x="333375" y="0"/>
                </a:lnTo>
              </a:path>
            </a:pathLst>
          </a:custGeom>
          <a:noFill xmlns:a="http://schemas.openxmlformats.org/drawingml/2006/main"/>
          <a:ln xmlns:a="http://schemas.openxmlformats.org/drawingml/2006/main" w="19050">
            <a:solidFill>
              <a:srgbClr val="71818B"/>
            </a:solidFill>
          </a:ln>
        </p:spPr>
      </p:sp>
      <p:sp>
        <p:nvSpPr>
          <p:cNvPr id="75" name="">
            <a:extLst xmlns:a="http://schemas.openxmlformats.org/drawingml/2006/main">
              <a:ext uri="{FF2B5EF4-FFF2-40B4-BE49-F238E27FC236}">
                <a16:creationId xmlns:a16="http://schemas.microsoft.com/office/drawing/2014/main" id="{3038CF51-18AB-4532-B4F4-4E97C274B597}"/>
              </a:ext>
            </a:extLst>
          </p:cNvPr>
          <p:cNvSpPr>
            <a:spLocks xmlns:a="http://schemas.openxmlformats.org/drawingml/2006/main" noGrp="1"/>
          </p:cNvSpPr>
          <p:nvPr/>
        </p:nvSpPr>
        <p:spPr>
          <a:xfrm xmlns:a="http://schemas.openxmlformats.org/drawingml/2006/main">
            <a:off x="2537240" y="4048566"/>
            <a:ext cx="1175378" cy="1332989"/>
          </a:xfrm>
          <a:custGeom xmlns:a="http://schemas.openxmlformats.org/drawingml/2006/main">
            <a:pathLst>
              <a:path w="1175378" h="1332989">
                <a:moveTo>
                  <a:pt x="0" y="237731"/>
                </a:moveTo>
                <a:lnTo>
                  <a:pt x="85907" y="152446"/>
                </a:lnTo>
                <a:lnTo>
                  <a:pt x="185818" y="84099"/>
                </a:lnTo>
                <a:lnTo>
                  <a:pt x="296440" y="34944"/>
                </a:lnTo>
                <a:lnTo>
                  <a:pt x="414127" y="6599"/>
                </a:lnTo>
                <a:lnTo>
                  <a:pt x="534999" y="0"/>
                </a:lnTo>
                <a:lnTo>
                  <a:pt x="655071" y="15364"/>
                </a:lnTo>
                <a:lnTo>
                  <a:pt x="770387" y="52184"/>
                </a:lnTo>
                <a:lnTo>
                  <a:pt x="877145" y="109248"/>
                </a:lnTo>
                <a:lnTo>
                  <a:pt x="971826" y="184673"/>
                </a:lnTo>
                <a:lnTo>
                  <a:pt x="1051310" y="275974"/>
                </a:lnTo>
                <a:lnTo>
                  <a:pt x="1112976" y="380142"/>
                </a:lnTo>
                <a:lnTo>
                  <a:pt x="1154791" y="493742"/>
                </a:lnTo>
                <a:lnTo>
                  <a:pt x="1175378" y="613030"/>
                </a:lnTo>
                <a:lnTo>
                  <a:pt x="1174058" y="734074"/>
                </a:lnTo>
                <a:lnTo>
                  <a:pt x="1150873" y="852885"/>
                </a:lnTo>
                <a:lnTo>
                  <a:pt x="1106590" y="965546"/>
                </a:lnTo>
                <a:lnTo>
                  <a:pt x="1042666" y="1068344"/>
                </a:lnTo>
                <a:lnTo>
                  <a:pt x="961210" y="1157889"/>
                </a:lnTo>
                <a:lnTo>
                  <a:pt x="864906" y="1231231"/>
                </a:lnTo>
                <a:lnTo>
                  <a:pt x="756928" y="1285952"/>
                </a:lnTo>
                <a:lnTo>
                  <a:pt x="640837" y="1320248"/>
                </a:lnTo>
                <a:lnTo>
                  <a:pt x="520457" y="1332989"/>
                </a:lnTo>
                <a:lnTo>
                  <a:pt x="399758" y="1323754"/>
                </a:lnTo>
                <a:lnTo>
                  <a:pt x="282718" y="1292849"/>
                </a:lnTo>
              </a:path>
            </a:pathLst>
          </a:custGeom>
          <a:noFill xmlns:a="http://schemas.openxmlformats.org/drawingml/2006/main"/>
          <a:ln xmlns:a="http://schemas.openxmlformats.org/drawingml/2006/main" w="38100">
            <a:solidFill>
              <a:srgbClr val="7655A5"/>
            </a:solidFill>
          </a:ln>
        </p:spPr>
      </p:sp>
      <p:sp>
        <p:nvSpPr>
          <p:cNvPr id="76" name="">
            <a:extLst xmlns:a="http://schemas.openxmlformats.org/drawingml/2006/main">
              <a:ext uri="{FF2B5EF4-FFF2-40B4-BE49-F238E27FC236}">
                <a16:creationId xmlns:a16="http://schemas.microsoft.com/office/drawing/2014/main" id="{E29FC0F4-797A-40D5-87B7-CC1168605BF6}"/>
              </a:ext>
            </a:extLst>
          </p:cNvPr>
          <p:cNvSpPr>
            <a:spLocks xmlns:a="http://schemas.openxmlformats.org/drawingml/2006/main" noGrp="1"/>
          </p:cNvSpPr>
          <p:nvPr/>
        </p:nvSpPr>
        <p:spPr>
          <a:xfrm xmlns:a="http://schemas.openxmlformats.org/drawingml/2006/main">
            <a:off x="2819958" y="5341415"/>
            <a:ext cx="117040" cy="30905"/>
          </a:xfrm>
          <a:custGeom xmlns:a="http://schemas.openxmlformats.org/drawingml/2006/main">
            <a:pathLst>
              <a:path w="117040" h="30905">
                <a:moveTo>
                  <a:pt x="117040" y="30905"/>
                </a:moveTo>
                <a:lnTo>
                  <a:pt x="0" y="0"/>
                </a:lnTo>
              </a:path>
            </a:pathLst>
          </a:custGeom>
          <a:noFill xmlns:a="http://schemas.openxmlformats.org/drawingml/2006/main"/>
          <a:ln xmlns:a="http://schemas.openxmlformats.org/drawingml/2006/main" w="28575">
            <a:solidFill>
              <a:srgbClr val="7655A5"/>
            </a:solidFill>
          </a:ln>
        </p:spPr>
      </p:sp>
      <p:sp>
        <p:nvSpPr>
          <p:cNvPr id="77" name="">
            <a:extLst xmlns:a="http://schemas.openxmlformats.org/drawingml/2006/main">
              <a:ext uri="{FF2B5EF4-FFF2-40B4-BE49-F238E27FC236}">
                <a16:creationId xmlns:a16="http://schemas.microsoft.com/office/drawing/2014/main" id="{0D0B7097-0E31-4898-99BB-4A34B5041F86}"/>
              </a:ext>
            </a:extLst>
          </p:cNvPr>
          <p:cNvSpPr>
            <a:spLocks xmlns:a="http://schemas.openxmlformats.org/drawingml/2006/main" noGrp="1"/>
          </p:cNvSpPr>
          <p:nvPr/>
        </p:nvSpPr>
        <p:spPr>
          <a:xfrm xmlns:a="http://schemas.openxmlformats.org/drawingml/2006/main">
            <a:off x="2819958" y="5322745"/>
            <a:ext cx="132999" cy="100566"/>
          </a:xfrm>
          <a:custGeom xmlns:a="http://schemas.openxmlformats.org/drawingml/2006/main">
            <a:pathLst>
              <a:path w="132999" h="100566">
                <a:moveTo>
                  <a:pt x="0" y="18670"/>
                </a:moveTo>
                <a:lnTo>
                  <a:pt x="106444" y="100566"/>
                </a:lnTo>
                <a:lnTo>
                  <a:pt x="132999" y="0"/>
                </a:lnTo>
                <a:close/>
              </a:path>
            </a:pathLst>
          </a:custGeom>
          <a:solidFill xmlns:a="http://schemas.openxmlformats.org/drawingml/2006/main">
            <a:srgbClr val="7655A5"/>
          </a:solidFill>
          <a:ln xmlns:a="http://schemas.openxmlformats.org/drawingml/2006/main" w="4763">
            <a:solidFill>
              <a:srgbClr val="7655A5"/>
            </a:solidFill>
          </a:ln>
        </p:spPr>
      </p:sp>
      <p:sp>
        <p:nvSpPr>
          <p:cNvPr id="78" name="">
            <a:extLst xmlns:a="http://schemas.openxmlformats.org/drawingml/2006/main">
              <a:ext uri="{FF2B5EF4-FFF2-40B4-BE49-F238E27FC236}">
                <a16:creationId xmlns:a16="http://schemas.microsoft.com/office/drawing/2014/main" id="{B8194E89-D310-4399-AF24-4F67E3C0416B}"/>
              </a:ext>
            </a:extLst>
          </p:cNvPr>
          <p:cNvSpPr>
            <a:spLocks xmlns:a="http://schemas.openxmlformats.org/drawingml/2006/main" noGrp="1"/>
          </p:cNvSpPr>
          <p:nvPr/>
        </p:nvSpPr>
        <p:spPr>
          <a:xfrm xmlns:a="http://schemas.openxmlformats.org/drawingml/2006/main">
            <a:off x="2286000" y="37147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7655A5"/>
                </a:solidFill>
                <a:latin typeface="Yu Gothic"/>
                <a:ea typeface="Yu Gothic"/>
                <a:cs typeface="Yu Gothic"/>
              </a:defRPr>
            </a:defPPr>
            <a:lvl1pPr>
              <a:buNone/>
              <a:defRPr sz="2025" b="1">
                <a:solidFill>
                  <a:srgbClr val="7655A5"/>
                </a:solidFill>
                <a:latin typeface="Yu Gothic"/>
                <a:ea typeface="Yu Gothic"/>
                <a:cs typeface="Yu Gothic"/>
              </a:defRPr>
            </a:lvl1pPr>
            <a:lvl2pPr>
              <a:buNone/>
              <a:defRPr sz="2025" b="1">
                <a:solidFill>
                  <a:srgbClr val="7655A5"/>
                </a:solidFill>
                <a:latin typeface="Yu Gothic"/>
                <a:ea typeface="Yu Gothic"/>
                <a:cs typeface="Yu Gothic"/>
              </a:defRPr>
            </a:lvl2pPr>
            <a:lvl3pPr>
              <a:buNone/>
              <a:defRPr sz="2025" b="1">
                <a:solidFill>
                  <a:srgbClr val="7655A5"/>
                </a:solidFill>
                <a:latin typeface="Yu Gothic"/>
                <a:ea typeface="Yu Gothic"/>
                <a:cs typeface="Yu Gothic"/>
              </a:defRPr>
            </a:lvl3pPr>
            <a:lvl4pPr>
              <a:buNone/>
              <a:defRPr sz="2025" b="1">
                <a:solidFill>
                  <a:srgbClr val="7655A5"/>
                </a:solidFill>
                <a:latin typeface="Yu Gothic"/>
                <a:ea typeface="Yu Gothic"/>
                <a:cs typeface="Yu Gothic"/>
              </a:defRPr>
            </a:lvl4pPr>
            <a:lvl5pPr>
              <a:buNone/>
              <a:defRPr sz="2025" b="1">
                <a:solidFill>
                  <a:srgbClr val="7655A5"/>
                </a:solidFill>
                <a:latin typeface="Yu Gothic"/>
                <a:ea typeface="Yu Gothic"/>
                <a:cs typeface="Yu Gothic"/>
              </a:defRPr>
            </a:lvl5pPr>
            <a:lvl6pPr>
              <a:buNone/>
              <a:defRPr sz="2025" b="1">
                <a:solidFill>
                  <a:srgbClr val="7655A5"/>
                </a:solidFill>
                <a:latin typeface="Yu Gothic"/>
                <a:ea typeface="Yu Gothic"/>
                <a:cs typeface="Yu Gothic"/>
              </a:defRPr>
            </a:lvl6pPr>
            <a:lvl7pPr>
              <a:buNone/>
              <a:defRPr sz="2025" b="1">
                <a:solidFill>
                  <a:srgbClr val="7655A5"/>
                </a:solidFill>
                <a:latin typeface="Yu Gothic"/>
                <a:ea typeface="Yu Gothic"/>
                <a:cs typeface="Yu Gothic"/>
              </a:defRPr>
            </a:lvl7pPr>
            <a:lvl8pPr>
              <a:buNone/>
              <a:defRPr sz="2025" b="1">
                <a:solidFill>
                  <a:srgbClr val="7655A5"/>
                </a:solidFill>
                <a:latin typeface="Yu Gothic"/>
                <a:ea typeface="Yu Gothic"/>
                <a:cs typeface="Yu Gothic"/>
              </a:defRPr>
            </a:lvl8pPr>
            <a:lvl9pPr>
              <a:buNone/>
              <a:defRPr sz="2025" b="1">
                <a:solidFill>
                  <a:srgbClr val="7655A5"/>
                </a:solidFill>
                <a:latin typeface="Yu Gothic"/>
                <a:ea typeface="Yu Gothic"/>
                <a:cs typeface="Yu Gothic"/>
              </a:defRPr>
            </a:lvl9pPr>
          </a:lstStyle>
          <a:p xmlns:a="http://schemas.openxmlformats.org/drawingml/2006/main">
            <a:pPr>
              <a:buNone/>
              <a:defRPr sz="2025" b="1">
                <a:solidFill>
                  <a:srgbClr val="7655A5"/>
                </a:solidFill>
                <a:latin typeface="Yu Gothic"/>
                <a:ea typeface="Yu Gothic"/>
                <a:cs typeface="Yu Gothic"/>
              </a:defRPr>
            </a:pPr>
            <a:r>
              <a:rPr sz="2025" b="1">
                <a:solidFill>
                  <a:srgbClr val="7655A5"/>
                </a:solidFill>
                <a:latin typeface="Yu Gothic"/>
                <a:ea typeface="Yu Gothic"/>
                <a:cs typeface="Yu Gothic"/>
              </a:rPr>
              <a:t>左端：T</a:t>
            </a:r>
          </a:p>
        </p:txBody>
      </p:sp>
      <p:sp>
        <p:nvSpPr>
          <p:cNvPr id="79" name="">
            <a:extLst xmlns:a="http://schemas.openxmlformats.org/drawingml/2006/main">
              <a:ext uri="{FF2B5EF4-FFF2-40B4-BE49-F238E27FC236}">
                <a16:creationId xmlns:a16="http://schemas.microsoft.com/office/drawing/2014/main" id="{02A652AF-E768-492B-9D9A-D62962781FA1}"/>
              </a:ext>
            </a:extLst>
          </p:cNvPr>
          <p:cNvSpPr>
            <a:spLocks xmlns:a="http://schemas.openxmlformats.org/drawingml/2006/main" noGrp="1"/>
          </p:cNvSpPr>
          <p:nvPr/>
        </p:nvSpPr>
        <p:spPr>
          <a:xfrm xmlns:a="http://schemas.openxmlformats.org/drawingml/2006/main">
            <a:off x="6381750" y="4238625"/>
            <a:ext cx="952500" cy="952500"/>
          </a:xfrm>
          <a:prstGeom xmlns:a="http://schemas.openxmlformats.org/drawingml/2006/main" prst="ellipse">
            <a:avLst/>
          </a:prstGeom>
          <a:solidFill xmlns:a="http://schemas.openxmlformats.org/drawingml/2006/main">
            <a:srgbClr val="FFFFFF"/>
          </a:solidFill>
          <a:ln xmlns:a="http://schemas.openxmlformats.org/drawingml/2006/main" w="19050">
            <a:solidFill>
              <a:srgbClr val="71818B"/>
            </a:solidFill>
          </a:ln>
        </p:spPr>
      </p:sp>
      <p:sp>
        <p:nvSpPr>
          <p:cNvPr id="80" name="">
            <a:extLst xmlns:a="http://schemas.openxmlformats.org/drawingml/2006/main">
              <a:ext uri="{FF2B5EF4-FFF2-40B4-BE49-F238E27FC236}">
                <a16:creationId xmlns:a16="http://schemas.microsoft.com/office/drawing/2014/main" id="{33DFB6F9-AB30-4235-9CB5-96E5ABD25303}"/>
              </a:ext>
            </a:extLst>
          </p:cNvPr>
          <p:cNvSpPr>
            <a:spLocks xmlns:a="http://schemas.openxmlformats.org/drawingml/2006/main" noGrp="1"/>
          </p:cNvSpPr>
          <p:nvPr/>
        </p:nvSpPr>
        <p:spPr>
          <a:xfrm xmlns:a="http://schemas.openxmlformats.org/drawingml/2006/main">
            <a:off x="6858000" y="4476750"/>
            <a:ext cx="333375" cy="238125"/>
          </a:xfrm>
          <a:custGeom xmlns:a="http://schemas.openxmlformats.org/drawingml/2006/main">
            <a:pathLst>
              <a:path w="333375" h="238125">
                <a:moveTo>
                  <a:pt x="0" y="238125"/>
                </a:moveTo>
                <a:lnTo>
                  <a:pt x="333375" y="0"/>
                </a:lnTo>
              </a:path>
            </a:pathLst>
          </a:custGeom>
          <a:noFill xmlns:a="http://schemas.openxmlformats.org/drawingml/2006/main"/>
          <a:ln xmlns:a="http://schemas.openxmlformats.org/drawingml/2006/main" w="19050">
            <a:solidFill>
              <a:srgbClr val="71818B"/>
            </a:solidFill>
          </a:ln>
        </p:spPr>
      </p:sp>
      <p:sp>
        <p:nvSpPr>
          <p:cNvPr id="81" name="">
            <a:extLst xmlns:a="http://schemas.openxmlformats.org/drawingml/2006/main">
              <a:ext uri="{FF2B5EF4-FFF2-40B4-BE49-F238E27FC236}">
                <a16:creationId xmlns:a16="http://schemas.microsoft.com/office/drawing/2014/main" id="{BE8FBEDE-3094-432A-8C57-890251C92BD5}"/>
              </a:ext>
            </a:extLst>
          </p:cNvPr>
          <p:cNvSpPr>
            <a:spLocks xmlns:a="http://schemas.openxmlformats.org/drawingml/2006/main" noGrp="1"/>
          </p:cNvSpPr>
          <p:nvPr/>
        </p:nvSpPr>
        <p:spPr>
          <a:xfrm xmlns:a="http://schemas.openxmlformats.org/drawingml/2006/main">
            <a:off x="6191532" y="4286296"/>
            <a:ext cx="1333059" cy="1092791"/>
          </a:xfrm>
          <a:custGeom xmlns:a="http://schemas.openxmlformats.org/drawingml/2006/main">
            <a:pathLst>
              <a:path w="1333059" h="1092791">
                <a:moveTo>
                  <a:pt x="155708" y="0"/>
                </a:moveTo>
                <a:lnTo>
                  <a:pt x="86636" y="99412"/>
                </a:lnTo>
                <a:lnTo>
                  <a:pt x="36678" y="209673"/>
                </a:lnTo>
                <a:lnTo>
                  <a:pt x="7478" y="327150"/>
                </a:lnTo>
                <a:lnTo>
                  <a:pt x="0" y="447971"/>
                </a:lnTo>
                <a:lnTo>
                  <a:pt x="14490" y="568152"/>
                </a:lnTo>
                <a:lnTo>
                  <a:pt x="50471" y="683733"/>
                </a:lnTo>
                <a:lnTo>
                  <a:pt x="106757" y="790903"/>
                </a:lnTo>
                <a:lnTo>
                  <a:pt x="181492" y="886130"/>
                </a:lnTo>
                <a:lnTo>
                  <a:pt x="272212" y="966276"/>
                </a:lnTo>
                <a:lnTo>
                  <a:pt x="375928" y="1028697"/>
                </a:lnTo>
                <a:lnTo>
                  <a:pt x="489221" y="1071338"/>
                </a:lnTo>
                <a:lnTo>
                  <a:pt x="608357" y="1092791"/>
                </a:lnTo>
                <a:lnTo>
                  <a:pt x="729408" y="1092351"/>
                </a:lnTo>
                <a:lnTo>
                  <a:pt x="848384" y="1070032"/>
                </a:lnTo>
                <a:lnTo>
                  <a:pt x="961364" y="1026569"/>
                </a:lnTo>
                <a:lnTo>
                  <a:pt x="1064623" y="963394"/>
                </a:lnTo>
                <a:lnTo>
                  <a:pt x="1154759" y="882591"/>
                </a:lnTo>
                <a:lnTo>
                  <a:pt x="1228799" y="786823"/>
                </a:lnTo>
                <a:lnTo>
                  <a:pt x="1284304" y="679246"/>
                </a:lnTo>
                <a:lnTo>
                  <a:pt x="1319443" y="563407"/>
                </a:lnTo>
                <a:lnTo>
                  <a:pt x="1333059" y="443124"/>
                </a:lnTo>
                <a:lnTo>
                  <a:pt x="1324703" y="322361"/>
                </a:lnTo>
                <a:lnTo>
                  <a:pt x="1294650" y="205099"/>
                </a:lnTo>
                <a:lnTo>
                  <a:pt x="1243890" y="95204"/>
                </a:lnTo>
              </a:path>
            </a:pathLst>
          </a:custGeom>
          <a:noFill xmlns:a="http://schemas.openxmlformats.org/drawingml/2006/main"/>
          <a:ln xmlns:a="http://schemas.openxmlformats.org/drawingml/2006/main" w="38100">
            <a:solidFill>
              <a:srgbClr val="7655A5"/>
            </a:solidFill>
          </a:ln>
        </p:spPr>
      </p:sp>
      <p:sp>
        <p:nvSpPr>
          <p:cNvPr id="82" name="">
            <a:extLst xmlns:a="http://schemas.openxmlformats.org/drawingml/2006/main">
              <a:ext uri="{FF2B5EF4-FFF2-40B4-BE49-F238E27FC236}">
                <a16:creationId xmlns:a16="http://schemas.microsoft.com/office/drawing/2014/main" id="{CECC49A6-E950-4212-94FB-363975DF86E1}"/>
              </a:ext>
            </a:extLst>
          </p:cNvPr>
          <p:cNvSpPr>
            <a:spLocks xmlns:a="http://schemas.openxmlformats.org/drawingml/2006/main" noGrp="1"/>
          </p:cNvSpPr>
          <p:nvPr/>
        </p:nvSpPr>
        <p:spPr>
          <a:xfrm xmlns:a="http://schemas.openxmlformats.org/drawingml/2006/main">
            <a:off x="7435422" y="4381500"/>
            <a:ext cx="50759" cy="109895"/>
          </a:xfrm>
          <a:custGeom xmlns:a="http://schemas.openxmlformats.org/drawingml/2006/main">
            <a:pathLst>
              <a:path w="50759" h="109895">
                <a:moveTo>
                  <a:pt x="50759" y="109895"/>
                </a:moveTo>
                <a:lnTo>
                  <a:pt x="0" y="0"/>
                </a:lnTo>
              </a:path>
            </a:pathLst>
          </a:custGeom>
          <a:noFill xmlns:a="http://schemas.openxmlformats.org/drawingml/2006/main"/>
          <a:ln xmlns:a="http://schemas.openxmlformats.org/drawingml/2006/main" w="28575">
            <a:solidFill>
              <a:srgbClr val="7655A5"/>
            </a:solidFill>
          </a:ln>
        </p:spPr>
      </p:sp>
      <p:sp>
        <p:nvSpPr>
          <p:cNvPr id="83" name="">
            <a:extLst xmlns:a="http://schemas.openxmlformats.org/drawingml/2006/main">
              <a:ext uri="{FF2B5EF4-FFF2-40B4-BE49-F238E27FC236}">
                <a16:creationId xmlns:a16="http://schemas.microsoft.com/office/drawing/2014/main" id="{18C9CEE2-A0D5-468F-A9D7-FE0496DAF433}"/>
              </a:ext>
            </a:extLst>
          </p:cNvPr>
          <p:cNvSpPr>
            <a:spLocks xmlns:a="http://schemas.openxmlformats.org/drawingml/2006/main" noGrp="1"/>
          </p:cNvSpPr>
          <p:nvPr/>
        </p:nvSpPr>
        <p:spPr>
          <a:xfrm xmlns:a="http://schemas.openxmlformats.org/drawingml/2006/main">
            <a:off x="7435422" y="4381500"/>
            <a:ext cx="99136" cy="134220"/>
          </a:xfrm>
          <a:custGeom xmlns:a="http://schemas.openxmlformats.org/drawingml/2006/main">
            <a:pathLst>
              <a:path w="99136" h="134220">
                <a:moveTo>
                  <a:pt x="0" y="0"/>
                </a:moveTo>
                <a:lnTo>
                  <a:pt x="4709" y="134220"/>
                </a:lnTo>
                <a:lnTo>
                  <a:pt x="99136" y="90606"/>
                </a:lnTo>
                <a:close/>
              </a:path>
            </a:pathLst>
          </a:custGeom>
          <a:solidFill xmlns:a="http://schemas.openxmlformats.org/drawingml/2006/main">
            <a:srgbClr val="7655A5"/>
          </a:solidFill>
          <a:ln xmlns:a="http://schemas.openxmlformats.org/drawingml/2006/main" w="4763">
            <a:solidFill>
              <a:srgbClr val="7655A5"/>
            </a:solidFill>
          </a:ln>
        </p:spPr>
      </p:sp>
      <p:sp>
        <p:nvSpPr>
          <p:cNvPr id="84" name="">
            <a:extLst xmlns:a="http://schemas.openxmlformats.org/drawingml/2006/main">
              <a:ext uri="{FF2B5EF4-FFF2-40B4-BE49-F238E27FC236}">
                <a16:creationId xmlns:a16="http://schemas.microsoft.com/office/drawing/2014/main" id="{9CE67C4D-EDCE-49EC-B3B5-A9EB49EF59AE}"/>
              </a:ext>
            </a:extLst>
          </p:cNvPr>
          <p:cNvSpPr>
            <a:spLocks xmlns:a="http://schemas.openxmlformats.org/drawingml/2006/main" noGrp="1"/>
          </p:cNvSpPr>
          <p:nvPr/>
        </p:nvSpPr>
        <p:spPr>
          <a:xfrm xmlns:a="http://schemas.openxmlformats.org/drawingml/2006/main">
            <a:off x="6096000" y="37147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7655A5"/>
                </a:solidFill>
                <a:latin typeface="Yu Gothic"/>
                <a:ea typeface="Yu Gothic"/>
                <a:cs typeface="Yu Gothic"/>
              </a:defRPr>
            </a:defPPr>
            <a:lvl1pPr>
              <a:buNone/>
              <a:defRPr sz="2025" b="1">
                <a:solidFill>
                  <a:srgbClr val="7655A5"/>
                </a:solidFill>
                <a:latin typeface="Yu Gothic"/>
                <a:ea typeface="Yu Gothic"/>
                <a:cs typeface="Yu Gothic"/>
              </a:defRPr>
            </a:lvl1pPr>
            <a:lvl2pPr>
              <a:buNone/>
              <a:defRPr sz="2025" b="1">
                <a:solidFill>
                  <a:srgbClr val="7655A5"/>
                </a:solidFill>
                <a:latin typeface="Yu Gothic"/>
                <a:ea typeface="Yu Gothic"/>
                <a:cs typeface="Yu Gothic"/>
              </a:defRPr>
            </a:lvl2pPr>
            <a:lvl3pPr>
              <a:buNone/>
              <a:defRPr sz="2025" b="1">
                <a:solidFill>
                  <a:srgbClr val="7655A5"/>
                </a:solidFill>
                <a:latin typeface="Yu Gothic"/>
                <a:ea typeface="Yu Gothic"/>
                <a:cs typeface="Yu Gothic"/>
              </a:defRPr>
            </a:lvl3pPr>
            <a:lvl4pPr>
              <a:buNone/>
              <a:defRPr sz="2025" b="1">
                <a:solidFill>
                  <a:srgbClr val="7655A5"/>
                </a:solidFill>
                <a:latin typeface="Yu Gothic"/>
                <a:ea typeface="Yu Gothic"/>
                <a:cs typeface="Yu Gothic"/>
              </a:defRPr>
            </a:lvl4pPr>
            <a:lvl5pPr>
              <a:buNone/>
              <a:defRPr sz="2025" b="1">
                <a:solidFill>
                  <a:srgbClr val="7655A5"/>
                </a:solidFill>
                <a:latin typeface="Yu Gothic"/>
                <a:ea typeface="Yu Gothic"/>
                <a:cs typeface="Yu Gothic"/>
              </a:defRPr>
            </a:lvl5pPr>
            <a:lvl6pPr>
              <a:buNone/>
              <a:defRPr sz="2025" b="1">
                <a:solidFill>
                  <a:srgbClr val="7655A5"/>
                </a:solidFill>
                <a:latin typeface="Yu Gothic"/>
                <a:ea typeface="Yu Gothic"/>
                <a:cs typeface="Yu Gothic"/>
              </a:defRPr>
            </a:lvl6pPr>
            <a:lvl7pPr>
              <a:buNone/>
              <a:defRPr sz="2025" b="1">
                <a:solidFill>
                  <a:srgbClr val="7655A5"/>
                </a:solidFill>
                <a:latin typeface="Yu Gothic"/>
                <a:ea typeface="Yu Gothic"/>
                <a:cs typeface="Yu Gothic"/>
              </a:defRPr>
            </a:lvl7pPr>
            <a:lvl8pPr>
              <a:buNone/>
              <a:defRPr sz="2025" b="1">
                <a:solidFill>
                  <a:srgbClr val="7655A5"/>
                </a:solidFill>
                <a:latin typeface="Yu Gothic"/>
                <a:ea typeface="Yu Gothic"/>
                <a:cs typeface="Yu Gothic"/>
              </a:defRPr>
            </a:lvl8pPr>
            <a:lvl9pPr>
              <a:buNone/>
              <a:defRPr sz="2025" b="1">
                <a:solidFill>
                  <a:srgbClr val="7655A5"/>
                </a:solidFill>
                <a:latin typeface="Yu Gothic"/>
                <a:ea typeface="Yu Gothic"/>
                <a:cs typeface="Yu Gothic"/>
              </a:defRPr>
            </a:lvl9pPr>
          </a:lstStyle>
          <a:p xmlns:a="http://schemas.openxmlformats.org/drawingml/2006/main">
            <a:pPr>
              <a:buNone/>
              <a:defRPr sz="2025" b="1">
                <a:solidFill>
                  <a:srgbClr val="7655A5"/>
                </a:solidFill>
                <a:latin typeface="Yu Gothic"/>
                <a:ea typeface="Yu Gothic"/>
                <a:cs typeface="Yu Gothic"/>
              </a:defRPr>
            </a:pPr>
            <a:r>
              <a:rPr sz="2025" b="1">
                <a:solidFill>
                  <a:srgbClr val="7655A5"/>
                </a:solidFill>
                <a:latin typeface="Yu Gothic"/>
                <a:ea typeface="Yu Gothic"/>
                <a:cs typeface="Yu Gothic"/>
              </a:rPr>
              <a:t>右端：T</a:t>
            </a:r>
          </a:p>
        </p:txBody>
      </p:sp>
      <p:sp>
        <p:nvSpPr>
          <p:cNvPr id="85" name="">
            <a:extLst xmlns:a="http://schemas.openxmlformats.org/drawingml/2006/main">
              <a:ext uri="{FF2B5EF4-FFF2-40B4-BE49-F238E27FC236}">
                <a16:creationId xmlns:a16="http://schemas.microsoft.com/office/drawing/2014/main" id="{F995FA13-E6A4-41AA-AFCA-806413EB61AA}"/>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下の両端面は軸の同じ方向から見た投影。逆向きのトルクTでねじる。単位：N·m。</a:t>
            </a:r>
          </a:p>
        </p:txBody>
      </p:sp>
    </p:spTree>
    <p:extLst>
      <p:ext uri="{BB962C8B-B14F-4D97-AF65-F5344CB8AC3E}">
        <p14:creationId xmlns:p14="http://schemas.microsoft.com/office/powerpoint/2010/main" val="6885734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CDD85941-B814-481F-A81D-736802867288}"/>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椅子の荷重経路</a:t>
            </a:r>
          </a:p>
        </p:txBody>
      </p:sp>
      <p:cxnSp>
        <p:nvCxnSpPr>
          <p:cNvPr id="2" name="">
            <a:extLst xmlns:a="http://schemas.openxmlformats.org/drawingml/2006/main">
              <a:ext uri="{FF2B5EF4-FFF2-40B4-BE49-F238E27FC236}">
                <a16:creationId xmlns:a16="http://schemas.microsoft.com/office/drawing/2014/main" id="{05B457BA-4295-4CD7-ADEB-D78B2AB3FE1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3F71A2B4-28D6-4D55-91CA-3176EF43B4EB}"/>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0492695C-598E-4ACE-88A2-5B9F0B88E9F5}"/>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19 / 57</a:t>
            </a:r>
          </a:p>
        </p:txBody>
      </p:sp>
      <p:sp>
        <p:nvSpPr>
          <p:cNvPr id="5" name="">
            <a:extLst xmlns:a="http://schemas.openxmlformats.org/drawingml/2006/main">
              <a:ext uri="{FF2B5EF4-FFF2-40B4-BE49-F238E27FC236}">
                <a16:creationId xmlns:a16="http://schemas.microsoft.com/office/drawing/2014/main" id="{EAE6DDDE-1997-447A-BA4E-547CA855E705}"/>
              </a:ext>
            </a:extLst>
          </p:cNvPr>
          <p:cNvSpPr>
            <a:spLocks xmlns:a="http://schemas.openxmlformats.org/drawingml/2006/main" noGrp="1"/>
          </p:cNvSpPr>
          <p:nvPr/>
        </p:nvSpPr>
        <p:spPr>
          <a:xfrm xmlns:a="http://schemas.openxmlformats.org/drawingml/2006/main">
            <a:off x="1571625" y="3162300"/>
            <a:ext cx="3905250" cy="266700"/>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6" name="">
            <a:extLst xmlns:a="http://schemas.openxmlformats.org/drawingml/2006/main">
              <a:ext uri="{FF2B5EF4-FFF2-40B4-BE49-F238E27FC236}">
                <a16:creationId xmlns:a16="http://schemas.microsoft.com/office/drawing/2014/main" id="{F422098B-911D-43CD-BC7C-B13920234E4B}"/>
              </a:ext>
            </a:extLst>
          </p:cNvPr>
          <p:cNvSpPr>
            <a:spLocks xmlns:a="http://schemas.openxmlformats.org/drawingml/2006/main" noGrp="1"/>
          </p:cNvSpPr>
          <p:nvPr/>
        </p:nvSpPr>
        <p:spPr>
          <a:xfrm xmlns:a="http://schemas.openxmlformats.org/drawingml/2006/main">
            <a:off x="1809750" y="3429000"/>
            <a:ext cx="238125" cy="2000250"/>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7" name="">
            <a:extLst xmlns:a="http://schemas.openxmlformats.org/drawingml/2006/main">
              <a:ext uri="{FF2B5EF4-FFF2-40B4-BE49-F238E27FC236}">
                <a16:creationId xmlns:a16="http://schemas.microsoft.com/office/drawing/2014/main" id="{55AC8DBB-7979-42FD-BB3C-768A3483B74A}"/>
              </a:ext>
            </a:extLst>
          </p:cNvPr>
          <p:cNvSpPr>
            <a:spLocks xmlns:a="http://schemas.openxmlformats.org/drawingml/2006/main" noGrp="1"/>
          </p:cNvSpPr>
          <p:nvPr/>
        </p:nvSpPr>
        <p:spPr>
          <a:xfrm xmlns:a="http://schemas.openxmlformats.org/drawingml/2006/main">
            <a:off x="4953000" y="3429000"/>
            <a:ext cx="238125" cy="2000250"/>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8" name="">
            <a:extLst xmlns:a="http://schemas.openxmlformats.org/drawingml/2006/main">
              <a:ext uri="{FF2B5EF4-FFF2-40B4-BE49-F238E27FC236}">
                <a16:creationId xmlns:a16="http://schemas.microsoft.com/office/drawing/2014/main" id="{852E8192-0A4B-4225-B997-8A77595C58A6}"/>
              </a:ext>
            </a:extLst>
          </p:cNvPr>
          <p:cNvSpPr>
            <a:spLocks xmlns:a="http://schemas.openxmlformats.org/drawingml/2006/main" noGrp="1"/>
          </p:cNvSpPr>
          <p:nvPr/>
        </p:nvSpPr>
        <p:spPr>
          <a:xfrm xmlns:a="http://schemas.openxmlformats.org/drawingml/2006/main">
            <a:off x="4953000" y="1924050"/>
            <a:ext cx="238125" cy="1238250"/>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cxnSp>
        <p:nvCxnSpPr>
          <p:cNvPr id="9" name="">
            <a:extLst xmlns:a="http://schemas.openxmlformats.org/drawingml/2006/main">
              <a:ext uri="{FF2B5EF4-FFF2-40B4-BE49-F238E27FC236}">
                <a16:creationId xmlns:a16="http://schemas.microsoft.com/office/drawing/2014/main" id="{E10D5F38-66F5-4E21-85C2-6CB1EBB3F508}"/>
              </a:ext>
            </a:extLst>
          </p:cNvPr>
          <p:cNvCxnSpPr/>
          <p:nvPr/>
        </p:nvCxnSpPr>
        <p:spPr>
          <a:xfrm xmlns:a="http://schemas.openxmlformats.org/drawingml/2006/main" flipH="0" flipV="0">
            <a:off x="1095375" y="5429250"/>
            <a:ext cx="4857750" cy="0"/>
          </a:xfrm>
          <a:prstGeom xmlns:a="http://schemas.openxmlformats.org/drawingml/2006/main" prst="straightConnector1">
            <a:avLst/>
          </a:prstGeom>
          <a:ln xmlns:a="http://schemas.openxmlformats.org/drawingml/2006/main" w="28575">
            <a:solidFill>
              <a:srgbClr val="5D6C78"/>
            </a:solidFill>
            <a:prstDash val="solid"/>
          </a:ln>
        </p:spPr>
      </p:cxnSp>
      <p:cxnSp>
        <p:nvCxnSpPr>
          <p:cNvPr id="10" name="">
            <a:extLst xmlns:a="http://schemas.openxmlformats.org/drawingml/2006/main">
              <a:ext uri="{FF2B5EF4-FFF2-40B4-BE49-F238E27FC236}">
                <a16:creationId xmlns:a16="http://schemas.microsoft.com/office/drawing/2014/main" id="{4F6D9984-E8FD-4B3A-ACF5-0B37F0D58928}"/>
              </a:ext>
            </a:extLst>
          </p:cNvPr>
          <p:cNvCxnSpPr/>
          <p:nvPr/>
        </p:nvCxnSpPr>
        <p:spPr>
          <a:xfrm xmlns:a="http://schemas.openxmlformats.org/drawingml/2006/main" flipH="0" flipV="0">
            <a:off x="3524250" y="1781175"/>
            <a:ext cx="0" cy="1304925"/>
          </a:xfrm>
          <a:prstGeom xmlns:a="http://schemas.openxmlformats.org/drawingml/2006/main" prst="straightConnector1">
            <a:avLst/>
          </a:prstGeom>
          <a:ln xmlns:a="http://schemas.openxmlformats.org/drawingml/2006/main" w="47625">
            <a:solidFill>
              <a:srgbClr val="C53D3D"/>
            </a:solidFill>
            <a:tailEnd type="triangle" w="med" len="med"/>
          </a:ln>
        </p:spPr>
      </p:cxnSp>
      <p:cxnSp>
        <p:nvCxnSpPr>
          <p:cNvPr id="11" name="">
            <a:extLst xmlns:a="http://schemas.openxmlformats.org/drawingml/2006/main">
              <a:ext uri="{FF2B5EF4-FFF2-40B4-BE49-F238E27FC236}">
                <a16:creationId xmlns:a16="http://schemas.microsoft.com/office/drawing/2014/main" id="{AFD516EA-5FCD-42A7-8393-4449E511C0AF}"/>
              </a:ext>
            </a:extLst>
          </p:cNvPr>
          <p:cNvCxnSpPr/>
          <p:nvPr/>
        </p:nvCxnSpPr>
        <p:spPr>
          <a:xfrm xmlns:a="http://schemas.openxmlformats.org/drawingml/2006/main" flipH="0" flipV="1">
            <a:off x="1933575" y="4781550"/>
            <a:ext cx="0" cy="904875"/>
          </a:xfrm>
          <a:prstGeom xmlns:a="http://schemas.openxmlformats.org/drawingml/2006/main" prst="straightConnector1">
            <a:avLst/>
          </a:prstGeom>
          <a:ln xmlns:a="http://schemas.openxmlformats.org/drawingml/2006/main" w="47625">
            <a:solidFill>
              <a:srgbClr val="245C98"/>
            </a:solidFill>
            <a:tailEnd type="triangle" w="med" len="med"/>
          </a:ln>
        </p:spPr>
      </p:cxnSp>
      <p:cxnSp>
        <p:nvCxnSpPr>
          <p:cNvPr id="12" name="">
            <a:extLst xmlns:a="http://schemas.openxmlformats.org/drawingml/2006/main">
              <a:ext uri="{FF2B5EF4-FFF2-40B4-BE49-F238E27FC236}">
                <a16:creationId xmlns:a16="http://schemas.microsoft.com/office/drawing/2014/main" id="{7BB75577-3F89-4049-A247-3872AA68DEC7}"/>
              </a:ext>
            </a:extLst>
          </p:cNvPr>
          <p:cNvCxnSpPr/>
          <p:nvPr/>
        </p:nvCxnSpPr>
        <p:spPr>
          <a:xfrm xmlns:a="http://schemas.openxmlformats.org/drawingml/2006/main" flipH="0" flipV="1">
            <a:off x="5076825" y="4781550"/>
            <a:ext cx="0" cy="904875"/>
          </a:xfrm>
          <a:prstGeom xmlns:a="http://schemas.openxmlformats.org/drawingml/2006/main" prst="straightConnector1">
            <a:avLst/>
          </a:prstGeom>
          <a:ln xmlns:a="http://schemas.openxmlformats.org/drawingml/2006/main" w="47625">
            <a:solidFill>
              <a:srgbClr val="245C98"/>
            </a:solidFill>
            <a:tailEnd type="triangle" w="med" len="med"/>
          </a:ln>
        </p:spPr>
      </p:cxnSp>
      <p:sp>
        <p:nvSpPr>
          <p:cNvPr id="13" name="text-12">
            <a:extLst xmlns:a="http://schemas.openxmlformats.org/drawingml/2006/main">
              <a:ext uri="{FF2B5EF4-FFF2-40B4-BE49-F238E27FC236}">
                <a16:creationId xmlns:a16="http://schemas.microsoft.com/office/drawing/2014/main" id="{0D0B7072-665A-4924-944C-A9126A44D8F8}"/>
              </a:ext>
            </a:extLst>
          </p:cNvPr>
          <p:cNvSpPr>
            <a:spLocks xmlns:a="http://schemas.openxmlformats.org/drawingml/2006/main" noGrp="1"/>
          </p:cNvSpPr>
          <p:nvPr/>
        </p:nvSpPr>
        <p:spPr>
          <a:xfrm xmlns:a="http://schemas.openxmlformats.org/drawingml/2006/main">
            <a:off x="2476500" y="12573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C53D3D"/>
                </a:solidFill>
                <a:latin typeface="Yu Gothic"/>
                <a:ea typeface="Yu Gothic"/>
                <a:cs typeface="Yu Gothic"/>
              </a:defRPr>
            </a:defPPr>
            <a:lvl1pPr algn="l">
              <a:buNone/>
              <a:defRPr sz="2100" b="1">
                <a:solidFill>
                  <a:srgbClr val="C53D3D"/>
                </a:solidFill>
                <a:latin typeface="Yu Gothic"/>
                <a:ea typeface="Yu Gothic"/>
                <a:cs typeface="Yu Gothic"/>
              </a:defRPr>
            </a:lvl1pPr>
            <a:lvl2pPr algn="l">
              <a:buNone/>
              <a:defRPr sz="2100" b="1">
                <a:solidFill>
                  <a:srgbClr val="C53D3D"/>
                </a:solidFill>
                <a:latin typeface="Yu Gothic"/>
                <a:ea typeface="Yu Gothic"/>
                <a:cs typeface="Yu Gothic"/>
              </a:defRPr>
            </a:lvl2pPr>
            <a:lvl3pPr algn="l">
              <a:buNone/>
              <a:defRPr sz="2100" b="1">
                <a:solidFill>
                  <a:srgbClr val="C53D3D"/>
                </a:solidFill>
                <a:latin typeface="Yu Gothic"/>
                <a:ea typeface="Yu Gothic"/>
                <a:cs typeface="Yu Gothic"/>
              </a:defRPr>
            </a:lvl3pPr>
            <a:lvl4pPr algn="l">
              <a:buNone/>
              <a:defRPr sz="2100" b="1">
                <a:solidFill>
                  <a:srgbClr val="C53D3D"/>
                </a:solidFill>
                <a:latin typeface="Yu Gothic"/>
                <a:ea typeface="Yu Gothic"/>
                <a:cs typeface="Yu Gothic"/>
              </a:defRPr>
            </a:lvl4pPr>
            <a:lvl5pPr algn="l">
              <a:buNone/>
              <a:defRPr sz="2100" b="1">
                <a:solidFill>
                  <a:srgbClr val="C53D3D"/>
                </a:solidFill>
                <a:latin typeface="Yu Gothic"/>
                <a:ea typeface="Yu Gothic"/>
                <a:cs typeface="Yu Gothic"/>
              </a:defRPr>
            </a:lvl5pPr>
            <a:lvl6pPr algn="l">
              <a:buNone/>
              <a:defRPr sz="2100" b="1">
                <a:solidFill>
                  <a:srgbClr val="C53D3D"/>
                </a:solidFill>
                <a:latin typeface="Yu Gothic"/>
                <a:ea typeface="Yu Gothic"/>
                <a:cs typeface="Yu Gothic"/>
              </a:defRPr>
            </a:lvl6pPr>
            <a:lvl7pPr algn="l">
              <a:buNone/>
              <a:defRPr sz="2100" b="1">
                <a:solidFill>
                  <a:srgbClr val="C53D3D"/>
                </a:solidFill>
                <a:latin typeface="Yu Gothic"/>
                <a:ea typeface="Yu Gothic"/>
                <a:cs typeface="Yu Gothic"/>
              </a:defRPr>
            </a:lvl7pPr>
            <a:lvl8pPr algn="l">
              <a:buNone/>
              <a:defRPr sz="2100" b="1">
                <a:solidFill>
                  <a:srgbClr val="C53D3D"/>
                </a:solidFill>
                <a:latin typeface="Yu Gothic"/>
                <a:ea typeface="Yu Gothic"/>
                <a:cs typeface="Yu Gothic"/>
              </a:defRPr>
            </a:lvl8pPr>
            <a:lvl9pPr algn="l">
              <a:buNone/>
              <a:defRPr sz="2100" b="1">
                <a:solidFill>
                  <a:srgbClr val="C53D3D"/>
                </a:solidFill>
                <a:latin typeface="Yu Gothic"/>
                <a:ea typeface="Yu Gothic"/>
                <a:cs typeface="Yu Gothic"/>
              </a:defRPr>
            </a:lvl9pPr>
          </a:lstStyle>
          <a:p xmlns:a="http://schemas.openxmlformats.org/drawingml/2006/main">
            <a:pPr algn="l">
              <a:buNone/>
              <a:defRPr sz="2100" b="1">
                <a:solidFill>
                  <a:srgbClr val="C53D3D"/>
                </a:solidFill>
                <a:latin typeface="Yu Gothic"/>
                <a:ea typeface="Yu Gothic"/>
                <a:cs typeface="Yu Gothic"/>
              </a:defRPr>
            </a:pPr>
            <a:r>
              <a:rPr sz="2100" b="1">
                <a:solidFill>
                  <a:srgbClr val="C53D3D"/>
                </a:solidFill>
                <a:latin typeface="Yu Gothic"/>
                <a:ea typeface="Yu Gothic"/>
                <a:cs typeface="Yu Gothic"/>
              </a:rPr>
              <a:t>人が加える力</a:t>
            </a:r>
          </a:p>
        </p:txBody>
      </p:sp>
      <p:sp>
        <p:nvSpPr>
          <p:cNvPr id="14" name="text-13">
            <a:extLst xmlns:a="http://schemas.openxmlformats.org/drawingml/2006/main">
              <a:ext uri="{FF2B5EF4-FFF2-40B4-BE49-F238E27FC236}">
                <a16:creationId xmlns:a16="http://schemas.microsoft.com/office/drawing/2014/main" id="{8E6FADCD-3F52-403F-95B8-9EA857CDE4C0}"/>
              </a:ext>
            </a:extLst>
          </p:cNvPr>
          <p:cNvSpPr>
            <a:spLocks xmlns:a="http://schemas.openxmlformats.org/drawingml/2006/main" noGrp="1"/>
          </p:cNvSpPr>
          <p:nvPr/>
        </p:nvSpPr>
        <p:spPr>
          <a:xfrm xmlns:a="http://schemas.openxmlformats.org/drawingml/2006/main">
            <a:off x="2571750" y="478155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45C98"/>
                </a:solidFill>
                <a:latin typeface="Yu Gothic"/>
                <a:ea typeface="Yu Gothic"/>
                <a:cs typeface="Yu Gothic"/>
              </a:defRPr>
            </a:defPPr>
            <a:lvl1pPr algn="l">
              <a:buNone/>
              <a:defRPr sz="2100" b="1">
                <a:solidFill>
                  <a:srgbClr val="245C98"/>
                </a:solidFill>
                <a:latin typeface="Yu Gothic"/>
                <a:ea typeface="Yu Gothic"/>
                <a:cs typeface="Yu Gothic"/>
              </a:defRPr>
            </a:lvl1pPr>
            <a:lvl2pPr algn="l">
              <a:buNone/>
              <a:defRPr sz="2100" b="1">
                <a:solidFill>
                  <a:srgbClr val="245C98"/>
                </a:solidFill>
                <a:latin typeface="Yu Gothic"/>
                <a:ea typeface="Yu Gothic"/>
                <a:cs typeface="Yu Gothic"/>
              </a:defRPr>
            </a:lvl2pPr>
            <a:lvl3pPr algn="l">
              <a:buNone/>
              <a:defRPr sz="2100" b="1">
                <a:solidFill>
                  <a:srgbClr val="245C98"/>
                </a:solidFill>
                <a:latin typeface="Yu Gothic"/>
                <a:ea typeface="Yu Gothic"/>
                <a:cs typeface="Yu Gothic"/>
              </a:defRPr>
            </a:lvl3pPr>
            <a:lvl4pPr algn="l">
              <a:buNone/>
              <a:defRPr sz="2100" b="1">
                <a:solidFill>
                  <a:srgbClr val="245C98"/>
                </a:solidFill>
                <a:latin typeface="Yu Gothic"/>
                <a:ea typeface="Yu Gothic"/>
                <a:cs typeface="Yu Gothic"/>
              </a:defRPr>
            </a:lvl4pPr>
            <a:lvl5pPr algn="l">
              <a:buNone/>
              <a:defRPr sz="2100" b="1">
                <a:solidFill>
                  <a:srgbClr val="245C98"/>
                </a:solidFill>
                <a:latin typeface="Yu Gothic"/>
                <a:ea typeface="Yu Gothic"/>
                <a:cs typeface="Yu Gothic"/>
              </a:defRPr>
            </a:lvl5pPr>
            <a:lvl6pPr algn="l">
              <a:buNone/>
              <a:defRPr sz="2100" b="1">
                <a:solidFill>
                  <a:srgbClr val="245C98"/>
                </a:solidFill>
                <a:latin typeface="Yu Gothic"/>
                <a:ea typeface="Yu Gothic"/>
                <a:cs typeface="Yu Gothic"/>
              </a:defRPr>
            </a:lvl6pPr>
            <a:lvl7pPr algn="l">
              <a:buNone/>
              <a:defRPr sz="2100" b="1">
                <a:solidFill>
                  <a:srgbClr val="245C98"/>
                </a:solidFill>
                <a:latin typeface="Yu Gothic"/>
                <a:ea typeface="Yu Gothic"/>
                <a:cs typeface="Yu Gothic"/>
              </a:defRPr>
            </a:lvl7pPr>
            <a:lvl8pPr algn="l">
              <a:buNone/>
              <a:defRPr sz="2100" b="1">
                <a:solidFill>
                  <a:srgbClr val="245C98"/>
                </a:solidFill>
                <a:latin typeface="Yu Gothic"/>
                <a:ea typeface="Yu Gothic"/>
                <a:cs typeface="Yu Gothic"/>
              </a:defRPr>
            </a:lvl8pPr>
            <a:lvl9pPr algn="l">
              <a:buNone/>
              <a:defRPr sz="2100" b="1">
                <a:solidFill>
                  <a:srgbClr val="245C98"/>
                </a:solidFill>
                <a:latin typeface="Yu Gothic"/>
                <a:ea typeface="Yu Gothic"/>
                <a:cs typeface="Yu Gothic"/>
              </a:defRPr>
            </a:lvl9pPr>
          </a:lstStyle>
          <a:p xmlns:a="http://schemas.openxmlformats.org/drawingml/2006/main">
            <a:pPr algn="l">
              <a:buNone/>
              <a:defRPr sz="2100" b="1">
                <a:solidFill>
                  <a:srgbClr val="245C98"/>
                </a:solidFill>
                <a:latin typeface="Yu Gothic"/>
                <a:ea typeface="Yu Gothic"/>
                <a:cs typeface="Yu Gothic"/>
              </a:defRPr>
            </a:pPr>
            <a:r>
              <a:rPr sz="2100" b="1">
                <a:solidFill>
                  <a:srgbClr val="245C98"/>
                </a:solidFill>
                <a:latin typeface="Yu Gothic"/>
                <a:ea typeface="Yu Gothic"/>
                <a:cs typeface="Yu Gothic"/>
              </a:rPr>
              <a:t>床の反力</a:t>
            </a:r>
          </a:p>
        </p:txBody>
      </p:sp>
      <p:sp>
        <p:nvSpPr>
          <p:cNvPr id="15" name="text-14">
            <a:extLst xmlns:a="http://schemas.openxmlformats.org/drawingml/2006/main">
              <a:ext uri="{FF2B5EF4-FFF2-40B4-BE49-F238E27FC236}">
                <a16:creationId xmlns:a16="http://schemas.microsoft.com/office/drawing/2014/main" id="{CE1DAC99-AFEA-4E17-8D31-28DA0677AF2E}"/>
              </a:ext>
            </a:extLst>
          </p:cNvPr>
          <p:cNvSpPr>
            <a:spLocks xmlns:a="http://schemas.openxmlformats.org/drawingml/2006/main" noGrp="1"/>
          </p:cNvSpPr>
          <p:nvPr/>
        </p:nvSpPr>
        <p:spPr>
          <a:xfrm xmlns:a="http://schemas.openxmlformats.org/drawingml/2006/main">
            <a:off x="7839075" y="187642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座面：曲げ</a:t>
            </a:r>
          </a:p>
        </p:txBody>
      </p:sp>
      <p:sp>
        <p:nvSpPr>
          <p:cNvPr id="16" name="text-15">
            <a:extLst xmlns:a="http://schemas.openxmlformats.org/drawingml/2006/main">
              <a:ext uri="{FF2B5EF4-FFF2-40B4-BE49-F238E27FC236}">
                <a16:creationId xmlns:a16="http://schemas.microsoft.com/office/drawing/2014/main" id="{E782B731-6B4D-45C3-BD2A-0FE9378E5FF8}"/>
              </a:ext>
            </a:extLst>
          </p:cNvPr>
          <p:cNvSpPr>
            <a:spLocks xmlns:a="http://schemas.openxmlformats.org/drawingml/2006/main" noGrp="1"/>
          </p:cNvSpPr>
          <p:nvPr/>
        </p:nvSpPr>
        <p:spPr>
          <a:xfrm xmlns:a="http://schemas.openxmlformats.org/drawingml/2006/main">
            <a:off x="7839075" y="275272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接合部：せん断など</a:t>
            </a:r>
          </a:p>
        </p:txBody>
      </p:sp>
      <p:sp>
        <p:nvSpPr>
          <p:cNvPr id="17" name="text-16">
            <a:extLst xmlns:a="http://schemas.openxmlformats.org/drawingml/2006/main">
              <a:ext uri="{FF2B5EF4-FFF2-40B4-BE49-F238E27FC236}">
                <a16:creationId xmlns:a16="http://schemas.microsoft.com/office/drawing/2014/main" id="{FD2DD5F3-FECB-460F-B196-2B83EE549F4B}"/>
              </a:ext>
            </a:extLst>
          </p:cNvPr>
          <p:cNvSpPr>
            <a:spLocks xmlns:a="http://schemas.openxmlformats.org/drawingml/2006/main" noGrp="1"/>
          </p:cNvSpPr>
          <p:nvPr/>
        </p:nvSpPr>
        <p:spPr>
          <a:xfrm xmlns:a="http://schemas.openxmlformats.org/drawingml/2006/main">
            <a:off x="7839075" y="362902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脚：主に圧縮</a:t>
            </a:r>
          </a:p>
        </p:txBody>
      </p:sp>
      <p:sp>
        <p:nvSpPr>
          <p:cNvPr id="18" name="text-17">
            <a:extLst xmlns:a="http://schemas.openxmlformats.org/drawingml/2006/main">
              <a:ext uri="{FF2B5EF4-FFF2-40B4-BE49-F238E27FC236}">
                <a16:creationId xmlns:a16="http://schemas.microsoft.com/office/drawing/2014/main" id="{BCAF1653-0141-4BA9-A9C3-EC0954706E39}"/>
              </a:ext>
            </a:extLst>
          </p:cNvPr>
          <p:cNvSpPr>
            <a:spLocks xmlns:a="http://schemas.openxmlformats.org/drawingml/2006/main" noGrp="1"/>
          </p:cNvSpPr>
          <p:nvPr/>
        </p:nvSpPr>
        <p:spPr>
          <a:xfrm xmlns:a="http://schemas.openxmlformats.org/drawingml/2006/main">
            <a:off x="7839075" y="450532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床が上向きに支える</a:t>
            </a:r>
          </a:p>
        </p:txBody>
      </p:sp>
      <p:sp>
        <p:nvSpPr>
          <p:cNvPr id="19" name="text-18">
            <a:extLst xmlns:a="http://schemas.openxmlformats.org/drawingml/2006/main">
              <a:ext uri="{FF2B5EF4-FFF2-40B4-BE49-F238E27FC236}">
                <a16:creationId xmlns:a16="http://schemas.microsoft.com/office/drawing/2014/main" id="{ABDCC14C-5AEF-4C3E-B991-A2B55F2CAEFE}"/>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人 → 座面 → 接合部 → 脚 → 床（前後の脚を重ねた側面模式図）</a:t>
            </a:r>
          </a:p>
        </p:txBody>
      </p:sp>
    </p:spTree>
    <p:extLst>
      <p:ext uri="{BB962C8B-B14F-4D97-AF65-F5344CB8AC3E}">
        <p14:creationId xmlns:p14="http://schemas.microsoft.com/office/powerpoint/2010/main" val="14210170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0">
            <a:extLst xmlns:a="http://schemas.openxmlformats.org/drawingml/2006/main">
              <a:ext uri="{FF2B5EF4-FFF2-40B4-BE49-F238E27FC236}">
                <a16:creationId xmlns:a16="http://schemas.microsoft.com/office/drawing/2014/main" id="{C70CAA50-6EB7-42B9-9F64-F75B15D3BBE4}"/>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橋梁の荷重経路</a:t>
            </a:r>
          </a:p>
        </p:txBody>
      </p:sp>
      <p:cxnSp>
        <p:nvCxnSpPr>
          <p:cNvPr id="2" name="">
            <a:extLst xmlns:a="http://schemas.openxmlformats.org/drawingml/2006/main">
              <a:ext uri="{FF2B5EF4-FFF2-40B4-BE49-F238E27FC236}">
                <a16:creationId xmlns:a16="http://schemas.microsoft.com/office/drawing/2014/main" id="{4C116F48-5459-4582-8D2F-5ABBF822A72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F5C09DAC-C780-4CA6-BF01-25959A37F763}"/>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70E4DFFE-1F04-49B6-B393-B45993F4124A}"/>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20 / 57</a:t>
            </a:r>
          </a:p>
        </p:txBody>
      </p:sp>
      <p:sp>
        <p:nvSpPr>
          <p:cNvPr id="5" name="">
            <a:extLst xmlns:a="http://schemas.openxmlformats.org/drawingml/2006/main">
              <a:ext uri="{FF2B5EF4-FFF2-40B4-BE49-F238E27FC236}">
                <a16:creationId xmlns:a16="http://schemas.microsoft.com/office/drawing/2014/main" id="{5A576F32-C3EE-4F49-99AC-DCBD559260DF}"/>
              </a:ext>
            </a:extLst>
          </p:cNvPr>
          <p:cNvSpPr>
            <a:spLocks xmlns:a="http://schemas.openxmlformats.org/drawingml/2006/main" noGrp="1"/>
          </p:cNvSpPr>
          <p:nvPr/>
        </p:nvSpPr>
        <p:spPr>
          <a:xfrm xmlns:a="http://schemas.openxmlformats.org/drawingml/2006/main">
            <a:off x="1143000" y="3362325"/>
            <a:ext cx="5762625" cy="333375"/>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6" name="">
            <a:extLst xmlns:a="http://schemas.openxmlformats.org/drawingml/2006/main">
              <a:ext uri="{FF2B5EF4-FFF2-40B4-BE49-F238E27FC236}">
                <a16:creationId xmlns:a16="http://schemas.microsoft.com/office/drawing/2014/main" id="{1D198866-A552-48FE-A90A-7B7A83135D1A}"/>
              </a:ext>
            </a:extLst>
          </p:cNvPr>
          <p:cNvSpPr>
            <a:spLocks xmlns:a="http://schemas.openxmlformats.org/drawingml/2006/main" noGrp="1"/>
          </p:cNvSpPr>
          <p:nvPr/>
        </p:nvSpPr>
        <p:spPr>
          <a:xfrm xmlns:a="http://schemas.openxmlformats.org/drawingml/2006/main">
            <a:off x="1314450" y="3695700"/>
            <a:ext cx="419100" cy="428625"/>
          </a:xfrm>
          <a:custGeom xmlns:a="http://schemas.openxmlformats.org/drawingml/2006/main">
            <a:pathLst>
              <a:path w="419100" h="428625">
                <a:moveTo>
                  <a:pt x="209550" y="0"/>
                </a:moveTo>
                <a:lnTo>
                  <a:pt x="0" y="428625"/>
                </a:lnTo>
                <a:lnTo>
                  <a:pt x="419100" y="428625"/>
                </a:lnTo>
                <a:close/>
              </a:path>
            </a:pathLst>
          </a:custGeom>
          <a:solidFill xmlns:a="http://schemas.openxmlformats.org/drawingml/2006/main">
            <a:srgbClr val="EDF2F6"/>
          </a:solidFill>
          <a:ln xmlns:a="http://schemas.openxmlformats.org/drawingml/2006/main" w="19050">
            <a:solidFill>
              <a:srgbClr val="245C98"/>
            </a:solidFill>
          </a:ln>
        </p:spPr>
      </p:sp>
      <p:sp>
        <p:nvSpPr>
          <p:cNvPr id="7" name="">
            <a:extLst xmlns:a="http://schemas.openxmlformats.org/drawingml/2006/main">
              <a:ext uri="{FF2B5EF4-FFF2-40B4-BE49-F238E27FC236}">
                <a16:creationId xmlns:a16="http://schemas.microsoft.com/office/drawing/2014/main" id="{ACC75C0A-C9E2-45E4-A156-2374B9119484}"/>
              </a:ext>
            </a:extLst>
          </p:cNvPr>
          <p:cNvSpPr>
            <a:spLocks xmlns:a="http://schemas.openxmlformats.org/drawingml/2006/main" noGrp="1"/>
          </p:cNvSpPr>
          <p:nvPr/>
        </p:nvSpPr>
        <p:spPr>
          <a:xfrm xmlns:a="http://schemas.openxmlformats.org/drawingml/2006/main">
            <a:off x="6315075" y="3695700"/>
            <a:ext cx="419100" cy="333375"/>
          </a:xfrm>
          <a:custGeom xmlns:a="http://schemas.openxmlformats.org/drawingml/2006/main">
            <a:pathLst>
              <a:path w="419100" h="333375">
                <a:moveTo>
                  <a:pt x="209550" y="0"/>
                </a:moveTo>
                <a:lnTo>
                  <a:pt x="0" y="333375"/>
                </a:lnTo>
                <a:lnTo>
                  <a:pt x="419100" y="333375"/>
                </a:lnTo>
                <a:close/>
              </a:path>
            </a:pathLst>
          </a:custGeom>
          <a:solidFill xmlns:a="http://schemas.openxmlformats.org/drawingml/2006/main">
            <a:srgbClr val="EDF2F6"/>
          </a:solidFill>
          <a:ln xmlns:a="http://schemas.openxmlformats.org/drawingml/2006/main" w="19050">
            <a:solidFill>
              <a:srgbClr val="245C98"/>
            </a:solidFill>
          </a:ln>
        </p:spPr>
      </p:sp>
      <p:sp>
        <p:nvSpPr>
          <p:cNvPr id="8" name="">
            <a:extLst xmlns:a="http://schemas.openxmlformats.org/drawingml/2006/main">
              <a:ext uri="{FF2B5EF4-FFF2-40B4-BE49-F238E27FC236}">
                <a16:creationId xmlns:a16="http://schemas.microsoft.com/office/drawing/2014/main" id="{8F355EBE-B39E-47E8-8739-BC2CC446F602}"/>
              </a:ext>
            </a:extLst>
          </p:cNvPr>
          <p:cNvSpPr>
            <a:spLocks xmlns:a="http://schemas.openxmlformats.org/drawingml/2006/main" noGrp="1"/>
          </p:cNvSpPr>
          <p:nvPr/>
        </p:nvSpPr>
        <p:spPr>
          <a:xfrm xmlns:a="http://schemas.openxmlformats.org/drawingml/2006/main">
            <a:off x="6372225" y="4038600"/>
            <a:ext cx="133350" cy="1333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sp>
        <p:nvSpPr>
          <p:cNvPr id="9" name="">
            <a:extLst xmlns:a="http://schemas.openxmlformats.org/drawingml/2006/main">
              <a:ext uri="{FF2B5EF4-FFF2-40B4-BE49-F238E27FC236}">
                <a16:creationId xmlns:a16="http://schemas.microsoft.com/office/drawing/2014/main" id="{A12BAB70-2BF2-4101-809F-2049D2D26518}"/>
              </a:ext>
            </a:extLst>
          </p:cNvPr>
          <p:cNvSpPr>
            <a:spLocks xmlns:a="http://schemas.openxmlformats.org/drawingml/2006/main" noGrp="1"/>
          </p:cNvSpPr>
          <p:nvPr/>
        </p:nvSpPr>
        <p:spPr>
          <a:xfrm xmlns:a="http://schemas.openxmlformats.org/drawingml/2006/main">
            <a:off x="6572250" y="4038600"/>
            <a:ext cx="133350" cy="133350"/>
          </a:xfrm>
          <a:prstGeom xmlns:a="http://schemas.openxmlformats.org/drawingml/2006/main" prst="ellipse">
            <a:avLst/>
          </a:prstGeom>
          <a:solidFill xmlns:a="http://schemas.openxmlformats.org/drawingml/2006/main">
            <a:srgbClr val="EDF2F6"/>
          </a:solidFill>
          <a:ln xmlns:a="http://schemas.openxmlformats.org/drawingml/2006/main" w="19050">
            <a:solidFill>
              <a:srgbClr val="C8D3DD"/>
            </a:solidFill>
          </a:ln>
        </p:spPr>
      </p:sp>
      <p:cxnSp>
        <p:nvCxnSpPr>
          <p:cNvPr id="10" name="">
            <a:extLst xmlns:a="http://schemas.openxmlformats.org/drawingml/2006/main">
              <a:ext uri="{FF2B5EF4-FFF2-40B4-BE49-F238E27FC236}">
                <a16:creationId xmlns:a16="http://schemas.microsoft.com/office/drawing/2014/main" id="{64052682-DEB9-4FBD-A7D3-B16CBCD5FF9A}"/>
              </a:ext>
            </a:extLst>
          </p:cNvPr>
          <p:cNvCxnSpPr/>
          <p:nvPr/>
        </p:nvCxnSpPr>
        <p:spPr>
          <a:xfrm xmlns:a="http://schemas.openxmlformats.org/drawingml/2006/main" flipH="0" flipV="0">
            <a:off x="1143000" y="4200525"/>
            <a:ext cx="857250" cy="0"/>
          </a:xfrm>
          <a:prstGeom xmlns:a="http://schemas.openxmlformats.org/drawingml/2006/main" prst="straightConnector1">
            <a:avLst/>
          </a:prstGeom>
          <a:ln xmlns:a="http://schemas.openxmlformats.org/drawingml/2006/main" w="19050">
            <a:solidFill>
              <a:srgbClr val="5D6C78"/>
            </a:solidFill>
            <a:prstDash val="solid"/>
          </a:ln>
        </p:spPr>
      </p:cxnSp>
      <p:cxnSp>
        <p:nvCxnSpPr>
          <p:cNvPr id="11" name="">
            <a:extLst xmlns:a="http://schemas.openxmlformats.org/drawingml/2006/main">
              <a:ext uri="{FF2B5EF4-FFF2-40B4-BE49-F238E27FC236}">
                <a16:creationId xmlns:a16="http://schemas.microsoft.com/office/drawing/2014/main" id="{17852EFC-E319-40E1-975E-9224FC3D62BC}"/>
              </a:ext>
            </a:extLst>
          </p:cNvPr>
          <p:cNvCxnSpPr/>
          <p:nvPr/>
        </p:nvCxnSpPr>
        <p:spPr>
          <a:xfrm xmlns:a="http://schemas.openxmlformats.org/drawingml/2006/main" flipH="0" flipV="0">
            <a:off x="6048375" y="4200525"/>
            <a:ext cx="857250" cy="0"/>
          </a:xfrm>
          <a:prstGeom xmlns:a="http://schemas.openxmlformats.org/drawingml/2006/main" prst="straightConnector1">
            <a:avLst/>
          </a:prstGeom>
          <a:ln xmlns:a="http://schemas.openxmlformats.org/drawingml/2006/main" w="19050">
            <a:solidFill>
              <a:srgbClr val="5D6C78"/>
            </a:solidFill>
            <a:prstDash val="solid"/>
          </a:ln>
        </p:spPr>
      </p:cxnSp>
      <p:cxnSp>
        <p:nvCxnSpPr>
          <p:cNvPr id="12" name="">
            <a:extLst xmlns:a="http://schemas.openxmlformats.org/drawingml/2006/main">
              <a:ext uri="{FF2B5EF4-FFF2-40B4-BE49-F238E27FC236}">
                <a16:creationId xmlns:a16="http://schemas.microsoft.com/office/drawing/2014/main" id="{E374FF0F-171D-4644-B39F-B6EDFCDFF8DD}"/>
              </a:ext>
            </a:extLst>
          </p:cNvPr>
          <p:cNvCxnSpPr/>
          <p:nvPr/>
        </p:nvCxnSpPr>
        <p:spPr>
          <a:xfrm xmlns:a="http://schemas.openxmlformats.org/drawingml/2006/main" flipH="0" flipV="0">
            <a:off x="4024313" y="1933575"/>
            <a:ext cx="0" cy="1333500"/>
          </a:xfrm>
          <a:prstGeom xmlns:a="http://schemas.openxmlformats.org/drawingml/2006/main" prst="straightConnector1">
            <a:avLst/>
          </a:prstGeom>
          <a:ln xmlns:a="http://schemas.openxmlformats.org/drawingml/2006/main" w="47625">
            <a:solidFill>
              <a:srgbClr val="C53D3D"/>
            </a:solidFill>
            <a:tailEnd type="triangle" w="med" len="med"/>
          </a:ln>
        </p:spPr>
      </p:cxnSp>
      <p:cxnSp>
        <p:nvCxnSpPr>
          <p:cNvPr id="13" name="">
            <a:extLst xmlns:a="http://schemas.openxmlformats.org/drawingml/2006/main">
              <a:ext uri="{FF2B5EF4-FFF2-40B4-BE49-F238E27FC236}">
                <a16:creationId xmlns:a16="http://schemas.microsoft.com/office/drawing/2014/main" id="{437CAD7E-BB71-42E0-BFF8-A4CC5FC9AD47}"/>
              </a:ext>
            </a:extLst>
          </p:cNvPr>
          <p:cNvCxnSpPr/>
          <p:nvPr/>
        </p:nvCxnSpPr>
        <p:spPr>
          <a:xfrm xmlns:a="http://schemas.openxmlformats.org/drawingml/2006/main" flipH="0" flipV="1">
            <a:off x="1524000" y="3790950"/>
            <a:ext cx="0" cy="1143000"/>
          </a:xfrm>
          <a:prstGeom xmlns:a="http://schemas.openxmlformats.org/drawingml/2006/main" prst="straightConnector1">
            <a:avLst/>
          </a:prstGeom>
          <a:ln xmlns:a="http://schemas.openxmlformats.org/drawingml/2006/main" w="47625">
            <a:solidFill>
              <a:srgbClr val="245C98"/>
            </a:solidFill>
            <a:tailEnd type="triangle" w="med" len="med"/>
          </a:ln>
        </p:spPr>
      </p:cxnSp>
      <p:cxnSp>
        <p:nvCxnSpPr>
          <p:cNvPr id="14" name="">
            <a:extLst xmlns:a="http://schemas.openxmlformats.org/drawingml/2006/main">
              <a:ext uri="{FF2B5EF4-FFF2-40B4-BE49-F238E27FC236}">
                <a16:creationId xmlns:a16="http://schemas.microsoft.com/office/drawing/2014/main" id="{28D794CB-9FA9-4BAF-A36D-C81E1EC186E1}"/>
              </a:ext>
            </a:extLst>
          </p:cNvPr>
          <p:cNvCxnSpPr/>
          <p:nvPr/>
        </p:nvCxnSpPr>
        <p:spPr>
          <a:xfrm xmlns:a="http://schemas.openxmlformats.org/drawingml/2006/main" flipH="0" flipV="1">
            <a:off x="6524625" y="3790950"/>
            <a:ext cx="0" cy="1143000"/>
          </a:xfrm>
          <a:prstGeom xmlns:a="http://schemas.openxmlformats.org/drawingml/2006/main" prst="straightConnector1">
            <a:avLst/>
          </a:prstGeom>
          <a:ln xmlns:a="http://schemas.openxmlformats.org/drawingml/2006/main" w="47625">
            <a:solidFill>
              <a:srgbClr val="245C98"/>
            </a:solidFill>
            <a:tailEnd type="triangle" w="med" len="med"/>
          </a:ln>
        </p:spPr>
      </p:cxnSp>
      <p:sp>
        <p:nvSpPr>
          <p:cNvPr id="15" name="text-14">
            <a:extLst xmlns:a="http://schemas.openxmlformats.org/drawingml/2006/main">
              <a:ext uri="{FF2B5EF4-FFF2-40B4-BE49-F238E27FC236}">
                <a16:creationId xmlns:a16="http://schemas.microsoft.com/office/drawing/2014/main" id="{A4580C72-1A4D-4E95-A666-98746F67DCF7}"/>
              </a:ext>
            </a:extLst>
          </p:cNvPr>
          <p:cNvSpPr>
            <a:spLocks xmlns:a="http://schemas.openxmlformats.org/drawingml/2006/main" noGrp="1"/>
          </p:cNvSpPr>
          <p:nvPr/>
        </p:nvSpPr>
        <p:spPr>
          <a:xfrm xmlns:a="http://schemas.openxmlformats.org/drawingml/2006/main">
            <a:off x="2595563" y="14573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C53D3D"/>
                </a:solidFill>
                <a:latin typeface="Yu Gothic"/>
                <a:ea typeface="Yu Gothic"/>
                <a:cs typeface="Yu Gothic"/>
              </a:defRPr>
            </a:defPPr>
            <a:lvl1pPr algn="l">
              <a:buNone/>
              <a:defRPr sz="1950" b="1">
                <a:solidFill>
                  <a:srgbClr val="C53D3D"/>
                </a:solidFill>
                <a:latin typeface="Yu Gothic"/>
                <a:ea typeface="Yu Gothic"/>
                <a:cs typeface="Yu Gothic"/>
              </a:defRPr>
            </a:lvl1pPr>
            <a:lvl2pPr algn="l">
              <a:buNone/>
              <a:defRPr sz="1950" b="1">
                <a:solidFill>
                  <a:srgbClr val="C53D3D"/>
                </a:solidFill>
                <a:latin typeface="Yu Gothic"/>
                <a:ea typeface="Yu Gothic"/>
                <a:cs typeface="Yu Gothic"/>
              </a:defRPr>
            </a:lvl2pPr>
            <a:lvl3pPr algn="l">
              <a:buNone/>
              <a:defRPr sz="1950" b="1">
                <a:solidFill>
                  <a:srgbClr val="C53D3D"/>
                </a:solidFill>
                <a:latin typeface="Yu Gothic"/>
                <a:ea typeface="Yu Gothic"/>
                <a:cs typeface="Yu Gothic"/>
              </a:defRPr>
            </a:lvl3pPr>
            <a:lvl4pPr algn="l">
              <a:buNone/>
              <a:defRPr sz="1950" b="1">
                <a:solidFill>
                  <a:srgbClr val="C53D3D"/>
                </a:solidFill>
                <a:latin typeface="Yu Gothic"/>
                <a:ea typeface="Yu Gothic"/>
                <a:cs typeface="Yu Gothic"/>
              </a:defRPr>
            </a:lvl4pPr>
            <a:lvl5pPr algn="l">
              <a:buNone/>
              <a:defRPr sz="1950" b="1">
                <a:solidFill>
                  <a:srgbClr val="C53D3D"/>
                </a:solidFill>
                <a:latin typeface="Yu Gothic"/>
                <a:ea typeface="Yu Gothic"/>
                <a:cs typeface="Yu Gothic"/>
              </a:defRPr>
            </a:lvl5pPr>
            <a:lvl6pPr algn="l">
              <a:buNone/>
              <a:defRPr sz="1950" b="1">
                <a:solidFill>
                  <a:srgbClr val="C53D3D"/>
                </a:solidFill>
                <a:latin typeface="Yu Gothic"/>
                <a:ea typeface="Yu Gothic"/>
                <a:cs typeface="Yu Gothic"/>
              </a:defRPr>
            </a:lvl6pPr>
            <a:lvl7pPr algn="l">
              <a:buNone/>
              <a:defRPr sz="1950" b="1">
                <a:solidFill>
                  <a:srgbClr val="C53D3D"/>
                </a:solidFill>
                <a:latin typeface="Yu Gothic"/>
                <a:ea typeface="Yu Gothic"/>
                <a:cs typeface="Yu Gothic"/>
              </a:defRPr>
            </a:lvl7pPr>
            <a:lvl8pPr algn="l">
              <a:buNone/>
              <a:defRPr sz="1950" b="1">
                <a:solidFill>
                  <a:srgbClr val="C53D3D"/>
                </a:solidFill>
                <a:latin typeface="Yu Gothic"/>
                <a:ea typeface="Yu Gothic"/>
                <a:cs typeface="Yu Gothic"/>
              </a:defRPr>
            </a:lvl8pPr>
            <a:lvl9pPr algn="l">
              <a:buNone/>
              <a:defRPr sz="1950" b="1">
                <a:solidFill>
                  <a:srgbClr val="C53D3D"/>
                </a:solidFill>
                <a:latin typeface="Yu Gothic"/>
                <a:ea typeface="Yu Gothic"/>
                <a:cs typeface="Yu Gothic"/>
              </a:defRPr>
            </a:lvl9pPr>
          </a:lstStyle>
          <a:p xmlns:a="http://schemas.openxmlformats.org/drawingml/2006/main">
            <a:pPr algn="l">
              <a:buNone/>
              <a:defRPr sz="1950" b="1">
                <a:solidFill>
                  <a:srgbClr val="C53D3D"/>
                </a:solidFill>
                <a:latin typeface="Yu Gothic"/>
                <a:ea typeface="Yu Gothic"/>
                <a:cs typeface="Yu Gothic"/>
              </a:defRPr>
            </a:pPr>
            <a:r>
              <a:rPr sz="1950" b="1">
                <a:solidFill>
                  <a:srgbClr val="C53D3D"/>
                </a:solidFill>
                <a:latin typeface="Yu Gothic"/>
                <a:ea typeface="Yu Gothic"/>
                <a:cs typeface="Yu Gothic"/>
              </a:rPr>
              <a:t>下向きの荷重</a:t>
            </a:r>
          </a:p>
        </p:txBody>
      </p:sp>
      <p:sp>
        <p:nvSpPr>
          <p:cNvPr id="16" name="text-15">
            <a:extLst xmlns:a="http://schemas.openxmlformats.org/drawingml/2006/main">
              <a:ext uri="{FF2B5EF4-FFF2-40B4-BE49-F238E27FC236}">
                <a16:creationId xmlns:a16="http://schemas.microsoft.com/office/drawing/2014/main" id="{DDFD7421-56BA-4D99-9DB7-059563F94484}"/>
              </a:ext>
            </a:extLst>
          </p:cNvPr>
          <p:cNvSpPr>
            <a:spLocks xmlns:a="http://schemas.openxmlformats.org/drawingml/2006/main" noGrp="1"/>
          </p:cNvSpPr>
          <p:nvPr/>
        </p:nvSpPr>
        <p:spPr>
          <a:xfrm xmlns:a="http://schemas.openxmlformats.org/drawingml/2006/main">
            <a:off x="2381250" y="498157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245C98"/>
                </a:solidFill>
                <a:latin typeface="Yu Gothic"/>
                <a:ea typeface="Yu Gothic"/>
                <a:cs typeface="Yu Gothic"/>
              </a:defRPr>
            </a:defPPr>
            <a:lvl1pPr algn="l">
              <a:buNone/>
              <a:defRPr sz="1950" b="1">
                <a:solidFill>
                  <a:srgbClr val="245C98"/>
                </a:solidFill>
                <a:latin typeface="Yu Gothic"/>
                <a:ea typeface="Yu Gothic"/>
                <a:cs typeface="Yu Gothic"/>
              </a:defRPr>
            </a:lvl1pPr>
            <a:lvl2pPr algn="l">
              <a:buNone/>
              <a:defRPr sz="1950" b="1">
                <a:solidFill>
                  <a:srgbClr val="245C98"/>
                </a:solidFill>
                <a:latin typeface="Yu Gothic"/>
                <a:ea typeface="Yu Gothic"/>
                <a:cs typeface="Yu Gothic"/>
              </a:defRPr>
            </a:lvl2pPr>
            <a:lvl3pPr algn="l">
              <a:buNone/>
              <a:defRPr sz="1950" b="1">
                <a:solidFill>
                  <a:srgbClr val="245C98"/>
                </a:solidFill>
                <a:latin typeface="Yu Gothic"/>
                <a:ea typeface="Yu Gothic"/>
                <a:cs typeface="Yu Gothic"/>
              </a:defRPr>
            </a:lvl3pPr>
            <a:lvl4pPr algn="l">
              <a:buNone/>
              <a:defRPr sz="1950" b="1">
                <a:solidFill>
                  <a:srgbClr val="245C98"/>
                </a:solidFill>
                <a:latin typeface="Yu Gothic"/>
                <a:ea typeface="Yu Gothic"/>
                <a:cs typeface="Yu Gothic"/>
              </a:defRPr>
            </a:lvl4pPr>
            <a:lvl5pPr algn="l">
              <a:buNone/>
              <a:defRPr sz="1950" b="1">
                <a:solidFill>
                  <a:srgbClr val="245C98"/>
                </a:solidFill>
                <a:latin typeface="Yu Gothic"/>
                <a:ea typeface="Yu Gothic"/>
                <a:cs typeface="Yu Gothic"/>
              </a:defRPr>
            </a:lvl5pPr>
            <a:lvl6pPr algn="l">
              <a:buNone/>
              <a:defRPr sz="1950" b="1">
                <a:solidFill>
                  <a:srgbClr val="245C98"/>
                </a:solidFill>
                <a:latin typeface="Yu Gothic"/>
                <a:ea typeface="Yu Gothic"/>
                <a:cs typeface="Yu Gothic"/>
              </a:defRPr>
            </a:lvl6pPr>
            <a:lvl7pPr algn="l">
              <a:buNone/>
              <a:defRPr sz="1950" b="1">
                <a:solidFill>
                  <a:srgbClr val="245C98"/>
                </a:solidFill>
                <a:latin typeface="Yu Gothic"/>
                <a:ea typeface="Yu Gothic"/>
                <a:cs typeface="Yu Gothic"/>
              </a:defRPr>
            </a:lvl7pPr>
            <a:lvl8pPr algn="l">
              <a:buNone/>
              <a:defRPr sz="1950" b="1">
                <a:solidFill>
                  <a:srgbClr val="245C98"/>
                </a:solidFill>
                <a:latin typeface="Yu Gothic"/>
                <a:ea typeface="Yu Gothic"/>
                <a:cs typeface="Yu Gothic"/>
              </a:defRPr>
            </a:lvl8pPr>
            <a:lvl9pPr algn="l">
              <a:buNone/>
              <a:defRPr sz="1950" b="1">
                <a:solidFill>
                  <a:srgbClr val="245C98"/>
                </a:solidFill>
                <a:latin typeface="Yu Gothic"/>
                <a:ea typeface="Yu Gothic"/>
                <a:cs typeface="Yu Gothic"/>
              </a:defRPr>
            </a:lvl9pPr>
          </a:lstStyle>
          <a:p xmlns:a="http://schemas.openxmlformats.org/drawingml/2006/main">
            <a:pPr algn="l">
              <a:buNone/>
              <a:defRPr sz="1950" b="1">
                <a:solidFill>
                  <a:srgbClr val="245C98"/>
                </a:solidFill>
                <a:latin typeface="Yu Gothic"/>
                <a:ea typeface="Yu Gothic"/>
                <a:cs typeface="Yu Gothic"/>
              </a:defRPr>
            </a:pPr>
            <a:r>
              <a:rPr sz="1950" b="1">
                <a:solidFill>
                  <a:srgbClr val="245C98"/>
                </a:solidFill>
                <a:latin typeface="Yu Gothic"/>
                <a:ea typeface="Yu Gothic"/>
                <a:cs typeface="Yu Gothic"/>
              </a:rPr>
              <a:t>支持点の反力</a:t>
            </a:r>
          </a:p>
        </p:txBody>
      </p:sp>
      <p:sp>
        <p:nvSpPr>
          <p:cNvPr id="17" name="text-16">
            <a:extLst xmlns:a="http://schemas.openxmlformats.org/drawingml/2006/main">
              <a:ext uri="{FF2B5EF4-FFF2-40B4-BE49-F238E27FC236}">
                <a16:creationId xmlns:a16="http://schemas.microsoft.com/office/drawing/2014/main" id="{6DF4E948-EC54-4274-9259-9B71F5137763}"/>
              </a:ext>
            </a:extLst>
          </p:cNvPr>
          <p:cNvSpPr>
            <a:spLocks xmlns:a="http://schemas.openxmlformats.org/drawingml/2006/main" noGrp="1"/>
          </p:cNvSpPr>
          <p:nvPr/>
        </p:nvSpPr>
        <p:spPr>
          <a:xfrm xmlns:a="http://schemas.openxmlformats.org/drawingml/2006/main">
            <a:off x="7715250" y="2162175"/>
            <a:ext cx="3790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橋面・主桁：曲げとせん断</a:t>
            </a:r>
          </a:p>
        </p:txBody>
      </p:sp>
      <p:sp>
        <p:nvSpPr>
          <p:cNvPr id="18" name="text-17">
            <a:extLst xmlns:a="http://schemas.openxmlformats.org/drawingml/2006/main">
              <a:ext uri="{FF2B5EF4-FFF2-40B4-BE49-F238E27FC236}">
                <a16:creationId xmlns:a16="http://schemas.microsoft.com/office/drawing/2014/main" id="{AC06059E-569C-4BAD-9119-EBFEAF7A5834}"/>
              </a:ext>
            </a:extLst>
          </p:cNvPr>
          <p:cNvSpPr>
            <a:spLocks xmlns:a="http://schemas.openxmlformats.org/drawingml/2006/main" noGrp="1"/>
          </p:cNvSpPr>
          <p:nvPr/>
        </p:nvSpPr>
        <p:spPr>
          <a:xfrm xmlns:a="http://schemas.openxmlformats.org/drawingml/2006/main">
            <a:off x="7715250" y="3114675"/>
            <a:ext cx="3790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支承：力を支点へ伝える</a:t>
            </a:r>
          </a:p>
        </p:txBody>
      </p:sp>
      <p:sp>
        <p:nvSpPr>
          <p:cNvPr id="19" name="text-18">
            <a:extLst xmlns:a="http://schemas.openxmlformats.org/drawingml/2006/main">
              <a:ext uri="{FF2B5EF4-FFF2-40B4-BE49-F238E27FC236}">
                <a16:creationId xmlns:a16="http://schemas.microsoft.com/office/drawing/2014/main" id="{0F5B1152-F86C-42A3-A1A6-5062EFE37823}"/>
              </a:ext>
            </a:extLst>
          </p:cNvPr>
          <p:cNvSpPr>
            <a:spLocks xmlns:a="http://schemas.openxmlformats.org/drawingml/2006/main" noGrp="1"/>
          </p:cNvSpPr>
          <p:nvPr/>
        </p:nvSpPr>
        <p:spPr>
          <a:xfrm xmlns:a="http://schemas.openxmlformats.org/drawingml/2006/main">
            <a:off x="7715250" y="4067175"/>
            <a:ext cx="3790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53C4D"/>
                </a:solidFill>
                <a:latin typeface="Yu Gothic"/>
                <a:ea typeface="Yu Gothic"/>
                <a:cs typeface="Yu Gothic"/>
              </a:defRPr>
            </a:defPPr>
            <a:lvl1pPr algn="l">
              <a:buNone/>
              <a:defRPr sz="2250" b="0">
                <a:solidFill>
                  <a:srgbClr val="253C4D"/>
                </a:solidFill>
                <a:latin typeface="Yu Gothic"/>
                <a:ea typeface="Yu Gothic"/>
                <a:cs typeface="Yu Gothic"/>
              </a:defRPr>
            </a:lvl1pPr>
            <a:lvl2pPr algn="l">
              <a:buNone/>
              <a:defRPr sz="2250" b="0">
                <a:solidFill>
                  <a:srgbClr val="253C4D"/>
                </a:solidFill>
                <a:latin typeface="Yu Gothic"/>
                <a:ea typeface="Yu Gothic"/>
                <a:cs typeface="Yu Gothic"/>
              </a:defRPr>
            </a:lvl2pPr>
            <a:lvl3pPr algn="l">
              <a:buNone/>
              <a:defRPr sz="2250" b="0">
                <a:solidFill>
                  <a:srgbClr val="253C4D"/>
                </a:solidFill>
                <a:latin typeface="Yu Gothic"/>
                <a:ea typeface="Yu Gothic"/>
                <a:cs typeface="Yu Gothic"/>
              </a:defRPr>
            </a:lvl3pPr>
            <a:lvl4pPr algn="l">
              <a:buNone/>
              <a:defRPr sz="2250" b="0">
                <a:solidFill>
                  <a:srgbClr val="253C4D"/>
                </a:solidFill>
                <a:latin typeface="Yu Gothic"/>
                <a:ea typeface="Yu Gothic"/>
                <a:cs typeface="Yu Gothic"/>
              </a:defRPr>
            </a:lvl4pPr>
            <a:lvl5pPr algn="l">
              <a:buNone/>
              <a:defRPr sz="2250" b="0">
                <a:solidFill>
                  <a:srgbClr val="253C4D"/>
                </a:solidFill>
                <a:latin typeface="Yu Gothic"/>
                <a:ea typeface="Yu Gothic"/>
                <a:cs typeface="Yu Gothic"/>
              </a:defRPr>
            </a:lvl5pPr>
            <a:lvl6pPr algn="l">
              <a:buNone/>
              <a:defRPr sz="2250" b="0">
                <a:solidFill>
                  <a:srgbClr val="253C4D"/>
                </a:solidFill>
                <a:latin typeface="Yu Gothic"/>
                <a:ea typeface="Yu Gothic"/>
                <a:cs typeface="Yu Gothic"/>
              </a:defRPr>
            </a:lvl6pPr>
            <a:lvl7pPr algn="l">
              <a:buNone/>
              <a:defRPr sz="2250" b="0">
                <a:solidFill>
                  <a:srgbClr val="253C4D"/>
                </a:solidFill>
                <a:latin typeface="Yu Gothic"/>
                <a:ea typeface="Yu Gothic"/>
                <a:cs typeface="Yu Gothic"/>
              </a:defRPr>
            </a:lvl7pPr>
            <a:lvl8pPr algn="l">
              <a:buNone/>
              <a:defRPr sz="2250" b="0">
                <a:solidFill>
                  <a:srgbClr val="253C4D"/>
                </a:solidFill>
                <a:latin typeface="Yu Gothic"/>
                <a:ea typeface="Yu Gothic"/>
                <a:cs typeface="Yu Gothic"/>
              </a:defRPr>
            </a:lvl8pPr>
            <a:lvl9pPr algn="l">
              <a:buNone/>
              <a:defRPr sz="2250" b="0">
                <a:solidFill>
                  <a:srgbClr val="253C4D"/>
                </a:solidFill>
                <a:latin typeface="Yu Gothic"/>
                <a:ea typeface="Yu Gothic"/>
                <a:cs typeface="Yu Gothic"/>
              </a:defRPr>
            </a:lvl9pPr>
          </a:lstStyle>
          <a:p xmlns:a="http://schemas.openxmlformats.org/drawingml/2006/main">
            <a:pPr algn="l">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橋脚・橋台：主に圧縮</a:t>
            </a:r>
          </a:p>
        </p:txBody>
      </p:sp>
      <p:sp>
        <p:nvSpPr>
          <p:cNvPr id="20" name="text-19">
            <a:extLst xmlns:a="http://schemas.openxmlformats.org/drawingml/2006/main">
              <a:ext uri="{FF2B5EF4-FFF2-40B4-BE49-F238E27FC236}">
                <a16:creationId xmlns:a16="http://schemas.microsoft.com/office/drawing/2014/main" id="{A8840A59-35F2-4F0F-BF0A-057641593E80}"/>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車両 → 橋面・主桁 → 支承 → 橋脚・橋台 → 地盤</a:t>
            </a:r>
          </a:p>
        </p:txBody>
      </p:sp>
    </p:spTree>
    <p:extLst>
      <p:ext uri="{BB962C8B-B14F-4D97-AF65-F5344CB8AC3E}">
        <p14:creationId xmlns:p14="http://schemas.microsoft.com/office/powerpoint/2010/main" val="87188572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0">
            <a:extLst xmlns:a="http://schemas.openxmlformats.org/drawingml/2006/main">
              <a:ext uri="{FF2B5EF4-FFF2-40B4-BE49-F238E27FC236}">
                <a16:creationId xmlns:a16="http://schemas.microsoft.com/office/drawing/2014/main" id="{E794A0D9-0BA3-403F-8970-2BF167CC599A}"/>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建築の荷重経路</a:t>
            </a:r>
          </a:p>
        </p:txBody>
      </p:sp>
      <p:cxnSp>
        <p:nvCxnSpPr>
          <p:cNvPr id="2" name="">
            <a:extLst xmlns:a="http://schemas.openxmlformats.org/drawingml/2006/main">
              <a:ext uri="{FF2B5EF4-FFF2-40B4-BE49-F238E27FC236}">
                <a16:creationId xmlns:a16="http://schemas.microsoft.com/office/drawing/2014/main" id="{45D3B727-572D-4C71-B515-B521466D7DC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1E9B2B82-ECBD-4CB0-99A6-3A621FFDF596}"/>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E86C7C1A-50EB-4080-BB78-AE4D33198C61}"/>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21 / 57</a:t>
            </a:r>
          </a:p>
        </p:txBody>
      </p:sp>
      <p:sp>
        <p:nvSpPr>
          <p:cNvPr id="5" name="text-4">
            <a:extLst xmlns:a="http://schemas.openxmlformats.org/drawingml/2006/main">
              <a:ext uri="{FF2B5EF4-FFF2-40B4-BE49-F238E27FC236}">
                <a16:creationId xmlns:a16="http://schemas.microsoft.com/office/drawing/2014/main" id="{26C92AEA-B4D9-4CA8-AB7B-90FDF05FA36F}"/>
              </a:ext>
            </a:extLst>
          </p:cNvPr>
          <p:cNvSpPr>
            <a:spLocks xmlns:a="http://schemas.openxmlformats.org/drawingml/2006/main" noGrp="1"/>
          </p:cNvSpPr>
          <p:nvPr/>
        </p:nvSpPr>
        <p:spPr>
          <a:xfrm xmlns:a="http://schemas.openxmlformats.org/drawingml/2006/main">
            <a:off x="952500" y="153352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8364F"/>
                </a:solidFill>
                <a:latin typeface="Yu Gothic"/>
                <a:ea typeface="Yu Gothic"/>
                <a:cs typeface="Yu Gothic"/>
              </a:defRPr>
            </a:defPPr>
            <a:lvl1pPr algn="l">
              <a:buNone/>
              <a:defRPr sz="2550" b="1">
                <a:solidFill>
                  <a:srgbClr val="18364F"/>
                </a:solidFill>
                <a:latin typeface="Yu Gothic"/>
                <a:ea typeface="Yu Gothic"/>
                <a:cs typeface="Yu Gothic"/>
              </a:defRPr>
            </a:lvl1pPr>
            <a:lvl2pPr algn="l">
              <a:buNone/>
              <a:defRPr sz="2550" b="1">
                <a:solidFill>
                  <a:srgbClr val="18364F"/>
                </a:solidFill>
                <a:latin typeface="Yu Gothic"/>
                <a:ea typeface="Yu Gothic"/>
                <a:cs typeface="Yu Gothic"/>
              </a:defRPr>
            </a:lvl2pPr>
            <a:lvl3pPr algn="l">
              <a:buNone/>
              <a:defRPr sz="2550" b="1">
                <a:solidFill>
                  <a:srgbClr val="18364F"/>
                </a:solidFill>
                <a:latin typeface="Yu Gothic"/>
                <a:ea typeface="Yu Gothic"/>
                <a:cs typeface="Yu Gothic"/>
              </a:defRPr>
            </a:lvl3pPr>
            <a:lvl4pPr algn="l">
              <a:buNone/>
              <a:defRPr sz="2550" b="1">
                <a:solidFill>
                  <a:srgbClr val="18364F"/>
                </a:solidFill>
                <a:latin typeface="Yu Gothic"/>
                <a:ea typeface="Yu Gothic"/>
                <a:cs typeface="Yu Gothic"/>
              </a:defRPr>
            </a:lvl4pPr>
            <a:lvl5pPr algn="l">
              <a:buNone/>
              <a:defRPr sz="2550" b="1">
                <a:solidFill>
                  <a:srgbClr val="18364F"/>
                </a:solidFill>
                <a:latin typeface="Yu Gothic"/>
                <a:ea typeface="Yu Gothic"/>
                <a:cs typeface="Yu Gothic"/>
              </a:defRPr>
            </a:lvl5pPr>
            <a:lvl6pPr algn="l">
              <a:buNone/>
              <a:defRPr sz="2550" b="1">
                <a:solidFill>
                  <a:srgbClr val="18364F"/>
                </a:solidFill>
                <a:latin typeface="Yu Gothic"/>
                <a:ea typeface="Yu Gothic"/>
                <a:cs typeface="Yu Gothic"/>
              </a:defRPr>
            </a:lvl6pPr>
            <a:lvl7pPr algn="l">
              <a:buNone/>
              <a:defRPr sz="2550" b="1">
                <a:solidFill>
                  <a:srgbClr val="18364F"/>
                </a:solidFill>
                <a:latin typeface="Yu Gothic"/>
                <a:ea typeface="Yu Gothic"/>
                <a:cs typeface="Yu Gothic"/>
              </a:defRPr>
            </a:lvl7pPr>
            <a:lvl8pPr algn="l">
              <a:buNone/>
              <a:defRPr sz="2550" b="1">
                <a:solidFill>
                  <a:srgbClr val="18364F"/>
                </a:solidFill>
                <a:latin typeface="Yu Gothic"/>
                <a:ea typeface="Yu Gothic"/>
                <a:cs typeface="Yu Gothic"/>
              </a:defRPr>
            </a:lvl8pPr>
            <a:lvl9pPr algn="l">
              <a:buNone/>
              <a:defRPr sz="2550" b="1">
                <a:solidFill>
                  <a:srgbClr val="18364F"/>
                </a:solidFill>
                <a:latin typeface="Yu Gothic"/>
                <a:ea typeface="Yu Gothic"/>
                <a:cs typeface="Yu Gothic"/>
              </a:defRPr>
            </a:lvl9pPr>
          </a:lstStyle>
          <a:p xmlns:a="http://schemas.openxmlformats.org/drawingml/2006/main">
            <a:pPr algn="l">
              <a:buNone/>
              <a:defRPr sz="2550" b="1">
                <a:solidFill>
                  <a:srgbClr val="18364F"/>
                </a:solidFill>
                <a:latin typeface="Yu Gothic"/>
                <a:ea typeface="Yu Gothic"/>
                <a:cs typeface="Yu Gothic"/>
              </a:defRPr>
            </a:pPr>
            <a:r>
              <a:rPr sz="2550" b="1">
                <a:solidFill>
                  <a:srgbClr val="18364F"/>
                </a:solidFill>
                <a:latin typeface="Yu Gothic"/>
                <a:ea typeface="Yu Gothic"/>
                <a:cs typeface="Yu Gothic"/>
              </a:rPr>
              <a:t>鉛直荷重</a:t>
            </a:r>
          </a:p>
        </p:txBody>
      </p:sp>
      <p:sp>
        <p:nvSpPr>
          <p:cNvPr id="6" name="text-5">
            <a:extLst xmlns:a="http://schemas.openxmlformats.org/drawingml/2006/main">
              <a:ext uri="{FF2B5EF4-FFF2-40B4-BE49-F238E27FC236}">
                <a16:creationId xmlns:a16="http://schemas.microsoft.com/office/drawing/2014/main" id="{43E41071-C894-4B49-A460-84841EA8F0FC}"/>
              </a:ext>
            </a:extLst>
          </p:cNvPr>
          <p:cNvSpPr>
            <a:spLocks xmlns:a="http://schemas.openxmlformats.org/drawingml/2006/main" noGrp="1"/>
          </p:cNvSpPr>
          <p:nvPr/>
        </p:nvSpPr>
        <p:spPr>
          <a:xfrm xmlns:a="http://schemas.openxmlformats.org/drawingml/2006/main">
            <a:off x="6667500" y="1533525"/>
            <a:ext cx="4838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8364F"/>
                </a:solidFill>
                <a:latin typeface="Yu Gothic"/>
                <a:ea typeface="Yu Gothic"/>
                <a:cs typeface="Yu Gothic"/>
              </a:defRPr>
            </a:defPPr>
            <a:lvl1pPr algn="l">
              <a:buNone/>
              <a:defRPr sz="2550" b="1">
                <a:solidFill>
                  <a:srgbClr val="18364F"/>
                </a:solidFill>
                <a:latin typeface="Yu Gothic"/>
                <a:ea typeface="Yu Gothic"/>
                <a:cs typeface="Yu Gothic"/>
              </a:defRPr>
            </a:lvl1pPr>
            <a:lvl2pPr algn="l">
              <a:buNone/>
              <a:defRPr sz="2550" b="1">
                <a:solidFill>
                  <a:srgbClr val="18364F"/>
                </a:solidFill>
                <a:latin typeface="Yu Gothic"/>
                <a:ea typeface="Yu Gothic"/>
                <a:cs typeface="Yu Gothic"/>
              </a:defRPr>
            </a:lvl2pPr>
            <a:lvl3pPr algn="l">
              <a:buNone/>
              <a:defRPr sz="2550" b="1">
                <a:solidFill>
                  <a:srgbClr val="18364F"/>
                </a:solidFill>
                <a:latin typeface="Yu Gothic"/>
                <a:ea typeface="Yu Gothic"/>
                <a:cs typeface="Yu Gothic"/>
              </a:defRPr>
            </a:lvl3pPr>
            <a:lvl4pPr algn="l">
              <a:buNone/>
              <a:defRPr sz="2550" b="1">
                <a:solidFill>
                  <a:srgbClr val="18364F"/>
                </a:solidFill>
                <a:latin typeface="Yu Gothic"/>
                <a:ea typeface="Yu Gothic"/>
                <a:cs typeface="Yu Gothic"/>
              </a:defRPr>
            </a:lvl4pPr>
            <a:lvl5pPr algn="l">
              <a:buNone/>
              <a:defRPr sz="2550" b="1">
                <a:solidFill>
                  <a:srgbClr val="18364F"/>
                </a:solidFill>
                <a:latin typeface="Yu Gothic"/>
                <a:ea typeface="Yu Gothic"/>
                <a:cs typeface="Yu Gothic"/>
              </a:defRPr>
            </a:lvl5pPr>
            <a:lvl6pPr algn="l">
              <a:buNone/>
              <a:defRPr sz="2550" b="1">
                <a:solidFill>
                  <a:srgbClr val="18364F"/>
                </a:solidFill>
                <a:latin typeface="Yu Gothic"/>
                <a:ea typeface="Yu Gothic"/>
                <a:cs typeface="Yu Gothic"/>
              </a:defRPr>
            </a:lvl6pPr>
            <a:lvl7pPr algn="l">
              <a:buNone/>
              <a:defRPr sz="2550" b="1">
                <a:solidFill>
                  <a:srgbClr val="18364F"/>
                </a:solidFill>
                <a:latin typeface="Yu Gothic"/>
                <a:ea typeface="Yu Gothic"/>
                <a:cs typeface="Yu Gothic"/>
              </a:defRPr>
            </a:lvl7pPr>
            <a:lvl8pPr algn="l">
              <a:buNone/>
              <a:defRPr sz="2550" b="1">
                <a:solidFill>
                  <a:srgbClr val="18364F"/>
                </a:solidFill>
                <a:latin typeface="Yu Gothic"/>
                <a:ea typeface="Yu Gothic"/>
                <a:cs typeface="Yu Gothic"/>
              </a:defRPr>
            </a:lvl8pPr>
            <a:lvl9pPr algn="l">
              <a:buNone/>
              <a:defRPr sz="2550" b="1">
                <a:solidFill>
                  <a:srgbClr val="18364F"/>
                </a:solidFill>
                <a:latin typeface="Yu Gothic"/>
                <a:ea typeface="Yu Gothic"/>
                <a:cs typeface="Yu Gothic"/>
              </a:defRPr>
            </a:lvl9pPr>
          </a:lstStyle>
          <a:p xmlns:a="http://schemas.openxmlformats.org/drawingml/2006/main">
            <a:pPr algn="l">
              <a:buNone/>
              <a:defRPr sz="2550" b="1">
                <a:solidFill>
                  <a:srgbClr val="18364F"/>
                </a:solidFill>
                <a:latin typeface="Yu Gothic"/>
                <a:ea typeface="Yu Gothic"/>
                <a:cs typeface="Yu Gothic"/>
              </a:defRPr>
            </a:pPr>
            <a:r>
              <a:rPr sz="2550" b="1">
                <a:solidFill>
                  <a:srgbClr val="18364F"/>
                </a:solidFill>
                <a:latin typeface="Yu Gothic"/>
                <a:ea typeface="Yu Gothic"/>
                <a:cs typeface="Yu Gothic"/>
              </a:rPr>
              <a:t>風・地震による横荷重</a:t>
            </a:r>
          </a:p>
        </p:txBody>
      </p:sp>
      <p:sp>
        <p:nvSpPr>
          <p:cNvPr id="7" name="">
            <a:extLst xmlns:a="http://schemas.openxmlformats.org/drawingml/2006/main">
              <a:ext uri="{FF2B5EF4-FFF2-40B4-BE49-F238E27FC236}">
                <a16:creationId xmlns:a16="http://schemas.microsoft.com/office/drawing/2014/main" id="{3607ACEE-4292-4833-863A-2CB24E26066F}"/>
              </a:ext>
            </a:extLst>
          </p:cNvPr>
          <p:cNvSpPr>
            <a:spLocks xmlns:a="http://schemas.openxmlformats.org/drawingml/2006/main" noGrp="1"/>
          </p:cNvSpPr>
          <p:nvPr/>
        </p:nvSpPr>
        <p:spPr>
          <a:xfrm xmlns:a="http://schemas.openxmlformats.org/drawingml/2006/main">
            <a:off x="1428750" y="2762250"/>
            <a:ext cx="285750" cy="2238375"/>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8" name="">
            <a:extLst xmlns:a="http://schemas.openxmlformats.org/drawingml/2006/main">
              <a:ext uri="{FF2B5EF4-FFF2-40B4-BE49-F238E27FC236}">
                <a16:creationId xmlns:a16="http://schemas.microsoft.com/office/drawing/2014/main" id="{9A159824-53B0-43D5-94D6-D0DD5E5406E6}"/>
              </a:ext>
            </a:extLst>
          </p:cNvPr>
          <p:cNvSpPr>
            <a:spLocks xmlns:a="http://schemas.openxmlformats.org/drawingml/2006/main" noGrp="1"/>
          </p:cNvSpPr>
          <p:nvPr/>
        </p:nvSpPr>
        <p:spPr>
          <a:xfrm xmlns:a="http://schemas.openxmlformats.org/drawingml/2006/main">
            <a:off x="4762500" y="2762250"/>
            <a:ext cx="285750" cy="2238375"/>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9" name="">
            <a:extLst xmlns:a="http://schemas.openxmlformats.org/drawingml/2006/main">
              <a:ext uri="{FF2B5EF4-FFF2-40B4-BE49-F238E27FC236}">
                <a16:creationId xmlns:a16="http://schemas.microsoft.com/office/drawing/2014/main" id="{5D55143E-6CA5-42A3-B49A-44FD557C42E3}"/>
              </a:ext>
            </a:extLst>
          </p:cNvPr>
          <p:cNvSpPr>
            <a:spLocks xmlns:a="http://schemas.openxmlformats.org/drawingml/2006/main" noGrp="1"/>
          </p:cNvSpPr>
          <p:nvPr/>
        </p:nvSpPr>
        <p:spPr>
          <a:xfrm xmlns:a="http://schemas.openxmlformats.org/drawingml/2006/main">
            <a:off x="1428750" y="2762250"/>
            <a:ext cx="3619500" cy="238125"/>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10" name="">
            <a:extLst xmlns:a="http://schemas.openxmlformats.org/drawingml/2006/main">
              <a:ext uri="{FF2B5EF4-FFF2-40B4-BE49-F238E27FC236}">
                <a16:creationId xmlns:a16="http://schemas.microsoft.com/office/drawing/2014/main" id="{11246C7C-1987-427A-AB7D-A296D0741DF4}"/>
              </a:ext>
            </a:extLst>
          </p:cNvPr>
          <p:cNvSpPr>
            <a:spLocks xmlns:a="http://schemas.openxmlformats.org/drawingml/2006/main" noGrp="1"/>
          </p:cNvSpPr>
          <p:nvPr/>
        </p:nvSpPr>
        <p:spPr>
          <a:xfrm xmlns:a="http://schemas.openxmlformats.org/drawingml/2006/main">
            <a:off x="1428750" y="3905250"/>
            <a:ext cx="3619500" cy="238125"/>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cxnSp>
        <p:nvCxnSpPr>
          <p:cNvPr id="11" name="">
            <a:extLst xmlns:a="http://schemas.openxmlformats.org/drawingml/2006/main">
              <a:ext uri="{FF2B5EF4-FFF2-40B4-BE49-F238E27FC236}">
                <a16:creationId xmlns:a16="http://schemas.microsoft.com/office/drawing/2014/main" id="{ED10B644-72A0-47E0-BE34-10F923835E80}"/>
              </a:ext>
            </a:extLst>
          </p:cNvPr>
          <p:cNvCxnSpPr/>
          <p:nvPr/>
        </p:nvCxnSpPr>
        <p:spPr>
          <a:xfrm xmlns:a="http://schemas.openxmlformats.org/drawingml/2006/main" flipH="0" flipV="0">
            <a:off x="1190625" y="5086350"/>
            <a:ext cx="4095750" cy="0"/>
          </a:xfrm>
          <a:prstGeom xmlns:a="http://schemas.openxmlformats.org/drawingml/2006/main" prst="straightConnector1">
            <a:avLst/>
          </a:prstGeom>
          <a:ln xmlns:a="http://schemas.openxmlformats.org/drawingml/2006/main" w="28575">
            <a:solidFill>
              <a:srgbClr val="5D6C78"/>
            </a:solidFill>
            <a:prstDash val="solid"/>
          </a:ln>
        </p:spPr>
      </p:cxnSp>
      <p:sp>
        <p:nvSpPr>
          <p:cNvPr id="12" name="">
            <a:extLst xmlns:a="http://schemas.openxmlformats.org/drawingml/2006/main">
              <a:ext uri="{FF2B5EF4-FFF2-40B4-BE49-F238E27FC236}">
                <a16:creationId xmlns:a16="http://schemas.microsoft.com/office/drawing/2014/main" id="{FCC36559-EF93-494C-8B5C-9F021280713B}"/>
              </a:ext>
            </a:extLst>
          </p:cNvPr>
          <p:cNvSpPr>
            <a:spLocks xmlns:a="http://schemas.openxmlformats.org/drawingml/2006/main" noGrp="1"/>
          </p:cNvSpPr>
          <p:nvPr/>
        </p:nvSpPr>
        <p:spPr>
          <a:xfrm xmlns:a="http://schemas.openxmlformats.org/drawingml/2006/main">
            <a:off x="7239000" y="2762250"/>
            <a:ext cx="285750" cy="2238375"/>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13" name="">
            <a:extLst xmlns:a="http://schemas.openxmlformats.org/drawingml/2006/main">
              <a:ext uri="{FF2B5EF4-FFF2-40B4-BE49-F238E27FC236}">
                <a16:creationId xmlns:a16="http://schemas.microsoft.com/office/drawing/2014/main" id="{58D1D854-E1EE-496A-BE15-7095C8EBBFE4}"/>
              </a:ext>
            </a:extLst>
          </p:cNvPr>
          <p:cNvSpPr>
            <a:spLocks xmlns:a="http://schemas.openxmlformats.org/drawingml/2006/main" noGrp="1"/>
          </p:cNvSpPr>
          <p:nvPr/>
        </p:nvSpPr>
        <p:spPr>
          <a:xfrm xmlns:a="http://schemas.openxmlformats.org/drawingml/2006/main">
            <a:off x="10572750" y="2762250"/>
            <a:ext cx="285750" cy="2238375"/>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14" name="">
            <a:extLst xmlns:a="http://schemas.openxmlformats.org/drawingml/2006/main">
              <a:ext uri="{FF2B5EF4-FFF2-40B4-BE49-F238E27FC236}">
                <a16:creationId xmlns:a16="http://schemas.microsoft.com/office/drawing/2014/main" id="{DF898E8A-4581-45A2-B17E-39381224A7F0}"/>
              </a:ext>
            </a:extLst>
          </p:cNvPr>
          <p:cNvSpPr>
            <a:spLocks xmlns:a="http://schemas.openxmlformats.org/drawingml/2006/main" noGrp="1"/>
          </p:cNvSpPr>
          <p:nvPr/>
        </p:nvSpPr>
        <p:spPr>
          <a:xfrm xmlns:a="http://schemas.openxmlformats.org/drawingml/2006/main">
            <a:off x="7239000" y="2762250"/>
            <a:ext cx="3619500" cy="238125"/>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sp>
        <p:nvSpPr>
          <p:cNvPr id="15" name="">
            <a:extLst xmlns:a="http://schemas.openxmlformats.org/drawingml/2006/main">
              <a:ext uri="{FF2B5EF4-FFF2-40B4-BE49-F238E27FC236}">
                <a16:creationId xmlns:a16="http://schemas.microsoft.com/office/drawing/2014/main" id="{3B339971-F854-4A37-AEE9-2FECD5A806EC}"/>
              </a:ext>
            </a:extLst>
          </p:cNvPr>
          <p:cNvSpPr>
            <a:spLocks xmlns:a="http://schemas.openxmlformats.org/drawingml/2006/main" noGrp="1"/>
          </p:cNvSpPr>
          <p:nvPr/>
        </p:nvSpPr>
        <p:spPr>
          <a:xfrm xmlns:a="http://schemas.openxmlformats.org/drawingml/2006/main">
            <a:off x="7239000" y="3905250"/>
            <a:ext cx="3619500" cy="238125"/>
          </a:xfrm>
          <a:prstGeom xmlns:a="http://schemas.openxmlformats.org/drawingml/2006/main" prst="rect">
            <a:avLst/>
          </a:prstGeom>
          <a:solidFill xmlns:a="http://schemas.openxmlformats.org/drawingml/2006/main">
            <a:srgbClr val="EDF2F6"/>
          </a:solidFill>
          <a:ln xmlns:a="http://schemas.openxmlformats.org/drawingml/2006/main" w="14288">
            <a:solidFill>
              <a:srgbClr val="C8D3DD"/>
            </a:solidFill>
          </a:ln>
        </p:spPr>
      </p:sp>
      <p:cxnSp>
        <p:nvCxnSpPr>
          <p:cNvPr id="16" name="">
            <a:extLst xmlns:a="http://schemas.openxmlformats.org/drawingml/2006/main">
              <a:ext uri="{FF2B5EF4-FFF2-40B4-BE49-F238E27FC236}">
                <a16:creationId xmlns:a16="http://schemas.microsoft.com/office/drawing/2014/main" id="{AB47E77A-5901-4245-AA30-61DCB998BEA9}"/>
              </a:ext>
            </a:extLst>
          </p:cNvPr>
          <p:cNvCxnSpPr/>
          <p:nvPr/>
        </p:nvCxnSpPr>
        <p:spPr>
          <a:xfrm xmlns:a="http://schemas.openxmlformats.org/drawingml/2006/main" flipH="0" flipV="0">
            <a:off x="7000875" y="5086350"/>
            <a:ext cx="4095750" cy="0"/>
          </a:xfrm>
          <a:prstGeom xmlns:a="http://schemas.openxmlformats.org/drawingml/2006/main" prst="straightConnector1">
            <a:avLst/>
          </a:prstGeom>
          <a:ln xmlns:a="http://schemas.openxmlformats.org/drawingml/2006/main" w="28575">
            <a:solidFill>
              <a:srgbClr val="5D6C78"/>
            </a:solidFill>
            <a:prstDash val="solid"/>
          </a:ln>
        </p:spPr>
      </p:cxnSp>
      <p:cxnSp>
        <p:nvCxnSpPr>
          <p:cNvPr id="17" name="">
            <a:extLst xmlns:a="http://schemas.openxmlformats.org/drawingml/2006/main">
              <a:ext uri="{FF2B5EF4-FFF2-40B4-BE49-F238E27FC236}">
                <a16:creationId xmlns:a16="http://schemas.microsoft.com/office/drawing/2014/main" id="{BD2D6E9A-FBFE-4852-979D-71AFD49D9538}"/>
              </a:ext>
            </a:extLst>
          </p:cNvPr>
          <p:cNvCxnSpPr/>
          <p:nvPr/>
        </p:nvCxnSpPr>
        <p:spPr>
          <a:xfrm xmlns:a="http://schemas.openxmlformats.org/drawingml/2006/main" flipH="0" flipV="0">
            <a:off x="3095625" y="2076450"/>
            <a:ext cx="0" cy="590550"/>
          </a:xfrm>
          <a:prstGeom xmlns:a="http://schemas.openxmlformats.org/drawingml/2006/main" prst="straightConnector1">
            <a:avLst/>
          </a:prstGeom>
          <a:ln xmlns:a="http://schemas.openxmlformats.org/drawingml/2006/main" w="47625">
            <a:solidFill>
              <a:srgbClr val="C53D3D"/>
            </a:solidFill>
            <a:tailEnd type="triangle" w="med" len="med"/>
          </a:ln>
        </p:spPr>
      </p:cxnSp>
      <p:cxnSp>
        <p:nvCxnSpPr>
          <p:cNvPr id="18" name="">
            <a:extLst xmlns:a="http://schemas.openxmlformats.org/drawingml/2006/main">
              <a:ext uri="{FF2B5EF4-FFF2-40B4-BE49-F238E27FC236}">
                <a16:creationId xmlns:a16="http://schemas.microsoft.com/office/drawing/2014/main" id="{060CEE26-3458-4C18-B595-D1944FBA4FE9}"/>
              </a:ext>
            </a:extLst>
          </p:cNvPr>
          <p:cNvCxnSpPr/>
          <p:nvPr/>
        </p:nvCxnSpPr>
        <p:spPr>
          <a:xfrm xmlns:a="http://schemas.openxmlformats.org/drawingml/2006/main" flipH="0" flipV="1">
            <a:off x="1571625" y="5019675"/>
            <a:ext cx="0" cy="504825"/>
          </a:xfrm>
          <a:prstGeom xmlns:a="http://schemas.openxmlformats.org/drawingml/2006/main" prst="straightConnector1">
            <a:avLst/>
          </a:prstGeom>
          <a:ln xmlns:a="http://schemas.openxmlformats.org/drawingml/2006/main" w="47625">
            <a:solidFill>
              <a:srgbClr val="245C98"/>
            </a:solidFill>
            <a:tailEnd type="triangle" w="med" len="med"/>
          </a:ln>
        </p:spPr>
      </p:cxnSp>
      <p:cxnSp>
        <p:nvCxnSpPr>
          <p:cNvPr id="19" name="">
            <a:extLst xmlns:a="http://schemas.openxmlformats.org/drawingml/2006/main">
              <a:ext uri="{FF2B5EF4-FFF2-40B4-BE49-F238E27FC236}">
                <a16:creationId xmlns:a16="http://schemas.microsoft.com/office/drawing/2014/main" id="{26CB6029-BF43-4AD5-B2C1-5E5088F32F46}"/>
              </a:ext>
            </a:extLst>
          </p:cNvPr>
          <p:cNvCxnSpPr/>
          <p:nvPr/>
        </p:nvCxnSpPr>
        <p:spPr>
          <a:xfrm xmlns:a="http://schemas.openxmlformats.org/drawingml/2006/main" flipH="0" flipV="1">
            <a:off x="4905375" y="5019675"/>
            <a:ext cx="0" cy="504825"/>
          </a:xfrm>
          <a:prstGeom xmlns:a="http://schemas.openxmlformats.org/drawingml/2006/main" prst="straightConnector1">
            <a:avLst/>
          </a:prstGeom>
          <a:ln xmlns:a="http://schemas.openxmlformats.org/drawingml/2006/main" w="47625">
            <a:solidFill>
              <a:srgbClr val="245C98"/>
            </a:solidFill>
            <a:tailEnd type="triangle" w="med" len="med"/>
          </a:ln>
        </p:spPr>
      </p:cxnSp>
      <p:cxnSp>
        <p:nvCxnSpPr>
          <p:cNvPr id="20" name="">
            <a:extLst xmlns:a="http://schemas.openxmlformats.org/drawingml/2006/main">
              <a:ext uri="{FF2B5EF4-FFF2-40B4-BE49-F238E27FC236}">
                <a16:creationId xmlns:a16="http://schemas.microsoft.com/office/drawing/2014/main" id="{DBDE7456-6308-48B7-B015-273152E1665E}"/>
              </a:ext>
            </a:extLst>
          </p:cNvPr>
          <p:cNvCxnSpPr/>
          <p:nvPr/>
        </p:nvCxnSpPr>
        <p:spPr>
          <a:xfrm xmlns:a="http://schemas.openxmlformats.org/drawingml/2006/main" flipH="0" flipV="0">
            <a:off x="6353175" y="2924175"/>
            <a:ext cx="752475" cy="0"/>
          </a:xfrm>
          <a:prstGeom xmlns:a="http://schemas.openxmlformats.org/drawingml/2006/main" prst="straightConnector1">
            <a:avLst/>
          </a:prstGeom>
          <a:ln xmlns:a="http://schemas.openxmlformats.org/drawingml/2006/main" w="47625">
            <a:solidFill>
              <a:srgbClr val="C53D3D"/>
            </a:solidFill>
            <a:tailEnd type="triangle" w="med" len="med"/>
          </a:ln>
        </p:spPr>
      </p:cxnSp>
      <p:sp>
        <p:nvSpPr>
          <p:cNvPr id="21" name="">
            <a:extLst xmlns:a="http://schemas.openxmlformats.org/drawingml/2006/main">
              <a:ext uri="{FF2B5EF4-FFF2-40B4-BE49-F238E27FC236}">
                <a16:creationId xmlns:a16="http://schemas.microsoft.com/office/drawing/2014/main" id="{6B028013-8487-4D86-AB40-1EC6C3D27CFC}"/>
              </a:ext>
            </a:extLst>
          </p:cNvPr>
          <p:cNvSpPr>
            <a:spLocks xmlns:a="http://schemas.openxmlformats.org/drawingml/2006/main" noGrp="1"/>
          </p:cNvSpPr>
          <p:nvPr/>
        </p:nvSpPr>
        <p:spPr>
          <a:xfrm xmlns:a="http://schemas.openxmlformats.org/drawingml/2006/main">
            <a:off x="7477125" y="3028950"/>
            <a:ext cx="3057525" cy="1085850"/>
          </a:xfrm>
          <a:custGeom xmlns:a="http://schemas.openxmlformats.org/drawingml/2006/main">
            <a:pathLst>
              <a:path w="3057525" h="1085850">
                <a:moveTo>
                  <a:pt x="0" y="1085850"/>
                </a:moveTo>
                <a:lnTo>
                  <a:pt x="3057525" y="0"/>
                </a:lnTo>
              </a:path>
            </a:pathLst>
          </a:custGeom>
          <a:noFill xmlns:a="http://schemas.openxmlformats.org/drawingml/2006/main"/>
          <a:ln xmlns:a="http://schemas.openxmlformats.org/drawingml/2006/main" w="47625">
            <a:solidFill>
              <a:srgbClr val="087E8B"/>
            </a:solidFill>
          </a:ln>
        </p:spPr>
      </p:sp>
      <p:sp>
        <p:nvSpPr>
          <p:cNvPr id="22" name="">
            <a:extLst xmlns:a="http://schemas.openxmlformats.org/drawingml/2006/main">
              <a:ext uri="{FF2B5EF4-FFF2-40B4-BE49-F238E27FC236}">
                <a16:creationId xmlns:a16="http://schemas.microsoft.com/office/drawing/2014/main" id="{E7E206CB-EE65-4FE5-86BA-4A13FA354DF0}"/>
              </a:ext>
            </a:extLst>
          </p:cNvPr>
          <p:cNvSpPr>
            <a:spLocks xmlns:a="http://schemas.openxmlformats.org/drawingml/2006/main" noGrp="1"/>
          </p:cNvSpPr>
          <p:nvPr/>
        </p:nvSpPr>
        <p:spPr>
          <a:xfrm xmlns:a="http://schemas.openxmlformats.org/drawingml/2006/main">
            <a:off x="7477125" y="3028950"/>
            <a:ext cx="3057525" cy="1085850"/>
          </a:xfrm>
          <a:custGeom xmlns:a="http://schemas.openxmlformats.org/drawingml/2006/main">
            <a:pathLst>
              <a:path w="3057525" h="1085850">
                <a:moveTo>
                  <a:pt x="0" y="0"/>
                </a:moveTo>
                <a:lnTo>
                  <a:pt x="3057525" y="1085850"/>
                </a:lnTo>
              </a:path>
            </a:pathLst>
          </a:custGeom>
          <a:noFill xmlns:a="http://schemas.openxmlformats.org/drawingml/2006/main"/>
          <a:ln xmlns:a="http://schemas.openxmlformats.org/drawingml/2006/main" w="47625">
            <a:solidFill>
              <a:srgbClr val="B55D09"/>
            </a:solidFill>
          </a:ln>
        </p:spPr>
      </p:sp>
      <p:cxnSp>
        <p:nvCxnSpPr>
          <p:cNvPr id="23" name="">
            <a:extLst xmlns:a="http://schemas.openxmlformats.org/drawingml/2006/main">
              <a:ext uri="{FF2B5EF4-FFF2-40B4-BE49-F238E27FC236}">
                <a16:creationId xmlns:a16="http://schemas.microsoft.com/office/drawing/2014/main" id="{AA42E214-62AD-4DE3-BE98-35E4901DDAB0}"/>
              </a:ext>
            </a:extLst>
          </p:cNvPr>
          <p:cNvCxnSpPr/>
          <p:nvPr/>
        </p:nvCxnSpPr>
        <p:spPr>
          <a:xfrm xmlns:a="http://schemas.openxmlformats.org/drawingml/2006/main" flipH="0" flipV="0">
            <a:off x="7505700" y="5029200"/>
            <a:ext cx="0" cy="428625"/>
          </a:xfrm>
          <a:prstGeom xmlns:a="http://schemas.openxmlformats.org/drawingml/2006/main" prst="straightConnector1">
            <a:avLst/>
          </a:prstGeom>
          <a:ln xmlns:a="http://schemas.openxmlformats.org/drawingml/2006/main" w="47625">
            <a:solidFill>
              <a:srgbClr val="245C98"/>
            </a:solidFill>
            <a:tailEnd type="triangle" w="med" len="med"/>
          </a:ln>
        </p:spPr>
      </p:cxnSp>
      <p:cxnSp>
        <p:nvCxnSpPr>
          <p:cNvPr id="24" name="">
            <a:extLst xmlns:a="http://schemas.openxmlformats.org/drawingml/2006/main">
              <a:ext uri="{FF2B5EF4-FFF2-40B4-BE49-F238E27FC236}">
                <a16:creationId xmlns:a16="http://schemas.microsoft.com/office/drawing/2014/main" id="{C03712E8-9CC6-4283-8053-A0367D39AD87}"/>
              </a:ext>
            </a:extLst>
          </p:cNvPr>
          <p:cNvCxnSpPr/>
          <p:nvPr/>
        </p:nvCxnSpPr>
        <p:spPr>
          <a:xfrm xmlns:a="http://schemas.openxmlformats.org/drawingml/2006/main" flipH="0" flipV="1">
            <a:off x="10506075" y="5029200"/>
            <a:ext cx="0" cy="428625"/>
          </a:xfrm>
          <a:prstGeom xmlns:a="http://schemas.openxmlformats.org/drawingml/2006/main" prst="straightConnector1">
            <a:avLst/>
          </a:prstGeom>
          <a:ln xmlns:a="http://schemas.openxmlformats.org/drawingml/2006/main" w="47625">
            <a:solidFill>
              <a:srgbClr val="245C98"/>
            </a:solidFill>
            <a:tailEnd type="triangle" w="med" len="med"/>
          </a:ln>
        </p:spPr>
      </p:cxnSp>
      <p:cxnSp>
        <p:nvCxnSpPr>
          <p:cNvPr id="25" name="">
            <a:extLst xmlns:a="http://schemas.openxmlformats.org/drawingml/2006/main">
              <a:ext uri="{FF2B5EF4-FFF2-40B4-BE49-F238E27FC236}">
                <a16:creationId xmlns:a16="http://schemas.microsoft.com/office/drawing/2014/main" id="{25078D73-43FE-43B1-9B89-B35F98E4546A}"/>
              </a:ext>
            </a:extLst>
          </p:cNvPr>
          <p:cNvCxnSpPr/>
          <p:nvPr/>
        </p:nvCxnSpPr>
        <p:spPr>
          <a:xfrm xmlns:a="http://schemas.openxmlformats.org/drawingml/2006/main" flipH="1" flipV="0">
            <a:off x="8239125" y="5086350"/>
            <a:ext cx="1238250" cy="0"/>
          </a:xfrm>
          <a:prstGeom xmlns:a="http://schemas.openxmlformats.org/drawingml/2006/main" prst="straightConnector1">
            <a:avLst/>
          </a:prstGeom>
          <a:ln xmlns:a="http://schemas.openxmlformats.org/drawingml/2006/main" w="28575">
            <a:solidFill>
              <a:srgbClr val="245C98"/>
            </a:solidFill>
            <a:tailEnd type="triangle" w="med" len="med"/>
          </a:ln>
        </p:spPr>
      </p:cxnSp>
      <p:sp>
        <p:nvSpPr>
          <p:cNvPr id="26" name="text-25">
            <a:extLst xmlns:a="http://schemas.openxmlformats.org/drawingml/2006/main">
              <a:ext uri="{FF2B5EF4-FFF2-40B4-BE49-F238E27FC236}">
                <a16:creationId xmlns:a16="http://schemas.microsoft.com/office/drawing/2014/main" id="{6F48379F-4E76-4F3E-B6DC-C45A16DDF5F1}"/>
              </a:ext>
            </a:extLst>
          </p:cNvPr>
          <p:cNvSpPr>
            <a:spLocks xmlns:a="http://schemas.openxmlformats.org/drawingml/2006/main" noGrp="1"/>
          </p:cNvSpPr>
          <p:nvPr/>
        </p:nvSpPr>
        <p:spPr>
          <a:xfrm xmlns:a="http://schemas.openxmlformats.org/drawingml/2006/main">
            <a:off x="2038350" y="5219700"/>
            <a:ext cx="2733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53C4D"/>
                </a:solidFill>
                <a:latin typeface="Yu Gothic"/>
                <a:ea typeface="Yu Gothic"/>
                <a:cs typeface="Yu Gothic"/>
              </a:defRPr>
            </a:defPPr>
            <a:lvl1pPr algn="l">
              <a:buNone/>
              <a:defRPr sz="1950" b="0">
                <a:solidFill>
                  <a:srgbClr val="253C4D"/>
                </a:solidFill>
                <a:latin typeface="Yu Gothic"/>
                <a:ea typeface="Yu Gothic"/>
                <a:cs typeface="Yu Gothic"/>
              </a:defRPr>
            </a:lvl1pPr>
            <a:lvl2pPr algn="l">
              <a:buNone/>
              <a:defRPr sz="1950" b="0">
                <a:solidFill>
                  <a:srgbClr val="253C4D"/>
                </a:solidFill>
                <a:latin typeface="Yu Gothic"/>
                <a:ea typeface="Yu Gothic"/>
                <a:cs typeface="Yu Gothic"/>
              </a:defRPr>
            </a:lvl2pPr>
            <a:lvl3pPr algn="l">
              <a:buNone/>
              <a:defRPr sz="1950" b="0">
                <a:solidFill>
                  <a:srgbClr val="253C4D"/>
                </a:solidFill>
                <a:latin typeface="Yu Gothic"/>
                <a:ea typeface="Yu Gothic"/>
                <a:cs typeface="Yu Gothic"/>
              </a:defRPr>
            </a:lvl3pPr>
            <a:lvl4pPr algn="l">
              <a:buNone/>
              <a:defRPr sz="1950" b="0">
                <a:solidFill>
                  <a:srgbClr val="253C4D"/>
                </a:solidFill>
                <a:latin typeface="Yu Gothic"/>
                <a:ea typeface="Yu Gothic"/>
                <a:cs typeface="Yu Gothic"/>
              </a:defRPr>
            </a:lvl4pPr>
            <a:lvl5pPr algn="l">
              <a:buNone/>
              <a:defRPr sz="1950" b="0">
                <a:solidFill>
                  <a:srgbClr val="253C4D"/>
                </a:solidFill>
                <a:latin typeface="Yu Gothic"/>
                <a:ea typeface="Yu Gothic"/>
                <a:cs typeface="Yu Gothic"/>
              </a:defRPr>
            </a:lvl5pPr>
            <a:lvl6pPr algn="l">
              <a:buNone/>
              <a:defRPr sz="1950" b="0">
                <a:solidFill>
                  <a:srgbClr val="253C4D"/>
                </a:solidFill>
                <a:latin typeface="Yu Gothic"/>
                <a:ea typeface="Yu Gothic"/>
                <a:cs typeface="Yu Gothic"/>
              </a:defRPr>
            </a:lvl6pPr>
            <a:lvl7pPr algn="l">
              <a:buNone/>
              <a:defRPr sz="1950" b="0">
                <a:solidFill>
                  <a:srgbClr val="253C4D"/>
                </a:solidFill>
                <a:latin typeface="Yu Gothic"/>
                <a:ea typeface="Yu Gothic"/>
                <a:cs typeface="Yu Gothic"/>
              </a:defRPr>
            </a:lvl7pPr>
            <a:lvl8pPr algn="l">
              <a:buNone/>
              <a:defRPr sz="1950" b="0">
                <a:solidFill>
                  <a:srgbClr val="253C4D"/>
                </a:solidFill>
                <a:latin typeface="Yu Gothic"/>
                <a:ea typeface="Yu Gothic"/>
                <a:cs typeface="Yu Gothic"/>
              </a:defRPr>
            </a:lvl8pPr>
            <a:lvl9pPr algn="l">
              <a:buNone/>
              <a:defRPr sz="1950" b="0">
                <a:solidFill>
                  <a:srgbClr val="253C4D"/>
                </a:solidFill>
                <a:latin typeface="Yu Gothic"/>
                <a:ea typeface="Yu Gothic"/>
                <a:cs typeface="Yu Gothic"/>
              </a:defRPr>
            </a:lvl9pPr>
          </a:lstStyle>
          <a:p xmlns:a="http://schemas.openxmlformats.org/drawingml/2006/main">
            <a:pPr algn="l">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柱・基礎・地盤へ</a:t>
            </a:r>
          </a:p>
        </p:txBody>
      </p:sp>
      <p:sp>
        <p:nvSpPr>
          <p:cNvPr id="27" name="text-26">
            <a:extLst xmlns:a="http://schemas.openxmlformats.org/drawingml/2006/main">
              <a:ext uri="{FF2B5EF4-FFF2-40B4-BE49-F238E27FC236}">
                <a16:creationId xmlns:a16="http://schemas.microsoft.com/office/drawing/2014/main" id="{46C68123-8CB8-4361-8CFF-1F2755D48AF0}"/>
              </a:ext>
            </a:extLst>
          </p:cNvPr>
          <p:cNvSpPr>
            <a:spLocks xmlns:a="http://schemas.openxmlformats.org/drawingml/2006/main" noGrp="1"/>
          </p:cNvSpPr>
          <p:nvPr/>
        </p:nvSpPr>
        <p:spPr>
          <a:xfrm xmlns:a="http://schemas.openxmlformats.org/drawingml/2006/main">
            <a:off x="8096250" y="5229225"/>
            <a:ext cx="2152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53C4D"/>
                </a:solidFill>
                <a:latin typeface="Yu Gothic"/>
                <a:ea typeface="Yu Gothic"/>
                <a:cs typeface="Yu Gothic"/>
              </a:defRPr>
            </a:defPPr>
            <a:lvl1pPr algn="l">
              <a:buNone/>
              <a:defRPr sz="1950" b="0">
                <a:solidFill>
                  <a:srgbClr val="253C4D"/>
                </a:solidFill>
                <a:latin typeface="Yu Gothic"/>
                <a:ea typeface="Yu Gothic"/>
                <a:cs typeface="Yu Gothic"/>
              </a:defRPr>
            </a:lvl1pPr>
            <a:lvl2pPr algn="l">
              <a:buNone/>
              <a:defRPr sz="1950" b="0">
                <a:solidFill>
                  <a:srgbClr val="253C4D"/>
                </a:solidFill>
                <a:latin typeface="Yu Gothic"/>
                <a:ea typeface="Yu Gothic"/>
                <a:cs typeface="Yu Gothic"/>
              </a:defRPr>
            </a:lvl2pPr>
            <a:lvl3pPr algn="l">
              <a:buNone/>
              <a:defRPr sz="1950" b="0">
                <a:solidFill>
                  <a:srgbClr val="253C4D"/>
                </a:solidFill>
                <a:latin typeface="Yu Gothic"/>
                <a:ea typeface="Yu Gothic"/>
                <a:cs typeface="Yu Gothic"/>
              </a:defRPr>
            </a:lvl3pPr>
            <a:lvl4pPr algn="l">
              <a:buNone/>
              <a:defRPr sz="1950" b="0">
                <a:solidFill>
                  <a:srgbClr val="253C4D"/>
                </a:solidFill>
                <a:latin typeface="Yu Gothic"/>
                <a:ea typeface="Yu Gothic"/>
                <a:cs typeface="Yu Gothic"/>
              </a:defRPr>
            </a:lvl4pPr>
            <a:lvl5pPr algn="l">
              <a:buNone/>
              <a:defRPr sz="1950" b="0">
                <a:solidFill>
                  <a:srgbClr val="253C4D"/>
                </a:solidFill>
                <a:latin typeface="Yu Gothic"/>
                <a:ea typeface="Yu Gothic"/>
                <a:cs typeface="Yu Gothic"/>
              </a:defRPr>
            </a:lvl5pPr>
            <a:lvl6pPr algn="l">
              <a:buNone/>
              <a:defRPr sz="1950" b="0">
                <a:solidFill>
                  <a:srgbClr val="253C4D"/>
                </a:solidFill>
                <a:latin typeface="Yu Gothic"/>
                <a:ea typeface="Yu Gothic"/>
                <a:cs typeface="Yu Gothic"/>
              </a:defRPr>
            </a:lvl6pPr>
            <a:lvl7pPr algn="l">
              <a:buNone/>
              <a:defRPr sz="1950" b="0">
                <a:solidFill>
                  <a:srgbClr val="253C4D"/>
                </a:solidFill>
                <a:latin typeface="Yu Gothic"/>
                <a:ea typeface="Yu Gothic"/>
                <a:cs typeface="Yu Gothic"/>
              </a:defRPr>
            </a:lvl7pPr>
            <a:lvl8pPr algn="l">
              <a:buNone/>
              <a:defRPr sz="1950" b="0">
                <a:solidFill>
                  <a:srgbClr val="253C4D"/>
                </a:solidFill>
                <a:latin typeface="Yu Gothic"/>
                <a:ea typeface="Yu Gothic"/>
                <a:cs typeface="Yu Gothic"/>
              </a:defRPr>
            </a:lvl8pPr>
            <a:lvl9pPr algn="l">
              <a:buNone/>
              <a:defRPr sz="1950" b="0">
                <a:solidFill>
                  <a:srgbClr val="253C4D"/>
                </a:solidFill>
                <a:latin typeface="Yu Gothic"/>
                <a:ea typeface="Yu Gothic"/>
                <a:cs typeface="Yu Gothic"/>
              </a:defRPr>
            </a:lvl9pPr>
          </a:lstStyle>
          <a:p xmlns:a="http://schemas.openxmlformats.org/drawingml/2006/main">
            <a:pPr algn="l">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基礎・地盤へ</a:t>
            </a:r>
          </a:p>
        </p:txBody>
      </p:sp>
      <p:sp>
        <p:nvSpPr>
          <p:cNvPr id="28" name="text-27">
            <a:extLst xmlns:a="http://schemas.openxmlformats.org/drawingml/2006/main">
              <a:ext uri="{FF2B5EF4-FFF2-40B4-BE49-F238E27FC236}">
                <a16:creationId xmlns:a16="http://schemas.microsoft.com/office/drawing/2014/main" id="{1B182C8E-B4F0-40EA-803B-803AB8B99AEA}"/>
              </a:ext>
            </a:extLst>
          </p:cNvPr>
          <p:cNvSpPr>
            <a:spLocks xmlns:a="http://schemas.openxmlformats.org/drawingml/2006/main" noGrp="1"/>
          </p:cNvSpPr>
          <p:nvPr/>
        </p:nvSpPr>
        <p:spPr>
          <a:xfrm xmlns:a="http://schemas.openxmlformats.org/drawingml/2006/main">
            <a:off x="7258050" y="2152650"/>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253C4D"/>
                </a:solidFill>
                <a:latin typeface="Yu Gothic"/>
                <a:ea typeface="Yu Gothic"/>
                <a:cs typeface="Yu Gothic"/>
              </a:defRPr>
            </a:defPPr>
            <a:lvl1pPr algn="l">
              <a:buNone/>
              <a:defRPr sz="1800" b="0">
                <a:solidFill>
                  <a:srgbClr val="253C4D"/>
                </a:solidFill>
                <a:latin typeface="Yu Gothic"/>
                <a:ea typeface="Yu Gothic"/>
                <a:cs typeface="Yu Gothic"/>
              </a:defRPr>
            </a:lvl1pPr>
            <a:lvl2pPr algn="l">
              <a:buNone/>
              <a:defRPr sz="1800" b="0">
                <a:solidFill>
                  <a:srgbClr val="253C4D"/>
                </a:solidFill>
                <a:latin typeface="Yu Gothic"/>
                <a:ea typeface="Yu Gothic"/>
                <a:cs typeface="Yu Gothic"/>
              </a:defRPr>
            </a:lvl2pPr>
            <a:lvl3pPr algn="l">
              <a:buNone/>
              <a:defRPr sz="1800" b="0">
                <a:solidFill>
                  <a:srgbClr val="253C4D"/>
                </a:solidFill>
                <a:latin typeface="Yu Gothic"/>
                <a:ea typeface="Yu Gothic"/>
                <a:cs typeface="Yu Gothic"/>
              </a:defRPr>
            </a:lvl3pPr>
            <a:lvl4pPr algn="l">
              <a:buNone/>
              <a:defRPr sz="1800" b="0">
                <a:solidFill>
                  <a:srgbClr val="253C4D"/>
                </a:solidFill>
                <a:latin typeface="Yu Gothic"/>
                <a:ea typeface="Yu Gothic"/>
                <a:cs typeface="Yu Gothic"/>
              </a:defRPr>
            </a:lvl4pPr>
            <a:lvl5pPr algn="l">
              <a:buNone/>
              <a:defRPr sz="1800" b="0">
                <a:solidFill>
                  <a:srgbClr val="253C4D"/>
                </a:solidFill>
                <a:latin typeface="Yu Gothic"/>
                <a:ea typeface="Yu Gothic"/>
                <a:cs typeface="Yu Gothic"/>
              </a:defRPr>
            </a:lvl5pPr>
            <a:lvl6pPr algn="l">
              <a:buNone/>
              <a:defRPr sz="1800" b="0">
                <a:solidFill>
                  <a:srgbClr val="253C4D"/>
                </a:solidFill>
                <a:latin typeface="Yu Gothic"/>
                <a:ea typeface="Yu Gothic"/>
                <a:cs typeface="Yu Gothic"/>
              </a:defRPr>
            </a:lvl6pPr>
            <a:lvl7pPr algn="l">
              <a:buNone/>
              <a:defRPr sz="1800" b="0">
                <a:solidFill>
                  <a:srgbClr val="253C4D"/>
                </a:solidFill>
                <a:latin typeface="Yu Gothic"/>
                <a:ea typeface="Yu Gothic"/>
                <a:cs typeface="Yu Gothic"/>
              </a:defRPr>
            </a:lvl7pPr>
            <a:lvl8pPr algn="l">
              <a:buNone/>
              <a:defRPr sz="1800" b="0">
                <a:solidFill>
                  <a:srgbClr val="253C4D"/>
                </a:solidFill>
                <a:latin typeface="Yu Gothic"/>
                <a:ea typeface="Yu Gothic"/>
                <a:cs typeface="Yu Gothic"/>
              </a:defRPr>
            </a:lvl8pPr>
            <a:lvl9pPr algn="l">
              <a:buNone/>
              <a:defRPr sz="1800" b="0">
                <a:solidFill>
                  <a:srgbClr val="253C4D"/>
                </a:solidFill>
                <a:latin typeface="Yu Gothic"/>
                <a:ea typeface="Yu Gothic"/>
                <a:cs typeface="Yu Gothic"/>
              </a:defRPr>
            </a:lvl9pPr>
          </a:lstStyle>
          <a:p xmlns:a="http://schemas.openxmlformats.org/drawingml/2006/main">
            <a:pPr algn="l">
              <a:buNone/>
              <a:defRPr sz="1800" b="0">
                <a:solidFill>
                  <a:srgbClr val="253C4D"/>
                </a:solidFill>
                <a:latin typeface="Yu Gothic"/>
                <a:ea typeface="Yu Gothic"/>
                <a:cs typeface="Yu Gothic"/>
              </a:defRPr>
            </a:pPr>
            <a:r>
              <a:rPr sz="1800" b="0">
                <a:solidFill>
                  <a:srgbClr val="253C4D"/>
                </a:solidFill>
                <a:latin typeface="Yu Gothic"/>
                <a:ea typeface="Yu Gothic"/>
                <a:cs typeface="Yu Gothic"/>
              </a:rPr>
              <a:t>筋かい：引張り／圧縮</a:t>
            </a:r>
          </a:p>
        </p:txBody>
      </p:sp>
      <p:sp>
        <p:nvSpPr>
          <p:cNvPr id="29" name="text-28">
            <a:extLst xmlns:a="http://schemas.openxmlformats.org/drawingml/2006/main">
              <a:ext uri="{FF2B5EF4-FFF2-40B4-BE49-F238E27FC236}">
                <a16:creationId xmlns:a16="http://schemas.microsoft.com/office/drawing/2014/main" id="{1DC24744-0BFB-40A4-BE3B-90FC62E3998A}"/>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横荷重では水平力と転倒する作用にも抵抗する（横荷重だけの図）</a:t>
            </a:r>
          </a:p>
        </p:txBody>
      </p:sp>
    </p:spTree>
    <p:extLst>
      <p:ext uri="{BB962C8B-B14F-4D97-AF65-F5344CB8AC3E}">
        <p14:creationId xmlns:p14="http://schemas.microsoft.com/office/powerpoint/2010/main" val="136056151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97CD5BA6-BE39-457C-AA21-5EC87EFB739B}"/>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外力と断面の内力</a:t>
            </a:r>
          </a:p>
        </p:txBody>
      </p:sp>
      <p:cxnSp>
        <p:nvCxnSpPr>
          <p:cNvPr id="2" name="">
            <a:extLst xmlns:a="http://schemas.openxmlformats.org/drawingml/2006/main">
              <a:ext uri="{FF2B5EF4-FFF2-40B4-BE49-F238E27FC236}">
                <a16:creationId xmlns:a16="http://schemas.microsoft.com/office/drawing/2014/main" id="{39A19831-4645-4578-AC19-F574E5585A2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E3F796F1-1864-458D-A64C-E1458EC95595}"/>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EA909F46-7BB6-4049-9497-C782F5E38D5B}"/>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22 / 57</a:t>
            </a:r>
          </a:p>
        </p:txBody>
      </p:sp>
      <p:sp>
        <p:nvSpPr>
          <p:cNvPr id="17" name="">
            <a:extLst xmlns:a="http://schemas.openxmlformats.org/drawingml/2006/main">
              <a:ext uri="{FF2B5EF4-FFF2-40B4-BE49-F238E27FC236}">
                <a16:creationId xmlns:a16="http://schemas.microsoft.com/office/drawing/2014/main" id="{EF82A216-594F-49EC-8BFD-A746FF2D55D0}"/>
              </a:ext>
            </a:extLst>
          </p:cNvPr>
          <p:cNvSpPr>
            <a:spLocks xmlns:a="http://schemas.openxmlformats.org/drawingml/2006/main" noGrp="1"/>
          </p:cNvSpPr>
          <p:nvPr/>
        </p:nvSpPr>
        <p:spPr>
          <a:xfrm xmlns:a="http://schemas.openxmlformats.org/drawingml/2006/main">
            <a:off x="809625" y="15716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切る前</a:t>
            </a:r>
          </a:p>
        </p:txBody>
      </p:sp>
      <p:sp>
        <p:nvSpPr>
          <p:cNvPr id="18" name="">
            <a:extLst xmlns:a="http://schemas.openxmlformats.org/drawingml/2006/main">
              <a:ext uri="{FF2B5EF4-FFF2-40B4-BE49-F238E27FC236}">
                <a16:creationId xmlns:a16="http://schemas.microsoft.com/office/drawing/2014/main" id="{AB5E9BC4-3C4F-485A-A357-736AA2A36FC2}"/>
              </a:ext>
            </a:extLst>
          </p:cNvPr>
          <p:cNvSpPr>
            <a:spLocks xmlns:a="http://schemas.openxmlformats.org/drawingml/2006/main" noGrp="1"/>
          </p:cNvSpPr>
          <p:nvPr/>
        </p:nvSpPr>
        <p:spPr>
          <a:xfrm xmlns:a="http://schemas.openxmlformats.org/drawingml/2006/main">
            <a:off x="2428875" y="2238375"/>
            <a:ext cx="6667500" cy="5238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9" name="">
            <a:extLst xmlns:a="http://schemas.openxmlformats.org/drawingml/2006/main">
              <a:ext uri="{FF2B5EF4-FFF2-40B4-BE49-F238E27FC236}">
                <a16:creationId xmlns:a16="http://schemas.microsoft.com/office/drawing/2014/main" id="{6393460B-60C4-4C0F-AF40-432725FD856E}"/>
              </a:ext>
            </a:extLst>
          </p:cNvPr>
          <p:cNvSpPr>
            <a:spLocks xmlns:a="http://schemas.openxmlformats.org/drawingml/2006/main" noGrp="1"/>
          </p:cNvSpPr>
          <p:nvPr/>
        </p:nvSpPr>
        <p:spPr>
          <a:xfrm xmlns:a="http://schemas.openxmlformats.org/drawingml/2006/main">
            <a:off x="1238250" y="2495550"/>
            <a:ext cx="1190625" cy="9525"/>
          </a:xfrm>
          <a:custGeom xmlns:a="http://schemas.openxmlformats.org/drawingml/2006/main">
            <a:pathLst>
              <a:path w="1190625" h="9525">
                <a:moveTo>
                  <a:pt x="1190625" y="0"/>
                </a:moveTo>
                <a:lnTo>
                  <a:pt x="0" y="0"/>
                </a:lnTo>
              </a:path>
            </a:pathLst>
          </a:custGeom>
          <a:noFill xmlns:a="http://schemas.openxmlformats.org/drawingml/2006/main"/>
          <a:ln xmlns:a="http://schemas.openxmlformats.org/drawingml/2006/main" w="38100">
            <a:solidFill>
              <a:srgbClr val="C4483C"/>
            </a:solidFill>
          </a:ln>
        </p:spPr>
      </p:sp>
      <p:sp>
        <p:nvSpPr>
          <p:cNvPr id="20" name="">
            <a:extLst xmlns:a="http://schemas.openxmlformats.org/drawingml/2006/main">
              <a:ext uri="{FF2B5EF4-FFF2-40B4-BE49-F238E27FC236}">
                <a16:creationId xmlns:a16="http://schemas.microsoft.com/office/drawing/2014/main" id="{105846CA-45B2-4BFA-A340-D3D1966BB309}"/>
              </a:ext>
            </a:extLst>
          </p:cNvPr>
          <p:cNvSpPr>
            <a:spLocks xmlns:a="http://schemas.openxmlformats.org/drawingml/2006/main" noGrp="1"/>
          </p:cNvSpPr>
          <p:nvPr/>
        </p:nvSpPr>
        <p:spPr>
          <a:xfrm xmlns:a="http://schemas.openxmlformats.org/drawingml/2006/main">
            <a:off x="1238250" y="2443544"/>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21" name="">
            <a:extLst xmlns:a="http://schemas.openxmlformats.org/drawingml/2006/main">
              <a:ext uri="{FF2B5EF4-FFF2-40B4-BE49-F238E27FC236}">
                <a16:creationId xmlns:a16="http://schemas.microsoft.com/office/drawing/2014/main" id="{B4D91353-756D-45D9-87DE-A2358C8512F4}"/>
              </a:ext>
            </a:extLst>
          </p:cNvPr>
          <p:cNvSpPr>
            <a:spLocks xmlns:a="http://schemas.openxmlformats.org/drawingml/2006/main" noGrp="1"/>
          </p:cNvSpPr>
          <p:nvPr/>
        </p:nvSpPr>
        <p:spPr>
          <a:xfrm xmlns:a="http://schemas.openxmlformats.org/drawingml/2006/main">
            <a:off x="9096375" y="2495550"/>
            <a:ext cx="1190625" cy="9525"/>
          </a:xfrm>
          <a:custGeom xmlns:a="http://schemas.openxmlformats.org/drawingml/2006/main">
            <a:pathLst>
              <a:path w="1190625" h="9525">
                <a:moveTo>
                  <a:pt x="0" y="0"/>
                </a:moveTo>
                <a:lnTo>
                  <a:pt x="1190625" y="0"/>
                </a:lnTo>
              </a:path>
            </a:pathLst>
          </a:custGeom>
          <a:noFill xmlns:a="http://schemas.openxmlformats.org/drawingml/2006/main"/>
          <a:ln xmlns:a="http://schemas.openxmlformats.org/drawingml/2006/main" w="38100">
            <a:solidFill>
              <a:srgbClr val="C4483C"/>
            </a:solidFill>
          </a:ln>
        </p:spPr>
      </p:sp>
      <p:sp>
        <p:nvSpPr>
          <p:cNvPr id="22" name="">
            <a:extLst xmlns:a="http://schemas.openxmlformats.org/drawingml/2006/main">
              <a:ext uri="{FF2B5EF4-FFF2-40B4-BE49-F238E27FC236}">
                <a16:creationId xmlns:a16="http://schemas.microsoft.com/office/drawing/2014/main" id="{B17CA17F-44B7-4980-ACE1-E1F3511DB6BA}"/>
              </a:ext>
            </a:extLst>
          </p:cNvPr>
          <p:cNvSpPr>
            <a:spLocks xmlns:a="http://schemas.openxmlformats.org/drawingml/2006/main" noGrp="1"/>
          </p:cNvSpPr>
          <p:nvPr/>
        </p:nvSpPr>
        <p:spPr>
          <a:xfrm xmlns:a="http://schemas.openxmlformats.org/drawingml/2006/main">
            <a:off x="10163175" y="2443544"/>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23" name="">
            <a:extLst xmlns:a="http://schemas.openxmlformats.org/drawingml/2006/main">
              <a:ext uri="{FF2B5EF4-FFF2-40B4-BE49-F238E27FC236}">
                <a16:creationId xmlns:a16="http://schemas.microsoft.com/office/drawing/2014/main" id="{DC7D4049-5AA9-49FB-B039-599A30BEB615}"/>
              </a:ext>
            </a:extLst>
          </p:cNvPr>
          <p:cNvSpPr>
            <a:spLocks xmlns:a="http://schemas.openxmlformats.org/drawingml/2006/main" noGrp="1"/>
          </p:cNvSpPr>
          <p:nvPr/>
        </p:nvSpPr>
        <p:spPr>
          <a:xfrm xmlns:a="http://schemas.openxmlformats.org/drawingml/2006/main">
            <a:off x="809625" y="19050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C4483C"/>
                </a:solidFill>
                <a:latin typeface="Yu Gothic"/>
                <a:ea typeface="Yu Gothic"/>
                <a:cs typeface="Yu Gothic"/>
              </a:defRPr>
            </a:defPPr>
            <a:lvl1pPr>
              <a:buNone/>
              <a:defRPr sz="1950" b="1">
                <a:solidFill>
                  <a:srgbClr val="C4483C"/>
                </a:solidFill>
                <a:latin typeface="Yu Gothic"/>
                <a:ea typeface="Yu Gothic"/>
                <a:cs typeface="Yu Gothic"/>
              </a:defRPr>
            </a:lvl1pPr>
            <a:lvl2pPr>
              <a:buNone/>
              <a:defRPr sz="1950" b="1">
                <a:solidFill>
                  <a:srgbClr val="C4483C"/>
                </a:solidFill>
                <a:latin typeface="Yu Gothic"/>
                <a:ea typeface="Yu Gothic"/>
                <a:cs typeface="Yu Gothic"/>
              </a:defRPr>
            </a:lvl2pPr>
            <a:lvl3pPr>
              <a:buNone/>
              <a:defRPr sz="1950" b="1">
                <a:solidFill>
                  <a:srgbClr val="C4483C"/>
                </a:solidFill>
                <a:latin typeface="Yu Gothic"/>
                <a:ea typeface="Yu Gothic"/>
                <a:cs typeface="Yu Gothic"/>
              </a:defRPr>
            </a:lvl3pPr>
            <a:lvl4pPr>
              <a:buNone/>
              <a:defRPr sz="1950" b="1">
                <a:solidFill>
                  <a:srgbClr val="C4483C"/>
                </a:solidFill>
                <a:latin typeface="Yu Gothic"/>
                <a:ea typeface="Yu Gothic"/>
                <a:cs typeface="Yu Gothic"/>
              </a:defRPr>
            </a:lvl4pPr>
            <a:lvl5pPr>
              <a:buNone/>
              <a:defRPr sz="1950" b="1">
                <a:solidFill>
                  <a:srgbClr val="C4483C"/>
                </a:solidFill>
                <a:latin typeface="Yu Gothic"/>
                <a:ea typeface="Yu Gothic"/>
                <a:cs typeface="Yu Gothic"/>
              </a:defRPr>
            </a:lvl5pPr>
            <a:lvl6pPr>
              <a:buNone/>
              <a:defRPr sz="1950" b="1">
                <a:solidFill>
                  <a:srgbClr val="C4483C"/>
                </a:solidFill>
                <a:latin typeface="Yu Gothic"/>
                <a:ea typeface="Yu Gothic"/>
                <a:cs typeface="Yu Gothic"/>
              </a:defRPr>
            </a:lvl6pPr>
            <a:lvl7pPr>
              <a:buNone/>
              <a:defRPr sz="1950" b="1">
                <a:solidFill>
                  <a:srgbClr val="C4483C"/>
                </a:solidFill>
                <a:latin typeface="Yu Gothic"/>
                <a:ea typeface="Yu Gothic"/>
                <a:cs typeface="Yu Gothic"/>
              </a:defRPr>
            </a:lvl7pPr>
            <a:lvl8pPr>
              <a:buNone/>
              <a:defRPr sz="1950" b="1">
                <a:solidFill>
                  <a:srgbClr val="C4483C"/>
                </a:solidFill>
                <a:latin typeface="Yu Gothic"/>
                <a:ea typeface="Yu Gothic"/>
                <a:cs typeface="Yu Gothic"/>
              </a:defRPr>
            </a:lvl8pPr>
            <a:lvl9pPr>
              <a:buNone/>
              <a:defRPr sz="1950" b="1">
                <a:solidFill>
                  <a:srgbClr val="C4483C"/>
                </a:solidFill>
                <a:latin typeface="Yu Gothic"/>
                <a:ea typeface="Yu Gothic"/>
                <a:cs typeface="Yu Gothic"/>
              </a:defRPr>
            </a:lvl9pPr>
          </a:lstStyle>
          <a:p xmlns:a="http://schemas.openxmlformats.org/drawingml/2006/main">
            <a:pPr>
              <a:buNone/>
              <a:defRPr sz="1950" b="1">
                <a:solidFill>
                  <a:srgbClr val="C4483C"/>
                </a:solidFill>
                <a:latin typeface="Yu Gothic"/>
                <a:ea typeface="Yu Gothic"/>
                <a:cs typeface="Yu Gothic"/>
              </a:defRPr>
            </a:pPr>
            <a:r>
              <a:rPr sz="1950" b="1">
                <a:solidFill>
                  <a:srgbClr val="C4483C"/>
                </a:solidFill>
                <a:latin typeface="Yu Gothic"/>
                <a:ea typeface="Yu Gothic"/>
                <a:cs typeface="Yu Gothic"/>
              </a:rPr>
              <a:t>外力 F</a:t>
            </a:r>
          </a:p>
        </p:txBody>
      </p:sp>
      <p:sp>
        <p:nvSpPr>
          <p:cNvPr id="24" name="">
            <a:extLst xmlns:a="http://schemas.openxmlformats.org/drawingml/2006/main">
              <a:ext uri="{FF2B5EF4-FFF2-40B4-BE49-F238E27FC236}">
                <a16:creationId xmlns:a16="http://schemas.microsoft.com/office/drawing/2014/main" id="{997CA006-94B3-4035-916B-7B449CFF60CC}"/>
              </a:ext>
            </a:extLst>
          </p:cNvPr>
          <p:cNvSpPr>
            <a:spLocks xmlns:a="http://schemas.openxmlformats.org/drawingml/2006/main" noGrp="1"/>
          </p:cNvSpPr>
          <p:nvPr/>
        </p:nvSpPr>
        <p:spPr>
          <a:xfrm xmlns:a="http://schemas.openxmlformats.org/drawingml/2006/main">
            <a:off x="9620250" y="19050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C4483C"/>
                </a:solidFill>
                <a:latin typeface="Yu Gothic"/>
                <a:ea typeface="Yu Gothic"/>
                <a:cs typeface="Yu Gothic"/>
              </a:defRPr>
            </a:defPPr>
            <a:lvl1pPr>
              <a:buNone/>
              <a:defRPr sz="1950" b="1">
                <a:solidFill>
                  <a:srgbClr val="C4483C"/>
                </a:solidFill>
                <a:latin typeface="Yu Gothic"/>
                <a:ea typeface="Yu Gothic"/>
                <a:cs typeface="Yu Gothic"/>
              </a:defRPr>
            </a:lvl1pPr>
            <a:lvl2pPr>
              <a:buNone/>
              <a:defRPr sz="1950" b="1">
                <a:solidFill>
                  <a:srgbClr val="C4483C"/>
                </a:solidFill>
                <a:latin typeface="Yu Gothic"/>
                <a:ea typeface="Yu Gothic"/>
                <a:cs typeface="Yu Gothic"/>
              </a:defRPr>
            </a:lvl2pPr>
            <a:lvl3pPr>
              <a:buNone/>
              <a:defRPr sz="1950" b="1">
                <a:solidFill>
                  <a:srgbClr val="C4483C"/>
                </a:solidFill>
                <a:latin typeface="Yu Gothic"/>
                <a:ea typeface="Yu Gothic"/>
                <a:cs typeface="Yu Gothic"/>
              </a:defRPr>
            </a:lvl3pPr>
            <a:lvl4pPr>
              <a:buNone/>
              <a:defRPr sz="1950" b="1">
                <a:solidFill>
                  <a:srgbClr val="C4483C"/>
                </a:solidFill>
                <a:latin typeface="Yu Gothic"/>
                <a:ea typeface="Yu Gothic"/>
                <a:cs typeface="Yu Gothic"/>
              </a:defRPr>
            </a:lvl4pPr>
            <a:lvl5pPr>
              <a:buNone/>
              <a:defRPr sz="1950" b="1">
                <a:solidFill>
                  <a:srgbClr val="C4483C"/>
                </a:solidFill>
                <a:latin typeface="Yu Gothic"/>
                <a:ea typeface="Yu Gothic"/>
                <a:cs typeface="Yu Gothic"/>
              </a:defRPr>
            </a:lvl5pPr>
            <a:lvl6pPr>
              <a:buNone/>
              <a:defRPr sz="1950" b="1">
                <a:solidFill>
                  <a:srgbClr val="C4483C"/>
                </a:solidFill>
                <a:latin typeface="Yu Gothic"/>
                <a:ea typeface="Yu Gothic"/>
                <a:cs typeface="Yu Gothic"/>
              </a:defRPr>
            </a:lvl6pPr>
            <a:lvl7pPr>
              <a:buNone/>
              <a:defRPr sz="1950" b="1">
                <a:solidFill>
                  <a:srgbClr val="C4483C"/>
                </a:solidFill>
                <a:latin typeface="Yu Gothic"/>
                <a:ea typeface="Yu Gothic"/>
                <a:cs typeface="Yu Gothic"/>
              </a:defRPr>
            </a:lvl7pPr>
            <a:lvl8pPr>
              <a:buNone/>
              <a:defRPr sz="1950" b="1">
                <a:solidFill>
                  <a:srgbClr val="C4483C"/>
                </a:solidFill>
                <a:latin typeface="Yu Gothic"/>
                <a:ea typeface="Yu Gothic"/>
                <a:cs typeface="Yu Gothic"/>
              </a:defRPr>
            </a:lvl8pPr>
            <a:lvl9pPr>
              <a:buNone/>
              <a:defRPr sz="1950" b="1">
                <a:solidFill>
                  <a:srgbClr val="C4483C"/>
                </a:solidFill>
                <a:latin typeface="Yu Gothic"/>
                <a:ea typeface="Yu Gothic"/>
                <a:cs typeface="Yu Gothic"/>
              </a:defRPr>
            </a:lvl9pPr>
          </a:lstStyle>
          <a:p xmlns:a="http://schemas.openxmlformats.org/drawingml/2006/main">
            <a:pPr>
              <a:buNone/>
              <a:defRPr sz="1950" b="1">
                <a:solidFill>
                  <a:srgbClr val="C4483C"/>
                </a:solidFill>
                <a:latin typeface="Yu Gothic"/>
                <a:ea typeface="Yu Gothic"/>
                <a:cs typeface="Yu Gothic"/>
              </a:defRPr>
            </a:pPr>
            <a:r>
              <a:rPr sz="1950" b="1">
                <a:solidFill>
                  <a:srgbClr val="C4483C"/>
                </a:solidFill>
                <a:latin typeface="Yu Gothic"/>
                <a:ea typeface="Yu Gothic"/>
                <a:cs typeface="Yu Gothic"/>
              </a:rPr>
              <a:t>外力 F</a:t>
            </a:r>
          </a:p>
        </p:txBody>
      </p:sp>
      <p:sp>
        <p:nvSpPr>
          <p:cNvPr id="25" name="">
            <a:extLst xmlns:a="http://schemas.openxmlformats.org/drawingml/2006/main">
              <a:ext uri="{FF2B5EF4-FFF2-40B4-BE49-F238E27FC236}">
                <a16:creationId xmlns:a16="http://schemas.microsoft.com/office/drawing/2014/main" id="{4D86314A-A928-4301-8685-862D339EDAEB}"/>
              </a:ext>
            </a:extLst>
          </p:cNvPr>
          <p:cNvSpPr>
            <a:spLocks xmlns:a="http://schemas.openxmlformats.org/drawingml/2006/main" noGrp="1"/>
          </p:cNvSpPr>
          <p:nvPr/>
        </p:nvSpPr>
        <p:spPr>
          <a:xfrm xmlns:a="http://schemas.openxmlformats.org/drawingml/2006/main">
            <a:off x="5762625" y="1952625"/>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4288">
            <a:solidFill>
              <a:srgbClr val="71818B"/>
            </a:solidFill>
          </a:ln>
        </p:spPr>
      </p:sp>
      <p:sp>
        <p:nvSpPr>
          <p:cNvPr id="26" name="">
            <a:extLst xmlns:a="http://schemas.openxmlformats.org/drawingml/2006/main">
              <a:ext uri="{FF2B5EF4-FFF2-40B4-BE49-F238E27FC236}">
                <a16:creationId xmlns:a16="http://schemas.microsoft.com/office/drawing/2014/main" id="{6DF2EB55-6C5F-4C5D-A935-9F69AD5B5D85}"/>
              </a:ext>
            </a:extLst>
          </p:cNvPr>
          <p:cNvSpPr>
            <a:spLocks xmlns:a="http://schemas.openxmlformats.org/drawingml/2006/main" noGrp="1"/>
          </p:cNvSpPr>
          <p:nvPr/>
        </p:nvSpPr>
        <p:spPr>
          <a:xfrm xmlns:a="http://schemas.openxmlformats.org/drawingml/2006/main">
            <a:off x="5762625" y="2074333"/>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4288">
            <a:solidFill>
              <a:srgbClr val="71818B"/>
            </a:solidFill>
          </a:ln>
        </p:spPr>
      </p:sp>
      <p:sp>
        <p:nvSpPr>
          <p:cNvPr id="27" name="">
            <a:extLst xmlns:a="http://schemas.openxmlformats.org/drawingml/2006/main">
              <a:ext uri="{FF2B5EF4-FFF2-40B4-BE49-F238E27FC236}">
                <a16:creationId xmlns:a16="http://schemas.microsoft.com/office/drawing/2014/main" id="{5EA2E03E-0BE2-43FC-99A3-1ABC4BD0C1FB}"/>
              </a:ext>
            </a:extLst>
          </p:cNvPr>
          <p:cNvSpPr>
            <a:spLocks xmlns:a="http://schemas.openxmlformats.org/drawingml/2006/main" noGrp="1"/>
          </p:cNvSpPr>
          <p:nvPr/>
        </p:nvSpPr>
        <p:spPr>
          <a:xfrm xmlns:a="http://schemas.openxmlformats.org/drawingml/2006/main">
            <a:off x="5762625" y="2196042"/>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4288">
            <a:solidFill>
              <a:srgbClr val="71818B"/>
            </a:solidFill>
          </a:ln>
        </p:spPr>
      </p:sp>
      <p:sp>
        <p:nvSpPr>
          <p:cNvPr id="28" name="">
            <a:extLst xmlns:a="http://schemas.openxmlformats.org/drawingml/2006/main">
              <a:ext uri="{FF2B5EF4-FFF2-40B4-BE49-F238E27FC236}">
                <a16:creationId xmlns:a16="http://schemas.microsoft.com/office/drawing/2014/main" id="{D17DF618-1EE5-4F5A-976C-0A31A3E1496A}"/>
              </a:ext>
            </a:extLst>
          </p:cNvPr>
          <p:cNvSpPr>
            <a:spLocks xmlns:a="http://schemas.openxmlformats.org/drawingml/2006/main" noGrp="1"/>
          </p:cNvSpPr>
          <p:nvPr/>
        </p:nvSpPr>
        <p:spPr>
          <a:xfrm xmlns:a="http://schemas.openxmlformats.org/drawingml/2006/main">
            <a:off x="5762625" y="2317750"/>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4288">
            <a:solidFill>
              <a:srgbClr val="71818B"/>
            </a:solidFill>
          </a:ln>
        </p:spPr>
      </p:sp>
      <p:sp>
        <p:nvSpPr>
          <p:cNvPr id="29" name="">
            <a:extLst xmlns:a="http://schemas.openxmlformats.org/drawingml/2006/main">
              <a:ext uri="{FF2B5EF4-FFF2-40B4-BE49-F238E27FC236}">
                <a16:creationId xmlns:a16="http://schemas.microsoft.com/office/drawing/2014/main" id="{C3877E16-A062-4A9D-8637-BB0FD360FE25}"/>
              </a:ext>
            </a:extLst>
          </p:cNvPr>
          <p:cNvSpPr>
            <a:spLocks xmlns:a="http://schemas.openxmlformats.org/drawingml/2006/main" noGrp="1"/>
          </p:cNvSpPr>
          <p:nvPr/>
        </p:nvSpPr>
        <p:spPr>
          <a:xfrm xmlns:a="http://schemas.openxmlformats.org/drawingml/2006/main">
            <a:off x="5762625" y="2439458"/>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4288">
            <a:solidFill>
              <a:srgbClr val="71818B"/>
            </a:solidFill>
          </a:ln>
        </p:spPr>
      </p:sp>
      <p:sp>
        <p:nvSpPr>
          <p:cNvPr id="30" name="">
            <a:extLst xmlns:a="http://schemas.openxmlformats.org/drawingml/2006/main">
              <a:ext uri="{FF2B5EF4-FFF2-40B4-BE49-F238E27FC236}">
                <a16:creationId xmlns:a16="http://schemas.microsoft.com/office/drawing/2014/main" id="{7310B25F-3295-4C0A-806E-0EAE3F82F3E1}"/>
              </a:ext>
            </a:extLst>
          </p:cNvPr>
          <p:cNvSpPr>
            <a:spLocks xmlns:a="http://schemas.openxmlformats.org/drawingml/2006/main" noGrp="1"/>
          </p:cNvSpPr>
          <p:nvPr/>
        </p:nvSpPr>
        <p:spPr>
          <a:xfrm xmlns:a="http://schemas.openxmlformats.org/drawingml/2006/main">
            <a:off x="5762625" y="2561167"/>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4288">
            <a:solidFill>
              <a:srgbClr val="71818B"/>
            </a:solidFill>
          </a:ln>
        </p:spPr>
      </p:sp>
      <p:sp>
        <p:nvSpPr>
          <p:cNvPr id="31" name="">
            <a:extLst xmlns:a="http://schemas.openxmlformats.org/drawingml/2006/main">
              <a:ext uri="{FF2B5EF4-FFF2-40B4-BE49-F238E27FC236}">
                <a16:creationId xmlns:a16="http://schemas.microsoft.com/office/drawing/2014/main" id="{0F50E614-0FC6-4030-B24D-A507DE940177}"/>
              </a:ext>
            </a:extLst>
          </p:cNvPr>
          <p:cNvSpPr>
            <a:spLocks xmlns:a="http://schemas.openxmlformats.org/drawingml/2006/main" noGrp="1"/>
          </p:cNvSpPr>
          <p:nvPr/>
        </p:nvSpPr>
        <p:spPr>
          <a:xfrm xmlns:a="http://schemas.openxmlformats.org/drawingml/2006/main">
            <a:off x="5762625" y="2682875"/>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4288">
            <a:solidFill>
              <a:srgbClr val="71818B"/>
            </a:solidFill>
          </a:ln>
        </p:spPr>
      </p:sp>
      <p:sp>
        <p:nvSpPr>
          <p:cNvPr id="32" name="">
            <a:extLst xmlns:a="http://schemas.openxmlformats.org/drawingml/2006/main">
              <a:ext uri="{FF2B5EF4-FFF2-40B4-BE49-F238E27FC236}">
                <a16:creationId xmlns:a16="http://schemas.microsoft.com/office/drawing/2014/main" id="{60B9C8BA-35F8-42DB-ACC8-9B252684B976}"/>
              </a:ext>
            </a:extLst>
          </p:cNvPr>
          <p:cNvSpPr>
            <a:spLocks xmlns:a="http://schemas.openxmlformats.org/drawingml/2006/main" noGrp="1"/>
          </p:cNvSpPr>
          <p:nvPr/>
        </p:nvSpPr>
        <p:spPr>
          <a:xfrm xmlns:a="http://schemas.openxmlformats.org/drawingml/2006/main">
            <a:off x="5762625" y="2804583"/>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4288">
            <a:solidFill>
              <a:srgbClr val="71818B"/>
            </a:solidFill>
          </a:ln>
        </p:spPr>
      </p:sp>
      <p:sp>
        <p:nvSpPr>
          <p:cNvPr id="33" name="">
            <a:extLst xmlns:a="http://schemas.openxmlformats.org/drawingml/2006/main">
              <a:ext uri="{FF2B5EF4-FFF2-40B4-BE49-F238E27FC236}">
                <a16:creationId xmlns:a16="http://schemas.microsoft.com/office/drawing/2014/main" id="{8B174B9B-3F1B-4F5B-852A-AAD674754CD4}"/>
              </a:ext>
            </a:extLst>
          </p:cNvPr>
          <p:cNvSpPr>
            <a:spLocks xmlns:a="http://schemas.openxmlformats.org/drawingml/2006/main" noGrp="1"/>
          </p:cNvSpPr>
          <p:nvPr/>
        </p:nvSpPr>
        <p:spPr>
          <a:xfrm xmlns:a="http://schemas.openxmlformats.org/drawingml/2006/main">
            <a:off x="5762625" y="2926292"/>
            <a:ext cx="9525" cy="66940"/>
          </a:xfrm>
          <a:custGeom xmlns:a="http://schemas.openxmlformats.org/drawingml/2006/main">
            <a:pathLst>
              <a:path w="9525" h="66940">
                <a:moveTo>
                  <a:pt x="0" y="0"/>
                </a:moveTo>
                <a:lnTo>
                  <a:pt x="0" y="66940"/>
                </a:lnTo>
              </a:path>
            </a:pathLst>
          </a:custGeom>
          <a:noFill xmlns:a="http://schemas.openxmlformats.org/drawingml/2006/main"/>
          <a:ln xmlns:a="http://schemas.openxmlformats.org/drawingml/2006/main" w="14288">
            <a:solidFill>
              <a:srgbClr val="71818B"/>
            </a:solidFill>
          </a:ln>
        </p:spPr>
      </p:sp>
      <p:sp>
        <p:nvSpPr>
          <p:cNvPr id="34" name="">
            <a:extLst xmlns:a="http://schemas.openxmlformats.org/drawingml/2006/main">
              <a:ext uri="{FF2B5EF4-FFF2-40B4-BE49-F238E27FC236}">
                <a16:creationId xmlns:a16="http://schemas.microsoft.com/office/drawing/2014/main" id="{4EC57FCE-A593-47DF-819D-762060EB0C40}"/>
              </a:ext>
            </a:extLst>
          </p:cNvPr>
          <p:cNvSpPr>
            <a:spLocks xmlns:a="http://schemas.openxmlformats.org/drawingml/2006/main" noGrp="1"/>
          </p:cNvSpPr>
          <p:nvPr/>
        </p:nvSpPr>
        <p:spPr>
          <a:xfrm xmlns:a="http://schemas.openxmlformats.org/drawingml/2006/main">
            <a:off x="4953000" y="309562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切断位置</a:t>
            </a:r>
          </a:p>
        </p:txBody>
      </p:sp>
      <p:sp>
        <p:nvSpPr>
          <p:cNvPr id="35" name="">
            <a:extLst xmlns:a="http://schemas.openxmlformats.org/drawingml/2006/main">
              <a:ext uri="{FF2B5EF4-FFF2-40B4-BE49-F238E27FC236}">
                <a16:creationId xmlns:a16="http://schemas.microsoft.com/office/drawing/2014/main" id="{4F964315-2638-499E-BE32-9049D65DC534}"/>
              </a:ext>
            </a:extLst>
          </p:cNvPr>
          <p:cNvSpPr>
            <a:spLocks xmlns:a="http://schemas.openxmlformats.org/drawingml/2006/main" noGrp="1"/>
          </p:cNvSpPr>
          <p:nvPr/>
        </p:nvSpPr>
        <p:spPr>
          <a:xfrm xmlns:a="http://schemas.openxmlformats.org/drawingml/2006/main">
            <a:off x="809625" y="36671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切り出した左部分</a:t>
            </a:r>
          </a:p>
        </p:txBody>
      </p:sp>
      <p:sp>
        <p:nvSpPr>
          <p:cNvPr id="36" name="">
            <a:extLst xmlns:a="http://schemas.openxmlformats.org/drawingml/2006/main">
              <a:ext uri="{FF2B5EF4-FFF2-40B4-BE49-F238E27FC236}">
                <a16:creationId xmlns:a16="http://schemas.microsoft.com/office/drawing/2014/main" id="{DA5E90AB-FD56-476C-9B43-FFFBD39EF3C2}"/>
              </a:ext>
            </a:extLst>
          </p:cNvPr>
          <p:cNvSpPr>
            <a:spLocks xmlns:a="http://schemas.openxmlformats.org/drawingml/2006/main" noGrp="1"/>
          </p:cNvSpPr>
          <p:nvPr/>
        </p:nvSpPr>
        <p:spPr>
          <a:xfrm xmlns:a="http://schemas.openxmlformats.org/drawingml/2006/main">
            <a:off x="7000875" y="36671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切り出した右部分</a:t>
            </a:r>
          </a:p>
        </p:txBody>
      </p:sp>
      <p:sp>
        <p:nvSpPr>
          <p:cNvPr id="37" name="">
            <a:extLst xmlns:a="http://schemas.openxmlformats.org/drawingml/2006/main">
              <a:ext uri="{FF2B5EF4-FFF2-40B4-BE49-F238E27FC236}">
                <a16:creationId xmlns:a16="http://schemas.microsoft.com/office/drawing/2014/main" id="{8BFD170E-7834-4770-90DB-EC7B031C801B}"/>
              </a:ext>
            </a:extLst>
          </p:cNvPr>
          <p:cNvSpPr>
            <a:spLocks xmlns:a="http://schemas.openxmlformats.org/drawingml/2006/main" noGrp="1"/>
          </p:cNvSpPr>
          <p:nvPr/>
        </p:nvSpPr>
        <p:spPr>
          <a:xfrm xmlns:a="http://schemas.openxmlformats.org/drawingml/2006/main">
            <a:off x="1952625" y="4381500"/>
            <a:ext cx="2857500" cy="5238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8" name="">
            <a:extLst xmlns:a="http://schemas.openxmlformats.org/drawingml/2006/main">
              <a:ext uri="{FF2B5EF4-FFF2-40B4-BE49-F238E27FC236}">
                <a16:creationId xmlns:a16="http://schemas.microsoft.com/office/drawing/2014/main" id="{0EDB5023-D555-47F0-8155-881F9E58A903}"/>
              </a:ext>
            </a:extLst>
          </p:cNvPr>
          <p:cNvSpPr>
            <a:spLocks xmlns:a="http://schemas.openxmlformats.org/drawingml/2006/main" noGrp="1"/>
          </p:cNvSpPr>
          <p:nvPr/>
        </p:nvSpPr>
        <p:spPr>
          <a:xfrm xmlns:a="http://schemas.openxmlformats.org/drawingml/2006/main">
            <a:off x="7429500" y="4381500"/>
            <a:ext cx="2857500" cy="5238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39" name="">
            <a:extLst xmlns:a="http://schemas.openxmlformats.org/drawingml/2006/main">
              <a:ext uri="{FF2B5EF4-FFF2-40B4-BE49-F238E27FC236}">
                <a16:creationId xmlns:a16="http://schemas.microsoft.com/office/drawing/2014/main" id="{58EE0C03-9D42-4962-87E4-FA148163029E}"/>
              </a:ext>
            </a:extLst>
          </p:cNvPr>
          <p:cNvSpPr>
            <a:spLocks xmlns:a="http://schemas.openxmlformats.org/drawingml/2006/main" noGrp="1"/>
          </p:cNvSpPr>
          <p:nvPr/>
        </p:nvSpPr>
        <p:spPr>
          <a:xfrm xmlns:a="http://schemas.openxmlformats.org/drawingml/2006/main">
            <a:off x="904875" y="4638675"/>
            <a:ext cx="1047750" cy="9525"/>
          </a:xfrm>
          <a:custGeom xmlns:a="http://schemas.openxmlformats.org/drawingml/2006/main">
            <a:pathLst>
              <a:path w="1047750" h="9525">
                <a:moveTo>
                  <a:pt x="1047750" y="0"/>
                </a:moveTo>
                <a:lnTo>
                  <a:pt x="0" y="0"/>
                </a:lnTo>
              </a:path>
            </a:pathLst>
          </a:custGeom>
          <a:noFill xmlns:a="http://schemas.openxmlformats.org/drawingml/2006/main"/>
          <a:ln xmlns:a="http://schemas.openxmlformats.org/drawingml/2006/main" w="38100">
            <a:solidFill>
              <a:srgbClr val="C4483C"/>
            </a:solidFill>
          </a:ln>
        </p:spPr>
      </p:sp>
      <p:sp>
        <p:nvSpPr>
          <p:cNvPr id="40" name="">
            <a:extLst xmlns:a="http://schemas.openxmlformats.org/drawingml/2006/main">
              <a:ext uri="{FF2B5EF4-FFF2-40B4-BE49-F238E27FC236}">
                <a16:creationId xmlns:a16="http://schemas.microsoft.com/office/drawing/2014/main" id="{C8C6A9B3-33F1-491B-8569-7203A2F4576D}"/>
              </a:ext>
            </a:extLst>
          </p:cNvPr>
          <p:cNvSpPr>
            <a:spLocks xmlns:a="http://schemas.openxmlformats.org/drawingml/2006/main" noGrp="1"/>
          </p:cNvSpPr>
          <p:nvPr/>
        </p:nvSpPr>
        <p:spPr>
          <a:xfrm xmlns:a="http://schemas.openxmlformats.org/drawingml/2006/main">
            <a:off x="904875" y="4586669"/>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41" name="">
            <a:extLst xmlns:a="http://schemas.openxmlformats.org/drawingml/2006/main">
              <a:ext uri="{FF2B5EF4-FFF2-40B4-BE49-F238E27FC236}">
                <a16:creationId xmlns:a16="http://schemas.microsoft.com/office/drawing/2014/main" id="{DF40B090-B388-4A7C-97AA-1B47FDAAC6A2}"/>
              </a:ext>
            </a:extLst>
          </p:cNvPr>
          <p:cNvSpPr>
            <a:spLocks xmlns:a="http://schemas.openxmlformats.org/drawingml/2006/main" noGrp="1"/>
          </p:cNvSpPr>
          <p:nvPr/>
        </p:nvSpPr>
        <p:spPr>
          <a:xfrm xmlns:a="http://schemas.openxmlformats.org/drawingml/2006/main">
            <a:off x="4810125" y="4638675"/>
            <a:ext cx="1047750" cy="9525"/>
          </a:xfrm>
          <a:custGeom xmlns:a="http://schemas.openxmlformats.org/drawingml/2006/main">
            <a:pathLst>
              <a:path w="1047750" h="9525">
                <a:moveTo>
                  <a:pt x="0" y="0"/>
                </a:moveTo>
                <a:lnTo>
                  <a:pt x="1047750" y="0"/>
                </a:lnTo>
              </a:path>
            </a:pathLst>
          </a:custGeom>
          <a:noFill xmlns:a="http://schemas.openxmlformats.org/drawingml/2006/main"/>
          <a:ln xmlns:a="http://schemas.openxmlformats.org/drawingml/2006/main" w="38100">
            <a:solidFill>
              <a:srgbClr val="087E8B"/>
            </a:solidFill>
          </a:ln>
        </p:spPr>
      </p:sp>
      <p:sp>
        <p:nvSpPr>
          <p:cNvPr id="42" name="">
            <a:extLst xmlns:a="http://schemas.openxmlformats.org/drawingml/2006/main">
              <a:ext uri="{FF2B5EF4-FFF2-40B4-BE49-F238E27FC236}">
                <a16:creationId xmlns:a16="http://schemas.microsoft.com/office/drawing/2014/main" id="{0BFA0B6C-FADD-40A0-9C88-870C5E2D8522}"/>
              </a:ext>
            </a:extLst>
          </p:cNvPr>
          <p:cNvSpPr>
            <a:spLocks xmlns:a="http://schemas.openxmlformats.org/drawingml/2006/main" noGrp="1"/>
          </p:cNvSpPr>
          <p:nvPr/>
        </p:nvSpPr>
        <p:spPr>
          <a:xfrm xmlns:a="http://schemas.openxmlformats.org/drawingml/2006/main">
            <a:off x="5734050" y="4586669"/>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087E8B"/>
          </a:solidFill>
          <a:ln xmlns:a="http://schemas.openxmlformats.org/drawingml/2006/main" w="4763">
            <a:solidFill>
              <a:srgbClr val="087E8B"/>
            </a:solidFill>
          </a:ln>
        </p:spPr>
      </p:sp>
      <p:sp>
        <p:nvSpPr>
          <p:cNvPr id="43" name="">
            <a:extLst xmlns:a="http://schemas.openxmlformats.org/drawingml/2006/main">
              <a:ext uri="{FF2B5EF4-FFF2-40B4-BE49-F238E27FC236}">
                <a16:creationId xmlns:a16="http://schemas.microsoft.com/office/drawing/2014/main" id="{A78386E7-CB2F-4012-989B-BE8BB2D0F66E}"/>
              </a:ext>
            </a:extLst>
          </p:cNvPr>
          <p:cNvSpPr>
            <a:spLocks xmlns:a="http://schemas.openxmlformats.org/drawingml/2006/main" noGrp="1"/>
          </p:cNvSpPr>
          <p:nvPr/>
        </p:nvSpPr>
        <p:spPr>
          <a:xfrm xmlns:a="http://schemas.openxmlformats.org/drawingml/2006/main">
            <a:off x="6381750" y="4638675"/>
            <a:ext cx="1047750" cy="9525"/>
          </a:xfrm>
          <a:custGeom xmlns:a="http://schemas.openxmlformats.org/drawingml/2006/main">
            <a:pathLst>
              <a:path w="1047750" h="9525">
                <a:moveTo>
                  <a:pt x="1047750" y="0"/>
                </a:moveTo>
                <a:lnTo>
                  <a:pt x="0" y="0"/>
                </a:lnTo>
              </a:path>
            </a:pathLst>
          </a:custGeom>
          <a:noFill xmlns:a="http://schemas.openxmlformats.org/drawingml/2006/main"/>
          <a:ln xmlns:a="http://schemas.openxmlformats.org/drawingml/2006/main" w="38100">
            <a:solidFill>
              <a:srgbClr val="087E8B"/>
            </a:solidFill>
          </a:ln>
        </p:spPr>
      </p:sp>
      <p:sp>
        <p:nvSpPr>
          <p:cNvPr id="44" name="">
            <a:extLst xmlns:a="http://schemas.openxmlformats.org/drawingml/2006/main">
              <a:ext uri="{FF2B5EF4-FFF2-40B4-BE49-F238E27FC236}">
                <a16:creationId xmlns:a16="http://schemas.microsoft.com/office/drawing/2014/main" id="{8EA0BA69-4F7B-45EE-BAD9-27BAA0360286}"/>
              </a:ext>
            </a:extLst>
          </p:cNvPr>
          <p:cNvSpPr>
            <a:spLocks xmlns:a="http://schemas.openxmlformats.org/drawingml/2006/main" noGrp="1"/>
          </p:cNvSpPr>
          <p:nvPr/>
        </p:nvSpPr>
        <p:spPr>
          <a:xfrm xmlns:a="http://schemas.openxmlformats.org/drawingml/2006/main">
            <a:off x="6381750" y="4586669"/>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087E8B"/>
          </a:solidFill>
          <a:ln xmlns:a="http://schemas.openxmlformats.org/drawingml/2006/main" w="4763">
            <a:solidFill>
              <a:srgbClr val="087E8B"/>
            </a:solidFill>
          </a:ln>
        </p:spPr>
      </p:sp>
      <p:sp>
        <p:nvSpPr>
          <p:cNvPr id="45" name="">
            <a:extLst xmlns:a="http://schemas.openxmlformats.org/drawingml/2006/main">
              <a:ext uri="{FF2B5EF4-FFF2-40B4-BE49-F238E27FC236}">
                <a16:creationId xmlns:a16="http://schemas.microsoft.com/office/drawing/2014/main" id="{79316E85-6C6E-444D-B6FC-5C5A5E4E9142}"/>
              </a:ext>
            </a:extLst>
          </p:cNvPr>
          <p:cNvSpPr>
            <a:spLocks xmlns:a="http://schemas.openxmlformats.org/drawingml/2006/main" noGrp="1"/>
          </p:cNvSpPr>
          <p:nvPr/>
        </p:nvSpPr>
        <p:spPr>
          <a:xfrm xmlns:a="http://schemas.openxmlformats.org/drawingml/2006/main">
            <a:off x="10287000" y="4638675"/>
            <a:ext cx="1047750" cy="9525"/>
          </a:xfrm>
          <a:custGeom xmlns:a="http://schemas.openxmlformats.org/drawingml/2006/main">
            <a:pathLst>
              <a:path w="1047750" h="9525">
                <a:moveTo>
                  <a:pt x="0" y="0"/>
                </a:moveTo>
                <a:lnTo>
                  <a:pt x="1047750" y="0"/>
                </a:lnTo>
              </a:path>
            </a:pathLst>
          </a:custGeom>
          <a:noFill xmlns:a="http://schemas.openxmlformats.org/drawingml/2006/main"/>
          <a:ln xmlns:a="http://schemas.openxmlformats.org/drawingml/2006/main" w="38100">
            <a:solidFill>
              <a:srgbClr val="C4483C"/>
            </a:solidFill>
          </a:ln>
        </p:spPr>
      </p:sp>
      <p:sp>
        <p:nvSpPr>
          <p:cNvPr id="46" name="">
            <a:extLst xmlns:a="http://schemas.openxmlformats.org/drawingml/2006/main">
              <a:ext uri="{FF2B5EF4-FFF2-40B4-BE49-F238E27FC236}">
                <a16:creationId xmlns:a16="http://schemas.microsoft.com/office/drawing/2014/main" id="{7953ACE9-C64F-4F83-9A3F-422AEA4BC2AD}"/>
              </a:ext>
            </a:extLst>
          </p:cNvPr>
          <p:cNvSpPr>
            <a:spLocks xmlns:a="http://schemas.openxmlformats.org/drawingml/2006/main" noGrp="1"/>
          </p:cNvSpPr>
          <p:nvPr/>
        </p:nvSpPr>
        <p:spPr>
          <a:xfrm xmlns:a="http://schemas.openxmlformats.org/drawingml/2006/main">
            <a:off x="11210925" y="4586669"/>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47" name="">
            <a:extLst xmlns:a="http://schemas.openxmlformats.org/drawingml/2006/main">
              <a:ext uri="{FF2B5EF4-FFF2-40B4-BE49-F238E27FC236}">
                <a16:creationId xmlns:a16="http://schemas.microsoft.com/office/drawing/2014/main" id="{DB40DA19-7680-4199-AF3D-00570E2FC7BF}"/>
              </a:ext>
            </a:extLst>
          </p:cNvPr>
          <p:cNvSpPr>
            <a:spLocks xmlns:a="http://schemas.openxmlformats.org/drawingml/2006/main" noGrp="1"/>
          </p:cNvSpPr>
          <p:nvPr/>
        </p:nvSpPr>
        <p:spPr>
          <a:xfrm xmlns:a="http://schemas.openxmlformats.org/drawingml/2006/main">
            <a:off x="1066800" y="4000500"/>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C4483C"/>
                </a:solidFill>
                <a:latin typeface="Yu Gothic"/>
                <a:ea typeface="Yu Gothic"/>
                <a:cs typeface="Yu Gothic"/>
              </a:defRPr>
            </a:defPPr>
            <a:lvl1pPr>
              <a:buNone/>
              <a:defRPr sz="2025" b="1">
                <a:solidFill>
                  <a:srgbClr val="C4483C"/>
                </a:solidFill>
                <a:latin typeface="Yu Gothic"/>
                <a:ea typeface="Yu Gothic"/>
                <a:cs typeface="Yu Gothic"/>
              </a:defRPr>
            </a:lvl1pPr>
            <a:lvl2pPr>
              <a:buNone/>
              <a:defRPr sz="2025" b="1">
                <a:solidFill>
                  <a:srgbClr val="C4483C"/>
                </a:solidFill>
                <a:latin typeface="Yu Gothic"/>
                <a:ea typeface="Yu Gothic"/>
                <a:cs typeface="Yu Gothic"/>
              </a:defRPr>
            </a:lvl2pPr>
            <a:lvl3pPr>
              <a:buNone/>
              <a:defRPr sz="2025" b="1">
                <a:solidFill>
                  <a:srgbClr val="C4483C"/>
                </a:solidFill>
                <a:latin typeface="Yu Gothic"/>
                <a:ea typeface="Yu Gothic"/>
                <a:cs typeface="Yu Gothic"/>
              </a:defRPr>
            </a:lvl3pPr>
            <a:lvl4pPr>
              <a:buNone/>
              <a:defRPr sz="2025" b="1">
                <a:solidFill>
                  <a:srgbClr val="C4483C"/>
                </a:solidFill>
                <a:latin typeface="Yu Gothic"/>
                <a:ea typeface="Yu Gothic"/>
                <a:cs typeface="Yu Gothic"/>
              </a:defRPr>
            </a:lvl4pPr>
            <a:lvl5pPr>
              <a:buNone/>
              <a:defRPr sz="2025" b="1">
                <a:solidFill>
                  <a:srgbClr val="C4483C"/>
                </a:solidFill>
                <a:latin typeface="Yu Gothic"/>
                <a:ea typeface="Yu Gothic"/>
                <a:cs typeface="Yu Gothic"/>
              </a:defRPr>
            </a:lvl5pPr>
            <a:lvl6pPr>
              <a:buNone/>
              <a:defRPr sz="2025" b="1">
                <a:solidFill>
                  <a:srgbClr val="C4483C"/>
                </a:solidFill>
                <a:latin typeface="Yu Gothic"/>
                <a:ea typeface="Yu Gothic"/>
                <a:cs typeface="Yu Gothic"/>
              </a:defRPr>
            </a:lvl6pPr>
            <a:lvl7pPr>
              <a:buNone/>
              <a:defRPr sz="2025" b="1">
                <a:solidFill>
                  <a:srgbClr val="C4483C"/>
                </a:solidFill>
                <a:latin typeface="Yu Gothic"/>
                <a:ea typeface="Yu Gothic"/>
                <a:cs typeface="Yu Gothic"/>
              </a:defRPr>
            </a:lvl7pPr>
            <a:lvl8pPr>
              <a:buNone/>
              <a:defRPr sz="2025" b="1">
                <a:solidFill>
                  <a:srgbClr val="C4483C"/>
                </a:solidFill>
                <a:latin typeface="Yu Gothic"/>
                <a:ea typeface="Yu Gothic"/>
                <a:cs typeface="Yu Gothic"/>
              </a:defRPr>
            </a:lvl8pPr>
            <a:lvl9pPr>
              <a:buNone/>
              <a:defRPr sz="2025" b="1">
                <a:solidFill>
                  <a:srgbClr val="C4483C"/>
                </a:solidFill>
                <a:latin typeface="Yu Gothic"/>
                <a:ea typeface="Yu Gothic"/>
                <a:cs typeface="Yu Gothic"/>
              </a:defRPr>
            </a:lvl9pPr>
          </a:lstStyle>
          <a:p xmlns:a="http://schemas.openxmlformats.org/drawingml/2006/main">
            <a:pP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F</a:t>
            </a:r>
          </a:p>
        </p:txBody>
      </p:sp>
      <p:sp>
        <p:nvSpPr>
          <p:cNvPr id="48" name="">
            <a:extLst xmlns:a="http://schemas.openxmlformats.org/drawingml/2006/main">
              <a:ext uri="{FF2B5EF4-FFF2-40B4-BE49-F238E27FC236}">
                <a16:creationId xmlns:a16="http://schemas.microsoft.com/office/drawing/2014/main" id="{AD12B3C1-A75B-4487-B6C7-E82CAE950CA0}"/>
              </a:ext>
            </a:extLst>
          </p:cNvPr>
          <p:cNvSpPr>
            <a:spLocks xmlns:a="http://schemas.openxmlformats.org/drawingml/2006/main" noGrp="1"/>
          </p:cNvSpPr>
          <p:nvPr/>
        </p:nvSpPr>
        <p:spPr>
          <a:xfrm xmlns:a="http://schemas.openxmlformats.org/drawingml/2006/main">
            <a:off x="5095875" y="4000500"/>
            <a:ext cx="104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xmlns:a="http://schemas.openxmlformats.org/drawingml/2006/main">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Nₐₓ</a:t>
            </a:r>
          </a:p>
        </p:txBody>
      </p:sp>
      <p:sp>
        <p:nvSpPr>
          <p:cNvPr id="49" name="">
            <a:extLst xmlns:a="http://schemas.openxmlformats.org/drawingml/2006/main">
              <a:ext uri="{FF2B5EF4-FFF2-40B4-BE49-F238E27FC236}">
                <a16:creationId xmlns:a16="http://schemas.microsoft.com/office/drawing/2014/main" id="{A9CDCD79-F1F9-4A5A-9637-E575099CE5C1}"/>
              </a:ext>
            </a:extLst>
          </p:cNvPr>
          <p:cNvSpPr>
            <a:spLocks xmlns:a="http://schemas.openxmlformats.org/drawingml/2006/main" noGrp="1"/>
          </p:cNvSpPr>
          <p:nvPr/>
        </p:nvSpPr>
        <p:spPr>
          <a:xfrm xmlns:a="http://schemas.openxmlformats.org/drawingml/2006/main">
            <a:off x="6286500" y="4000500"/>
            <a:ext cx="104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xmlns:a="http://schemas.openxmlformats.org/drawingml/2006/main">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Nₐₓ</a:t>
            </a:r>
          </a:p>
        </p:txBody>
      </p:sp>
      <p:sp>
        <p:nvSpPr>
          <p:cNvPr id="50" name="">
            <a:extLst xmlns:a="http://schemas.openxmlformats.org/drawingml/2006/main">
              <a:ext uri="{FF2B5EF4-FFF2-40B4-BE49-F238E27FC236}">
                <a16:creationId xmlns:a16="http://schemas.microsoft.com/office/drawing/2014/main" id="{8CE84B81-88C7-4DF3-B655-50D8F5A38947}"/>
              </a:ext>
            </a:extLst>
          </p:cNvPr>
          <p:cNvSpPr>
            <a:spLocks xmlns:a="http://schemas.openxmlformats.org/drawingml/2006/main" noGrp="1"/>
          </p:cNvSpPr>
          <p:nvPr/>
        </p:nvSpPr>
        <p:spPr>
          <a:xfrm xmlns:a="http://schemas.openxmlformats.org/drawingml/2006/main">
            <a:off x="10668000" y="4000500"/>
            <a:ext cx="71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C4483C"/>
                </a:solidFill>
                <a:latin typeface="Yu Gothic"/>
                <a:ea typeface="Yu Gothic"/>
                <a:cs typeface="Yu Gothic"/>
              </a:defRPr>
            </a:defPPr>
            <a:lvl1pPr>
              <a:buNone/>
              <a:defRPr sz="2025" b="1">
                <a:solidFill>
                  <a:srgbClr val="C4483C"/>
                </a:solidFill>
                <a:latin typeface="Yu Gothic"/>
                <a:ea typeface="Yu Gothic"/>
                <a:cs typeface="Yu Gothic"/>
              </a:defRPr>
            </a:lvl1pPr>
            <a:lvl2pPr>
              <a:buNone/>
              <a:defRPr sz="2025" b="1">
                <a:solidFill>
                  <a:srgbClr val="C4483C"/>
                </a:solidFill>
                <a:latin typeface="Yu Gothic"/>
                <a:ea typeface="Yu Gothic"/>
                <a:cs typeface="Yu Gothic"/>
              </a:defRPr>
            </a:lvl2pPr>
            <a:lvl3pPr>
              <a:buNone/>
              <a:defRPr sz="2025" b="1">
                <a:solidFill>
                  <a:srgbClr val="C4483C"/>
                </a:solidFill>
                <a:latin typeface="Yu Gothic"/>
                <a:ea typeface="Yu Gothic"/>
                <a:cs typeface="Yu Gothic"/>
              </a:defRPr>
            </a:lvl3pPr>
            <a:lvl4pPr>
              <a:buNone/>
              <a:defRPr sz="2025" b="1">
                <a:solidFill>
                  <a:srgbClr val="C4483C"/>
                </a:solidFill>
                <a:latin typeface="Yu Gothic"/>
                <a:ea typeface="Yu Gothic"/>
                <a:cs typeface="Yu Gothic"/>
              </a:defRPr>
            </a:lvl4pPr>
            <a:lvl5pPr>
              <a:buNone/>
              <a:defRPr sz="2025" b="1">
                <a:solidFill>
                  <a:srgbClr val="C4483C"/>
                </a:solidFill>
                <a:latin typeface="Yu Gothic"/>
                <a:ea typeface="Yu Gothic"/>
                <a:cs typeface="Yu Gothic"/>
              </a:defRPr>
            </a:lvl5pPr>
            <a:lvl6pPr>
              <a:buNone/>
              <a:defRPr sz="2025" b="1">
                <a:solidFill>
                  <a:srgbClr val="C4483C"/>
                </a:solidFill>
                <a:latin typeface="Yu Gothic"/>
                <a:ea typeface="Yu Gothic"/>
                <a:cs typeface="Yu Gothic"/>
              </a:defRPr>
            </a:lvl6pPr>
            <a:lvl7pPr>
              <a:buNone/>
              <a:defRPr sz="2025" b="1">
                <a:solidFill>
                  <a:srgbClr val="C4483C"/>
                </a:solidFill>
                <a:latin typeface="Yu Gothic"/>
                <a:ea typeface="Yu Gothic"/>
                <a:cs typeface="Yu Gothic"/>
              </a:defRPr>
            </a:lvl7pPr>
            <a:lvl8pPr>
              <a:buNone/>
              <a:defRPr sz="2025" b="1">
                <a:solidFill>
                  <a:srgbClr val="C4483C"/>
                </a:solidFill>
                <a:latin typeface="Yu Gothic"/>
                <a:ea typeface="Yu Gothic"/>
                <a:cs typeface="Yu Gothic"/>
              </a:defRPr>
            </a:lvl8pPr>
            <a:lvl9pPr>
              <a:buNone/>
              <a:defRPr sz="2025" b="1">
                <a:solidFill>
                  <a:srgbClr val="C4483C"/>
                </a:solidFill>
                <a:latin typeface="Yu Gothic"/>
                <a:ea typeface="Yu Gothic"/>
                <a:cs typeface="Yu Gothic"/>
              </a:defRPr>
            </a:lvl9pPr>
          </a:lstStyle>
          <a:p xmlns:a="http://schemas.openxmlformats.org/drawingml/2006/main">
            <a:pP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F</a:t>
            </a:r>
          </a:p>
        </p:txBody>
      </p:sp>
      <p:sp>
        <p:nvSpPr>
          <p:cNvPr id="51" name="">
            <a:extLst xmlns:a="http://schemas.openxmlformats.org/drawingml/2006/main">
              <a:ext uri="{FF2B5EF4-FFF2-40B4-BE49-F238E27FC236}">
                <a16:creationId xmlns:a16="http://schemas.microsoft.com/office/drawing/2014/main" id="{742B5ABB-3E21-49A6-A748-FF85D2AC4949}"/>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左右の切断面の内力は大きさが等しく逆向き。各部分のつり合いから Nₐₓ = F。</a:t>
            </a:r>
          </a:p>
        </p:txBody>
      </p:sp>
    </p:spTree>
    <p:extLst>
      <p:ext uri="{BB962C8B-B14F-4D97-AF65-F5344CB8AC3E}">
        <p14:creationId xmlns:p14="http://schemas.microsoft.com/office/powerpoint/2010/main" val="32024573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8217590-B395-4D94-BAD0-D66A7917F804}"/>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平均垂直応力</a:t>
            </a:r>
          </a:p>
        </p:txBody>
      </p:sp>
      <p:cxnSp>
        <p:nvCxnSpPr>
          <p:cNvPr id="2" name="">
            <a:extLst xmlns:a="http://schemas.openxmlformats.org/drawingml/2006/main">
              <a:ext uri="{FF2B5EF4-FFF2-40B4-BE49-F238E27FC236}">
                <a16:creationId xmlns:a16="http://schemas.microsoft.com/office/drawing/2014/main" id="{93E08B1D-FD15-4334-872E-E38C7AC2F9E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C4956113-D39F-4E85-96B6-DB4132692744}"/>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636C07C4-69D7-40E3-B0FF-5C772C344664}"/>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23 / 57</a:t>
            </a:r>
          </a:p>
        </p:txBody>
      </p:sp>
      <p:sp>
        <p:nvSpPr>
          <p:cNvPr id="11" name="">
            <a:extLst xmlns:a="http://schemas.openxmlformats.org/drawingml/2006/main">
              <a:ext uri="{FF2B5EF4-FFF2-40B4-BE49-F238E27FC236}">
                <a16:creationId xmlns:a16="http://schemas.microsoft.com/office/drawing/2014/main" id="{307A0E73-F87C-4A3E-BFB6-4D4CBA63F85F}"/>
              </a:ext>
            </a:extLst>
          </p:cNvPr>
          <p:cNvSpPr>
            <a:spLocks xmlns:a="http://schemas.openxmlformats.org/drawingml/2006/main" noGrp="1"/>
          </p:cNvSpPr>
          <p:nvPr/>
        </p:nvSpPr>
        <p:spPr>
          <a:xfrm xmlns:a="http://schemas.openxmlformats.org/drawingml/2006/main">
            <a:off x="809625" y="16192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225" b="1">
                <a:solidFill>
                  <a:srgbClr val="263D4D"/>
                </a:solidFill>
                <a:latin typeface="Yu Gothic"/>
                <a:ea typeface="Yu Gothic"/>
                <a:cs typeface="Yu Gothic"/>
              </a:defRPr>
            </a:defPPr>
            <a:lvl1pPr>
              <a:buNone/>
              <a:defRPr sz="3225" b="1">
                <a:solidFill>
                  <a:srgbClr val="263D4D"/>
                </a:solidFill>
                <a:latin typeface="Yu Gothic"/>
                <a:ea typeface="Yu Gothic"/>
                <a:cs typeface="Yu Gothic"/>
              </a:defRPr>
            </a:lvl1pPr>
            <a:lvl2pPr>
              <a:buNone/>
              <a:defRPr sz="3225" b="1">
                <a:solidFill>
                  <a:srgbClr val="263D4D"/>
                </a:solidFill>
                <a:latin typeface="Yu Gothic"/>
                <a:ea typeface="Yu Gothic"/>
                <a:cs typeface="Yu Gothic"/>
              </a:defRPr>
            </a:lvl2pPr>
            <a:lvl3pPr>
              <a:buNone/>
              <a:defRPr sz="3225" b="1">
                <a:solidFill>
                  <a:srgbClr val="263D4D"/>
                </a:solidFill>
                <a:latin typeface="Yu Gothic"/>
                <a:ea typeface="Yu Gothic"/>
                <a:cs typeface="Yu Gothic"/>
              </a:defRPr>
            </a:lvl3pPr>
            <a:lvl4pPr>
              <a:buNone/>
              <a:defRPr sz="3225" b="1">
                <a:solidFill>
                  <a:srgbClr val="263D4D"/>
                </a:solidFill>
                <a:latin typeface="Yu Gothic"/>
                <a:ea typeface="Yu Gothic"/>
                <a:cs typeface="Yu Gothic"/>
              </a:defRPr>
            </a:lvl4pPr>
            <a:lvl5pPr>
              <a:buNone/>
              <a:defRPr sz="3225" b="1">
                <a:solidFill>
                  <a:srgbClr val="263D4D"/>
                </a:solidFill>
                <a:latin typeface="Yu Gothic"/>
                <a:ea typeface="Yu Gothic"/>
                <a:cs typeface="Yu Gothic"/>
              </a:defRPr>
            </a:lvl5pPr>
            <a:lvl6pPr>
              <a:buNone/>
              <a:defRPr sz="3225" b="1">
                <a:solidFill>
                  <a:srgbClr val="263D4D"/>
                </a:solidFill>
                <a:latin typeface="Yu Gothic"/>
                <a:ea typeface="Yu Gothic"/>
                <a:cs typeface="Yu Gothic"/>
              </a:defRPr>
            </a:lvl6pPr>
            <a:lvl7pPr>
              <a:buNone/>
              <a:defRPr sz="3225" b="1">
                <a:solidFill>
                  <a:srgbClr val="263D4D"/>
                </a:solidFill>
                <a:latin typeface="Yu Gothic"/>
                <a:ea typeface="Yu Gothic"/>
                <a:cs typeface="Yu Gothic"/>
              </a:defRPr>
            </a:lvl7pPr>
            <a:lvl8pPr>
              <a:buNone/>
              <a:defRPr sz="3225" b="1">
                <a:solidFill>
                  <a:srgbClr val="263D4D"/>
                </a:solidFill>
                <a:latin typeface="Yu Gothic"/>
                <a:ea typeface="Yu Gothic"/>
                <a:cs typeface="Yu Gothic"/>
              </a:defRPr>
            </a:lvl8pPr>
            <a:lvl9pPr>
              <a:buNone/>
              <a:defRPr sz="3225" b="1">
                <a:solidFill>
                  <a:srgbClr val="263D4D"/>
                </a:solidFill>
                <a:latin typeface="Yu Gothic"/>
                <a:ea typeface="Yu Gothic"/>
                <a:cs typeface="Yu Gothic"/>
              </a:defRPr>
            </a:lvl9pPr>
          </a:lstStyle>
          <a:p xmlns:a="http://schemas.openxmlformats.org/drawingml/2006/main">
            <a:pPr>
              <a:buNone/>
              <a:defRPr sz="3225" b="1">
                <a:solidFill>
                  <a:srgbClr val="263D4D"/>
                </a:solidFill>
                <a:latin typeface="Yu Gothic"/>
                <a:ea typeface="Yu Gothic"/>
                <a:cs typeface="Yu Gothic"/>
              </a:defRPr>
            </a:pPr>
            <a:r>
              <a:rPr sz="3225" b="1">
                <a:solidFill>
                  <a:srgbClr val="263D4D"/>
                </a:solidFill>
                <a:latin typeface="Yu Gothic"/>
                <a:ea typeface="Yu Gothic"/>
                <a:cs typeface="Yu Gothic"/>
              </a:rPr>
              <a:t>σ = F/A₀</a:t>
            </a:r>
          </a:p>
        </p:txBody>
      </p:sp>
      <p:sp>
        <p:nvSpPr>
          <p:cNvPr id="12" name="">
            <a:extLst xmlns:a="http://schemas.openxmlformats.org/drawingml/2006/main">
              <a:ext uri="{FF2B5EF4-FFF2-40B4-BE49-F238E27FC236}">
                <a16:creationId xmlns:a16="http://schemas.microsoft.com/office/drawing/2014/main" id="{03306EE1-6A9B-4848-9E7F-933E4CC3A722}"/>
              </a:ext>
            </a:extLst>
          </p:cNvPr>
          <p:cNvSpPr>
            <a:spLocks xmlns:a="http://schemas.openxmlformats.org/drawingml/2006/main" noGrp="1"/>
          </p:cNvSpPr>
          <p:nvPr/>
        </p:nvSpPr>
        <p:spPr>
          <a:xfrm xmlns:a="http://schemas.openxmlformats.org/drawingml/2006/main">
            <a:off x="6858000" y="17621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A₀：変形前の断面積</a:t>
            </a:r>
          </a:p>
        </p:txBody>
      </p:sp>
      <p:sp>
        <p:nvSpPr>
          <p:cNvPr id="13" name="">
            <a:extLst xmlns:a="http://schemas.openxmlformats.org/drawingml/2006/main">
              <a:ext uri="{FF2B5EF4-FFF2-40B4-BE49-F238E27FC236}">
                <a16:creationId xmlns:a16="http://schemas.microsoft.com/office/drawing/2014/main" id="{C6304962-D1C3-4D3E-AED7-855E88F7F7E9}"/>
              </a:ext>
            </a:extLst>
          </p:cNvPr>
          <p:cNvSpPr>
            <a:spLocks xmlns:a="http://schemas.openxmlformats.org/drawingml/2006/main" noGrp="1"/>
          </p:cNvSpPr>
          <p:nvPr/>
        </p:nvSpPr>
        <p:spPr>
          <a:xfrm xmlns:a="http://schemas.openxmlformats.org/drawingml/2006/main">
            <a:off x="2571750" y="2905125"/>
            <a:ext cx="4095750" cy="2857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4" name="">
            <a:extLst xmlns:a="http://schemas.openxmlformats.org/drawingml/2006/main">
              <a:ext uri="{FF2B5EF4-FFF2-40B4-BE49-F238E27FC236}">
                <a16:creationId xmlns:a16="http://schemas.microsoft.com/office/drawing/2014/main" id="{985C5632-E967-433D-B497-C05963373D16}"/>
              </a:ext>
            </a:extLst>
          </p:cNvPr>
          <p:cNvSpPr>
            <a:spLocks xmlns:a="http://schemas.openxmlformats.org/drawingml/2006/main" noGrp="1"/>
          </p:cNvSpPr>
          <p:nvPr/>
        </p:nvSpPr>
        <p:spPr>
          <a:xfrm xmlns:a="http://schemas.openxmlformats.org/drawingml/2006/main">
            <a:off x="1428750" y="3048000"/>
            <a:ext cx="1143000" cy="9525"/>
          </a:xfrm>
          <a:custGeom xmlns:a="http://schemas.openxmlformats.org/drawingml/2006/main">
            <a:pathLst>
              <a:path w="1143000" h="9525">
                <a:moveTo>
                  <a:pt x="1143000" y="0"/>
                </a:moveTo>
                <a:lnTo>
                  <a:pt x="0" y="0"/>
                </a:lnTo>
              </a:path>
            </a:pathLst>
          </a:custGeom>
          <a:noFill xmlns:a="http://schemas.openxmlformats.org/drawingml/2006/main"/>
          <a:ln xmlns:a="http://schemas.openxmlformats.org/drawingml/2006/main" w="38100">
            <a:solidFill>
              <a:srgbClr val="C4483C"/>
            </a:solidFill>
          </a:ln>
        </p:spPr>
      </p:sp>
      <p:sp>
        <p:nvSpPr>
          <p:cNvPr id="15" name="">
            <a:extLst xmlns:a="http://schemas.openxmlformats.org/drawingml/2006/main">
              <a:ext uri="{FF2B5EF4-FFF2-40B4-BE49-F238E27FC236}">
                <a16:creationId xmlns:a16="http://schemas.microsoft.com/office/drawing/2014/main" id="{19DC7823-0A04-4A32-909C-C44E768494FA}"/>
              </a:ext>
            </a:extLst>
          </p:cNvPr>
          <p:cNvSpPr>
            <a:spLocks xmlns:a="http://schemas.openxmlformats.org/drawingml/2006/main" noGrp="1"/>
          </p:cNvSpPr>
          <p:nvPr/>
        </p:nvSpPr>
        <p:spPr>
          <a:xfrm xmlns:a="http://schemas.openxmlformats.org/drawingml/2006/main">
            <a:off x="1428750" y="2995994"/>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16" name="">
            <a:extLst xmlns:a="http://schemas.openxmlformats.org/drawingml/2006/main">
              <a:ext uri="{FF2B5EF4-FFF2-40B4-BE49-F238E27FC236}">
                <a16:creationId xmlns:a16="http://schemas.microsoft.com/office/drawing/2014/main" id="{D0BD1648-7A0F-4A8D-8FE0-8D83699845C7}"/>
              </a:ext>
            </a:extLst>
          </p:cNvPr>
          <p:cNvSpPr>
            <a:spLocks xmlns:a="http://schemas.openxmlformats.org/drawingml/2006/main" noGrp="1"/>
          </p:cNvSpPr>
          <p:nvPr/>
        </p:nvSpPr>
        <p:spPr>
          <a:xfrm xmlns:a="http://schemas.openxmlformats.org/drawingml/2006/main">
            <a:off x="6667500" y="3048000"/>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38100">
            <a:solidFill>
              <a:srgbClr val="C4483C"/>
            </a:solidFill>
          </a:ln>
        </p:spPr>
      </p:sp>
      <p:sp>
        <p:nvSpPr>
          <p:cNvPr id="17" name="">
            <a:extLst xmlns:a="http://schemas.openxmlformats.org/drawingml/2006/main">
              <a:ext uri="{FF2B5EF4-FFF2-40B4-BE49-F238E27FC236}">
                <a16:creationId xmlns:a16="http://schemas.microsoft.com/office/drawing/2014/main" id="{F8E97632-388A-494C-A844-647B3943A8AF}"/>
              </a:ext>
            </a:extLst>
          </p:cNvPr>
          <p:cNvSpPr>
            <a:spLocks xmlns:a="http://schemas.openxmlformats.org/drawingml/2006/main" noGrp="1"/>
          </p:cNvSpPr>
          <p:nvPr/>
        </p:nvSpPr>
        <p:spPr>
          <a:xfrm xmlns:a="http://schemas.openxmlformats.org/drawingml/2006/main">
            <a:off x="7686675" y="2995994"/>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18" name="">
            <a:extLst xmlns:a="http://schemas.openxmlformats.org/drawingml/2006/main">
              <a:ext uri="{FF2B5EF4-FFF2-40B4-BE49-F238E27FC236}">
                <a16:creationId xmlns:a16="http://schemas.microsoft.com/office/drawing/2014/main" id="{C278F168-74D7-4141-9E55-382ACE78DEF3}"/>
              </a:ext>
            </a:extLst>
          </p:cNvPr>
          <p:cNvSpPr>
            <a:spLocks xmlns:a="http://schemas.openxmlformats.org/drawingml/2006/main" noGrp="1"/>
          </p:cNvSpPr>
          <p:nvPr/>
        </p:nvSpPr>
        <p:spPr>
          <a:xfrm xmlns:a="http://schemas.openxmlformats.org/drawingml/2006/main">
            <a:off x="857250" y="2238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C4483C"/>
                </a:solidFill>
                <a:latin typeface="Yu Gothic"/>
                <a:ea typeface="Yu Gothic"/>
                <a:cs typeface="Yu Gothic"/>
              </a:defRPr>
            </a:defPPr>
            <a:lvl1pPr>
              <a:buNone/>
              <a:defRPr sz="2025" b="1">
                <a:solidFill>
                  <a:srgbClr val="C4483C"/>
                </a:solidFill>
                <a:latin typeface="Yu Gothic"/>
                <a:ea typeface="Yu Gothic"/>
                <a:cs typeface="Yu Gothic"/>
              </a:defRPr>
            </a:lvl1pPr>
            <a:lvl2pPr>
              <a:buNone/>
              <a:defRPr sz="2025" b="1">
                <a:solidFill>
                  <a:srgbClr val="C4483C"/>
                </a:solidFill>
                <a:latin typeface="Yu Gothic"/>
                <a:ea typeface="Yu Gothic"/>
                <a:cs typeface="Yu Gothic"/>
              </a:defRPr>
            </a:lvl2pPr>
            <a:lvl3pPr>
              <a:buNone/>
              <a:defRPr sz="2025" b="1">
                <a:solidFill>
                  <a:srgbClr val="C4483C"/>
                </a:solidFill>
                <a:latin typeface="Yu Gothic"/>
                <a:ea typeface="Yu Gothic"/>
                <a:cs typeface="Yu Gothic"/>
              </a:defRPr>
            </a:lvl3pPr>
            <a:lvl4pPr>
              <a:buNone/>
              <a:defRPr sz="2025" b="1">
                <a:solidFill>
                  <a:srgbClr val="C4483C"/>
                </a:solidFill>
                <a:latin typeface="Yu Gothic"/>
                <a:ea typeface="Yu Gothic"/>
                <a:cs typeface="Yu Gothic"/>
              </a:defRPr>
            </a:lvl4pPr>
            <a:lvl5pPr>
              <a:buNone/>
              <a:defRPr sz="2025" b="1">
                <a:solidFill>
                  <a:srgbClr val="C4483C"/>
                </a:solidFill>
                <a:latin typeface="Yu Gothic"/>
                <a:ea typeface="Yu Gothic"/>
                <a:cs typeface="Yu Gothic"/>
              </a:defRPr>
            </a:lvl5pPr>
            <a:lvl6pPr>
              <a:buNone/>
              <a:defRPr sz="2025" b="1">
                <a:solidFill>
                  <a:srgbClr val="C4483C"/>
                </a:solidFill>
                <a:latin typeface="Yu Gothic"/>
                <a:ea typeface="Yu Gothic"/>
                <a:cs typeface="Yu Gothic"/>
              </a:defRPr>
            </a:lvl6pPr>
            <a:lvl7pPr>
              <a:buNone/>
              <a:defRPr sz="2025" b="1">
                <a:solidFill>
                  <a:srgbClr val="C4483C"/>
                </a:solidFill>
                <a:latin typeface="Yu Gothic"/>
                <a:ea typeface="Yu Gothic"/>
                <a:cs typeface="Yu Gothic"/>
              </a:defRPr>
            </a:lvl7pPr>
            <a:lvl8pPr>
              <a:buNone/>
              <a:defRPr sz="2025" b="1">
                <a:solidFill>
                  <a:srgbClr val="C4483C"/>
                </a:solidFill>
                <a:latin typeface="Yu Gothic"/>
                <a:ea typeface="Yu Gothic"/>
                <a:cs typeface="Yu Gothic"/>
              </a:defRPr>
            </a:lvl8pPr>
            <a:lvl9pPr>
              <a:buNone/>
              <a:defRPr sz="2025" b="1">
                <a:solidFill>
                  <a:srgbClr val="C4483C"/>
                </a:solidFill>
                <a:latin typeface="Yu Gothic"/>
                <a:ea typeface="Yu Gothic"/>
                <a:cs typeface="Yu Gothic"/>
              </a:defRPr>
            </a:lvl9pPr>
          </a:lstStyle>
          <a:p xmlns:a="http://schemas.openxmlformats.org/drawingml/2006/main">
            <a:pP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F = 1,000 N</a:t>
            </a:r>
          </a:p>
        </p:txBody>
      </p:sp>
      <p:sp>
        <p:nvSpPr>
          <p:cNvPr id="19" name="">
            <a:extLst xmlns:a="http://schemas.openxmlformats.org/drawingml/2006/main">
              <a:ext uri="{FF2B5EF4-FFF2-40B4-BE49-F238E27FC236}">
                <a16:creationId xmlns:a16="http://schemas.microsoft.com/office/drawing/2014/main" id="{F9734EF3-89BF-4AC7-993C-187F9CC9315A}"/>
              </a:ext>
            </a:extLst>
          </p:cNvPr>
          <p:cNvSpPr>
            <a:spLocks xmlns:a="http://schemas.openxmlformats.org/drawingml/2006/main" noGrp="1"/>
          </p:cNvSpPr>
          <p:nvPr/>
        </p:nvSpPr>
        <p:spPr>
          <a:xfrm xmlns:a="http://schemas.openxmlformats.org/drawingml/2006/main">
            <a:off x="8572500" y="25717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xmlns:a="http://schemas.openxmlformats.org/drawingml/2006/main">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A₀ = 20 mm²</a:t>
            </a:r>
          </a:p>
        </p:txBody>
      </p:sp>
      <p:sp>
        <p:nvSpPr>
          <p:cNvPr id="20" name="">
            <a:extLst xmlns:a="http://schemas.openxmlformats.org/drawingml/2006/main">
              <a:ext uri="{FF2B5EF4-FFF2-40B4-BE49-F238E27FC236}">
                <a16:creationId xmlns:a16="http://schemas.microsoft.com/office/drawing/2014/main" id="{588450C3-6D75-4536-8823-B10620A66F75}"/>
              </a:ext>
            </a:extLst>
          </p:cNvPr>
          <p:cNvSpPr>
            <a:spLocks xmlns:a="http://schemas.openxmlformats.org/drawingml/2006/main" noGrp="1"/>
          </p:cNvSpPr>
          <p:nvPr/>
        </p:nvSpPr>
        <p:spPr>
          <a:xfrm xmlns:a="http://schemas.openxmlformats.org/drawingml/2006/main">
            <a:off x="8572500" y="30956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σ = 50 MPa</a:t>
            </a:r>
          </a:p>
        </p:txBody>
      </p:sp>
      <p:sp>
        <p:nvSpPr>
          <p:cNvPr id="21" name="">
            <a:extLst xmlns:a="http://schemas.openxmlformats.org/drawingml/2006/main">
              <a:ext uri="{FF2B5EF4-FFF2-40B4-BE49-F238E27FC236}">
                <a16:creationId xmlns:a16="http://schemas.microsoft.com/office/drawing/2014/main" id="{CDFD980F-AAEA-49F6-B55A-0742063F1464}"/>
              </a:ext>
            </a:extLst>
          </p:cNvPr>
          <p:cNvSpPr>
            <a:spLocks xmlns:a="http://schemas.openxmlformats.org/drawingml/2006/main" noGrp="1"/>
          </p:cNvSpPr>
          <p:nvPr/>
        </p:nvSpPr>
        <p:spPr>
          <a:xfrm xmlns:a="http://schemas.openxmlformats.org/drawingml/2006/main">
            <a:off x="2571750" y="4286250"/>
            <a:ext cx="4095750" cy="571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2" name="">
            <a:extLst xmlns:a="http://schemas.openxmlformats.org/drawingml/2006/main">
              <a:ext uri="{FF2B5EF4-FFF2-40B4-BE49-F238E27FC236}">
                <a16:creationId xmlns:a16="http://schemas.microsoft.com/office/drawing/2014/main" id="{C55FB1B2-D2F0-4FC5-B10D-821F12A09B29}"/>
              </a:ext>
            </a:extLst>
          </p:cNvPr>
          <p:cNvSpPr>
            <a:spLocks xmlns:a="http://schemas.openxmlformats.org/drawingml/2006/main" noGrp="1"/>
          </p:cNvSpPr>
          <p:nvPr/>
        </p:nvSpPr>
        <p:spPr>
          <a:xfrm xmlns:a="http://schemas.openxmlformats.org/drawingml/2006/main">
            <a:off x="1428750" y="4572000"/>
            <a:ext cx="1143000" cy="9525"/>
          </a:xfrm>
          <a:custGeom xmlns:a="http://schemas.openxmlformats.org/drawingml/2006/main">
            <a:pathLst>
              <a:path w="1143000" h="9525">
                <a:moveTo>
                  <a:pt x="1143000" y="0"/>
                </a:moveTo>
                <a:lnTo>
                  <a:pt x="0" y="0"/>
                </a:lnTo>
              </a:path>
            </a:pathLst>
          </a:custGeom>
          <a:noFill xmlns:a="http://schemas.openxmlformats.org/drawingml/2006/main"/>
          <a:ln xmlns:a="http://schemas.openxmlformats.org/drawingml/2006/main" w="38100">
            <a:solidFill>
              <a:srgbClr val="C4483C"/>
            </a:solidFill>
          </a:ln>
        </p:spPr>
      </p:sp>
      <p:sp>
        <p:nvSpPr>
          <p:cNvPr id="23" name="">
            <a:extLst xmlns:a="http://schemas.openxmlformats.org/drawingml/2006/main">
              <a:ext uri="{FF2B5EF4-FFF2-40B4-BE49-F238E27FC236}">
                <a16:creationId xmlns:a16="http://schemas.microsoft.com/office/drawing/2014/main" id="{FAB84F8D-61D3-43F4-9A70-84603B12E1D0}"/>
              </a:ext>
            </a:extLst>
          </p:cNvPr>
          <p:cNvSpPr>
            <a:spLocks xmlns:a="http://schemas.openxmlformats.org/drawingml/2006/main" noGrp="1"/>
          </p:cNvSpPr>
          <p:nvPr/>
        </p:nvSpPr>
        <p:spPr>
          <a:xfrm xmlns:a="http://schemas.openxmlformats.org/drawingml/2006/main">
            <a:off x="1428750" y="4519994"/>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24" name="">
            <a:extLst xmlns:a="http://schemas.openxmlformats.org/drawingml/2006/main">
              <a:ext uri="{FF2B5EF4-FFF2-40B4-BE49-F238E27FC236}">
                <a16:creationId xmlns:a16="http://schemas.microsoft.com/office/drawing/2014/main" id="{3C7B14B2-05D0-4DD4-84E8-88C0600B8C37}"/>
              </a:ext>
            </a:extLst>
          </p:cNvPr>
          <p:cNvSpPr>
            <a:spLocks xmlns:a="http://schemas.openxmlformats.org/drawingml/2006/main" noGrp="1"/>
          </p:cNvSpPr>
          <p:nvPr/>
        </p:nvSpPr>
        <p:spPr>
          <a:xfrm xmlns:a="http://schemas.openxmlformats.org/drawingml/2006/main">
            <a:off x="6667500" y="4572000"/>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38100">
            <a:solidFill>
              <a:srgbClr val="C4483C"/>
            </a:solidFill>
          </a:ln>
        </p:spPr>
      </p:sp>
      <p:sp>
        <p:nvSpPr>
          <p:cNvPr id="25" name="">
            <a:extLst xmlns:a="http://schemas.openxmlformats.org/drawingml/2006/main">
              <a:ext uri="{FF2B5EF4-FFF2-40B4-BE49-F238E27FC236}">
                <a16:creationId xmlns:a16="http://schemas.microsoft.com/office/drawing/2014/main" id="{23BE1DCC-EC82-4F22-A77B-D4CBFE026D77}"/>
              </a:ext>
            </a:extLst>
          </p:cNvPr>
          <p:cNvSpPr>
            <a:spLocks xmlns:a="http://schemas.openxmlformats.org/drawingml/2006/main" noGrp="1"/>
          </p:cNvSpPr>
          <p:nvPr/>
        </p:nvSpPr>
        <p:spPr>
          <a:xfrm xmlns:a="http://schemas.openxmlformats.org/drawingml/2006/main">
            <a:off x="7686675" y="4519994"/>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26" name="">
            <a:extLst xmlns:a="http://schemas.openxmlformats.org/drawingml/2006/main">
              <a:ext uri="{FF2B5EF4-FFF2-40B4-BE49-F238E27FC236}">
                <a16:creationId xmlns:a16="http://schemas.microsoft.com/office/drawing/2014/main" id="{47781E11-FB78-4FA1-8C29-E706592E0B26}"/>
              </a:ext>
            </a:extLst>
          </p:cNvPr>
          <p:cNvSpPr>
            <a:spLocks xmlns:a="http://schemas.openxmlformats.org/drawingml/2006/main" noGrp="1"/>
          </p:cNvSpPr>
          <p:nvPr/>
        </p:nvSpPr>
        <p:spPr>
          <a:xfrm xmlns:a="http://schemas.openxmlformats.org/drawingml/2006/main">
            <a:off x="857250" y="3762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C4483C"/>
                </a:solidFill>
                <a:latin typeface="Yu Gothic"/>
                <a:ea typeface="Yu Gothic"/>
                <a:cs typeface="Yu Gothic"/>
              </a:defRPr>
            </a:defPPr>
            <a:lvl1pPr>
              <a:buNone/>
              <a:defRPr sz="2025" b="1">
                <a:solidFill>
                  <a:srgbClr val="C4483C"/>
                </a:solidFill>
                <a:latin typeface="Yu Gothic"/>
                <a:ea typeface="Yu Gothic"/>
                <a:cs typeface="Yu Gothic"/>
              </a:defRPr>
            </a:lvl1pPr>
            <a:lvl2pPr>
              <a:buNone/>
              <a:defRPr sz="2025" b="1">
                <a:solidFill>
                  <a:srgbClr val="C4483C"/>
                </a:solidFill>
                <a:latin typeface="Yu Gothic"/>
                <a:ea typeface="Yu Gothic"/>
                <a:cs typeface="Yu Gothic"/>
              </a:defRPr>
            </a:lvl2pPr>
            <a:lvl3pPr>
              <a:buNone/>
              <a:defRPr sz="2025" b="1">
                <a:solidFill>
                  <a:srgbClr val="C4483C"/>
                </a:solidFill>
                <a:latin typeface="Yu Gothic"/>
                <a:ea typeface="Yu Gothic"/>
                <a:cs typeface="Yu Gothic"/>
              </a:defRPr>
            </a:lvl3pPr>
            <a:lvl4pPr>
              <a:buNone/>
              <a:defRPr sz="2025" b="1">
                <a:solidFill>
                  <a:srgbClr val="C4483C"/>
                </a:solidFill>
                <a:latin typeface="Yu Gothic"/>
                <a:ea typeface="Yu Gothic"/>
                <a:cs typeface="Yu Gothic"/>
              </a:defRPr>
            </a:lvl4pPr>
            <a:lvl5pPr>
              <a:buNone/>
              <a:defRPr sz="2025" b="1">
                <a:solidFill>
                  <a:srgbClr val="C4483C"/>
                </a:solidFill>
                <a:latin typeface="Yu Gothic"/>
                <a:ea typeface="Yu Gothic"/>
                <a:cs typeface="Yu Gothic"/>
              </a:defRPr>
            </a:lvl5pPr>
            <a:lvl6pPr>
              <a:buNone/>
              <a:defRPr sz="2025" b="1">
                <a:solidFill>
                  <a:srgbClr val="C4483C"/>
                </a:solidFill>
                <a:latin typeface="Yu Gothic"/>
                <a:ea typeface="Yu Gothic"/>
                <a:cs typeface="Yu Gothic"/>
              </a:defRPr>
            </a:lvl6pPr>
            <a:lvl7pPr>
              <a:buNone/>
              <a:defRPr sz="2025" b="1">
                <a:solidFill>
                  <a:srgbClr val="C4483C"/>
                </a:solidFill>
                <a:latin typeface="Yu Gothic"/>
                <a:ea typeface="Yu Gothic"/>
                <a:cs typeface="Yu Gothic"/>
              </a:defRPr>
            </a:lvl7pPr>
            <a:lvl8pPr>
              <a:buNone/>
              <a:defRPr sz="2025" b="1">
                <a:solidFill>
                  <a:srgbClr val="C4483C"/>
                </a:solidFill>
                <a:latin typeface="Yu Gothic"/>
                <a:ea typeface="Yu Gothic"/>
                <a:cs typeface="Yu Gothic"/>
              </a:defRPr>
            </a:lvl8pPr>
            <a:lvl9pPr>
              <a:buNone/>
              <a:defRPr sz="2025" b="1">
                <a:solidFill>
                  <a:srgbClr val="C4483C"/>
                </a:solidFill>
                <a:latin typeface="Yu Gothic"/>
                <a:ea typeface="Yu Gothic"/>
                <a:cs typeface="Yu Gothic"/>
              </a:defRPr>
            </a:lvl9pPr>
          </a:lstStyle>
          <a:p xmlns:a="http://schemas.openxmlformats.org/drawingml/2006/main">
            <a:pPr>
              <a:buNone/>
              <a:defRPr sz="2025" b="1">
                <a:solidFill>
                  <a:srgbClr val="C4483C"/>
                </a:solidFill>
                <a:latin typeface="Yu Gothic"/>
                <a:ea typeface="Yu Gothic"/>
                <a:cs typeface="Yu Gothic"/>
              </a:defRPr>
            </a:pPr>
            <a:r>
              <a:rPr sz="2025" b="1">
                <a:solidFill>
                  <a:srgbClr val="C4483C"/>
                </a:solidFill>
                <a:latin typeface="Yu Gothic"/>
                <a:ea typeface="Yu Gothic"/>
                <a:cs typeface="Yu Gothic"/>
              </a:rPr>
              <a:t>F = 1,000 N</a:t>
            </a:r>
          </a:p>
        </p:txBody>
      </p:sp>
      <p:sp>
        <p:nvSpPr>
          <p:cNvPr id="27" name="">
            <a:extLst xmlns:a="http://schemas.openxmlformats.org/drawingml/2006/main">
              <a:ext uri="{FF2B5EF4-FFF2-40B4-BE49-F238E27FC236}">
                <a16:creationId xmlns:a16="http://schemas.microsoft.com/office/drawing/2014/main" id="{50822135-6BE2-493A-AD2C-5FB2E25E5B02}"/>
              </a:ext>
            </a:extLst>
          </p:cNvPr>
          <p:cNvSpPr>
            <a:spLocks xmlns:a="http://schemas.openxmlformats.org/drawingml/2006/main" noGrp="1"/>
          </p:cNvSpPr>
          <p:nvPr/>
        </p:nvSpPr>
        <p:spPr>
          <a:xfrm xmlns:a="http://schemas.openxmlformats.org/drawingml/2006/main">
            <a:off x="8572500" y="40957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876A8"/>
                </a:solidFill>
                <a:latin typeface="Yu Gothic"/>
                <a:ea typeface="Yu Gothic"/>
                <a:cs typeface="Yu Gothic"/>
              </a:defRPr>
            </a:defPPr>
            <a:lvl1pPr>
              <a:buNone/>
              <a:defRPr sz="2175" b="1">
                <a:solidFill>
                  <a:srgbClr val="2876A8"/>
                </a:solidFill>
                <a:latin typeface="Yu Gothic"/>
                <a:ea typeface="Yu Gothic"/>
                <a:cs typeface="Yu Gothic"/>
              </a:defRPr>
            </a:lvl1pPr>
            <a:lvl2pPr>
              <a:buNone/>
              <a:defRPr sz="2175" b="1">
                <a:solidFill>
                  <a:srgbClr val="2876A8"/>
                </a:solidFill>
                <a:latin typeface="Yu Gothic"/>
                <a:ea typeface="Yu Gothic"/>
                <a:cs typeface="Yu Gothic"/>
              </a:defRPr>
            </a:lvl2pPr>
            <a:lvl3pPr>
              <a:buNone/>
              <a:defRPr sz="2175" b="1">
                <a:solidFill>
                  <a:srgbClr val="2876A8"/>
                </a:solidFill>
                <a:latin typeface="Yu Gothic"/>
                <a:ea typeface="Yu Gothic"/>
                <a:cs typeface="Yu Gothic"/>
              </a:defRPr>
            </a:lvl3pPr>
            <a:lvl4pPr>
              <a:buNone/>
              <a:defRPr sz="2175" b="1">
                <a:solidFill>
                  <a:srgbClr val="2876A8"/>
                </a:solidFill>
                <a:latin typeface="Yu Gothic"/>
                <a:ea typeface="Yu Gothic"/>
                <a:cs typeface="Yu Gothic"/>
              </a:defRPr>
            </a:lvl4pPr>
            <a:lvl5pPr>
              <a:buNone/>
              <a:defRPr sz="2175" b="1">
                <a:solidFill>
                  <a:srgbClr val="2876A8"/>
                </a:solidFill>
                <a:latin typeface="Yu Gothic"/>
                <a:ea typeface="Yu Gothic"/>
                <a:cs typeface="Yu Gothic"/>
              </a:defRPr>
            </a:lvl5pPr>
            <a:lvl6pPr>
              <a:buNone/>
              <a:defRPr sz="2175" b="1">
                <a:solidFill>
                  <a:srgbClr val="2876A8"/>
                </a:solidFill>
                <a:latin typeface="Yu Gothic"/>
                <a:ea typeface="Yu Gothic"/>
                <a:cs typeface="Yu Gothic"/>
              </a:defRPr>
            </a:lvl6pPr>
            <a:lvl7pPr>
              <a:buNone/>
              <a:defRPr sz="2175" b="1">
                <a:solidFill>
                  <a:srgbClr val="2876A8"/>
                </a:solidFill>
                <a:latin typeface="Yu Gothic"/>
                <a:ea typeface="Yu Gothic"/>
                <a:cs typeface="Yu Gothic"/>
              </a:defRPr>
            </a:lvl7pPr>
            <a:lvl8pPr>
              <a:buNone/>
              <a:defRPr sz="2175" b="1">
                <a:solidFill>
                  <a:srgbClr val="2876A8"/>
                </a:solidFill>
                <a:latin typeface="Yu Gothic"/>
                <a:ea typeface="Yu Gothic"/>
                <a:cs typeface="Yu Gothic"/>
              </a:defRPr>
            </a:lvl8pPr>
            <a:lvl9pPr>
              <a:buNone/>
              <a:defRPr sz="2175" b="1">
                <a:solidFill>
                  <a:srgbClr val="2876A8"/>
                </a:solidFill>
                <a:latin typeface="Yu Gothic"/>
                <a:ea typeface="Yu Gothic"/>
                <a:cs typeface="Yu Gothic"/>
              </a:defRPr>
            </a:lvl9pPr>
          </a:lstStyle>
          <a:p xmlns:a="http://schemas.openxmlformats.org/drawingml/2006/main">
            <a:pPr>
              <a:buNone/>
              <a:defRPr sz="2175" b="1">
                <a:solidFill>
                  <a:srgbClr val="2876A8"/>
                </a:solidFill>
                <a:latin typeface="Yu Gothic"/>
                <a:ea typeface="Yu Gothic"/>
                <a:cs typeface="Yu Gothic"/>
              </a:defRPr>
            </a:pPr>
            <a:r>
              <a:rPr sz="2175" b="1">
                <a:solidFill>
                  <a:srgbClr val="2876A8"/>
                </a:solidFill>
                <a:latin typeface="Yu Gothic"/>
                <a:ea typeface="Yu Gothic"/>
                <a:cs typeface="Yu Gothic"/>
              </a:rPr>
              <a:t>A₀ = 40 mm²</a:t>
            </a:r>
          </a:p>
        </p:txBody>
      </p:sp>
      <p:sp>
        <p:nvSpPr>
          <p:cNvPr id="28" name="">
            <a:extLst xmlns:a="http://schemas.openxmlformats.org/drawingml/2006/main">
              <a:ext uri="{FF2B5EF4-FFF2-40B4-BE49-F238E27FC236}">
                <a16:creationId xmlns:a16="http://schemas.microsoft.com/office/drawing/2014/main" id="{4E4D5981-0DEC-4661-9124-4F5A1A257AC1}"/>
              </a:ext>
            </a:extLst>
          </p:cNvPr>
          <p:cNvSpPr>
            <a:spLocks xmlns:a="http://schemas.openxmlformats.org/drawingml/2006/main" noGrp="1"/>
          </p:cNvSpPr>
          <p:nvPr/>
        </p:nvSpPr>
        <p:spPr>
          <a:xfrm xmlns:a="http://schemas.openxmlformats.org/drawingml/2006/main">
            <a:off x="8572500" y="46196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σ = 25 MPa</a:t>
            </a:r>
          </a:p>
        </p:txBody>
      </p:sp>
      <p:sp>
        <p:nvSpPr>
          <p:cNvPr id="29" name="">
            <a:extLst xmlns:a="http://schemas.openxmlformats.org/drawingml/2006/main">
              <a:ext uri="{FF2B5EF4-FFF2-40B4-BE49-F238E27FC236}">
                <a16:creationId xmlns:a16="http://schemas.microsoft.com/office/drawing/2014/main" id="{1955BFA0-2634-46D5-8880-DEB0BADBFDC3}"/>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同じ軸方向荷重なら、断面積が2倍の棒の平均応力は1/2。断面積の比を模式的に示す。</a:t>
            </a:r>
          </a:p>
        </p:txBody>
      </p:sp>
    </p:spTree>
    <p:extLst>
      <p:ext uri="{BB962C8B-B14F-4D97-AF65-F5344CB8AC3E}">
        <p14:creationId xmlns:p14="http://schemas.microsoft.com/office/powerpoint/2010/main" val="4334681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71D4E335-F5FE-4577-BC45-D45F1D604874}"/>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伸びとひずみ</a:t>
            </a:r>
          </a:p>
        </p:txBody>
      </p:sp>
      <p:cxnSp>
        <p:nvCxnSpPr>
          <p:cNvPr id="2" name="">
            <a:extLst xmlns:a="http://schemas.openxmlformats.org/drawingml/2006/main">
              <a:ext uri="{FF2B5EF4-FFF2-40B4-BE49-F238E27FC236}">
                <a16:creationId xmlns:a16="http://schemas.microsoft.com/office/drawing/2014/main" id="{40441793-0207-47F6-9BE2-5DFCF2194F3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33A8B05B-F0B7-434A-8B7D-CCF60B225D16}"/>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8E505AFF-647E-4BFD-AEFB-35D07F5807EA}"/>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24 / 57</a:t>
            </a:r>
          </a:p>
        </p:txBody>
      </p:sp>
      <p:sp>
        <p:nvSpPr>
          <p:cNvPr id="16" name="">
            <a:extLst xmlns:a="http://schemas.openxmlformats.org/drawingml/2006/main">
              <a:ext uri="{FF2B5EF4-FFF2-40B4-BE49-F238E27FC236}">
                <a16:creationId xmlns:a16="http://schemas.microsoft.com/office/drawing/2014/main" id="{B8393C0A-86C8-42E9-9438-F9A7DD230A87}"/>
              </a:ext>
            </a:extLst>
          </p:cNvPr>
          <p:cNvSpPr>
            <a:spLocks xmlns:a="http://schemas.openxmlformats.org/drawingml/2006/main" noGrp="1"/>
          </p:cNvSpPr>
          <p:nvPr/>
        </p:nvSpPr>
        <p:spPr>
          <a:xfrm xmlns:a="http://schemas.openxmlformats.org/drawingml/2006/main">
            <a:off x="809625" y="157162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同じ二つの標点を追う</a:t>
            </a:r>
          </a:p>
        </p:txBody>
      </p:sp>
      <p:sp>
        <p:nvSpPr>
          <p:cNvPr id="17" name="">
            <a:extLst xmlns:a="http://schemas.openxmlformats.org/drawingml/2006/main">
              <a:ext uri="{FF2B5EF4-FFF2-40B4-BE49-F238E27FC236}">
                <a16:creationId xmlns:a16="http://schemas.microsoft.com/office/drawing/2014/main" id="{045FD2FE-78D2-4B11-85BE-70D890896035}"/>
              </a:ext>
            </a:extLst>
          </p:cNvPr>
          <p:cNvSpPr>
            <a:spLocks xmlns:a="http://schemas.openxmlformats.org/drawingml/2006/main" noGrp="1"/>
          </p:cNvSpPr>
          <p:nvPr/>
        </p:nvSpPr>
        <p:spPr>
          <a:xfrm xmlns:a="http://schemas.openxmlformats.org/drawingml/2006/main">
            <a:off x="1095375" y="2571750"/>
            <a:ext cx="5476875" cy="2857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8" name="">
            <a:extLst xmlns:a="http://schemas.openxmlformats.org/drawingml/2006/main">
              <a:ext uri="{FF2B5EF4-FFF2-40B4-BE49-F238E27FC236}">
                <a16:creationId xmlns:a16="http://schemas.microsoft.com/office/drawing/2014/main" id="{FFCAA1D6-8BC5-49AB-B890-24E2019D3C59}"/>
              </a:ext>
            </a:extLst>
          </p:cNvPr>
          <p:cNvSpPr>
            <a:spLocks xmlns:a="http://schemas.openxmlformats.org/drawingml/2006/main" noGrp="1"/>
          </p:cNvSpPr>
          <p:nvPr/>
        </p:nvSpPr>
        <p:spPr>
          <a:xfrm xmlns:a="http://schemas.openxmlformats.org/drawingml/2006/main">
            <a:off x="1095375" y="3905250"/>
            <a:ext cx="6048375" cy="2857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9" name="">
            <a:extLst xmlns:a="http://schemas.openxmlformats.org/drawingml/2006/main">
              <a:ext uri="{FF2B5EF4-FFF2-40B4-BE49-F238E27FC236}">
                <a16:creationId xmlns:a16="http://schemas.microsoft.com/office/drawing/2014/main" id="{D73E4201-C1CD-4ADA-B608-362804B9DDB1}"/>
              </a:ext>
            </a:extLst>
          </p:cNvPr>
          <p:cNvSpPr>
            <a:spLocks xmlns:a="http://schemas.openxmlformats.org/drawingml/2006/main" noGrp="1"/>
          </p:cNvSpPr>
          <p:nvPr/>
        </p:nvSpPr>
        <p:spPr>
          <a:xfrm xmlns:a="http://schemas.openxmlformats.org/drawingml/2006/main">
            <a:off x="1666875" y="2333625"/>
            <a:ext cx="9525" cy="2143125"/>
          </a:xfrm>
          <a:custGeom xmlns:a="http://schemas.openxmlformats.org/drawingml/2006/main">
            <a:pathLst>
              <a:path w="9525" h="2143125">
                <a:moveTo>
                  <a:pt x="0" y="0"/>
                </a:moveTo>
                <a:lnTo>
                  <a:pt x="0" y="2143125"/>
                </a:lnTo>
              </a:path>
            </a:pathLst>
          </a:custGeom>
          <a:noFill xmlns:a="http://schemas.openxmlformats.org/drawingml/2006/main"/>
          <a:ln xmlns:a="http://schemas.openxmlformats.org/drawingml/2006/main" w="19050">
            <a:solidFill>
              <a:srgbClr val="2876A8"/>
            </a:solidFill>
          </a:ln>
        </p:spPr>
      </p:sp>
      <p:sp>
        <p:nvSpPr>
          <p:cNvPr id="20" name="">
            <a:extLst xmlns:a="http://schemas.openxmlformats.org/drawingml/2006/main">
              <a:ext uri="{FF2B5EF4-FFF2-40B4-BE49-F238E27FC236}">
                <a16:creationId xmlns:a16="http://schemas.microsoft.com/office/drawing/2014/main" id="{0BC6D56C-12EC-4AB7-8A4D-2279A9A447DE}"/>
              </a:ext>
            </a:extLst>
          </p:cNvPr>
          <p:cNvSpPr>
            <a:spLocks xmlns:a="http://schemas.openxmlformats.org/drawingml/2006/main" noGrp="1"/>
          </p:cNvSpPr>
          <p:nvPr/>
        </p:nvSpPr>
        <p:spPr>
          <a:xfrm xmlns:a="http://schemas.openxmlformats.org/drawingml/2006/main">
            <a:off x="5953125" y="2333625"/>
            <a:ext cx="9525" cy="590550"/>
          </a:xfrm>
          <a:custGeom xmlns:a="http://schemas.openxmlformats.org/drawingml/2006/main">
            <a:pathLst>
              <a:path w="9525" h="590550">
                <a:moveTo>
                  <a:pt x="0" y="0"/>
                </a:moveTo>
                <a:lnTo>
                  <a:pt x="0" y="590550"/>
                </a:lnTo>
              </a:path>
            </a:pathLst>
          </a:custGeom>
          <a:noFill xmlns:a="http://schemas.openxmlformats.org/drawingml/2006/main"/>
          <a:ln xmlns:a="http://schemas.openxmlformats.org/drawingml/2006/main" w="19050">
            <a:solidFill>
              <a:srgbClr val="2876A8"/>
            </a:solidFill>
          </a:ln>
        </p:spPr>
      </p:sp>
      <p:sp>
        <p:nvSpPr>
          <p:cNvPr id="21" name="">
            <a:extLst xmlns:a="http://schemas.openxmlformats.org/drawingml/2006/main">
              <a:ext uri="{FF2B5EF4-FFF2-40B4-BE49-F238E27FC236}">
                <a16:creationId xmlns:a16="http://schemas.microsoft.com/office/drawing/2014/main" id="{BA4FAADD-FE92-4715-91FF-CB64B63C25A2}"/>
              </a:ext>
            </a:extLst>
          </p:cNvPr>
          <p:cNvSpPr>
            <a:spLocks xmlns:a="http://schemas.openxmlformats.org/drawingml/2006/main" noGrp="1"/>
          </p:cNvSpPr>
          <p:nvPr/>
        </p:nvSpPr>
        <p:spPr>
          <a:xfrm xmlns:a="http://schemas.openxmlformats.org/drawingml/2006/main">
            <a:off x="6524625" y="3695700"/>
            <a:ext cx="9525" cy="781050"/>
          </a:xfrm>
          <a:custGeom xmlns:a="http://schemas.openxmlformats.org/drawingml/2006/main">
            <a:pathLst>
              <a:path w="9525" h="781050">
                <a:moveTo>
                  <a:pt x="0" y="0"/>
                </a:moveTo>
                <a:lnTo>
                  <a:pt x="0" y="78105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E51674A1-6441-4D4E-BB60-B2479245BACE}"/>
              </a:ext>
            </a:extLst>
          </p:cNvPr>
          <p:cNvSpPr>
            <a:spLocks xmlns:a="http://schemas.openxmlformats.org/drawingml/2006/main" noGrp="1"/>
          </p:cNvSpPr>
          <p:nvPr/>
        </p:nvSpPr>
        <p:spPr>
          <a:xfrm xmlns:a="http://schemas.openxmlformats.org/drawingml/2006/main">
            <a:off x="5953125" y="2952750"/>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23" name="">
            <a:extLst xmlns:a="http://schemas.openxmlformats.org/drawingml/2006/main">
              <a:ext uri="{FF2B5EF4-FFF2-40B4-BE49-F238E27FC236}">
                <a16:creationId xmlns:a16="http://schemas.microsoft.com/office/drawing/2014/main" id="{13004E42-89F7-4D7C-B7AD-A6B73700277A}"/>
              </a:ext>
            </a:extLst>
          </p:cNvPr>
          <p:cNvSpPr>
            <a:spLocks xmlns:a="http://schemas.openxmlformats.org/drawingml/2006/main" noGrp="1"/>
          </p:cNvSpPr>
          <p:nvPr/>
        </p:nvSpPr>
        <p:spPr>
          <a:xfrm xmlns:a="http://schemas.openxmlformats.org/drawingml/2006/main">
            <a:off x="5953125" y="3078616"/>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24" name="">
            <a:extLst xmlns:a="http://schemas.openxmlformats.org/drawingml/2006/main">
              <a:ext uri="{FF2B5EF4-FFF2-40B4-BE49-F238E27FC236}">
                <a16:creationId xmlns:a16="http://schemas.microsoft.com/office/drawing/2014/main" id="{164788EC-F7C6-4150-8DE5-84284AEFEC5C}"/>
              </a:ext>
            </a:extLst>
          </p:cNvPr>
          <p:cNvSpPr>
            <a:spLocks xmlns:a="http://schemas.openxmlformats.org/drawingml/2006/main" noGrp="1"/>
          </p:cNvSpPr>
          <p:nvPr/>
        </p:nvSpPr>
        <p:spPr>
          <a:xfrm xmlns:a="http://schemas.openxmlformats.org/drawingml/2006/main">
            <a:off x="5953125" y="3204482"/>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25" name="">
            <a:extLst xmlns:a="http://schemas.openxmlformats.org/drawingml/2006/main">
              <a:ext uri="{FF2B5EF4-FFF2-40B4-BE49-F238E27FC236}">
                <a16:creationId xmlns:a16="http://schemas.microsoft.com/office/drawing/2014/main" id="{B6E83513-75F1-42C7-9236-1921C48F5A09}"/>
              </a:ext>
            </a:extLst>
          </p:cNvPr>
          <p:cNvSpPr>
            <a:spLocks xmlns:a="http://schemas.openxmlformats.org/drawingml/2006/main" noGrp="1"/>
          </p:cNvSpPr>
          <p:nvPr/>
        </p:nvSpPr>
        <p:spPr>
          <a:xfrm xmlns:a="http://schemas.openxmlformats.org/drawingml/2006/main">
            <a:off x="5953125" y="3330348"/>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26" name="">
            <a:extLst xmlns:a="http://schemas.openxmlformats.org/drawingml/2006/main">
              <a:ext uri="{FF2B5EF4-FFF2-40B4-BE49-F238E27FC236}">
                <a16:creationId xmlns:a16="http://schemas.microsoft.com/office/drawing/2014/main" id="{EB8E710A-85A8-4FEE-93BB-3DFABB5DED83}"/>
              </a:ext>
            </a:extLst>
          </p:cNvPr>
          <p:cNvSpPr>
            <a:spLocks xmlns:a="http://schemas.openxmlformats.org/drawingml/2006/main" noGrp="1"/>
          </p:cNvSpPr>
          <p:nvPr/>
        </p:nvSpPr>
        <p:spPr>
          <a:xfrm xmlns:a="http://schemas.openxmlformats.org/drawingml/2006/main">
            <a:off x="5953125" y="3456214"/>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27" name="">
            <a:extLst xmlns:a="http://schemas.openxmlformats.org/drawingml/2006/main">
              <a:ext uri="{FF2B5EF4-FFF2-40B4-BE49-F238E27FC236}">
                <a16:creationId xmlns:a16="http://schemas.microsoft.com/office/drawing/2014/main" id="{3B34523D-C5E1-4867-9331-B767005CD767}"/>
              </a:ext>
            </a:extLst>
          </p:cNvPr>
          <p:cNvSpPr>
            <a:spLocks xmlns:a="http://schemas.openxmlformats.org/drawingml/2006/main" noGrp="1"/>
          </p:cNvSpPr>
          <p:nvPr/>
        </p:nvSpPr>
        <p:spPr>
          <a:xfrm xmlns:a="http://schemas.openxmlformats.org/drawingml/2006/main">
            <a:off x="5953125" y="3582080"/>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28" name="">
            <a:extLst xmlns:a="http://schemas.openxmlformats.org/drawingml/2006/main">
              <a:ext uri="{FF2B5EF4-FFF2-40B4-BE49-F238E27FC236}">
                <a16:creationId xmlns:a16="http://schemas.microsoft.com/office/drawing/2014/main" id="{C9EC0A38-725F-4B92-AC9C-6F88F1E442E1}"/>
              </a:ext>
            </a:extLst>
          </p:cNvPr>
          <p:cNvSpPr>
            <a:spLocks xmlns:a="http://schemas.openxmlformats.org/drawingml/2006/main" noGrp="1"/>
          </p:cNvSpPr>
          <p:nvPr/>
        </p:nvSpPr>
        <p:spPr>
          <a:xfrm xmlns:a="http://schemas.openxmlformats.org/drawingml/2006/main">
            <a:off x="5953125" y="3707946"/>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29" name="">
            <a:extLst xmlns:a="http://schemas.openxmlformats.org/drawingml/2006/main">
              <a:ext uri="{FF2B5EF4-FFF2-40B4-BE49-F238E27FC236}">
                <a16:creationId xmlns:a16="http://schemas.microsoft.com/office/drawing/2014/main" id="{7D7E2C84-21EC-44ED-B927-3C0CB27C431A}"/>
              </a:ext>
            </a:extLst>
          </p:cNvPr>
          <p:cNvSpPr>
            <a:spLocks xmlns:a="http://schemas.openxmlformats.org/drawingml/2006/main" noGrp="1"/>
          </p:cNvSpPr>
          <p:nvPr/>
        </p:nvSpPr>
        <p:spPr>
          <a:xfrm xmlns:a="http://schemas.openxmlformats.org/drawingml/2006/main">
            <a:off x="5953125" y="3833813"/>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30" name="">
            <a:extLst xmlns:a="http://schemas.openxmlformats.org/drawingml/2006/main">
              <a:ext uri="{FF2B5EF4-FFF2-40B4-BE49-F238E27FC236}">
                <a16:creationId xmlns:a16="http://schemas.microsoft.com/office/drawing/2014/main" id="{70828A4C-3BE2-42DD-97D1-16AC1B49D380}"/>
              </a:ext>
            </a:extLst>
          </p:cNvPr>
          <p:cNvSpPr>
            <a:spLocks xmlns:a="http://schemas.openxmlformats.org/drawingml/2006/main" noGrp="1"/>
          </p:cNvSpPr>
          <p:nvPr/>
        </p:nvSpPr>
        <p:spPr>
          <a:xfrm xmlns:a="http://schemas.openxmlformats.org/drawingml/2006/main">
            <a:off x="5953125" y="3959679"/>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31" name="">
            <a:extLst xmlns:a="http://schemas.openxmlformats.org/drawingml/2006/main">
              <a:ext uri="{FF2B5EF4-FFF2-40B4-BE49-F238E27FC236}">
                <a16:creationId xmlns:a16="http://schemas.microsoft.com/office/drawing/2014/main" id="{6EBE1CEE-3BA4-4321-8F54-68302DA9293F}"/>
              </a:ext>
            </a:extLst>
          </p:cNvPr>
          <p:cNvSpPr>
            <a:spLocks xmlns:a="http://schemas.openxmlformats.org/drawingml/2006/main" noGrp="1"/>
          </p:cNvSpPr>
          <p:nvPr/>
        </p:nvSpPr>
        <p:spPr>
          <a:xfrm xmlns:a="http://schemas.openxmlformats.org/drawingml/2006/main">
            <a:off x="5953125" y="4085545"/>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32" name="">
            <a:extLst xmlns:a="http://schemas.openxmlformats.org/drawingml/2006/main">
              <a:ext uri="{FF2B5EF4-FFF2-40B4-BE49-F238E27FC236}">
                <a16:creationId xmlns:a16="http://schemas.microsoft.com/office/drawing/2014/main" id="{4CDBC1EA-716D-4500-BF88-57FA57D4B2FB}"/>
              </a:ext>
            </a:extLst>
          </p:cNvPr>
          <p:cNvSpPr>
            <a:spLocks xmlns:a="http://schemas.openxmlformats.org/drawingml/2006/main" noGrp="1"/>
          </p:cNvSpPr>
          <p:nvPr/>
        </p:nvSpPr>
        <p:spPr>
          <a:xfrm xmlns:a="http://schemas.openxmlformats.org/drawingml/2006/main">
            <a:off x="5953125" y="4211411"/>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33" name="">
            <a:extLst xmlns:a="http://schemas.openxmlformats.org/drawingml/2006/main">
              <a:ext uri="{FF2B5EF4-FFF2-40B4-BE49-F238E27FC236}">
                <a16:creationId xmlns:a16="http://schemas.microsoft.com/office/drawing/2014/main" id="{F16063B7-FBCA-425A-AD8F-6FDC84E7D75D}"/>
              </a:ext>
            </a:extLst>
          </p:cNvPr>
          <p:cNvSpPr>
            <a:spLocks xmlns:a="http://schemas.openxmlformats.org/drawingml/2006/main" noGrp="1"/>
          </p:cNvSpPr>
          <p:nvPr/>
        </p:nvSpPr>
        <p:spPr>
          <a:xfrm xmlns:a="http://schemas.openxmlformats.org/drawingml/2006/main">
            <a:off x="5953125" y="4337277"/>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34" name="">
            <a:extLst xmlns:a="http://schemas.openxmlformats.org/drawingml/2006/main">
              <a:ext uri="{FF2B5EF4-FFF2-40B4-BE49-F238E27FC236}">
                <a16:creationId xmlns:a16="http://schemas.microsoft.com/office/drawing/2014/main" id="{885CEA21-35C4-4E1D-B459-40B80D0AF9FA}"/>
              </a:ext>
            </a:extLst>
          </p:cNvPr>
          <p:cNvSpPr>
            <a:spLocks xmlns:a="http://schemas.openxmlformats.org/drawingml/2006/main" noGrp="1"/>
          </p:cNvSpPr>
          <p:nvPr/>
        </p:nvSpPr>
        <p:spPr>
          <a:xfrm xmlns:a="http://schemas.openxmlformats.org/drawingml/2006/main">
            <a:off x="5953125" y="4463143"/>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35" name="">
            <a:extLst xmlns:a="http://schemas.openxmlformats.org/drawingml/2006/main">
              <a:ext uri="{FF2B5EF4-FFF2-40B4-BE49-F238E27FC236}">
                <a16:creationId xmlns:a16="http://schemas.microsoft.com/office/drawing/2014/main" id="{0CD34938-5D83-4DAC-94A6-A1012006F2DA}"/>
              </a:ext>
            </a:extLst>
          </p:cNvPr>
          <p:cNvSpPr>
            <a:spLocks xmlns:a="http://schemas.openxmlformats.org/drawingml/2006/main" noGrp="1"/>
          </p:cNvSpPr>
          <p:nvPr/>
        </p:nvSpPr>
        <p:spPr>
          <a:xfrm xmlns:a="http://schemas.openxmlformats.org/drawingml/2006/main">
            <a:off x="5953125" y="4589009"/>
            <a:ext cx="9525" cy="69226"/>
          </a:xfrm>
          <a:custGeom xmlns:a="http://schemas.openxmlformats.org/drawingml/2006/main">
            <a:pathLst>
              <a:path w="9525" h="69226">
                <a:moveTo>
                  <a:pt x="0" y="0"/>
                </a:moveTo>
                <a:lnTo>
                  <a:pt x="0" y="69226"/>
                </a:lnTo>
              </a:path>
            </a:pathLst>
          </a:custGeom>
          <a:noFill xmlns:a="http://schemas.openxmlformats.org/drawingml/2006/main"/>
          <a:ln xmlns:a="http://schemas.openxmlformats.org/drawingml/2006/main" w="14288">
            <a:solidFill>
              <a:srgbClr val="71818B"/>
            </a:solidFill>
          </a:ln>
        </p:spPr>
      </p:sp>
      <p:sp>
        <p:nvSpPr>
          <p:cNvPr id="36" name="">
            <a:extLst xmlns:a="http://schemas.openxmlformats.org/drawingml/2006/main">
              <a:ext uri="{FF2B5EF4-FFF2-40B4-BE49-F238E27FC236}">
                <a16:creationId xmlns:a16="http://schemas.microsoft.com/office/drawing/2014/main" id="{965E6641-5AAA-4E79-838B-BA229B12345D}"/>
              </a:ext>
            </a:extLst>
          </p:cNvPr>
          <p:cNvSpPr>
            <a:spLocks xmlns:a="http://schemas.openxmlformats.org/drawingml/2006/main" noGrp="1"/>
          </p:cNvSpPr>
          <p:nvPr/>
        </p:nvSpPr>
        <p:spPr>
          <a:xfrm xmlns:a="http://schemas.openxmlformats.org/drawingml/2006/main">
            <a:off x="1666875" y="2143125"/>
            <a:ext cx="4286250" cy="9525"/>
          </a:xfrm>
          <a:custGeom xmlns:a="http://schemas.openxmlformats.org/drawingml/2006/main">
            <a:pathLst>
              <a:path w="4286250" h="9525">
                <a:moveTo>
                  <a:pt x="0" y="0"/>
                </a:moveTo>
                <a:lnTo>
                  <a:pt x="4286250" y="0"/>
                </a:lnTo>
              </a:path>
            </a:pathLst>
          </a:custGeom>
          <a:noFill xmlns:a="http://schemas.openxmlformats.org/drawingml/2006/main"/>
          <a:ln xmlns:a="http://schemas.openxmlformats.org/drawingml/2006/main" w="15240">
            <a:solidFill>
              <a:srgbClr val="2876A8"/>
            </a:solidFill>
          </a:ln>
        </p:spPr>
      </p:sp>
      <p:sp>
        <p:nvSpPr>
          <p:cNvPr id="37" name="">
            <a:extLst xmlns:a="http://schemas.openxmlformats.org/drawingml/2006/main">
              <a:ext uri="{FF2B5EF4-FFF2-40B4-BE49-F238E27FC236}">
                <a16:creationId xmlns:a16="http://schemas.microsoft.com/office/drawing/2014/main" id="{97685715-FAA4-4E2F-A38A-42DD6FACDE24}"/>
              </a:ext>
            </a:extLst>
          </p:cNvPr>
          <p:cNvSpPr>
            <a:spLocks xmlns:a="http://schemas.openxmlformats.org/drawingml/2006/main" noGrp="1"/>
          </p:cNvSpPr>
          <p:nvPr/>
        </p:nvSpPr>
        <p:spPr>
          <a:xfrm xmlns:a="http://schemas.openxmlformats.org/drawingml/2006/main">
            <a:off x="5876925" y="2111121"/>
            <a:ext cx="76200" cy="64008"/>
          </a:xfrm>
          <a:custGeom xmlns:a="http://schemas.openxmlformats.org/drawingml/2006/main">
            <a:pathLst>
              <a:path w="76200" h="64008">
                <a:moveTo>
                  <a:pt x="76200" y="32004"/>
                </a:moveTo>
                <a:lnTo>
                  <a:pt x="0" y="0"/>
                </a:lnTo>
                <a:lnTo>
                  <a:pt x="0" y="64008"/>
                </a:lnTo>
                <a:close/>
              </a:path>
            </a:pathLst>
          </a:custGeom>
          <a:solidFill xmlns:a="http://schemas.openxmlformats.org/drawingml/2006/main">
            <a:srgbClr val="2876A8"/>
          </a:solidFill>
          <a:ln xmlns:a="http://schemas.openxmlformats.org/drawingml/2006/main" w="4763">
            <a:solidFill>
              <a:srgbClr val="2876A8"/>
            </a:solidFill>
          </a:ln>
        </p:spPr>
      </p:sp>
      <p:sp>
        <p:nvSpPr>
          <p:cNvPr id="38" name="">
            <a:extLst xmlns:a="http://schemas.openxmlformats.org/drawingml/2006/main">
              <a:ext uri="{FF2B5EF4-FFF2-40B4-BE49-F238E27FC236}">
                <a16:creationId xmlns:a16="http://schemas.microsoft.com/office/drawing/2014/main" id="{D2EB4F59-A456-41B9-BB92-CF5E77D35251}"/>
              </a:ext>
            </a:extLst>
          </p:cNvPr>
          <p:cNvSpPr>
            <a:spLocks xmlns:a="http://schemas.openxmlformats.org/drawingml/2006/main" noGrp="1"/>
          </p:cNvSpPr>
          <p:nvPr/>
        </p:nvSpPr>
        <p:spPr>
          <a:xfrm xmlns:a="http://schemas.openxmlformats.org/drawingml/2006/main">
            <a:off x="1666875" y="2143125"/>
            <a:ext cx="4286250" cy="9525"/>
          </a:xfrm>
          <a:custGeom xmlns:a="http://schemas.openxmlformats.org/drawingml/2006/main">
            <a:pathLst>
              <a:path w="4286250" h="9525">
                <a:moveTo>
                  <a:pt x="4286250" y="0"/>
                </a:moveTo>
                <a:lnTo>
                  <a:pt x="0" y="0"/>
                </a:lnTo>
              </a:path>
            </a:pathLst>
          </a:custGeom>
          <a:noFill xmlns:a="http://schemas.openxmlformats.org/drawingml/2006/main"/>
          <a:ln xmlns:a="http://schemas.openxmlformats.org/drawingml/2006/main" w="15240">
            <a:solidFill>
              <a:srgbClr val="2876A8"/>
            </a:solidFill>
          </a:ln>
        </p:spPr>
      </p:sp>
      <p:sp>
        <p:nvSpPr>
          <p:cNvPr id="39" name="">
            <a:extLst xmlns:a="http://schemas.openxmlformats.org/drawingml/2006/main">
              <a:ext uri="{FF2B5EF4-FFF2-40B4-BE49-F238E27FC236}">
                <a16:creationId xmlns:a16="http://schemas.microsoft.com/office/drawing/2014/main" id="{606DED14-F31C-41A1-A5BA-D4024D6B2243}"/>
              </a:ext>
            </a:extLst>
          </p:cNvPr>
          <p:cNvSpPr>
            <a:spLocks xmlns:a="http://schemas.openxmlformats.org/drawingml/2006/main" noGrp="1"/>
          </p:cNvSpPr>
          <p:nvPr/>
        </p:nvSpPr>
        <p:spPr>
          <a:xfrm xmlns:a="http://schemas.openxmlformats.org/drawingml/2006/main">
            <a:off x="1666875" y="2111121"/>
            <a:ext cx="76200" cy="64008"/>
          </a:xfrm>
          <a:custGeom xmlns:a="http://schemas.openxmlformats.org/drawingml/2006/main">
            <a:pathLst>
              <a:path w="76200" h="64008">
                <a:moveTo>
                  <a:pt x="0" y="32004"/>
                </a:moveTo>
                <a:lnTo>
                  <a:pt x="76200" y="64008"/>
                </a:lnTo>
                <a:lnTo>
                  <a:pt x="76200" y="0"/>
                </a:lnTo>
                <a:close/>
              </a:path>
            </a:pathLst>
          </a:custGeom>
          <a:solidFill xmlns:a="http://schemas.openxmlformats.org/drawingml/2006/main">
            <a:srgbClr val="2876A8"/>
          </a:solidFill>
          <a:ln xmlns:a="http://schemas.openxmlformats.org/drawingml/2006/main" w="4763">
            <a:solidFill>
              <a:srgbClr val="2876A8"/>
            </a:solidFill>
          </a:ln>
        </p:spPr>
      </p:sp>
      <p:sp>
        <p:nvSpPr>
          <p:cNvPr id="40" name="">
            <a:extLst xmlns:a="http://schemas.openxmlformats.org/drawingml/2006/main">
              <a:ext uri="{FF2B5EF4-FFF2-40B4-BE49-F238E27FC236}">
                <a16:creationId xmlns:a16="http://schemas.microsoft.com/office/drawing/2014/main" id="{4D807BA5-7F3E-4822-A6EC-4FC7C99B8D47}"/>
              </a:ext>
            </a:extLst>
          </p:cNvPr>
          <p:cNvSpPr>
            <a:spLocks xmlns:a="http://schemas.openxmlformats.org/drawingml/2006/main" noGrp="1"/>
          </p:cNvSpPr>
          <p:nvPr/>
        </p:nvSpPr>
        <p:spPr>
          <a:xfrm xmlns:a="http://schemas.openxmlformats.org/drawingml/2006/main">
            <a:off x="1476375" y="2219325"/>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876A8"/>
                </a:solidFill>
                <a:latin typeface="Yu Gothic"/>
                <a:ea typeface="Yu Gothic"/>
                <a:cs typeface="Yu Gothic"/>
              </a:defRPr>
            </a:defPPr>
            <a:lvl1pPr>
              <a:buNone/>
              <a:defRPr sz="1725" b="0">
                <a:solidFill>
                  <a:srgbClr val="2876A8"/>
                </a:solidFill>
                <a:latin typeface="Yu Gothic"/>
                <a:ea typeface="Yu Gothic"/>
                <a:cs typeface="Yu Gothic"/>
              </a:defRPr>
            </a:lvl1pPr>
            <a:lvl2pPr>
              <a:buNone/>
              <a:defRPr sz="1725" b="0">
                <a:solidFill>
                  <a:srgbClr val="2876A8"/>
                </a:solidFill>
                <a:latin typeface="Yu Gothic"/>
                <a:ea typeface="Yu Gothic"/>
                <a:cs typeface="Yu Gothic"/>
              </a:defRPr>
            </a:lvl2pPr>
            <a:lvl3pPr>
              <a:buNone/>
              <a:defRPr sz="1725" b="0">
                <a:solidFill>
                  <a:srgbClr val="2876A8"/>
                </a:solidFill>
                <a:latin typeface="Yu Gothic"/>
                <a:ea typeface="Yu Gothic"/>
                <a:cs typeface="Yu Gothic"/>
              </a:defRPr>
            </a:lvl3pPr>
            <a:lvl4pPr>
              <a:buNone/>
              <a:defRPr sz="1725" b="0">
                <a:solidFill>
                  <a:srgbClr val="2876A8"/>
                </a:solidFill>
                <a:latin typeface="Yu Gothic"/>
                <a:ea typeface="Yu Gothic"/>
                <a:cs typeface="Yu Gothic"/>
              </a:defRPr>
            </a:lvl4pPr>
            <a:lvl5pPr>
              <a:buNone/>
              <a:defRPr sz="1725" b="0">
                <a:solidFill>
                  <a:srgbClr val="2876A8"/>
                </a:solidFill>
                <a:latin typeface="Yu Gothic"/>
                <a:ea typeface="Yu Gothic"/>
                <a:cs typeface="Yu Gothic"/>
              </a:defRPr>
            </a:lvl5pPr>
            <a:lvl6pPr>
              <a:buNone/>
              <a:defRPr sz="1725" b="0">
                <a:solidFill>
                  <a:srgbClr val="2876A8"/>
                </a:solidFill>
                <a:latin typeface="Yu Gothic"/>
                <a:ea typeface="Yu Gothic"/>
                <a:cs typeface="Yu Gothic"/>
              </a:defRPr>
            </a:lvl6pPr>
            <a:lvl7pPr>
              <a:buNone/>
              <a:defRPr sz="1725" b="0">
                <a:solidFill>
                  <a:srgbClr val="2876A8"/>
                </a:solidFill>
                <a:latin typeface="Yu Gothic"/>
                <a:ea typeface="Yu Gothic"/>
                <a:cs typeface="Yu Gothic"/>
              </a:defRPr>
            </a:lvl7pPr>
            <a:lvl8pPr>
              <a:buNone/>
              <a:defRPr sz="1725" b="0">
                <a:solidFill>
                  <a:srgbClr val="2876A8"/>
                </a:solidFill>
                <a:latin typeface="Yu Gothic"/>
                <a:ea typeface="Yu Gothic"/>
                <a:cs typeface="Yu Gothic"/>
              </a:defRPr>
            </a:lvl8pPr>
            <a:lvl9pPr>
              <a:buNone/>
              <a:defRPr sz="1725" b="0">
                <a:solidFill>
                  <a:srgbClr val="2876A8"/>
                </a:solidFill>
                <a:latin typeface="Yu Gothic"/>
                <a:ea typeface="Yu Gothic"/>
                <a:cs typeface="Yu Gothic"/>
              </a:defRPr>
            </a:lvl9pPr>
          </a:lstStyle>
          <a:p xmlns:a="http://schemas.openxmlformats.org/drawingml/2006/main">
            <a:pPr>
              <a:buNone/>
              <a:defRPr sz="1725" b="0">
                <a:solidFill>
                  <a:srgbClr val="2876A8"/>
                </a:solidFill>
                <a:latin typeface="Yu Gothic"/>
                <a:ea typeface="Yu Gothic"/>
                <a:cs typeface="Yu Gothic"/>
              </a:defRPr>
            </a:pPr>
            <a:r>
              <a:rPr sz="1725" b="0">
                <a:solidFill>
                  <a:srgbClr val="2876A8"/>
                </a:solidFill>
                <a:latin typeface="Yu Gothic"/>
                <a:ea typeface="Yu Gothic"/>
                <a:cs typeface="Yu Gothic"/>
              </a:rPr>
              <a:t>L₀ = 1,000 mm</a:t>
            </a:r>
          </a:p>
        </p:txBody>
      </p:sp>
      <p:sp>
        <p:nvSpPr>
          <p:cNvPr id="41" name="">
            <a:extLst xmlns:a="http://schemas.openxmlformats.org/drawingml/2006/main">
              <a:ext uri="{FF2B5EF4-FFF2-40B4-BE49-F238E27FC236}">
                <a16:creationId xmlns:a16="http://schemas.microsoft.com/office/drawing/2014/main" id="{94D383B7-32DE-418A-A401-9F9FE7BC363F}"/>
              </a:ext>
            </a:extLst>
          </p:cNvPr>
          <p:cNvSpPr>
            <a:spLocks xmlns:a="http://schemas.openxmlformats.org/drawingml/2006/main" noGrp="1"/>
          </p:cNvSpPr>
          <p:nvPr/>
        </p:nvSpPr>
        <p:spPr>
          <a:xfrm xmlns:a="http://schemas.openxmlformats.org/drawingml/2006/main">
            <a:off x="5953125" y="4667250"/>
            <a:ext cx="571500" cy="9525"/>
          </a:xfrm>
          <a:custGeom xmlns:a="http://schemas.openxmlformats.org/drawingml/2006/main">
            <a:pathLst>
              <a:path w="571500" h="9525">
                <a:moveTo>
                  <a:pt x="0" y="0"/>
                </a:moveTo>
                <a:lnTo>
                  <a:pt x="571500" y="0"/>
                </a:lnTo>
              </a:path>
            </a:pathLst>
          </a:custGeom>
          <a:noFill xmlns:a="http://schemas.openxmlformats.org/drawingml/2006/main"/>
          <a:ln xmlns:a="http://schemas.openxmlformats.org/drawingml/2006/main" w="15240">
            <a:solidFill>
              <a:srgbClr val="087E8B"/>
            </a:solidFill>
          </a:ln>
        </p:spPr>
      </p:sp>
      <p:sp>
        <p:nvSpPr>
          <p:cNvPr id="42" name="">
            <a:extLst xmlns:a="http://schemas.openxmlformats.org/drawingml/2006/main">
              <a:ext uri="{FF2B5EF4-FFF2-40B4-BE49-F238E27FC236}">
                <a16:creationId xmlns:a16="http://schemas.microsoft.com/office/drawing/2014/main" id="{A731C8DE-27B9-43DD-8936-056B06102F73}"/>
              </a:ext>
            </a:extLst>
          </p:cNvPr>
          <p:cNvSpPr>
            <a:spLocks xmlns:a="http://schemas.openxmlformats.org/drawingml/2006/main" noGrp="1"/>
          </p:cNvSpPr>
          <p:nvPr/>
        </p:nvSpPr>
        <p:spPr>
          <a:xfrm xmlns:a="http://schemas.openxmlformats.org/drawingml/2006/main">
            <a:off x="6448425" y="4635246"/>
            <a:ext cx="76200" cy="64008"/>
          </a:xfrm>
          <a:custGeom xmlns:a="http://schemas.openxmlformats.org/drawingml/2006/main">
            <a:pathLst>
              <a:path w="76200" h="64008">
                <a:moveTo>
                  <a:pt x="76200" y="32004"/>
                </a:moveTo>
                <a:lnTo>
                  <a:pt x="0" y="0"/>
                </a:lnTo>
                <a:lnTo>
                  <a:pt x="0" y="64008"/>
                </a:lnTo>
                <a:close/>
              </a:path>
            </a:pathLst>
          </a:custGeom>
          <a:solidFill xmlns:a="http://schemas.openxmlformats.org/drawingml/2006/main">
            <a:srgbClr val="087E8B"/>
          </a:solidFill>
          <a:ln xmlns:a="http://schemas.openxmlformats.org/drawingml/2006/main" w="4763">
            <a:solidFill>
              <a:srgbClr val="087E8B"/>
            </a:solidFill>
          </a:ln>
        </p:spPr>
      </p:sp>
      <p:sp>
        <p:nvSpPr>
          <p:cNvPr id="43" name="">
            <a:extLst xmlns:a="http://schemas.openxmlformats.org/drawingml/2006/main">
              <a:ext uri="{FF2B5EF4-FFF2-40B4-BE49-F238E27FC236}">
                <a16:creationId xmlns:a16="http://schemas.microsoft.com/office/drawing/2014/main" id="{9DA1346B-64A8-4EF8-AD2A-E0EE1465C675}"/>
              </a:ext>
            </a:extLst>
          </p:cNvPr>
          <p:cNvSpPr>
            <a:spLocks xmlns:a="http://schemas.openxmlformats.org/drawingml/2006/main" noGrp="1"/>
          </p:cNvSpPr>
          <p:nvPr/>
        </p:nvSpPr>
        <p:spPr>
          <a:xfrm xmlns:a="http://schemas.openxmlformats.org/drawingml/2006/main">
            <a:off x="5953125" y="4667250"/>
            <a:ext cx="571500" cy="9525"/>
          </a:xfrm>
          <a:custGeom xmlns:a="http://schemas.openxmlformats.org/drawingml/2006/main">
            <a:pathLst>
              <a:path w="571500" h="9525">
                <a:moveTo>
                  <a:pt x="571500" y="0"/>
                </a:moveTo>
                <a:lnTo>
                  <a:pt x="0" y="0"/>
                </a:lnTo>
              </a:path>
            </a:pathLst>
          </a:custGeom>
          <a:noFill xmlns:a="http://schemas.openxmlformats.org/drawingml/2006/main"/>
          <a:ln xmlns:a="http://schemas.openxmlformats.org/drawingml/2006/main" w="15240">
            <a:solidFill>
              <a:srgbClr val="087E8B"/>
            </a:solidFill>
          </a:ln>
        </p:spPr>
      </p:sp>
      <p:sp>
        <p:nvSpPr>
          <p:cNvPr id="44" name="">
            <a:extLst xmlns:a="http://schemas.openxmlformats.org/drawingml/2006/main">
              <a:ext uri="{FF2B5EF4-FFF2-40B4-BE49-F238E27FC236}">
                <a16:creationId xmlns:a16="http://schemas.microsoft.com/office/drawing/2014/main" id="{39E8B77D-7B60-498D-BF54-268A6B46D749}"/>
              </a:ext>
            </a:extLst>
          </p:cNvPr>
          <p:cNvSpPr>
            <a:spLocks xmlns:a="http://schemas.openxmlformats.org/drawingml/2006/main" noGrp="1"/>
          </p:cNvSpPr>
          <p:nvPr/>
        </p:nvSpPr>
        <p:spPr>
          <a:xfrm xmlns:a="http://schemas.openxmlformats.org/drawingml/2006/main">
            <a:off x="5953125" y="4635246"/>
            <a:ext cx="76200" cy="64008"/>
          </a:xfrm>
          <a:custGeom xmlns:a="http://schemas.openxmlformats.org/drawingml/2006/main">
            <a:pathLst>
              <a:path w="76200" h="64008">
                <a:moveTo>
                  <a:pt x="0" y="32004"/>
                </a:moveTo>
                <a:lnTo>
                  <a:pt x="76200" y="64008"/>
                </a:lnTo>
                <a:lnTo>
                  <a:pt x="76200" y="0"/>
                </a:lnTo>
                <a:close/>
              </a:path>
            </a:pathLst>
          </a:custGeom>
          <a:solidFill xmlns:a="http://schemas.openxmlformats.org/drawingml/2006/main">
            <a:srgbClr val="087E8B"/>
          </a:solidFill>
          <a:ln xmlns:a="http://schemas.openxmlformats.org/drawingml/2006/main" w="4763">
            <a:solidFill>
              <a:srgbClr val="087E8B"/>
            </a:solidFill>
          </a:ln>
        </p:spPr>
      </p:sp>
      <p:sp>
        <p:nvSpPr>
          <p:cNvPr id="45" name="">
            <a:extLst xmlns:a="http://schemas.openxmlformats.org/drawingml/2006/main">
              <a:ext uri="{FF2B5EF4-FFF2-40B4-BE49-F238E27FC236}">
                <a16:creationId xmlns:a16="http://schemas.microsoft.com/office/drawing/2014/main" id="{EE1B30EF-9D08-466D-8D36-F86B2403F73F}"/>
              </a:ext>
            </a:extLst>
          </p:cNvPr>
          <p:cNvSpPr>
            <a:spLocks xmlns:a="http://schemas.openxmlformats.org/drawingml/2006/main" noGrp="1"/>
          </p:cNvSpPr>
          <p:nvPr/>
        </p:nvSpPr>
        <p:spPr>
          <a:xfrm xmlns:a="http://schemas.openxmlformats.org/drawingml/2006/main">
            <a:off x="5762625" y="47434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087E8B"/>
                </a:solidFill>
                <a:latin typeface="Yu Gothic"/>
                <a:ea typeface="Yu Gothic"/>
                <a:cs typeface="Yu Gothic"/>
              </a:defRPr>
            </a:defPPr>
            <a:lvl1pPr>
              <a:buNone/>
              <a:defRPr sz="1725" b="0">
                <a:solidFill>
                  <a:srgbClr val="087E8B"/>
                </a:solidFill>
                <a:latin typeface="Yu Gothic"/>
                <a:ea typeface="Yu Gothic"/>
                <a:cs typeface="Yu Gothic"/>
              </a:defRPr>
            </a:lvl1pPr>
            <a:lvl2pPr>
              <a:buNone/>
              <a:defRPr sz="1725" b="0">
                <a:solidFill>
                  <a:srgbClr val="087E8B"/>
                </a:solidFill>
                <a:latin typeface="Yu Gothic"/>
                <a:ea typeface="Yu Gothic"/>
                <a:cs typeface="Yu Gothic"/>
              </a:defRPr>
            </a:lvl2pPr>
            <a:lvl3pPr>
              <a:buNone/>
              <a:defRPr sz="1725" b="0">
                <a:solidFill>
                  <a:srgbClr val="087E8B"/>
                </a:solidFill>
                <a:latin typeface="Yu Gothic"/>
                <a:ea typeface="Yu Gothic"/>
                <a:cs typeface="Yu Gothic"/>
              </a:defRPr>
            </a:lvl3pPr>
            <a:lvl4pPr>
              <a:buNone/>
              <a:defRPr sz="1725" b="0">
                <a:solidFill>
                  <a:srgbClr val="087E8B"/>
                </a:solidFill>
                <a:latin typeface="Yu Gothic"/>
                <a:ea typeface="Yu Gothic"/>
                <a:cs typeface="Yu Gothic"/>
              </a:defRPr>
            </a:lvl4pPr>
            <a:lvl5pPr>
              <a:buNone/>
              <a:defRPr sz="1725" b="0">
                <a:solidFill>
                  <a:srgbClr val="087E8B"/>
                </a:solidFill>
                <a:latin typeface="Yu Gothic"/>
                <a:ea typeface="Yu Gothic"/>
                <a:cs typeface="Yu Gothic"/>
              </a:defRPr>
            </a:lvl5pPr>
            <a:lvl6pPr>
              <a:buNone/>
              <a:defRPr sz="1725" b="0">
                <a:solidFill>
                  <a:srgbClr val="087E8B"/>
                </a:solidFill>
                <a:latin typeface="Yu Gothic"/>
                <a:ea typeface="Yu Gothic"/>
                <a:cs typeface="Yu Gothic"/>
              </a:defRPr>
            </a:lvl6pPr>
            <a:lvl7pPr>
              <a:buNone/>
              <a:defRPr sz="1725" b="0">
                <a:solidFill>
                  <a:srgbClr val="087E8B"/>
                </a:solidFill>
                <a:latin typeface="Yu Gothic"/>
                <a:ea typeface="Yu Gothic"/>
                <a:cs typeface="Yu Gothic"/>
              </a:defRPr>
            </a:lvl7pPr>
            <a:lvl8pPr>
              <a:buNone/>
              <a:defRPr sz="1725" b="0">
                <a:solidFill>
                  <a:srgbClr val="087E8B"/>
                </a:solidFill>
                <a:latin typeface="Yu Gothic"/>
                <a:ea typeface="Yu Gothic"/>
                <a:cs typeface="Yu Gothic"/>
              </a:defRPr>
            </a:lvl8pPr>
            <a:lvl9pPr>
              <a:buNone/>
              <a:defRPr sz="1725" b="0">
                <a:solidFill>
                  <a:srgbClr val="087E8B"/>
                </a:solidFill>
                <a:latin typeface="Yu Gothic"/>
                <a:ea typeface="Yu Gothic"/>
                <a:cs typeface="Yu Gothic"/>
              </a:defRPr>
            </a:lvl9pPr>
          </a:lstStyle>
          <a:p xmlns:a="http://schemas.openxmlformats.org/drawingml/2006/main">
            <a:pPr>
              <a:buNone/>
              <a:defRPr sz="1725" b="0">
                <a:solidFill>
                  <a:srgbClr val="087E8B"/>
                </a:solidFill>
                <a:latin typeface="Yu Gothic"/>
                <a:ea typeface="Yu Gothic"/>
                <a:cs typeface="Yu Gothic"/>
              </a:defRPr>
            </a:pPr>
            <a:r>
              <a:rPr sz="1725" b="0">
                <a:solidFill>
                  <a:srgbClr val="087E8B"/>
                </a:solidFill>
                <a:latin typeface="Yu Gothic"/>
                <a:ea typeface="Yu Gothic"/>
                <a:cs typeface="Yu Gothic"/>
              </a:rPr>
              <a:t>ΔL</a:t>
            </a:r>
          </a:p>
        </p:txBody>
      </p:sp>
      <p:sp>
        <p:nvSpPr>
          <p:cNvPr id="46" name="">
            <a:extLst xmlns:a="http://schemas.openxmlformats.org/drawingml/2006/main">
              <a:ext uri="{FF2B5EF4-FFF2-40B4-BE49-F238E27FC236}">
                <a16:creationId xmlns:a16="http://schemas.microsoft.com/office/drawing/2014/main" id="{DB436D15-B421-49A4-A0F5-606B14E234E3}"/>
              </a:ext>
            </a:extLst>
          </p:cNvPr>
          <p:cNvSpPr>
            <a:spLocks xmlns:a="http://schemas.openxmlformats.org/drawingml/2006/main" noGrp="1"/>
          </p:cNvSpPr>
          <p:nvPr/>
        </p:nvSpPr>
        <p:spPr>
          <a:xfrm xmlns:a="http://schemas.openxmlformats.org/drawingml/2006/main">
            <a:off x="4476750" y="500062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元の標点位置</a:t>
            </a:r>
          </a:p>
        </p:txBody>
      </p:sp>
      <p:sp>
        <p:nvSpPr>
          <p:cNvPr id="47" name="">
            <a:extLst xmlns:a="http://schemas.openxmlformats.org/drawingml/2006/main">
              <a:ext uri="{FF2B5EF4-FFF2-40B4-BE49-F238E27FC236}">
                <a16:creationId xmlns:a16="http://schemas.microsoft.com/office/drawing/2014/main" id="{988771C4-0C19-4150-BBD3-E37A74009B59}"/>
              </a:ext>
            </a:extLst>
          </p:cNvPr>
          <p:cNvSpPr>
            <a:spLocks xmlns:a="http://schemas.openxmlformats.org/drawingml/2006/main" noGrp="1"/>
          </p:cNvSpPr>
          <p:nvPr/>
        </p:nvSpPr>
        <p:spPr>
          <a:xfrm xmlns:a="http://schemas.openxmlformats.org/drawingml/2006/main">
            <a:off x="7905750" y="180975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263D4D"/>
                </a:solidFill>
                <a:latin typeface="Yu Gothic"/>
                <a:ea typeface="Yu Gothic"/>
                <a:cs typeface="Yu Gothic"/>
              </a:defRPr>
            </a:defPPr>
            <a:lvl1pPr>
              <a:buNone/>
              <a:defRPr sz="3000" b="1">
                <a:solidFill>
                  <a:srgbClr val="263D4D"/>
                </a:solidFill>
                <a:latin typeface="Yu Gothic"/>
                <a:ea typeface="Yu Gothic"/>
                <a:cs typeface="Yu Gothic"/>
              </a:defRPr>
            </a:lvl1pPr>
            <a:lvl2pPr>
              <a:buNone/>
              <a:defRPr sz="3000" b="1">
                <a:solidFill>
                  <a:srgbClr val="263D4D"/>
                </a:solidFill>
                <a:latin typeface="Yu Gothic"/>
                <a:ea typeface="Yu Gothic"/>
                <a:cs typeface="Yu Gothic"/>
              </a:defRPr>
            </a:lvl2pPr>
            <a:lvl3pPr>
              <a:buNone/>
              <a:defRPr sz="3000" b="1">
                <a:solidFill>
                  <a:srgbClr val="263D4D"/>
                </a:solidFill>
                <a:latin typeface="Yu Gothic"/>
                <a:ea typeface="Yu Gothic"/>
                <a:cs typeface="Yu Gothic"/>
              </a:defRPr>
            </a:lvl3pPr>
            <a:lvl4pPr>
              <a:buNone/>
              <a:defRPr sz="3000" b="1">
                <a:solidFill>
                  <a:srgbClr val="263D4D"/>
                </a:solidFill>
                <a:latin typeface="Yu Gothic"/>
                <a:ea typeface="Yu Gothic"/>
                <a:cs typeface="Yu Gothic"/>
              </a:defRPr>
            </a:lvl4pPr>
            <a:lvl5pPr>
              <a:buNone/>
              <a:defRPr sz="3000" b="1">
                <a:solidFill>
                  <a:srgbClr val="263D4D"/>
                </a:solidFill>
                <a:latin typeface="Yu Gothic"/>
                <a:ea typeface="Yu Gothic"/>
                <a:cs typeface="Yu Gothic"/>
              </a:defRPr>
            </a:lvl5pPr>
            <a:lvl6pPr>
              <a:buNone/>
              <a:defRPr sz="3000" b="1">
                <a:solidFill>
                  <a:srgbClr val="263D4D"/>
                </a:solidFill>
                <a:latin typeface="Yu Gothic"/>
                <a:ea typeface="Yu Gothic"/>
                <a:cs typeface="Yu Gothic"/>
              </a:defRPr>
            </a:lvl6pPr>
            <a:lvl7pPr>
              <a:buNone/>
              <a:defRPr sz="3000" b="1">
                <a:solidFill>
                  <a:srgbClr val="263D4D"/>
                </a:solidFill>
                <a:latin typeface="Yu Gothic"/>
                <a:ea typeface="Yu Gothic"/>
                <a:cs typeface="Yu Gothic"/>
              </a:defRPr>
            </a:lvl7pPr>
            <a:lvl8pPr>
              <a:buNone/>
              <a:defRPr sz="3000" b="1">
                <a:solidFill>
                  <a:srgbClr val="263D4D"/>
                </a:solidFill>
                <a:latin typeface="Yu Gothic"/>
                <a:ea typeface="Yu Gothic"/>
                <a:cs typeface="Yu Gothic"/>
              </a:defRPr>
            </a:lvl8pPr>
            <a:lvl9pPr>
              <a:buNone/>
              <a:defRPr sz="3000" b="1">
                <a:solidFill>
                  <a:srgbClr val="263D4D"/>
                </a:solidFill>
                <a:latin typeface="Yu Gothic"/>
                <a:ea typeface="Yu Gothic"/>
                <a:cs typeface="Yu Gothic"/>
              </a:defRPr>
            </a:lvl9pPr>
          </a:lstStyle>
          <a:p xmlns:a="http://schemas.openxmlformats.org/drawingml/2006/main">
            <a:pPr>
              <a:buNone/>
              <a:defRPr sz="3000" b="1">
                <a:solidFill>
                  <a:srgbClr val="263D4D"/>
                </a:solidFill>
                <a:latin typeface="Yu Gothic"/>
                <a:ea typeface="Yu Gothic"/>
                <a:cs typeface="Yu Gothic"/>
              </a:defRPr>
            </a:pPr>
            <a:r>
              <a:rPr sz="3000" b="1">
                <a:solidFill>
                  <a:srgbClr val="263D4D"/>
                </a:solidFill>
                <a:latin typeface="Yu Gothic"/>
                <a:ea typeface="Yu Gothic"/>
                <a:cs typeface="Yu Gothic"/>
              </a:rPr>
              <a:t>ε = ΔL/L₀</a:t>
            </a:r>
          </a:p>
        </p:txBody>
      </p:sp>
      <p:sp>
        <p:nvSpPr>
          <p:cNvPr id="48" name="">
            <a:extLst xmlns:a="http://schemas.openxmlformats.org/drawingml/2006/main">
              <a:ext uri="{FF2B5EF4-FFF2-40B4-BE49-F238E27FC236}">
                <a16:creationId xmlns:a16="http://schemas.microsoft.com/office/drawing/2014/main" id="{DA04DF40-DA97-4C47-A4A4-0385885ECA1D}"/>
              </a:ext>
            </a:extLst>
          </p:cNvPr>
          <p:cNvSpPr>
            <a:spLocks xmlns:a="http://schemas.openxmlformats.org/drawingml/2006/main" noGrp="1"/>
          </p:cNvSpPr>
          <p:nvPr/>
        </p:nvSpPr>
        <p:spPr>
          <a:xfrm xmlns:a="http://schemas.openxmlformats.org/drawingml/2006/main">
            <a:off x="7572375" y="2857500"/>
            <a:ext cx="395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0.500 mm / 1,000 mm</a:t>
            </a:r>
          </a:p>
        </p:txBody>
      </p:sp>
      <p:sp>
        <p:nvSpPr>
          <p:cNvPr id="49" name="">
            <a:extLst xmlns:a="http://schemas.openxmlformats.org/drawingml/2006/main">
              <a:ext uri="{FF2B5EF4-FFF2-40B4-BE49-F238E27FC236}">
                <a16:creationId xmlns:a16="http://schemas.microsoft.com/office/drawing/2014/main" id="{4E8024A1-BA3E-4D36-96BF-B730148F229E}"/>
              </a:ext>
            </a:extLst>
          </p:cNvPr>
          <p:cNvSpPr>
            <a:spLocks xmlns:a="http://schemas.openxmlformats.org/drawingml/2006/main" noGrp="1"/>
          </p:cNvSpPr>
          <p:nvPr/>
        </p:nvSpPr>
        <p:spPr>
          <a:xfrm xmlns:a="http://schemas.openxmlformats.org/drawingml/2006/main">
            <a:off x="8096250" y="3714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 5.00×10⁻⁴</a:t>
            </a:r>
          </a:p>
        </p:txBody>
      </p:sp>
      <p:sp>
        <p:nvSpPr>
          <p:cNvPr id="50" name="">
            <a:extLst xmlns:a="http://schemas.openxmlformats.org/drawingml/2006/main">
              <a:ext uri="{FF2B5EF4-FFF2-40B4-BE49-F238E27FC236}">
                <a16:creationId xmlns:a16="http://schemas.microsoft.com/office/drawing/2014/main" id="{6618733A-3B22-43C0-8B6E-DC738D6D101B}"/>
              </a:ext>
            </a:extLst>
          </p:cNvPr>
          <p:cNvSpPr>
            <a:spLocks xmlns:a="http://schemas.openxmlformats.org/drawingml/2006/main" noGrp="1"/>
          </p:cNvSpPr>
          <p:nvPr/>
        </p:nvSpPr>
        <p:spPr>
          <a:xfrm xmlns:a="http://schemas.openxmlformats.org/drawingml/2006/main">
            <a:off x="8096250" y="44291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 0.0500 %</a:t>
            </a:r>
          </a:p>
        </p:txBody>
      </p:sp>
      <p:sp>
        <p:nvSpPr>
          <p:cNvPr id="51" name="">
            <a:extLst xmlns:a="http://schemas.openxmlformats.org/drawingml/2006/main">
              <a:ext uri="{FF2B5EF4-FFF2-40B4-BE49-F238E27FC236}">
                <a16:creationId xmlns:a16="http://schemas.microsoft.com/office/drawing/2014/main" id="{9A54CC0F-3265-49BD-92E9-86DC23646B94}"/>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伸びΔLの表示は誇張。ひずみεは長さの比で、単位mm/mmは相殺する。</a:t>
            </a:r>
          </a:p>
        </p:txBody>
      </p:sp>
    </p:spTree>
    <p:extLst>
      <p:ext uri="{BB962C8B-B14F-4D97-AF65-F5344CB8AC3E}">
        <p14:creationId xmlns:p14="http://schemas.microsoft.com/office/powerpoint/2010/main" val="87809057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440F69-9C9C-49B9-99FC-D4CF419DF8A5}"/>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測定値の桁と、ひずみへの換算</a:t>
            </a:r>
          </a:p>
        </p:txBody>
      </p:sp>
      <p:sp>
        <p:nvSpPr>
          <p:cNvPr id="2" name="">
            <a:extLst xmlns:a="http://schemas.openxmlformats.org/drawingml/2006/main">
              <a:ext uri="{FF2B5EF4-FFF2-40B4-BE49-F238E27FC236}">
                <a16:creationId xmlns:a16="http://schemas.microsoft.com/office/drawing/2014/main" id="{93349594-0BAD-43D6-BDDE-2DEA3561C09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6C87299-F8D8-44A4-AF9A-FBE7925C3823}"/>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graphicFrame>
        <p:nvGraphicFramePr>
          <p:cNvPr id="4" name="">
            <a:extLst xmlns:a="http://schemas.openxmlformats.org/drawingml/2006/main">
              <a:ext uri="{FF2B5EF4-FFF2-40B4-BE49-F238E27FC236}">
                <a16:creationId xmlns:a16="http://schemas.microsoft.com/office/drawing/2014/main" id="{00477948-0DDF-48AB-98E0-284D65C3AEFC}"/>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3429000"/>
                <a:gridCol w="7334250"/>
              </a:tblGrid>
              <a:tr h="742950">
                <a:tc>
                  <a:txBody>
                    <a:bodyPr lIns="85725" tIns="85725" rIns="85725" bIns="85725"/>
                    <a:lstStyle/>
                    <a:p>
                      <a:r>
                        <a:rPr sz="2175" b="1">
                          <a:solidFill>
                            <a:srgbClr val="FFFFFF"/>
                          </a:solidFill>
                          <a:latin typeface="Yu Gothic"/>
                          <a:ea typeface="Yu Gothic"/>
                          <a:cs typeface="Yu Gothic"/>
                        </a:rPr>
                        <a:t>条件</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計算されるひずみ</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L₀ = 1,000 mm、ΔL = 0.49 mm</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0.00049</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L₀ = 1,000 mm、ΔL = 0.50 mm</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0.00050</a:t>
                      </a:r>
                    </a:p>
                  </a:txBody>
                  <a:tcPr marL="91440" marR="91440" marT="45720" marB="45720">
                    <a:solidFill>
                      <a:srgbClr val="FFFFFF"/>
                    </a:solidFill>
                  </a:tcPr>
                </a:tc>
              </a:tr>
              <a:tr h="742950">
                <a:tc>
                  <a:txBody>
                    <a:bodyPr lIns="85725" tIns="85725" rIns="85725" bIns="85725"/>
                    <a:lstStyle/>
                    <a:p>
                      <a:r>
                        <a:rPr sz="2175" b="0">
                          <a:solidFill>
                            <a:srgbClr val="263D4D"/>
                          </a:solidFill>
                          <a:latin typeface="Yu Gothic"/>
                          <a:ea typeface="Yu Gothic"/>
                          <a:cs typeface="Yu Gothic"/>
                        </a:rPr>
                        <a:t>L₀ = 1,000 mm、ΔL = 0.51 mm</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0.00051</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0AA95CBF-A57A-44CF-9099-27E08B6246E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授業用の仮想値。表示分解能と測定の正確さを区別する。</a:t>
            </a:r>
          </a:p>
        </p:txBody>
      </p:sp>
      <p:sp>
        <p:nvSpPr>
          <p:cNvPr id="6" name="">
            <a:extLst xmlns:a="http://schemas.openxmlformats.org/drawingml/2006/main">
              <a:ext uri="{FF2B5EF4-FFF2-40B4-BE49-F238E27FC236}">
                <a16:creationId xmlns:a16="http://schemas.microsoft.com/office/drawing/2014/main" id="{FB80F625-7F7E-4CE1-B68D-FBC59AC14C9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25 / 57</a:t>
            </a:r>
          </a:p>
        </p:txBody>
      </p:sp>
    </p:spTree>
    <p:extLst>
      <p:ext uri="{BB962C8B-B14F-4D97-AF65-F5344CB8AC3E}">
        <p14:creationId xmlns:p14="http://schemas.microsoft.com/office/powerpoint/2010/main" val="189937884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E9B4EE-C29B-462C-88B8-FD4A9A5B30F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20FB5254-16C1-47AE-886D-F8362610069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FCDED27-DAE5-40A6-AAB9-35422130BACD}"/>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CE46F67D-2FCA-4271-BB1E-794B2EDABB72}"/>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EC65F803-F1D9-4E54-980D-09318DA59D07}"/>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再開後：中学校のばねのフックの法則</a:t>
            </a:r>
          </a:p>
        </p:txBody>
      </p:sp>
      <p:sp>
        <p:nvSpPr>
          <p:cNvPr id="6" name="">
            <a:extLst xmlns:a="http://schemas.openxmlformats.org/drawingml/2006/main">
              <a:ext uri="{FF2B5EF4-FFF2-40B4-BE49-F238E27FC236}">
                <a16:creationId xmlns:a16="http://schemas.microsoft.com/office/drawing/2014/main" id="{2AF4F75A-42FD-498C-B26D-D9AAD905703F}"/>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FDD9DAD5-ADAA-4127-89C9-F07D6BBC3C3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8" name="">
            <a:extLst xmlns:a="http://schemas.openxmlformats.org/drawingml/2006/main">
              <a:ext uri="{FF2B5EF4-FFF2-40B4-BE49-F238E27FC236}">
                <a16:creationId xmlns:a16="http://schemas.microsoft.com/office/drawing/2014/main" id="{BF5EF32E-F9D2-4FE3-9AF3-793EF70C047E}"/>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26 / 57</a:t>
            </a:r>
          </a:p>
        </p:txBody>
      </p:sp>
    </p:spTree>
    <p:extLst>
      <p:ext uri="{BB962C8B-B14F-4D97-AF65-F5344CB8AC3E}">
        <p14:creationId xmlns:p14="http://schemas.microsoft.com/office/powerpoint/2010/main" val="136016381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E36DE894-DF89-463B-BCBA-6B4B60EC5183}"/>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中学校のばねのフックの法則</a:t>
            </a:r>
          </a:p>
        </p:txBody>
      </p:sp>
      <p:cxnSp>
        <p:nvCxnSpPr>
          <p:cNvPr id="2" name="">
            <a:extLst xmlns:a="http://schemas.openxmlformats.org/drawingml/2006/main">
              <a:ext uri="{FF2B5EF4-FFF2-40B4-BE49-F238E27FC236}">
                <a16:creationId xmlns:a16="http://schemas.microsoft.com/office/drawing/2014/main" id="{488457B1-C9D2-4092-8414-A8A34089BC8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3AA2F52D-28D0-4207-80C2-D1F2A7D19D77}"/>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6C411093-939B-4E0E-906E-B9527C794AB3}"/>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27 / 57</a:t>
            </a:r>
          </a:p>
        </p:txBody>
      </p:sp>
      <p:graphicFrame>
        <p:nvGraphicFramePr>
          <p:cNvPr id="11" name="">
            <a:extLst xmlns:a="http://schemas.openxmlformats.org/drawingml/2006/main">
              <a:ext uri="{FF2B5EF4-FFF2-40B4-BE49-F238E27FC236}">
                <a16:creationId xmlns:a16="http://schemas.microsoft.com/office/drawing/2014/main" id="{5F6383A6-D3A7-4B2C-B6E3-28F2C98A231A}"/>
              </a:ext>
            </a:extLst>
          </p:cNvPr>
          <p:cNvGraphicFramePr/>
          <p:nvPr/>
        </p:nvGraphicFramePr>
        <p:xfrm>
          <a:off xmlns:a="http://schemas.openxmlformats.org/drawingml/2006/main" x="714375" y="1952625"/>
          <a:ext xmlns:a="http://schemas.openxmlformats.org/drawingml/2006/main" cx="3429000" cy="3143250"/>
        </p:xfrm>
        <a:graphic xmlns:a="http://schemas.openxmlformats.org/drawingml/2006/main">
          <a:graphicData uri="http://schemas.openxmlformats.org/drawingml/2006/table">
            <a:tbl>
              <a:tblPr/>
              <a:tblGrid>
                <a:gridCol w="1714500"/>
                <a:gridCol w="1714500"/>
              </a:tblGrid>
              <a:tr h="628650">
                <a:tc>
                  <a:txBody>
                    <a:bodyPr lIns="95250" tIns="95250" rIns="95250" bIns="95250"/>
                    <a:lstStyle/>
                    <a:p>
                      <a:r>
                        <a:rPr sz="1800" b="1">
                          <a:solidFill>
                            <a:srgbClr val="FFFFFF"/>
                          </a:solidFill>
                          <a:latin typeface="Yu Gothic"/>
                          <a:ea typeface="Yu Gothic"/>
                          <a:cs typeface="Yu Gothic"/>
                        </a:rPr>
                        <a:t>荷重F / N</a:t>
                      </a:r>
                    </a:p>
                  </a:txBody>
                  <a:tcPr marL="91440" marR="91440" marT="45720" marB="45720">
                    <a:solidFill>
                      <a:srgbClr val="193B59"/>
                    </a:solidFill>
                  </a:tcPr>
                </a:tc>
                <a:tc>
                  <a:txBody>
                    <a:bodyPr lIns="95250" tIns="95250" rIns="95250" bIns="95250"/>
                    <a:lstStyle/>
                    <a:p>
                      <a:r>
                        <a:rPr sz="1800" b="1">
                          <a:solidFill>
                            <a:srgbClr val="FFFFFF"/>
                          </a:solidFill>
                          <a:latin typeface="Yu Gothic"/>
                          <a:ea typeface="Yu Gothic"/>
                          <a:cs typeface="Yu Gothic"/>
                        </a:rPr>
                        <a:t>伸びx / mm</a:t>
                      </a:r>
                    </a:p>
                  </a:txBody>
                  <a:tcPr marL="91440" marR="91440" marT="45720" marB="45720">
                    <a:solidFill>
                      <a:srgbClr val="193B59"/>
                    </a:solidFill>
                  </a:tcPr>
                </a:tc>
              </a:tr>
              <a:tr h="628650">
                <a:tc>
                  <a:txBody>
                    <a:bodyPr lIns="95250" tIns="95250" rIns="95250" bIns="95250"/>
                    <a:lstStyle/>
                    <a:p>
                      <a:r>
                        <a:rPr sz="1800" b="0">
                          <a:solidFill>
                            <a:srgbClr val="263D4D"/>
                          </a:solidFill>
                          <a:latin typeface="Yu Gothic"/>
                          <a:ea typeface="Yu Gothic"/>
                          <a:cs typeface="Yu Gothic"/>
                        </a:rPr>
                        <a:t>0</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0</a:t>
                      </a:r>
                    </a:p>
                  </a:txBody>
                  <a:tcPr marL="91440" marR="91440" marT="45720" marB="45720">
                    <a:solidFill>
                      <a:srgbClr val="E8F0F4"/>
                    </a:solidFill>
                  </a:tcPr>
                </a:tc>
              </a:tr>
              <a:tr h="628650">
                <a:tc>
                  <a:txBody>
                    <a:bodyPr lIns="95250" tIns="95250" rIns="95250" bIns="95250"/>
                    <a:lstStyle/>
                    <a:p>
                      <a:r>
                        <a:rPr sz="1800" b="0">
                          <a:solidFill>
                            <a:srgbClr val="263D4D"/>
                          </a:solidFill>
                          <a:latin typeface="Yu Gothic"/>
                          <a:ea typeface="Yu Gothic"/>
                          <a:cs typeface="Yu Gothic"/>
                        </a:rPr>
                        <a:t>1</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10</a:t>
                      </a:r>
                    </a:p>
                  </a:txBody>
                  <a:tcPr marL="91440" marR="91440" marT="45720" marB="45720">
                    <a:solidFill>
                      <a:srgbClr val="FFFFFF"/>
                    </a:solidFill>
                  </a:tcPr>
                </a:tc>
              </a:tr>
              <a:tr h="628650">
                <a:tc>
                  <a:txBody>
                    <a:bodyPr lIns="95250" tIns="95250" rIns="95250" bIns="95250"/>
                    <a:lstStyle/>
                    <a:p>
                      <a:r>
                        <a:rPr sz="1800" b="0">
                          <a:solidFill>
                            <a:srgbClr val="263D4D"/>
                          </a:solidFill>
                          <a:latin typeface="Yu Gothic"/>
                          <a:ea typeface="Yu Gothic"/>
                          <a:cs typeface="Yu Gothic"/>
                        </a:rPr>
                        <a:t>2</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20</a:t>
                      </a:r>
                    </a:p>
                  </a:txBody>
                  <a:tcPr marL="91440" marR="91440" marT="45720" marB="45720">
                    <a:solidFill>
                      <a:srgbClr val="E8F0F4"/>
                    </a:solidFill>
                  </a:tcPr>
                </a:tc>
              </a:tr>
              <a:tr h="628650">
                <a:tc>
                  <a:txBody>
                    <a:bodyPr lIns="95250" tIns="95250" rIns="95250" bIns="95250"/>
                    <a:lstStyle/>
                    <a:p>
                      <a:r>
                        <a:rPr sz="1800" b="0">
                          <a:solidFill>
                            <a:srgbClr val="263D4D"/>
                          </a:solidFill>
                          <a:latin typeface="Yu Gothic"/>
                          <a:ea typeface="Yu Gothic"/>
                          <a:cs typeface="Yu Gothic"/>
                        </a:rPr>
                        <a:t>3</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30</a:t>
                      </a:r>
                    </a:p>
                  </a:txBody>
                  <a:tcPr marL="91440" marR="91440" marT="45720" marB="45720">
                    <a:solidFill>
                      <a:srgbClr val="FFFFFF"/>
                    </a:solidFill>
                  </a:tcPr>
                </a:tc>
              </a:tr>
            </a:tbl>
          </a:graphicData>
        </a:graphic>
      </p:graphicFrame>
      <p:graphicFrame>
        <p:nvGraphicFramePr>
          <p:cNvPr id="12" name="Chart">
            <a:extLst xmlns:a="http://schemas.openxmlformats.org/drawingml/2006/main">
              <a:ext uri="{FF2B5EF4-FFF2-40B4-BE49-F238E27FC236}">
                <a16:creationId xmlns:a16="http://schemas.microsoft.com/office/drawing/2014/main" id="{EC6BAF3D-FD6D-44C0-8AA9-96FF1142FD26}"/>
              </a:ext>
            </a:extLst>
          </p:cNvPr>
          <p:cNvGraphicFramePr/>
          <p:nvPr/>
        </p:nvGraphicFramePr>
        <p:xfrm>
          <a:off xmlns:a="http://schemas.openxmlformats.org/drawingml/2006/main" x="4857750" y="1666875"/>
          <a:ext xmlns:a="http://schemas.openxmlformats.org/drawingml/2006/main" cx="6477000" cy="3667125"/>
        </p:xfrm>
        <a:graphic xmlns:a="http://schemas.openxmlformats.org/drawingml/2006/main">
          <a:graphicData uri="http://schemas.openxmlformats.org/drawingml/2006/chart">
            <c:chart xmlns:r="http://schemas.openxmlformats.org/officeDocument/2006/relationships" xmlns:c="http://schemas.openxmlformats.org/drawingml/2006/chart" r:id="R83997bf5b6294b70"/>
          </a:graphicData>
        </a:graphic>
      </p:graphicFrame>
      <p:sp>
        <p:nvSpPr>
          <p:cNvPr id="13" name="">
            <a:extLst xmlns:a="http://schemas.openxmlformats.org/drawingml/2006/main">
              <a:ext uri="{FF2B5EF4-FFF2-40B4-BE49-F238E27FC236}">
                <a16:creationId xmlns:a16="http://schemas.microsoft.com/office/drawing/2014/main" id="{32688EE9-D49F-4C70-BD65-EFB485A2A70F}"/>
              </a:ext>
            </a:extLst>
          </p:cNvPr>
          <p:cNvSpPr>
            <a:spLocks xmlns:a="http://schemas.openxmlformats.org/drawingml/2006/main" noGrp="1"/>
          </p:cNvSpPr>
          <p:nvPr/>
        </p:nvSpPr>
        <p:spPr>
          <a:xfrm xmlns:a="http://schemas.openxmlformats.org/drawingml/2006/main">
            <a:off x="809625" y="5238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F = kx　　k = 0.10 N/mm</a:t>
            </a:r>
          </a:p>
        </p:txBody>
      </p:sp>
      <p:sp>
        <p:nvSpPr>
          <p:cNvPr id="14" name="">
            <a:extLst xmlns:a="http://schemas.openxmlformats.org/drawingml/2006/main">
              <a:ext uri="{FF2B5EF4-FFF2-40B4-BE49-F238E27FC236}">
                <a16:creationId xmlns:a16="http://schemas.microsoft.com/office/drawing/2014/main" id="{E4B3F5C1-A9E8-4628-ABD8-98EFDC0AC070}"/>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同じばねの荷重と伸びの関係。表・グラフは授業用の仮想測定データ。</a:t>
            </a:r>
          </a:p>
        </p:txBody>
      </p:sp>
    </p:spTree>
    <p:extLst>
      <p:ext uri="{BB962C8B-B14F-4D97-AF65-F5344CB8AC3E}">
        <p14:creationId xmlns:p14="http://schemas.microsoft.com/office/powerpoint/2010/main" val="127804389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B4A53C4A-EC65-4108-9C9A-2EFE6ACDCC62}"/>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棒の荷重と伸びの関係</a:t>
            </a:r>
          </a:p>
        </p:txBody>
      </p:sp>
      <p:cxnSp>
        <p:nvCxnSpPr>
          <p:cNvPr id="2" name="">
            <a:extLst xmlns:a="http://schemas.openxmlformats.org/drawingml/2006/main">
              <a:ext uri="{FF2B5EF4-FFF2-40B4-BE49-F238E27FC236}">
                <a16:creationId xmlns:a16="http://schemas.microsoft.com/office/drawing/2014/main" id="{07C3B99B-5EC8-4BD5-8549-9CCF2134265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785849FC-6C1B-4B09-8FD1-0E1415AE42B9}"/>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B39D2F8D-950F-450F-96EC-7B9E8D374015}"/>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28 / 57</a:t>
            </a:r>
          </a:p>
        </p:txBody>
      </p:sp>
      <p:graphicFrame>
        <p:nvGraphicFramePr>
          <p:cNvPr id="11" name="">
            <a:extLst xmlns:a="http://schemas.openxmlformats.org/drawingml/2006/main">
              <a:ext uri="{FF2B5EF4-FFF2-40B4-BE49-F238E27FC236}">
                <a16:creationId xmlns:a16="http://schemas.microsoft.com/office/drawing/2014/main" id="{525095A2-9668-43D6-94C2-F6488DC0643F}"/>
              </a:ext>
            </a:extLst>
          </p:cNvPr>
          <p:cNvGraphicFramePr/>
          <p:nvPr/>
        </p:nvGraphicFramePr>
        <p:xfrm>
          <a:off xmlns:a="http://schemas.openxmlformats.org/drawingml/2006/main" x="714375" y="1952625"/>
          <a:ext xmlns:a="http://schemas.openxmlformats.org/drawingml/2006/main" cx="3619500" cy="2714625"/>
        </p:xfrm>
        <a:graphic xmlns:a="http://schemas.openxmlformats.org/drawingml/2006/main">
          <a:graphicData uri="http://schemas.openxmlformats.org/drawingml/2006/table">
            <a:tbl>
              <a:tblPr/>
              <a:tblGrid>
                <a:gridCol w="1666875"/>
                <a:gridCol w="1952625"/>
              </a:tblGrid>
              <a:tr h="678656">
                <a:tc>
                  <a:txBody>
                    <a:bodyPr lIns="95250" tIns="95250" rIns="95250" bIns="95250"/>
                    <a:lstStyle/>
                    <a:p>
                      <a:r>
                        <a:rPr sz="1800" b="1">
                          <a:solidFill>
                            <a:srgbClr val="FFFFFF"/>
                          </a:solidFill>
                          <a:latin typeface="Yu Gothic"/>
                          <a:ea typeface="Yu Gothic"/>
                          <a:cs typeface="Yu Gothic"/>
                        </a:rPr>
                        <a:t>荷重F / N</a:t>
                      </a:r>
                    </a:p>
                  </a:txBody>
                  <a:tcPr marL="91440" marR="91440" marT="45720" marB="45720">
                    <a:solidFill>
                      <a:srgbClr val="193B59"/>
                    </a:solidFill>
                  </a:tcPr>
                </a:tc>
                <a:tc>
                  <a:txBody>
                    <a:bodyPr lIns="95250" tIns="95250" rIns="95250" bIns="95250"/>
                    <a:lstStyle/>
                    <a:p>
                      <a:r>
                        <a:rPr sz="1800" b="1">
                          <a:solidFill>
                            <a:srgbClr val="FFFFFF"/>
                          </a:solidFill>
                          <a:latin typeface="Yu Gothic"/>
                          <a:ea typeface="Yu Gothic"/>
                          <a:cs typeface="Yu Gothic"/>
                        </a:rPr>
                        <a:t>伸びΔL / mm</a:t>
                      </a:r>
                    </a:p>
                  </a:txBody>
                  <a:tcPr marL="91440" marR="91440" marT="45720" marB="45720">
                    <a:solidFill>
                      <a:srgbClr val="193B59"/>
                    </a:solidFill>
                  </a:tcPr>
                </a:tc>
              </a:tr>
              <a:tr h="678656">
                <a:tc>
                  <a:txBody>
                    <a:bodyPr lIns="95250" tIns="95250" rIns="95250" bIns="95250"/>
                    <a:lstStyle/>
                    <a:p>
                      <a:r>
                        <a:rPr sz="1800" b="0">
                          <a:solidFill>
                            <a:srgbClr val="263D4D"/>
                          </a:solidFill>
                          <a:latin typeface="Yu Gothic"/>
                          <a:ea typeface="Yu Gothic"/>
                          <a:cs typeface="Yu Gothic"/>
                        </a:rPr>
                        <a:t>0</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0</a:t>
                      </a:r>
                    </a:p>
                  </a:txBody>
                  <a:tcPr marL="91440" marR="91440" marT="45720" marB="45720">
                    <a:solidFill>
                      <a:srgbClr val="E8F0F4"/>
                    </a:solidFill>
                  </a:tcPr>
                </a:tc>
              </a:tr>
              <a:tr h="678656">
                <a:tc>
                  <a:txBody>
                    <a:bodyPr lIns="95250" tIns="95250" rIns="95250" bIns="95250"/>
                    <a:lstStyle/>
                    <a:p>
                      <a:r>
                        <a:rPr sz="1800" b="0">
                          <a:solidFill>
                            <a:srgbClr val="263D4D"/>
                          </a:solidFill>
                          <a:latin typeface="Yu Gothic"/>
                          <a:ea typeface="Yu Gothic"/>
                          <a:cs typeface="Yu Gothic"/>
                        </a:rPr>
                        <a:t>1,030</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0.250</a:t>
                      </a:r>
                    </a:p>
                  </a:txBody>
                  <a:tcPr marL="91440" marR="91440" marT="45720" marB="45720">
                    <a:solidFill>
                      <a:srgbClr val="FFFFFF"/>
                    </a:solidFill>
                  </a:tcPr>
                </a:tc>
              </a:tr>
              <a:tr h="678656">
                <a:tc>
                  <a:txBody>
                    <a:bodyPr lIns="95250" tIns="95250" rIns="95250" bIns="95250"/>
                    <a:lstStyle/>
                    <a:p>
                      <a:r>
                        <a:rPr sz="1800" b="0">
                          <a:solidFill>
                            <a:srgbClr val="263D4D"/>
                          </a:solidFill>
                          <a:latin typeface="Yu Gothic"/>
                          <a:ea typeface="Yu Gothic"/>
                          <a:cs typeface="Yu Gothic"/>
                        </a:rPr>
                        <a:t>2,060</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0.500</a:t>
                      </a:r>
                    </a:p>
                  </a:txBody>
                  <a:tcPr marL="91440" marR="91440" marT="45720" marB="45720">
                    <a:solidFill>
                      <a:srgbClr val="E8F0F4"/>
                    </a:solidFill>
                  </a:tcPr>
                </a:tc>
              </a:tr>
            </a:tbl>
          </a:graphicData>
        </a:graphic>
      </p:graphicFrame>
      <p:graphicFrame>
        <p:nvGraphicFramePr>
          <p:cNvPr id="12" name="Chart">
            <a:extLst xmlns:a="http://schemas.openxmlformats.org/drawingml/2006/main">
              <a:ext uri="{FF2B5EF4-FFF2-40B4-BE49-F238E27FC236}">
                <a16:creationId xmlns:a16="http://schemas.microsoft.com/office/drawing/2014/main" id="{96FA9FE9-DC7B-4E4F-8976-C5A2BDEC7675}"/>
              </a:ext>
            </a:extLst>
          </p:cNvPr>
          <p:cNvGraphicFramePr/>
          <p:nvPr/>
        </p:nvGraphicFramePr>
        <p:xfrm>
          <a:off xmlns:a="http://schemas.openxmlformats.org/drawingml/2006/main" x="5048250" y="1666875"/>
          <a:ext xmlns:a="http://schemas.openxmlformats.org/drawingml/2006/main" cx="6286500" cy="3667125"/>
        </p:xfrm>
        <a:graphic xmlns:a="http://schemas.openxmlformats.org/drawingml/2006/main">
          <a:graphicData uri="http://schemas.openxmlformats.org/drawingml/2006/chart">
            <c:chart xmlns:r="http://schemas.openxmlformats.org/officeDocument/2006/relationships" xmlns:c="http://schemas.openxmlformats.org/drawingml/2006/chart" r:id="Rf4b02513430d4455"/>
          </a:graphicData>
        </a:graphic>
      </p:graphicFrame>
      <p:sp>
        <p:nvSpPr>
          <p:cNvPr id="13" name="">
            <a:extLst xmlns:a="http://schemas.openxmlformats.org/drawingml/2006/main">
              <a:ext uri="{FF2B5EF4-FFF2-40B4-BE49-F238E27FC236}">
                <a16:creationId xmlns:a16="http://schemas.microsoft.com/office/drawing/2014/main" id="{0C3E19C9-19AB-4C02-9842-EA1578851DBE}"/>
              </a:ext>
            </a:extLst>
          </p:cNvPr>
          <p:cNvSpPr>
            <a:spLocks xmlns:a="http://schemas.openxmlformats.org/drawingml/2006/main" noGrp="1"/>
          </p:cNvSpPr>
          <p:nvPr/>
        </p:nvSpPr>
        <p:spPr>
          <a:xfrm xmlns:a="http://schemas.openxmlformats.org/drawingml/2006/main">
            <a:off x="809625" y="50482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F = k棒 ΔL　　k棒 = 4,120 N/mm</a:t>
            </a:r>
          </a:p>
        </p:txBody>
      </p:sp>
      <p:sp>
        <p:nvSpPr>
          <p:cNvPr id="14" name="">
            <a:extLst xmlns:a="http://schemas.openxmlformats.org/drawingml/2006/main">
              <a:ext uri="{FF2B5EF4-FFF2-40B4-BE49-F238E27FC236}">
                <a16:creationId xmlns:a16="http://schemas.microsoft.com/office/drawing/2014/main" id="{74D23584-8D44-4D3D-8121-9B11A1330D2E}"/>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L₀ = 1,000 mm、A₀ = 20 mm²。授業用の仮想測定データ。k棒は棒の長さ・太さで変わる。</a:t>
            </a:r>
          </a:p>
        </p:txBody>
      </p:sp>
    </p:spTree>
    <p:extLst>
      <p:ext uri="{BB962C8B-B14F-4D97-AF65-F5344CB8AC3E}">
        <p14:creationId xmlns:p14="http://schemas.microsoft.com/office/powerpoint/2010/main" val="28588897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A4C0ECC4-820E-453A-AE5B-77F8C7CE91C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材料の係数 E と棒のフックの法則</a:t>
            </a:r>
          </a:p>
        </p:txBody>
      </p:sp>
      <p:cxnSp>
        <p:nvCxnSpPr>
          <p:cNvPr id="2" name="">
            <a:extLst xmlns:a="http://schemas.openxmlformats.org/drawingml/2006/main">
              <a:ext uri="{FF2B5EF4-FFF2-40B4-BE49-F238E27FC236}">
                <a16:creationId xmlns:a16="http://schemas.microsoft.com/office/drawing/2014/main" id="{FF0F8088-7E4C-43CD-A206-8CE2C2B457A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CC41887A-7A1F-4AC3-B3DA-EDCD8996858F}"/>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EA859487-CC7C-480F-8ED0-115C1F11D003}"/>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29 / 57</a:t>
            </a:r>
          </a:p>
        </p:txBody>
      </p:sp>
      <p:sp>
        <p:nvSpPr>
          <p:cNvPr id="11" name="">
            <a:extLst xmlns:a="http://schemas.openxmlformats.org/drawingml/2006/main">
              <a:ext uri="{FF2B5EF4-FFF2-40B4-BE49-F238E27FC236}">
                <a16:creationId xmlns:a16="http://schemas.microsoft.com/office/drawing/2014/main" id="{0A9FF882-8187-49B8-9733-9E2563B685C1}"/>
              </a:ext>
            </a:extLst>
          </p:cNvPr>
          <p:cNvSpPr>
            <a:spLocks xmlns:a="http://schemas.openxmlformats.org/drawingml/2006/main" noGrp="1"/>
          </p:cNvSpPr>
          <p:nvPr/>
        </p:nvSpPr>
        <p:spPr>
          <a:xfrm xmlns:a="http://schemas.openxmlformats.org/drawingml/2006/main">
            <a:off x="809625" y="15716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荷重と伸びの値を換算</a:t>
            </a:r>
          </a:p>
        </p:txBody>
      </p:sp>
      <p:sp>
        <p:nvSpPr>
          <p:cNvPr id="12" name="">
            <a:extLst xmlns:a="http://schemas.openxmlformats.org/drawingml/2006/main">
              <a:ext uri="{FF2B5EF4-FFF2-40B4-BE49-F238E27FC236}">
                <a16:creationId xmlns:a16="http://schemas.microsoft.com/office/drawing/2014/main" id="{F8A202A3-192B-4D6F-9250-BF9B4B2930EB}"/>
              </a:ext>
            </a:extLst>
          </p:cNvPr>
          <p:cNvSpPr>
            <a:spLocks xmlns:a="http://schemas.openxmlformats.org/drawingml/2006/main" noGrp="1"/>
          </p:cNvSpPr>
          <p:nvPr/>
        </p:nvSpPr>
        <p:spPr>
          <a:xfrm xmlns:a="http://schemas.openxmlformats.org/drawingml/2006/main">
            <a:off x="857250" y="23812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F = 2,060 N</a:t>
            </a:r>
          </a:p>
        </p:txBody>
      </p:sp>
      <p:sp>
        <p:nvSpPr>
          <p:cNvPr id="13" name="">
            <a:extLst xmlns:a="http://schemas.openxmlformats.org/drawingml/2006/main">
              <a:ext uri="{FF2B5EF4-FFF2-40B4-BE49-F238E27FC236}">
                <a16:creationId xmlns:a16="http://schemas.microsoft.com/office/drawing/2014/main" id="{5AA3B98F-FB43-4235-AB36-941F5EAC0207}"/>
              </a:ext>
            </a:extLst>
          </p:cNvPr>
          <p:cNvSpPr>
            <a:spLocks xmlns:a="http://schemas.openxmlformats.org/drawingml/2006/main" noGrp="1"/>
          </p:cNvSpPr>
          <p:nvPr/>
        </p:nvSpPr>
        <p:spPr>
          <a:xfrm xmlns:a="http://schemas.openxmlformats.org/drawingml/2006/main">
            <a:off x="857250" y="304800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σ = F/A₀ = 103 MPa</a:t>
            </a:r>
          </a:p>
        </p:txBody>
      </p:sp>
      <p:sp>
        <p:nvSpPr>
          <p:cNvPr id="14" name="">
            <a:extLst xmlns:a="http://schemas.openxmlformats.org/drawingml/2006/main">
              <a:ext uri="{FF2B5EF4-FFF2-40B4-BE49-F238E27FC236}">
                <a16:creationId xmlns:a16="http://schemas.microsoft.com/office/drawing/2014/main" id="{E4F979AA-9780-468D-84FB-C0387ED21FE6}"/>
              </a:ext>
            </a:extLst>
          </p:cNvPr>
          <p:cNvSpPr>
            <a:spLocks xmlns:a="http://schemas.openxmlformats.org/drawingml/2006/main" noGrp="1"/>
          </p:cNvSpPr>
          <p:nvPr/>
        </p:nvSpPr>
        <p:spPr>
          <a:xfrm xmlns:a="http://schemas.openxmlformats.org/drawingml/2006/main">
            <a:off x="857250" y="39052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ΔL = 0.500 mm</a:t>
            </a:r>
          </a:p>
        </p:txBody>
      </p:sp>
      <p:sp>
        <p:nvSpPr>
          <p:cNvPr id="15" name="">
            <a:extLst xmlns:a="http://schemas.openxmlformats.org/drawingml/2006/main">
              <a:ext uri="{FF2B5EF4-FFF2-40B4-BE49-F238E27FC236}">
                <a16:creationId xmlns:a16="http://schemas.microsoft.com/office/drawing/2014/main" id="{E0C1EF93-7258-4A40-96E5-7DB6722D157D}"/>
              </a:ext>
            </a:extLst>
          </p:cNvPr>
          <p:cNvSpPr>
            <a:spLocks xmlns:a="http://schemas.openxmlformats.org/drawingml/2006/main" noGrp="1"/>
          </p:cNvSpPr>
          <p:nvPr/>
        </p:nvSpPr>
        <p:spPr>
          <a:xfrm xmlns:a="http://schemas.openxmlformats.org/drawingml/2006/main">
            <a:off x="857250" y="457200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ε = ΔL/L₀ = 0.000500</a:t>
            </a:r>
          </a:p>
        </p:txBody>
      </p:sp>
      <p:graphicFrame>
        <p:nvGraphicFramePr>
          <p:cNvPr id="16" name="Chart">
            <a:extLst xmlns:a="http://schemas.openxmlformats.org/drawingml/2006/main">
              <a:ext uri="{FF2B5EF4-FFF2-40B4-BE49-F238E27FC236}">
                <a16:creationId xmlns:a16="http://schemas.microsoft.com/office/drawing/2014/main" id="{8CF79A57-EC45-4653-BC2D-B2AB955FB073}"/>
              </a:ext>
            </a:extLst>
          </p:cNvPr>
          <p:cNvGraphicFramePr/>
          <p:nvPr/>
        </p:nvGraphicFramePr>
        <p:xfrm>
          <a:off xmlns:a="http://schemas.openxmlformats.org/drawingml/2006/main" x="5953125" y="1666875"/>
          <a:ext xmlns:a="http://schemas.openxmlformats.org/drawingml/2006/main" cx="5429250" cy="3524250"/>
        </p:xfrm>
        <a:graphic xmlns:a="http://schemas.openxmlformats.org/drawingml/2006/main">
          <a:graphicData uri="http://schemas.openxmlformats.org/drawingml/2006/chart">
            <c:chart xmlns:r="http://schemas.openxmlformats.org/officeDocument/2006/relationships" xmlns:c="http://schemas.openxmlformats.org/drawingml/2006/chart" r:id="Re151e3e5db224164"/>
          </a:graphicData>
        </a:graphic>
      </p:graphicFrame>
      <p:sp>
        <p:nvSpPr>
          <p:cNvPr id="17" name="">
            <a:extLst xmlns:a="http://schemas.openxmlformats.org/drawingml/2006/main">
              <a:ext uri="{FF2B5EF4-FFF2-40B4-BE49-F238E27FC236}">
                <a16:creationId xmlns:a16="http://schemas.microsoft.com/office/drawing/2014/main" id="{AB3BD8ED-8322-427C-9650-1BE7330D4618}"/>
              </a:ext>
            </a:extLst>
          </p:cNvPr>
          <p:cNvSpPr>
            <a:spLocks xmlns:a="http://schemas.openxmlformats.org/drawingml/2006/main" noGrp="1"/>
          </p:cNvSpPr>
          <p:nvPr/>
        </p:nvSpPr>
        <p:spPr>
          <a:xfrm xmlns:a="http://schemas.openxmlformats.org/drawingml/2006/main">
            <a:off x="809625" y="5286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σ = Eε　 E = Δσ/Δε = 206,000 MPa</a:t>
            </a:r>
          </a:p>
        </p:txBody>
      </p:sp>
      <p:sp>
        <p:nvSpPr>
          <p:cNvPr id="18" name="">
            <a:extLst xmlns:a="http://schemas.openxmlformats.org/drawingml/2006/main">
              <a:ext uri="{FF2B5EF4-FFF2-40B4-BE49-F238E27FC236}">
                <a16:creationId xmlns:a16="http://schemas.microsoft.com/office/drawing/2014/main" id="{702AD72F-6EC1-4029-8C9A-8B80D28A93D8}"/>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E = k棒 L₀/A₀ = 206 GPa。グラフは前画面の仮想測定値を換算。Eと破壊の強さは別の量。</a:t>
            </a:r>
          </a:p>
        </p:txBody>
      </p:sp>
    </p:spTree>
    <p:extLst>
      <p:ext uri="{BB962C8B-B14F-4D97-AF65-F5344CB8AC3E}">
        <p14:creationId xmlns:p14="http://schemas.microsoft.com/office/powerpoint/2010/main" val="2443762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FA720FA-0A17-410B-A29E-110CD4511ED2}"/>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棒の伸びと今回の確認</a:t>
            </a:r>
          </a:p>
        </p:txBody>
      </p:sp>
      <p:cxnSp>
        <p:nvCxnSpPr>
          <p:cNvPr id="2" name="">
            <a:extLst xmlns:a="http://schemas.openxmlformats.org/drawingml/2006/main">
              <a:ext uri="{FF2B5EF4-FFF2-40B4-BE49-F238E27FC236}">
                <a16:creationId xmlns:a16="http://schemas.microsoft.com/office/drawing/2014/main" id="{E66289D6-D7D4-4C39-A48A-910CCEAC1BD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C4106457-F39F-4053-B96F-525620BBD2EF}"/>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148F3647-BBE6-4477-8DC3-5ABB884163F2}"/>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30 / 57</a:t>
            </a:r>
          </a:p>
        </p:txBody>
      </p:sp>
      <p:sp>
        <p:nvSpPr>
          <p:cNvPr id="10" name="">
            <a:extLst xmlns:a="http://schemas.openxmlformats.org/drawingml/2006/main">
              <a:ext uri="{FF2B5EF4-FFF2-40B4-BE49-F238E27FC236}">
                <a16:creationId xmlns:a16="http://schemas.microsoft.com/office/drawing/2014/main" id="{6C2D1993-EDD2-48DA-AF12-E1C039DA8B66}"/>
              </a:ext>
            </a:extLst>
          </p:cNvPr>
          <p:cNvSpPr>
            <a:spLocks xmlns:a="http://schemas.openxmlformats.org/drawingml/2006/main" noGrp="1"/>
          </p:cNvSpPr>
          <p:nvPr/>
        </p:nvSpPr>
        <p:spPr>
          <a:xfrm xmlns:a="http://schemas.openxmlformats.org/drawingml/2006/main">
            <a:off x="809625" y="1619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225" b="1">
                <a:solidFill>
                  <a:srgbClr val="263D4D"/>
                </a:solidFill>
                <a:latin typeface="Yu Gothic"/>
                <a:ea typeface="Yu Gothic"/>
                <a:cs typeface="Yu Gothic"/>
              </a:defRPr>
            </a:defPPr>
            <a:lvl1pPr>
              <a:buNone/>
              <a:defRPr sz="3225" b="1">
                <a:solidFill>
                  <a:srgbClr val="263D4D"/>
                </a:solidFill>
                <a:latin typeface="Yu Gothic"/>
                <a:ea typeface="Yu Gothic"/>
                <a:cs typeface="Yu Gothic"/>
              </a:defRPr>
            </a:lvl1pPr>
            <a:lvl2pPr>
              <a:buNone/>
              <a:defRPr sz="3225" b="1">
                <a:solidFill>
                  <a:srgbClr val="263D4D"/>
                </a:solidFill>
                <a:latin typeface="Yu Gothic"/>
                <a:ea typeface="Yu Gothic"/>
                <a:cs typeface="Yu Gothic"/>
              </a:defRPr>
            </a:lvl2pPr>
            <a:lvl3pPr>
              <a:buNone/>
              <a:defRPr sz="3225" b="1">
                <a:solidFill>
                  <a:srgbClr val="263D4D"/>
                </a:solidFill>
                <a:latin typeface="Yu Gothic"/>
                <a:ea typeface="Yu Gothic"/>
                <a:cs typeface="Yu Gothic"/>
              </a:defRPr>
            </a:lvl3pPr>
            <a:lvl4pPr>
              <a:buNone/>
              <a:defRPr sz="3225" b="1">
                <a:solidFill>
                  <a:srgbClr val="263D4D"/>
                </a:solidFill>
                <a:latin typeface="Yu Gothic"/>
                <a:ea typeface="Yu Gothic"/>
                <a:cs typeface="Yu Gothic"/>
              </a:defRPr>
            </a:lvl4pPr>
            <a:lvl5pPr>
              <a:buNone/>
              <a:defRPr sz="3225" b="1">
                <a:solidFill>
                  <a:srgbClr val="263D4D"/>
                </a:solidFill>
                <a:latin typeface="Yu Gothic"/>
                <a:ea typeface="Yu Gothic"/>
                <a:cs typeface="Yu Gothic"/>
              </a:defRPr>
            </a:lvl5pPr>
            <a:lvl6pPr>
              <a:buNone/>
              <a:defRPr sz="3225" b="1">
                <a:solidFill>
                  <a:srgbClr val="263D4D"/>
                </a:solidFill>
                <a:latin typeface="Yu Gothic"/>
                <a:ea typeface="Yu Gothic"/>
                <a:cs typeface="Yu Gothic"/>
              </a:defRPr>
            </a:lvl6pPr>
            <a:lvl7pPr>
              <a:buNone/>
              <a:defRPr sz="3225" b="1">
                <a:solidFill>
                  <a:srgbClr val="263D4D"/>
                </a:solidFill>
                <a:latin typeface="Yu Gothic"/>
                <a:ea typeface="Yu Gothic"/>
                <a:cs typeface="Yu Gothic"/>
              </a:defRPr>
            </a:lvl7pPr>
            <a:lvl8pPr>
              <a:buNone/>
              <a:defRPr sz="3225" b="1">
                <a:solidFill>
                  <a:srgbClr val="263D4D"/>
                </a:solidFill>
                <a:latin typeface="Yu Gothic"/>
                <a:ea typeface="Yu Gothic"/>
                <a:cs typeface="Yu Gothic"/>
              </a:defRPr>
            </a:lvl8pPr>
            <a:lvl9pPr>
              <a:buNone/>
              <a:defRPr sz="3225" b="1">
                <a:solidFill>
                  <a:srgbClr val="263D4D"/>
                </a:solidFill>
                <a:latin typeface="Yu Gothic"/>
                <a:ea typeface="Yu Gothic"/>
                <a:cs typeface="Yu Gothic"/>
              </a:defRPr>
            </a:lvl9pPr>
          </a:lstStyle>
          <a:p xmlns:a="http://schemas.openxmlformats.org/drawingml/2006/main">
            <a:pPr>
              <a:buNone/>
              <a:defRPr sz="3225" b="1">
                <a:solidFill>
                  <a:srgbClr val="263D4D"/>
                </a:solidFill>
                <a:latin typeface="Yu Gothic"/>
                <a:ea typeface="Yu Gothic"/>
                <a:cs typeface="Yu Gothic"/>
              </a:defRPr>
            </a:pPr>
            <a:r>
              <a:rPr sz="3225" b="1">
                <a:solidFill>
                  <a:srgbClr val="263D4D"/>
                </a:solidFill>
                <a:latin typeface="Yu Gothic"/>
                <a:ea typeface="Yu Gothic"/>
                <a:cs typeface="Yu Gothic"/>
              </a:rPr>
              <a:t>ΔL = FL₀/(A₀E)</a:t>
            </a:r>
          </a:p>
        </p:txBody>
      </p:sp>
      <p:sp>
        <p:nvSpPr>
          <p:cNvPr id="11" name="">
            <a:extLst xmlns:a="http://schemas.openxmlformats.org/drawingml/2006/main">
              <a:ext uri="{FF2B5EF4-FFF2-40B4-BE49-F238E27FC236}">
                <a16:creationId xmlns:a16="http://schemas.microsoft.com/office/drawing/2014/main" id="{8BB36AE3-48BA-4E26-8971-81148BEF855D}"/>
              </a:ext>
            </a:extLst>
          </p:cNvPr>
          <p:cNvSpPr>
            <a:spLocks xmlns:a="http://schemas.openxmlformats.org/drawingml/2006/main" noGrp="1"/>
          </p:cNvSpPr>
          <p:nvPr/>
        </p:nvSpPr>
        <p:spPr>
          <a:xfrm xmlns:a="http://schemas.openxmlformats.org/drawingml/2006/main">
            <a:off x="2190750" y="3333750"/>
            <a:ext cx="4953000" cy="714375"/>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2" name="">
            <a:extLst xmlns:a="http://schemas.openxmlformats.org/drawingml/2006/main">
              <a:ext uri="{FF2B5EF4-FFF2-40B4-BE49-F238E27FC236}">
                <a16:creationId xmlns:a16="http://schemas.microsoft.com/office/drawing/2014/main" id="{07DC967B-A693-4264-9447-596E77DD5BA6}"/>
              </a:ext>
            </a:extLst>
          </p:cNvPr>
          <p:cNvSpPr>
            <a:spLocks xmlns:a="http://schemas.openxmlformats.org/drawingml/2006/main" noGrp="1"/>
          </p:cNvSpPr>
          <p:nvPr/>
        </p:nvSpPr>
        <p:spPr>
          <a:xfrm xmlns:a="http://schemas.openxmlformats.org/drawingml/2006/main">
            <a:off x="1047750" y="3686175"/>
            <a:ext cx="1143000" cy="9525"/>
          </a:xfrm>
          <a:custGeom xmlns:a="http://schemas.openxmlformats.org/drawingml/2006/main">
            <a:pathLst>
              <a:path w="1143000" h="9525">
                <a:moveTo>
                  <a:pt x="1143000" y="0"/>
                </a:moveTo>
                <a:lnTo>
                  <a:pt x="0" y="0"/>
                </a:lnTo>
              </a:path>
            </a:pathLst>
          </a:custGeom>
          <a:noFill xmlns:a="http://schemas.openxmlformats.org/drawingml/2006/main"/>
          <a:ln xmlns:a="http://schemas.openxmlformats.org/drawingml/2006/main" w="38100">
            <a:solidFill>
              <a:srgbClr val="C4483C"/>
            </a:solidFill>
          </a:ln>
        </p:spPr>
      </p:sp>
      <p:sp>
        <p:nvSpPr>
          <p:cNvPr id="13" name="">
            <a:extLst xmlns:a="http://schemas.openxmlformats.org/drawingml/2006/main">
              <a:ext uri="{FF2B5EF4-FFF2-40B4-BE49-F238E27FC236}">
                <a16:creationId xmlns:a16="http://schemas.microsoft.com/office/drawing/2014/main" id="{317939B9-2CF8-4D77-9846-080375498A39}"/>
              </a:ext>
            </a:extLst>
          </p:cNvPr>
          <p:cNvSpPr>
            <a:spLocks xmlns:a="http://schemas.openxmlformats.org/drawingml/2006/main" noGrp="1"/>
          </p:cNvSpPr>
          <p:nvPr/>
        </p:nvSpPr>
        <p:spPr>
          <a:xfrm xmlns:a="http://schemas.openxmlformats.org/drawingml/2006/main">
            <a:off x="1047750" y="3634169"/>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14" name="">
            <a:extLst xmlns:a="http://schemas.openxmlformats.org/drawingml/2006/main">
              <a:ext uri="{FF2B5EF4-FFF2-40B4-BE49-F238E27FC236}">
                <a16:creationId xmlns:a16="http://schemas.microsoft.com/office/drawing/2014/main" id="{0EDC903E-BA04-4523-AA14-072CBFD073B1}"/>
              </a:ext>
            </a:extLst>
          </p:cNvPr>
          <p:cNvSpPr>
            <a:spLocks xmlns:a="http://schemas.openxmlformats.org/drawingml/2006/main" noGrp="1"/>
          </p:cNvSpPr>
          <p:nvPr/>
        </p:nvSpPr>
        <p:spPr>
          <a:xfrm xmlns:a="http://schemas.openxmlformats.org/drawingml/2006/main">
            <a:off x="7143750" y="3686175"/>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38100">
            <a:solidFill>
              <a:srgbClr val="C4483C"/>
            </a:solidFill>
          </a:ln>
        </p:spPr>
      </p:sp>
      <p:sp>
        <p:nvSpPr>
          <p:cNvPr id="15" name="">
            <a:extLst xmlns:a="http://schemas.openxmlformats.org/drawingml/2006/main">
              <a:ext uri="{FF2B5EF4-FFF2-40B4-BE49-F238E27FC236}">
                <a16:creationId xmlns:a16="http://schemas.microsoft.com/office/drawing/2014/main" id="{7ADCABF9-6F16-4421-AF36-0A88D5E1B01C}"/>
              </a:ext>
            </a:extLst>
          </p:cNvPr>
          <p:cNvSpPr>
            <a:spLocks xmlns:a="http://schemas.openxmlformats.org/drawingml/2006/main" noGrp="1"/>
          </p:cNvSpPr>
          <p:nvPr/>
        </p:nvSpPr>
        <p:spPr>
          <a:xfrm xmlns:a="http://schemas.openxmlformats.org/drawingml/2006/main">
            <a:off x="8162925" y="3634169"/>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16" name="">
            <a:extLst xmlns:a="http://schemas.openxmlformats.org/drawingml/2006/main">
              <a:ext uri="{FF2B5EF4-FFF2-40B4-BE49-F238E27FC236}">
                <a16:creationId xmlns:a16="http://schemas.microsoft.com/office/drawing/2014/main" id="{4DBBA508-F0A0-447B-BCEF-AE60D0D5ADDB}"/>
              </a:ext>
            </a:extLst>
          </p:cNvPr>
          <p:cNvSpPr>
            <a:spLocks xmlns:a="http://schemas.openxmlformats.org/drawingml/2006/main" noGrp="1"/>
          </p:cNvSpPr>
          <p:nvPr/>
        </p:nvSpPr>
        <p:spPr>
          <a:xfrm xmlns:a="http://schemas.openxmlformats.org/drawingml/2006/main">
            <a:off x="1047750" y="30956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C4483C"/>
                </a:solidFill>
                <a:latin typeface="Yu Gothic"/>
                <a:ea typeface="Yu Gothic"/>
                <a:cs typeface="Yu Gothic"/>
              </a:defRPr>
            </a:defPPr>
            <a:lvl1pPr>
              <a:buNone/>
              <a:defRPr sz="2250" b="1">
                <a:solidFill>
                  <a:srgbClr val="C4483C"/>
                </a:solidFill>
                <a:latin typeface="Yu Gothic"/>
                <a:ea typeface="Yu Gothic"/>
                <a:cs typeface="Yu Gothic"/>
              </a:defRPr>
            </a:lvl1pPr>
            <a:lvl2pPr>
              <a:buNone/>
              <a:defRPr sz="2250" b="1">
                <a:solidFill>
                  <a:srgbClr val="C4483C"/>
                </a:solidFill>
                <a:latin typeface="Yu Gothic"/>
                <a:ea typeface="Yu Gothic"/>
                <a:cs typeface="Yu Gothic"/>
              </a:defRPr>
            </a:lvl2pPr>
            <a:lvl3pPr>
              <a:buNone/>
              <a:defRPr sz="2250" b="1">
                <a:solidFill>
                  <a:srgbClr val="C4483C"/>
                </a:solidFill>
                <a:latin typeface="Yu Gothic"/>
                <a:ea typeface="Yu Gothic"/>
                <a:cs typeface="Yu Gothic"/>
              </a:defRPr>
            </a:lvl3pPr>
            <a:lvl4pPr>
              <a:buNone/>
              <a:defRPr sz="2250" b="1">
                <a:solidFill>
                  <a:srgbClr val="C4483C"/>
                </a:solidFill>
                <a:latin typeface="Yu Gothic"/>
                <a:ea typeface="Yu Gothic"/>
                <a:cs typeface="Yu Gothic"/>
              </a:defRPr>
            </a:lvl4pPr>
            <a:lvl5pPr>
              <a:buNone/>
              <a:defRPr sz="2250" b="1">
                <a:solidFill>
                  <a:srgbClr val="C4483C"/>
                </a:solidFill>
                <a:latin typeface="Yu Gothic"/>
                <a:ea typeface="Yu Gothic"/>
                <a:cs typeface="Yu Gothic"/>
              </a:defRPr>
            </a:lvl5pPr>
            <a:lvl6pPr>
              <a:buNone/>
              <a:defRPr sz="2250" b="1">
                <a:solidFill>
                  <a:srgbClr val="C4483C"/>
                </a:solidFill>
                <a:latin typeface="Yu Gothic"/>
                <a:ea typeface="Yu Gothic"/>
                <a:cs typeface="Yu Gothic"/>
              </a:defRPr>
            </a:lvl6pPr>
            <a:lvl7pPr>
              <a:buNone/>
              <a:defRPr sz="2250" b="1">
                <a:solidFill>
                  <a:srgbClr val="C4483C"/>
                </a:solidFill>
                <a:latin typeface="Yu Gothic"/>
                <a:ea typeface="Yu Gothic"/>
                <a:cs typeface="Yu Gothic"/>
              </a:defRPr>
            </a:lvl7pPr>
            <a:lvl8pPr>
              <a:buNone/>
              <a:defRPr sz="2250" b="1">
                <a:solidFill>
                  <a:srgbClr val="C4483C"/>
                </a:solidFill>
                <a:latin typeface="Yu Gothic"/>
                <a:ea typeface="Yu Gothic"/>
                <a:cs typeface="Yu Gothic"/>
              </a:defRPr>
            </a:lvl8pPr>
            <a:lvl9pPr>
              <a:buNone/>
              <a:defRPr sz="2250" b="1">
                <a:solidFill>
                  <a:srgbClr val="C4483C"/>
                </a:solidFill>
                <a:latin typeface="Yu Gothic"/>
                <a:ea typeface="Yu Gothic"/>
                <a:cs typeface="Yu Gothic"/>
              </a:defRPr>
            </a:lvl9pPr>
          </a:lstStyle>
          <a:p xmlns:a="http://schemas.openxmlformats.org/drawingml/2006/main">
            <a:pPr>
              <a:buNone/>
              <a:defRPr sz="2250" b="1">
                <a:solidFill>
                  <a:srgbClr val="C4483C"/>
                </a:solidFill>
                <a:latin typeface="Yu Gothic"/>
                <a:ea typeface="Yu Gothic"/>
                <a:cs typeface="Yu Gothic"/>
              </a:defRPr>
            </a:pPr>
            <a:r>
              <a:rPr sz="2250" b="1">
                <a:solidFill>
                  <a:srgbClr val="C4483C"/>
                </a:solidFill>
                <a:latin typeface="Yu Gothic"/>
                <a:ea typeface="Yu Gothic"/>
                <a:cs typeface="Yu Gothic"/>
              </a:rPr>
              <a:t>F</a:t>
            </a:r>
          </a:p>
        </p:txBody>
      </p:sp>
      <p:sp>
        <p:nvSpPr>
          <p:cNvPr id="17" name="">
            <a:extLst xmlns:a="http://schemas.openxmlformats.org/drawingml/2006/main">
              <a:ext uri="{FF2B5EF4-FFF2-40B4-BE49-F238E27FC236}">
                <a16:creationId xmlns:a16="http://schemas.microsoft.com/office/drawing/2014/main" id="{AB788C19-D8B2-45CD-8174-66CC5200A6A7}"/>
              </a:ext>
            </a:extLst>
          </p:cNvPr>
          <p:cNvSpPr>
            <a:spLocks xmlns:a="http://schemas.openxmlformats.org/drawingml/2006/main" noGrp="1"/>
          </p:cNvSpPr>
          <p:nvPr/>
        </p:nvSpPr>
        <p:spPr>
          <a:xfrm xmlns:a="http://schemas.openxmlformats.org/drawingml/2006/main">
            <a:off x="7810500" y="30956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C4483C"/>
                </a:solidFill>
                <a:latin typeface="Yu Gothic"/>
                <a:ea typeface="Yu Gothic"/>
                <a:cs typeface="Yu Gothic"/>
              </a:defRPr>
            </a:defPPr>
            <a:lvl1pPr>
              <a:buNone/>
              <a:defRPr sz="2250" b="1">
                <a:solidFill>
                  <a:srgbClr val="C4483C"/>
                </a:solidFill>
                <a:latin typeface="Yu Gothic"/>
                <a:ea typeface="Yu Gothic"/>
                <a:cs typeface="Yu Gothic"/>
              </a:defRPr>
            </a:lvl1pPr>
            <a:lvl2pPr>
              <a:buNone/>
              <a:defRPr sz="2250" b="1">
                <a:solidFill>
                  <a:srgbClr val="C4483C"/>
                </a:solidFill>
                <a:latin typeface="Yu Gothic"/>
                <a:ea typeface="Yu Gothic"/>
                <a:cs typeface="Yu Gothic"/>
              </a:defRPr>
            </a:lvl2pPr>
            <a:lvl3pPr>
              <a:buNone/>
              <a:defRPr sz="2250" b="1">
                <a:solidFill>
                  <a:srgbClr val="C4483C"/>
                </a:solidFill>
                <a:latin typeface="Yu Gothic"/>
                <a:ea typeface="Yu Gothic"/>
                <a:cs typeface="Yu Gothic"/>
              </a:defRPr>
            </a:lvl3pPr>
            <a:lvl4pPr>
              <a:buNone/>
              <a:defRPr sz="2250" b="1">
                <a:solidFill>
                  <a:srgbClr val="C4483C"/>
                </a:solidFill>
                <a:latin typeface="Yu Gothic"/>
                <a:ea typeface="Yu Gothic"/>
                <a:cs typeface="Yu Gothic"/>
              </a:defRPr>
            </a:lvl4pPr>
            <a:lvl5pPr>
              <a:buNone/>
              <a:defRPr sz="2250" b="1">
                <a:solidFill>
                  <a:srgbClr val="C4483C"/>
                </a:solidFill>
                <a:latin typeface="Yu Gothic"/>
                <a:ea typeface="Yu Gothic"/>
                <a:cs typeface="Yu Gothic"/>
              </a:defRPr>
            </a:lvl5pPr>
            <a:lvl6pPr>
              <a:buNone/>
              <a:defRPr sz="2250" b="1">
                <a:solidFill>
                  <a:srgbClr val="C4483C"/>
                </a:solidFill>
                <a:latin typeface="Yu Gothic"/>
                <a:ea typeface="Yu Gothic"/>
                <a:cs typeface="Yu Gothic"/>
              </a:defRPr>
            </a:lvl6pPr>
            <a:lvl7pPr>
              <a:buNone/>
              <a:defRPr sz="2250" b="1">
                <a:solidFill>
                  <a:srgbClr val="C4483C"/>
                </a:solidFill>
                <a:latin typeface="Yu Gothic"/>
                <a:ea typeface="Yu Gothic"/>
                <a:cs typeface="Yu Gothic"/>
              </a:defRPr>
            </a:lvl7pPr>
            <a:lvl8pPr>
              <a:buNone/>
              <a:defRPr sz="2250" b="1">
                <a:solidFill>
                  <a:srgbClr val="C4483C"/>
                </a:solidFill>
                <a:latin typeface="Yu Gothic"/>
                <a:ea typeface="Yu Gothic"/>
                <a:cs typeface="Yu Gothic"/>
              </a:defRPr>
            </a:lvl8pPr>
            <a:lvl9pPr>
              <a:buNone/>
              <a:defRPr sz="2250" b="1">
                <a:solidFill>
                  <a:srgbClr val="C4483C"/>
                </a:solidFill>
                <a:latin typeface="Yu Gothic"/>
                <a:ea typeface="Yu Gothic"/>
                <a:cs typeface="Yu Gothic"/>
              </a:defRPr>
            </a:lvl9pPr>
          </a:lstStyle>
          <a:p xmlns:a="http://schemas.openxmlformats.org/drawingml/2006/main">
            <a:pPr>
              <a:buNone/>
              <a:defRPr sz="2250" b="1">
                <a:solidFill>
                  <a:srgbClr val="C4483C"/>
                </a:solidFill>
                <a:latin typeface="Yu Gothic"/>
                <a:ea typeface="Yu Gothic"/>
                <a:cs typeface="Yu Gothic"/>
              </a:defRPr>
            </a:pPr>
            <a:r>
              <a:rPr sz="2250" b="1">
                <a:solidFill>
                  <a:srgbClr val="C4483C"/>
                </a:solidFill>
                <a:latin typeface="Yu Gothic"/>
                <a:ea typeface="Yu Gothic"/>
                <a:cs typeface="Yu Gothic"/>
              </a:rPr>
              <a:t>F</a:t>
            </a:r>
          </a:p>
        </p:txBody>
      </p:sp>
      <p:sp>
        <p:nvSpPr>
          <p:cNvPr id="18" name="">
            <a:extLst xmlns:a="http://schemas.openxmlformats.org/drawingml/2006/main">
              <a:ext uri="{FF2B5EF4-FFF2-40B4-BE49-F238E27FC236}">
                <a16:creationId xmlns:a16="http://schemas.microsoft.com/office/drawing/2014/main" id="{2D738FB7-7B59-4B66-946F-32CC9A3B9D59}"/>
              </a:ext>
            </a:extLst>
          </p:cNvPr>
          <p:cNvSpPr>
            <a:spLocks xmlns:a="http://schemas.openxmlformats.org/drawingml/2006/main" noGrp="1"/>
          </p:cNvSpPr>
          <p:nvPr/>
        </p:nvSpPr>
        <p:spPr>
          <a:xfrm xmlns:a="http://schemas.openxmlformats.org/drawingml/2006/main">
            <a:off x="2190750" y="4572000"/>
            <a:ext cx="4953000" cy="9525"/>
          </a:xfrm>
          <a:custGeom xmlns:a="http://schemas.openxmlformats.org/drawingml/2006/main">
            <a:pathLst>
              <a:path w="4953000" h="9525">
                <a:moveTo>
                  <a:pt x="0" y="0"/>
                </a:moveTo>
                <a:lnTo>
                  <a:pt x="4953000" y="0"/>
                </a:lnTo>
              </a:path>
            </a:pathLst>
          </a:custGeom>
          <a:noFill xmlns:a="http://schemas.openxmlformats.org/drawingml/2006/main"/>
          <a:ln xmlns:a="http://schemas.openxmlformats.org/drawingml/2006/main" w="15240">
            <a:solidFill>
              <a:srgbClr val="71818B"/>
            </a:solidFill>
          </a:ln>
        </p:spPr>
      </p:sp>
      <p:sp>
        <p:nvSpPr>
          <p:cNvPr id="19" name="">
            <a:extLst xmlns:a="http://schemas.openxmlformats.org/drawingml/2006/main">
              <a:ext uri="{FF2B5EF4-FFF2-40B4-BE49-F238E27FC236}">
                <a16:creationId xmlns:a16="http://schemas.microsoft.com/office/drawing/2014/main" id="{658C4E27-56E8-42A6-B053-C5EABFF5D07B}"/>
              </a:ext>
            </a:extLst>
          </p:cNvPr>
          <p:cNvSpPr>
            <a:spLocks xmlns:a="http://schemas.openxmlformats.org/drawingml/2006/main" noGrp="1"/>
          </p:cNvSpPr>
          <p:nvPr/>
        </p:nvSpPr>
        <p:spPr>
          <a:xfrm xmlns:a="http://schemas.openxmlformats.org/drawingml/2006/main">
            <a:off x="7067550" y="4539996"/>
            <a:ext cx="76200" cy="64008"/>
          </a:xfrm>
          <a:custGeom xmlns:a="http://schemas.openxmlformats.org/drawingml/2006/main">
            <a:pathLst>
              <a:path w="76200" h="64008">
                <a:moveTo>
                  <a:pt x="76200" y="32004"/>
                </a:moveTo>
                <a:lnTo>
                  <a:pt x="0" y="0"/>
                </a:lnTo>
                <a:lnTo>
                  <a:pt x="0" y="64008"/>
                </a:lnTo>
                <a:close/>
              </a:path>
            </a:pathLst>
          </a:custGeom>
          <a:solidFill xmlns:a="http://schemas.openxmlformats.org/drawingml/2006/main">
            <a:srgbClr val="71818B"/>
          </a:solidFill>
          <a:ln xmlns:a="http://schemas.openxmlformats.org/drawingml/2006/main" w="4763">
            <a:solidFill>
              <a:srgbClr val="71818B"/>
            </a:solidFill>
          </a:ln>
        </p:spPr>
      </p:sp>
      <p:sp>
        <p:nvSpPr>
          <p:cNvPr id="20" name="">
            <a:extLst xmlns:a="http://schemas.openxmlformats.org/drawingml/2006/main">
              <a:ext uri="{FF2B5EF4-FFF2-40B4-BE49-F238E27FC236}">
                <a16:creationId xmlns:a16="http://schemas.microsoft.com/office/drawing/2014/main" id="{2B4BFE05-CFCD-4F28-89F0-6D75AE1BFAA4}"/>
              </a:ext>
            </a:extLst>
          </p:cNvPr>
          <p:cNvSpPr>
            <a:spLocks xmlns:a="http://schemas.openxmlformats.org/drawingml/2006/main" noGrp="1"/>
          </p:cNvSpPr>
          <p:nvPr/>
        </p:nvSpPr>
        <p:spPr>
          <a:xfrm xmlns:a="http://schemas.openxmlformats.org/drawingml/2006/main">
            <a:off x="2190750" y="4572000"/>
            <a:ext cx="4953000" cy="9525"/>
          </a:xfrm>
          <a:custGeom xmlns:a="http://schemas.openxmlformats.org/drawingml/2006/main">
            <a:pathLst>
              <a:path w="4953000" h="9525">
                <a:moveTo>
                  <a:pt x="4953000" y="0"/>
                </a:moveTo>
                <a:lnTo>
                  <a:pt x="0" y="0"/>
                </a:lnTo>
              </a:path>
            </a:pathLst>
          </a:custGeom>
          <a:noFill xmlns:a="http://schemas.openxmlformats.org/drawingml/2006/main"/>
          <a:ln xmlns:a="http://schemas.openxmlformats.org/drawingml/2006/main" w="15240">
            <a:solidFill>
              <a:srgbClr val="71818B"/>
            </a:solidFill>
          </a:ln>
        </p:spPr>
      </p:sp>
      <p:sp>
        <p:nvSpPr>
          <p:cNvPr id="21" name="">
            <a:extLst xmlns:a="http://schemas.openxmlformats.org/drawingml/2006/main">
              <a:ext uri="{FF2B5EF4-FFF2-40B4-BE49-F238E27FC236}">
                <a16:creationId xmlns:a16="http://schemas.microsoft.com/office/drawing/2014/main" id="{A4489088-1343-4A73-8EC8-6CECA170D15E}"/>
              </a:ext>
            </a:extLst>
          </p:cNvPr>
          <p:cNvSpPr>
            <a:spLocks xmlns:a="http://schemas.openxmlformats.org/drawingml/2006/main" noGrp="1"/>
          </p:cNvSpPr>
          <p:nvPr/>
        </p:nvSpPr>
        <p:spPr>
          <a:xfrm xmlns:a="http://schemas.openxmlformats.org/drawingml/2006/main">
            <a:off x="2190750" y="4539996"/>
            <a:ext cx="76200" cy="64008"/>
          </a:xfrm>
          <a:custGeom xmlns:a="http://schemas.openxmlformats.org/drawingml/2006/main">
            <a:pathLst>
              <a:path w="76200" h="64008">
                <a:moveTo>
                  <a:pt x="0" y="32004"/>
                </a:moveTo>
                <a:lnTo>
                  <a:pt x="76200" y="64008"/>
                </a:lnTo>
                <a:lnTo>
                  <a:pt x="76200" y="0"/>
                </a:lnTo>
                <a:close/>
              </a:path>
            </a:pathLst>
          </a:custGeom>
          <a:solidFill xmlns:a="http://schemas.openxmlformats.org/drawingml/2006/main">
            <a:srgbClr val="71818B"/>
          </a:solidFill>
          <a:ln xmlns:a="http://schemas.openxmlformats.org/drawingml/2006/main" w="4763">
            <a:solidFill>
              <a:srgbClr val="71818B"/>
            </a:solidFill>
          </a:ln>
        </p:spPr>
      </p:sp>
      <p:sp>
        <p:nvSpPr>
          <p:cNvPr id="22" name="">
            <a:extLst xmlns:a="http://schemas.openxmlformats.org/drawingml/2006/main">
              <a:ext uri="{FF2B5EF4-FFF2-40B4-BE49-F238E27FC236}">
                <a16:creationId xmlns:a16="http://schemas.microsoft.com/office/drawing/2014/main" id="{47A8954B-30CE-4CBF-B278-075BB7C207D6}"/>
              </a:ext>
            </a:extLst>
          </p:cNvPr>
          <p:cNvSpPr>
            <a:spLocks xmlns:a="http://schemas.openxmlformats.org/drawingml/2006/main" noGrp="1"/>
          </p:cNvSpPr>
          <p:nvPr/>
        </p:nvSpPr>
        <p:spPr>
          <a:xfrm xmlns:a="http://schemas.openxmlformats.org/drawingml/2006/main">
            <a:off x="2000250" y="4648200"/>
            <a:ext cx="533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71818B"/>
                </a:solidFill>
                <a:latin typeface="Yu Gothic"/>
                <a:ea typeface="Yu Gothic"/>
                <a:cs typeface="Yu Gothic"/>
              </a:defRPr>
            </a:defPPr>
            <a:lvl1pPr>
              <a:buNone/>
              <a:defRPr sz="1725" b="0">
                <a:solidFill>
                  <a:srgbClr val="71818B"/>
                </a:solidFill>
                <a:latin typeface="Yu Gothic"/>
                <a:ea typeface="Yu Gothic"/>
                <a:cs typeface="Yu Gothic"/>
              </a:defRPr>
            </a:lvl1pPr>
            <a:lvl2pPr>
              <a:buNone/>
              <a:defRPr sz="1725" b="0">
                <a:solidFill>
                  <a:srgbClr val="71818B"/>
                </a:solidFill>
                <a:latin typeface="Yu Gothic"/>
                <a:ea typeface="Yu Gothic"/>
                <a:cs typeface="Yu Gothic"/>
              </a:defRPr>
            </a:lvl2pPr>
            <a:lvl3pPr>
              <a:buNone/>
              <a:defRPr sz="1725" b="0">
                <a:solidFill>
                  <a:srgbClr val="71818B"/>
                </a:solidFill>
                <a:latin typeface="Yu Gothic"/>
                <a:ea typeface="Yu Gothic"/>
                <a:cs typeface="Yu Gothic"/>
              </a:defRPr>
            </a:lvl3pPr>
            <a:lvl4pPr>
              <a:buNone/>
              <a:defRPr sz="1725" b="0">
                <a:solidFill>
                  <a:srgbClr val="71818B"/>
                </a:solidFill>
                <a:latin typeface="Yu Gothic"/>
                <a:ea typeface="Yu Gothic"/>
                <a:cs typeface="Yu Gothic"/>
              </a:defRPr>
            </a:lvl4pPr>
            <a:lvl5pPr>
              <a:buNone/>
              <a:defRPr sz="1725" b="0">
                <a:solidFill>
                  <a:srgbClr val="71818B"/>
                </a:solidFill>
                <a:latin typeface="Yu Gothic"/>
                <a:ea typeface="Yu Gothic"/>
                <a:cs typeface="Yu Gothic"/>
              </a:defRPr>
            </a:lvl5pPr>
            <a:lvl6pPr>
              <a:buNone/>
              <a:defRPr sz="1725" b="0">
                <a:solidFill>
                  <a:srgbClr val="71818B"/>
                </a:solidFill>
                <a:latin typeface="Yu Gothic"/>
                <a:ea typeface="Yu Gothic"/>
                <a:cs typeface="Yu Gothic"/>
              </a:defRPr>
            </a:lvl6pPr>
            <a:lvl7pPr>
              <a:buNone/>
              <a:defRPr sz="1725" b="0">
                <a:solidFill>
                  <a:srgbClr val="71818B"/>
                </a:solidFill>
                <a:latin typeface="Yu Gothic"/>
                <a:ea typeface="Yu Gothic"/>
                <a:cs typeface="Yu Gothic"/>
              </a:defRPr>
            </a:lvl7pPr>
            <a:lvl8pPr>
              <a:buNone/>
              <a:defRPr sz="1725" b="0">
                <a:solidFill>
                  <a:srgbClr val="71818B"/>
                </a:solidFill>
                <a:latin typeface="Yu Gothic"/>
                <a:ea typeface="Yu Gothic"/>
                <a:cs typeface="Yu Gothic"/>
              </a:defRPr>
            </a:lvl8pPr>
            <a:lvl9pPr>
              <a:buNone/>
              <a:defRPr sz="1725" b="0">
                <a:solidFill>
                  <a:srgbClr val="71818B"/>
                </a:solidFill>
                <a:latin typeface="Yu Gothic"/>
                <a:ea typeface="Yu Gothic"/>
                <a:cs typeface="Yu Gothic"/>
              </a:defRPr>
            </a:lvl9pPr>
          </a:lstStyle>
          <a:p xmlns:a="http://schemas.openxmlformats.org/drawingml/2006/main">
            <a:pPr>
              <a:buNone/>
              <a:defRPr sz="1725" b="0">
                <a:solidFill>
                  <a:srgbClr val="71818B"/>
                </a:solidFill>
                <a:latin typeface="Yu Gothic"/>
                <a:ea typeface="Yu Gothic"/>
                <a:cs typeface="Yu Gothic"/>
              </a:defRPr>
            </a:pPr>
            <a:r>
              <a:rPr sz="1725" b="0">
                <a:solidFill>
                  <a:srgbClr val="71818B"/>
                </a:solidFill>
                <a:latin typeface="Yu Gothic"/>
                <a:ea typeface="Yu Gothic"/>
                <a:cs typeface="Yu Gothic"/>
              </a:rPr>
              <a:t>元の長さ L₀</a:t>
            </a:r>
          </a:p>
        </p:txBody>
      </p:sp>
      <p:sp>
        <p:nvSpPr>
          <p:cNvPr id="23" name="">
            <a:extLst xmlns:a="http://schemas.openxmlformats.org/drawingml/2006/main">
              <a:ext uri="{FF2B5EF4-FFF2-40B4-BE49-F238E27FC236}">
                <a16:creationId xmlns:a16="http://schemas.microsoft.com/office/drawing/2014/main" id="{9EF6F613-3DF6-4AC7-B4C4-9347E0BB6CC3}"/>
              </a:ext>
            </a:extLst>
          </p:cNvPr>
          <p:cNvSpPr>
            <a:spLocks xmlns:a="http://schemas.openxmlformats.org/drawingml/2006/main" noGrp="1"/>
          </p:cNvSpPr>
          <p:nvPr/>
        </p:nvSpPr>
        <p:spPr>
          <a:xfrm xmlns:a="http://schemas.openxmlformats.org/drawingml/2006/main">
            <a:off x="3048000" y="33337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材料の係数 E</a:t>
            </a:r>
          </a:p>
        </p:txBody>
      </p:sp>
      <p:sp>
        <p:nvSpPr>
          <p:cNvPr id="24" name="">
            <a:extLst xmlns:a="http://schemas.openxmlformats.org/drawingml/2006/main">
              <a:ext uri="{FF2B5EF4-FFF2-40B4-BE49-F238E27FC236}">
                <a16:creationId xmlns:a16="http://schemas.microsoft.com/office/drawing/2014/main" id="{447EA897-0800-4E76-9F79-B32A90752F0C}"/>
              </a:ext>
            </a:extLst>
          </p:cNvPr>
          <p:cNvSpPr>
            <a:spLocks xmlns:a="http://schemas.openxmlformats.org/drawingml/2006/main" noGrp="1"/>
          </p:cNvSpPr>
          <p:nvPr/>
        </p:nvSpPr>
        <p:spPr>
          <a:xfrm xmlns:a="http://schemas.openxmlformats.org/drawingml/2006/main">
            <a:off x="9810750" y="3286125"/>
            <a:ext cx="666750" cy="7620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5" name="">
            <a:extLst xmlns:a="http://schemas.openxmlformats.org/drawingml/2006/main">
              <a:ext uri="{FF2B5EF4-FFF2-40B4-BE49-F238E27FC236}">
                <a16:creationId xmlns:a16="http://schemas.microsoft.com/office/drawing/2014/main" id="{E8F380D5-9B03-4975-97A4-EC65A38F4242}"/>
              </a:ext>
            </a:extLst>
          </p:cNvPr>
          <p:cNvSpPr>
            <a:spLocks xmlns:a="http://schemas.openxmlformats.org/drawingml/2006/main" noGrp="1"/>
          </p:cNvSpPr>
          <p:nvPr/>
        </p:nvSpPr>
        <p:spPr>
          <a:xfrm xmlns:a="http://schemas.openxmlformats.org/drawingml/2006/main">
            <a:off x="9144000" y="41433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断面積 A₀</a:t>
            </a:r>
          </a:p>
        </p:txBody>
      </p:sp>
      <p:sp>
        <p:nvSpPr>
          <p:cNvPr id="26" name="">
            <a:extLst xmlns:a="http://schemas.openxmlformats.org/drawingml/2006/main">
              <a:ext uri="{FF2B5EF4-FFF2-40B4-BE49-F238E27FC236}">
                <a16:creationId xmlns:a16="http://schemas.microsoft.com/office/drawing/2014/main" id="{2BF8920D-06FB-4F35-A722-79FEB9C370E1}"/>
              </a:ext>
            </a:extLst>
          </p:cNvPr>
          <p:cNvSpPr>
            <a:spLocks xmlns:a="http://schemas.openxmlformats.org/drawingml/2006/main" noGrp="1"/>
          </p:cNvSpPr>
          <p:nvPr/>
        </p:nvSpPr>
        <p:spPr>
          <a:xfrm xmlns:a="http://schemas.openxmlformats.org/drawingml/2006/main">
            <a:off x="9191625" y="2619375"/>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buNone/>
              <a:defRPr sz="1800" b="0">
                <a:solidFill>
                  <a:srgbClr val="263D4D"/>
                </a:solidFill>
                <a:latin typeface="Yu Gothic"/>
                <a:ea typeface="Yu Gothic"/>
                <a:cs typeface="Yu Gothic"/>
              </a:defRPr>
            </a:lvl1pPr>
            <a:lvl2pPr>
              <a:buNone/>
              <a:defRPr sz="1800" b="0">
                <a:solidFill>
                  <a:srgbClr val="263D4D"/>
                </a:solidFill>
                <a:latin typeface="Yu Gothic"/>
                <a:ea typeface="Yu Gothic"/>
                <a:cs typeface="Yu Gothic"/>
              </a:defRPr>
            </a:lvl2pPr>
            <a:lvl3pPr>
              <a:buNone/>
              <a:defRPr sz="1800" b="0">
                <a:solidFill>
                  <a:srgbClr val="263D4D"/>
                </a:solidFill>
                <a:latin typeface="Yu Gothic"/>
                <a:ea typeface="Yu Gothic"/>
                <a:cs typeface="Yu Gothic"/>
              </a:defRPr>
            </a:lvl3pPr>
            <a:lvl4pPr>
              <a:buNone/>
              <a:defRPr sz="1800" b="0">
                <a:solidFill>
                  <a:srgbClr val="263D4D"/>
                </a:solidFill>
                <a:latin typeface="Yu Gothic"/>
                <a:ea typeface="Yu Gothic"/>
                <a:cs typeface="Yu Gothic"/>
              </a:defRPr>
            </a:lvl4pPr>
            <a:lvl5pPr>
              <a:buNone/>
              <a:defRPr sz="1800" b="0">
                <a:solidFill>
                  <a:srgbClr val="263D4D"/>
                </a:solidFill>
                <a:latin typeface="Yu Gothic"/>
                <a:ea typeface="Yu Gothic"/>
                <a:cs typeface="Yu Gothic"/>
              </a:defRPr>
            </a:lvl5pPr>
            <a:lvl6pPr>
              <a:buNone/>
              <a:defRPr sz="1800" b="0">
                <a:solidFill>
                  <a:srgbClr val="263D4D"/>
                </a:solidFill>
                <a:latin typeface="Yu Gothic"/>
                <a:ea typeface="Yu Gothic"/>
                <a:cs typeface="Yu Gothic"/>
              </a:defRPr>
            </a:lvl6pPr>
            <a:lvl7pPr>
              <a:buNone/>
              <a:defRPr sz="1800" b="0">
                <a:solidFill>
                  <a:srgbClr val="263D4D"/>
                </a:solidFill>
                <a:latin typeface="Yu Gothic"/>
                <a:ea typeface="Yu Gothic"/>
                <a:cs typeface="Yu Gothic"/>
              </a:defRPr>
            </a:lvl7pPr>
            <a:lvl8pPr>
              <a:buNone/>
              <a:defRPr sz="1800" b="0">
                <a:solidFill>
                  <a:srgbClr val="263D4D"/>
                </a:solidFill>
                <a:latin typeface="Yu Gothic"/>
                <a:ea typeface="Yu Gothic"/>
                <a:cs typeface="Yu Gothic"/>
              </a:defRPr>
            </a:lvl8pPr>
            <a:lvl9pPr>
              <a:buNone/>
              <a:defRPr sz="1800" b="0">
                <a:solidFill>
                  <a:srgbClr val="263D4D"/>
                </a:solidFill>
                <a:latin typeface="Yu Gothic"/>
                <a:ea typeface="Yu Gothic"/>
                <a:cs typeface="Yu Gothic"/>
              </a:defRPr>
            </a:lvl9pPr>
          </a:lstStyle>
          <a:p xmlns:a="http://schemas.openxmlformats.org/drawingml/2006/main">
            <a:pPr>
              <a:buNone/>
              <a:defRPr sz="1800" b="0">
                <a:solidFill>
                  <a:srgbClr val="263D4D"/>
                </a:solidFill>
                <a:latin typeface="Yu Gothic"/>
                <a:ea typeface="Yu Gothic"/>
                <a:cs typeface="Yu Gothic"/>
              </a:defRPr>
            </a:pPr>
            <a:r>
              <a:rPr sz="1800" b="0">
                <a:solidFill>
                  <a:srgbClr val="263D4D"/>
                </a:solidFill>
                <a:latin typeface="Yu Gothic"/>
                <a:ea typeface="Yu Gothic"/>
                <a:cs typeface="Yu Gothic"/>
              </a:rPr>
              <a:t>断面を見る</a:t>
            </a:r>
          </a:p>
        </p:txBody>
      </p:sp>
      <p:sp>
        <p:nvSpPr>
          <p:cNvPr id="27" name="">
            <a:extLst xmlns:a="http://schemas.openxmlformats.org/drawingml/2006/main">
              <a:ext uri="{FF2B5EF4-FFF2-40B4-BE49-F238E27FC236}">
                <a16:creationId xmlns:a16="http://schemas.microsoft.com/office/drawing/2014/main" id="{4E70B6CB-A2D6-4CB1-91EA-2C83FC558B79}"/>
              </a:ext>
            </a:extLst>
          </p:cNvPr>
          <p:cNvSpPr>
            <a:spLocks xmlns:a="http://schemas.openxmlformats.org/drawingml/2006/main" noGrp="1"/>
          </p:cNvSpPr>
          <p:nvPr/>
        </p:nvSpPr>
        <p:spPr>
          <a:xfrm xmlns:a="http://schemas.openxmlformats.org/drawingml/2006/main">
            <a:off x="809625" y="51435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N × mm ÷ (mm² × N/mm²) = mm</a:t>
            </a:r>
          </a:p>
        </p:txBody>
      </p:sp>
      <p:sp>
        <p:nvSpPr>
          <p:cNvPr id="28" name="">
            <a:extLst xmlns:a="http://schemas.openxmlformats.org/drawingml/2006/main">
              <a:ext uri="{FF2B5EF4-FFF2-40B4-BE49-F238E27FC236}">
                <a16:creationId xmlns:a16="http://schemas.microsoft.com/office/drawing/2014/main" id="{B1BF724A-7686-4BAB-9970-6FB60D3803AD}"/>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k棒は部材の剛性、Eは材料の係数。伸びは軸方向・一様断面・線形弾性の範囲で求める。</a:t>
            </a:r>
          </a:p>
        </p:txBody>
      </p:sp>
    </p:spTree>
    <p:extLst>
      <p:ext uri="{BB962C8B-B14F-4D97-AF65-F5344CB8AC3E}">
        <p14:creationId xmlns:p14="http://schemas.microsoft.com/office/powerpoint/2010/main" val="74560496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409E2A-7063-49F1-81B0-BD46EABFE86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材料の E と、部材の剛性 k</a:t>
            </a:r>
          </a:p>
        </p:txBody>
      </p:sp>
      <p:sp>
        <p:nvSpPr>
          <p:cNvPr id="2" name="">
            <a:extLst xmlns:a="http://schemas.openxmlformats.org/drawingml/2006/main">
              <a:ext uri="{FF2B5EF4-FFF2-40B4-BE49-F238E27FC236}">
                <a16:creationId xmlns:a16="http://schemas.microsoft.com/office/drawing/2014/main" id="{A21C38C4-A016-4A11-996E-61A211D2E8E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11CC3AD-0173-4E09-9B48-0353DC367EF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graphicFrame>
        <p:nvGraphicFramePr>
          <p:cNvPr id="4" name="">
            <a:extLst xmlns:a="http://schemas.openxmlformats.org/drawingml/2006/main">
              <a:ext uri="{FF2B5EF4-FFF2-40B4-BE49-F238E27FC236}">
                <a16:creationId xmlns:a16="http://schemas.microsoft.com/office/drawing/2014/main" id="{0A87402D-CC9A-46EE-AE37-B3C76EFDB916}"/>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2571750"/>
                <a:gridCol w="2095500"/>
                <a:gridCol w="2095500"/>
                <a:gridCol w="4000500"/>
              </a:tblGrid>
              <a:tr h="742950">
                <a:tc>
                  <a:txBody>
                    <a:bodyPr lIns="85725" tIns="85725" rIns="85725" bIns="85725"/>
                    <a:lstStyle/>
                    <a:p>
                      <a:r>
                        <a:rPr sz="1950" b="1">
                          <a:solidFill>
                            <a:srgbClr val="FFFFFF"/>
                          </a:solidFill>
                          <a:latin typeface="Yu Gothic"/>
                          <a:ea typeface="Yu Gothic"/>
                          <a:cs typeface="Yu Gothic"/>
                        </a:rPr>
                        <a:t>棒</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A / mm²</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L₀ / mm</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k = EA/L₀ / (N/mm)</a:t>
                      </a:r>
                    </a:p>
                  </a:txBody>
                  <a:tcPr marL="91440" marR="91440" marT="45720" marB="45720">
                    <a:solidFill>
                      <a:srgbClr val="193B59"/>
                    </a:solidFill>
                  </a:tcPr>
                </a:tc>
              </a:tr>
              <a:tr h="742950">
                <a:tc>
                  <a:txBody>
                    <a:bodyPr lIns="85725" tIns="85725" rIns="85725" bIns="85725"/>
                    <a:lstStyle/>
                    <a:p>
                      <a:r>
                        <a:rPr sz="1950" b="0">
                          <a:solidFill>
                            <a:srgbClr val="263D4D"/>
                          </a:solidFill>
                          <a:latin typeface="Yu Gothic"/>
                          <a:ea typeface="Yu Gothic"/>
                          <a:cs typeface="Yu Gothic"/>
                        </a:rPr>
                        <a:t>基準</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20</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1,000</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4,000</a:t>
                      </a:r>
                    </a:p>
                  </a:txBody>
                  <a:tcPr marL="91440" marR="91440" marT="45720" marB="45720">
                    <a:solidFill>
                      <a:srgbClr val="E8F0F4"/>
                    </a:solidFill>
                  </a:tcPr>
                </a:tc>
              </a:tr>
              <a:tr h="742950">
                <a:tc>
                  <a:txBody>
                    <a:bodyPr lIns="85725" tIns="85725" rIns="85725" bIns="85725"/>
                    <a:lstStyle/>
                    <a:p>
                      <a:r>
                        <a:rPr sz="1950" b="0">
                          <a:solidFill>
                            <a:srgbClr val="263D4D"/>
                          </a:solidFill>
                          <a:latin typeface="Yu Gothic"/>
                          <a:ea typeface="Yu Gothic"/>
                          <a:cs typeface="Yu Gothic"/>
                        </a:rPr>
                        <a:t>面積だけ2倍</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40</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1,000</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8,000</a:t>
                      </a:r>
                    </a:p>
                  </a:txBody>
                  <a:tcPr marL="91440" marR="91440" marT="45720" marB="45720">
                    <a:solidFill>
                      <a:srgbClr val="FFFFFF"/>
                    </a:solidFill>
                  </a:tcPr>
                </a:tc>
              </a:tr>
              <a:tr h="742950">
                <a:tc>
                  <a:txBody>
                    <a:bodyPr lIns="85725" tIns="85725" rIns="85725" bIns="85725"/>
                    <a:lstStyle/>
                    <a:p>
                      <a:r>
                        <a:rPr sz="1950" b="0">
                          <a:solidFill>
                            <a:srgbClr val="263D4D"/>
                          </a:solidFill>
                          <a:latin typeface="Yu Gothic"/>
                          <a:ea typeface="Yu Gothic"/>
                          <a:cs typeface="Yu Gothic"/>
                        </a:rPr>
                        <a:t>長さだけ2倍</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20</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2,000</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2,000</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A123075A-7FA3-4E55-A463-CFB20A0CA77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仮想モデル：全てE = 200,000 MPa。一様棒・中心軸方向荷重・線形弾性。</a:t>
            </a:r>
          </a:p>
        </p:txBody>
      </p:sp>
      <p:sp>
        <p:nvSpPr>
          <p:cNvPr id="6" name="">
            <a:extLst xmlns:a="http://schemas.openxmlformats.org/drawingml/2006/main">
              <a:ext uri="{FF2B5EF4-FFF2-40B4-BE49-F238E27FC236}">
                <a16:creationId xmlns:a16="http://schemas.microsoft.com/office/drawing/2014/main" id="{7DD158EE-EAE9-42CB-9A57-D35594D22E7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31 / 57</a:t>
            </a:r>
          </a:p>
        </p:txBody>
      </p:sp>
    </p:spTree>
    <p:extLst>
      <p:ext uri="{BB962C8B-B14F-4D97-AF65-F5344CB8AC3E}">
        <p14:creationId xmlns:p14="http://schemas.microsoft.com/office/powerpoint/2010/main" val="129459362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55F02CA-536C-4E2F-AEBA-EE65DD303E29}"/>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計算の条件と解き方</a:t>
            </a:r>
          </a:p>
        </p:txBody>
      </p:sp>
      <p:cxnSp>
        <p:nvCxnSpPr>
          <p:cNvPr id="2" name="">
            <a:extLst xmlns:a="http://schemas.openxmlformats.org/drawingml/2006/main">
              <a:ext uri="{FF2B5EF4-FFF2-40B4-BE49-F238E27FC236}">
                <a16:creationId xmlns:a16="http://schemas.microsoft.com/office/drawing/2014/main" id="{F2064EB5-1D04-4044-9A3A-6002E3FD091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CADE235D-F10E-4E85-96EC-1A4D23FC650E}"/>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B255F9C0-79FE-4853-8AD9-0BC21325EF0C}"/>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32 / 57</a:t>
            </a:r>
          </a:p>
        </p:txBody>
      </p:sp>
      <p:sp>
        <p:nvSpPr>
          <p:cNvPr id="5" name="text-4">
            <a:extLst xmlns:a="http://schemas.openxmlformats.org/drawingml/2006/main">
              <a:ext uri="{FF2B5EF4-FFF2-40B4-BE49-F238E27FC236}">
                <a16:creationId xmlns:a16="http://schemas.microsoft.com/office/drawing/2014/main" id="{7F101A65-4316-49E2-B135-281D37CCF88E}"/>
              </a:ext>
            </a:extLst>
          </p:cNvPr>
          <p:cNvSpPr>
            <a:spLocks xmlns:a="http://schemas.openxmlformats.org/drawingml/2006/main" noGrp="1"/>
          </p:cNvSpPr>
          <p:nvPr/>
        </p:nvSpPr>
        <p:spPr>
          <a:xfrm xmlns:a="http://schemas.openxmlformats.org/drawingml/2006/main">
            <a:off x="685800" y="17145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1">
                <a:solidFill>
                  <a:srgbClr val="18364F"/>
                </a:solidFill>
                <a:latin typeface="Yu Gothic"/>
                <a:ea typeface="Yu Gothic"/>
                <a:cs typeface="Yu Gothic"/>
              </a:defRPr>
            </a:defPPr>
            <a:lvl1pPr algn="l">
              <a:buNone/>
              <a:defRPr sz="2925" b="1">
                <a:solidFill>
                  <a:srgbClr val="18364F"/>
                </a:solidFill>
                <a:latin typeface="Yu Gothic"/>
                <a:ea typeface="Yu Gothic"/>
                <a:cs typeface="Yu Gothic"/>
              </a:defRPr>
            </a:lvl1pPr>
            <a:lvl2pPr algn="l">
              <a:buNone/>
              <a:defRPr sz="2925" b="1">
                <a:solidFill>
                  <a:srgbClr val="18364F"/>
                </a:solidFill>
                <a:latin typeface="Yu Gothic"/>
                <a:ea typeface="Yu Gothic"/>
                <a:cs typeface="Yu Gothic"/>
              </a:defRPr>
            </a:lvl2pPr>
            <a:lvl3pPr algn="l">
              <a:buNone/>
              <a:defRPr sz="2925" b="1">
                <a:solidFill>
                  <a:srgbClr val="18364F"/>
                </a:solidFill>
                <a:latin typeface="Yu Gothic"/>
                <a:ea typeface="Yu Gothic"/>
                <a:cs typeface="Yu Gothic"/>
              </a:defRPr>
            </a:lvl3pPr>
            <a:lvl4pPr algn="l">
              <a:buNone/>
              <a:defRPr sz="2925" b="1">
                <a:solidFill>
                  <a:srgbClr val="18364F"/>
                </a:solidFill>
                <a:latin typeface="Yu Gothic"/>
                <a:ea typeface="Yu Gothic"/>
                <a:cs typeface="Yu Gothic"/>
              </a:defRPr>
            </a:lvl4pPr>
            <a:lvl5pPr algn="l">
              <a:buNone/>
              <a:defRPr sz="2925" b="1">
                <a:solidFill>
                  <a:srgbClr val="18364F"/>
                </a:solidFill>
                <a:latin typeface="Yu Gothic"/>
                <a:ea typeface="Yu Gothic"/>
                <a:cs typeface="Yu Gothic"/>
              </a:defRPr>
            </a:lvl5pPr>
            <a:lvl6pPr algn="l">
              <a:buNone/>
              <a:defRPr sz="2925" b="1">
                <a:solidFill>
                  <a:srgbClr val="18364F"/>
                </a:solidFill>
                <a:latin typeface="Yu Gothic"/>
                <a:ea typeface="Yu Gothic"/>
                <a:cs typeface="Yu Gothic"/>
              </a:defRPr>
            </a:lvl6pPr>
            <a:lvl7pPr algn="l">
              <a:buNone/>
              <a:defRPr sz="2925" b="1">
                <a:solidFill>
                  <a:srgbClr val="18364F"/>
                </a:solidFill>
                <a:latin typeface="Yu Gothic"/>
                <a:ea typeface="Yu Gothic"/>
                <a:cs typeface="Yu Gothic"/>
              </a:defRPr>
            </a:lvl7pPr>
            <a:lvl8pPr algn="l">
              <a:buNone/>
              <a:defRPr sz="2925" b="1">
                <a:solidFill>
                  <a:srgbClr val="18364F"/>
                </a:solidFill>
                <a:latin typeface="Yu Gothic"/>
                <a:ea typeface="Yu Gothic"/>
                <a:cs typeface="Yu Gothic"/>
              </a:defRPr>
            </a:lvl8pPr>
            <a:lvl9pPr algn="l">
              <a:buNone/>
              <a:defRPr sz="2925" b="1">
                <a:solidFill>
                  <a:srgbClr val="18364F"/>
                </a:solidFill>
                <a:latin typeface="Yu Gothic"/>
                <a:ea typeface="Yu Gothic"/>
                <a:cs typeface="Yu Gothic"/>
              </a:defRPr>
            </a:lvl9pPr>
          </a:lstStyle>
          <a:p xmlns:a="http://schemas.openxmlformats.org/drawingml/2006/main">
            <a:pPr algn="l">
              <a:buNone/>
              <a:defRPr sz="2925" b="1">
                <a:solidFill>
                  <a:srgbClr val="18364F"/>
                </a:solidFill>
                <a:latin typeface="Yu Gothic"/>
                <a:ea typeface="Yu Gothic"/>
                <a:cs typeface="Yu Gothic"/>
              </a:defRPr>
            </a:pPr>
            <a:r>
              <a:rPr sz="2925" b="1">
                <a:solidFill>
                  <a:srgbClr val="18364F"/>
                </a:solidFill>
                <a:latin typeface="Yu Gothic"/>
                <a:ea typeface="Yu Gothic"/>
                <a:cs typeface="Yu Gothic"/>
              </a:rPr>
              <a:t>演習用：E = 206 GPa = 206,000 MPa</a:t>
            </a:r>
          </a:p>
        </p:txBody>
      </p:sp>
      <p:sp>
        <p:nvSpPr>
          <p:cNvPr id="6" name="text-5">
            <a:extLst xmlns:a="http://schemas.openxmlformats.org/drawingml/2006/main">
              <a:ext uri="{FF2B5EF4-FFF2-40B4-BE49-F238E27FC236}">
                <a16:creationId xmlns:a16="http://schemas.microsoft.com/office/drawing/2014/main" id="{36FF57D7-D817-4C5C-9DFC-BEE9EA2DC109}"/>
              </a:ext>
            </a:extLst>
          </p:cNvPr>
          <p:cNvSpPr>
            <a:spLocks xmlns:a="http://schemas.openxmlformats.org/drawingml/2006/main" noGrp="1"/>
          </p:cNvSpPr>
          <p:nvPr/>
        </p:nvSpPr>
        <p:spPr>
          <a:xfrm xmlns:a="http://schemas.openxmlformats.org/drawingml/2006/main">
            <a:off x="685800" y="29241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単位をそろえる　　　② 変化の方向を予想する</a:t>
            </a:r>
          </a:p>
        </p:txBody>
      </p:sp>
      <p:sp>
        <p:nvSpPr>
          <p:cNvPr id="7" name="text-6">
            <a:extLst xmlns:a="http://schemas.openxmlformats.org/drawingml/2006/main">
              <a:ext uri="{FF2B5EF4-FFF2-40B4-BE49-F238E27FC236}">
                <a16:creationId xmlns:a16="http://schemas.microsoft.com/office/drawing/2014/main" id="{DDE1CBCF-8894-4BEC-A2F9-F2ED4BC0DD71}"/>
              </a:ext>
            </a:extLst>
          </p:cNvPr>
          <p:cNvSpPr>
            <a:spLocks xmlns:a="http://schemas.openxmlformats.org/drawingml/2006/main" noGrp="1"/>
          </p:cNvSpPr>
          <p:nvPr/>
        </p:nvSpPr>
        <p:spPr>
          <a:xfrm xmlns:a="http://schemas.openxmlformats.org/drawingml/2006/main">
            <a:off x="685800" y="37623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式を選んで代入　　　④ 単位と大きさを確かめる</a:t>
            </a:r>
          </a:p>
        </p:txBody>
      </p:sp>
      <p:sp>
        <p:nvSpPr>
          <p:cNvPr id="8" name="text-7">
            <a:extLst xmlns:a="http://schemas.openxmlformats.org/drawingml/2006/main">
              <a:ext uri="{FF2B5EF4-FFF2-40B4-BE49-F238E27FC236}">
                <a16:creationId xmlns:a16="http://schemas.microsoft.com/office/drawing/2014/main" id="{A49FD985-CF1B-40CF-9F54-2FE8F6D0D3F7}"/>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一様断面・軸方向荷重・小変形・線形弾性の範囲で計算する</a:t>
            </a:r>
          </a:p>
        </p:txBody>
      </p:sp>
    </p:spTree>
    <p:extLst>
      <p:ext uri="{BB962C8B-B14F-4D97-AF65-F5344CB8AC3E}">
        <p14:creationId xmlns:p14="http://schemas.microsoft.com/office/powerpoint/2010/main" val="24965844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3215DCD5-9232-4693-9C76-DDA21D736D46}"/>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演習1　単位とICTの接続</a:t>
            </a:r>
          </a:p>
        </p:txBody>
      </p:sp>
      <p:cxnSp>
        <p:nvCxnSpPr>
          <p:cNvPr id="2" name="">
            <a:extLst xmlns:a="http://schemas.openxmlformats.org/drawingml/2006/main">
              <a:ext uri="{FF2B5EF4-FFF2-40B4-BE49-F238E27FC236}">
                <a16:creationId xmlns:a16="http://schemas.microsoft.com/office/drawing/2014/main" id="{799AA52F-5489-4530-869B-28878B77AE5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D432D204-629E-4FE2-B0EA-9838D356993A}"/>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DF7239FE-F53A-4356-8DDE-50DF3BCCF601}"/>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33 / 57</a:t>
            </a:r>
          </a:p>
        </p:txBody>
      </p:sp>
      <p:sp>
        <p:nvSpPr>
          <p:cNvPr id="5" name="text-4">
            <a:extLst xmlns:a="http://schemas.openxmlformats.org/drawingml/2006/main">
              <a:ext uri="{FF2B5EF4-FFF2-40B4-BE49-F238E27FC236}">
                <a16:creationId xmlns:a16="http://schemas.microsoft.com/office/drawing/2014/main" id="{283DF13C-1E9B-4542-B982-DC306CBA13E9}"/>
              </a:ext>
            </a:extLst>
          </p:cNvPr>
          <p:cNvSpPr>
            <a:spLocks xmlns:a="http://schemas.openxmlformats.org/drawingml/2006/main" noGrp="1"/>
          </p:cNvSpPr>
          <p:nvPr/>
        </p:nvSpPr>
        <p:spPr>
          <a:xfrm xmlns:a="http://schemas.openxmlformats.org/drawingml/2006/main">
            <a:off x="685800" y="170497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a　0.0002 m² は何 mm²か</a:t>
            </a:r>
          </a:p>
        </p:txBody>
      </p:sp>
      <p:sp>
        <p:nvSpPr>
          <p:cNvPr id="6" name="text-5">
            <a:extLst xmlns:a="http://schemas.openxmlformats.org/drawingml/2006/main">
              <a:ext uri="{FF2B5EF4-FFF2-40B4-BE49-F238E27FC236}">
                <a16:creationId xmlns:a16="http://schemas.microsoft.com/office/drawing/2014/main" id="{13B839BB-0687-482B-89A0-E56C658BF927}"/>
              </a:ext>
            </a:extLst>
          </p:cNvPr>
          <p:cNvSpPr>
            <a:spLocks xmlns:a="http://schemas.openxmlformats.org/drawingml/2006/main" noGrp="1"/>
          </p:cNvSpPr>
          <p:nvPr/>
        </p:nvSpPr>
        <p:spPr>
          <a:xfrm xmlns:a="http://schemas.openxmlformats.org/drawingml/2006/main">
            <a:off x="685800" y="263842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b　2 kgf/m² は約何 Paか（1 kgf ≈ 9.8 N）</a:t>
            </a:r>
          </a:p>
        </p:txBody>
      </p:sp>
      <p:sp>
        <p:nvSpPr>
          <p:cNvPr id="7" name="text-6">
            <a:extLst xmlns:a="http://schemas.openxmlformats.org/drawingml/2006/main">
              <a:ext uri="{FF2B5EF4-FFF2-40B4-BE49-F238E27FC236}">
                <a16:creationId xmlns:a16="http://schemas.microsoft.com/office/drawing/2014/main" id="{0D0EAF6B-D135-4E00-8844-B35965D9869C}"/>
              </a:ext>
            </a:extLst>
          </p:cNvPr>
          <p:cNvSpPr>
            <a:spLocks xmlns:a="http://schemas.openxmlformats.org/drawingml/2006/main" noGrp="1"/>
          </p:cNvSpPr>
          <p:nvPr/>
        </p:nvSpPr>
        <p:spPr>
          <a:xfrm xmlns:a="http://schemas.openxmlformats.org/drawingml/2006/main">
            <a:off x="685800" y="357187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c　12 MB は何 Mbitか（1 B = 8 bit）</a:t>
            </a:r>
          </a:p>
        </p:txBody>
      </p:sp>
      <p:sp>
        <p:nvSpPr>
          <p:cNvPr id="8" name="text-7">
            <a:extLst xmlns:a="http://schemas.openxmlformats.org/drawingml/2006/main">
              <a:ext uri="{FF2B5EF4-FFF2-40B4-BE49-F238E27FC236}">
                <a16:creationId xmlns:a16="http://schemas.microsoft.com/office/drawing/2014/main" id="{97DC8B8B-2025-4125-8341-1F48668BC6D3}"/>
              </a:ext>
            </a:extLst>
          </p:cNvPr>
          <p:cNvSpPr>
            <a:spLocks xmlns:a="http://schemas.openxmlformats.org/drawingml/2006/main" noGrp="1"/>
          </p:cNvSpPr>
          <p:nvPr/>
        </p:nvSpPr>
        <p:spPr>
          <a:xfrm xmlns:a="http://schemas.openxmlformats.org/drawingml/2006/main">
            <a:off x="685800" y="450532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d　24 Mbit/s で c の量を送る理想時間は何 sか</a:t>
            </a:r>
          </a:p>
        </p:txBody>
      </p:sp>
      <p:sp>
        <p:nvSpPr>
          <p:cNvPr id="9" name="text-8">
            <a:extLst xmlns:a="http://schemas.openxmlformats.org/drawingml/2006/main">
              <a:ext uri="{FF2B5EF4-FFF2-40B4-BE49-F238E27FC236}">
                <a16:creationId xmlns:a16="http://schemas.microsoft.com/office/drawing/2014/main" id="{AFCD605C-2BF5-4A47-912A-56162F0F017E}"/>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換算倍率と、時間を求める式を答案に書く</a:t>
            </a:r>
          </a:p>
        </p:txBody>
      </p:sp>
    </p:spTree>
    <p:extLst>
      <p:ext uri="{BB962C8B-B14F-4D97-AF65-F5344CB8AC3E}">
        <p14:creationId xmlns:p14="http://schemas.microsoft.com/office/powerpoint/2010/main" val="71417146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4F46D8C-B42F-4059-A16B-4A3F62785163}"/>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演習1の解答</a:t>
            </a:r>
          </a:p>
        </p:txBody>
      </p:sp>
      <p:cxnSp>
        <p:nvCxnSpPr>
          <p:cNvPr id="2" name="">
            <a:extLst xmlns:a="http://schemas.openxmlformats.org/drawingml/2006/main">
              <a:ext uri="{FF2B5EF4-FFF2-40B4-BE49-F238E27FC236}">
                <a16:creationId xmlns:a16="http://schemas.microsoft.com/office/drawing/2014/main" id="{A1CE1F59-43C3-498C-9FE2-B48E15A6ED0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66B064F0-D6C5-4AFD-B048-FB3638D3A16D}"/>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A823D7EE-D225-49E6-8D0E-D0B282D5E3B1}"/>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34 / 57</a:t>
            </a:r>
          </a:p>
        </p:txBody>
      </p:sp>
      <p:sp>
        <p:nvSpPr>
          <p:cNvPr id="5" name="text-4">
            <a:extLst xmlns:a="http://schemas.openxmlformats.org/drawingml/2006/main">
              <a:ext uri="{FF2B5EF4-FFF2-40B4-BE49-F238E27FC236}">
                <a16:creationId xmlns:a16="http://schemas.microsoft.com/office/drawing/2014/main" id="{CEA100C2-5D5B-462A-8B28-7DCA8B4FC43B}"/>
              </a:ext>
            </a:extLst>
          </p:cNvPr>
          <p:cNvSpPr>
            <a:spLocks xmlns:a="http://schemas.openxmlformats.org/drawingml/2006/main" noGrp="1"/>
          </p:cNvSpPr>
          <p:nvPr/>
        </p:nvSpPr>
        <p:spPr>
          <a:xfrm xmlns:a="http://schemas.openxmlformats.org/drawingml/2006/main">
            <a:off x="685800" y="170497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253C4D"/>
                </a:solidFill>
                <a:latin typeface="Yu Gothic"/>
                <a:ea typeface="Yu Gothic"/>
                <a:cs typeface="Yu Gothic"/>
              </a:defRPr>
            </a:defPPr>
            <a:lvl1pPr algn="l">
              <a:buNone/>
              <a:defRPr sz="2625" b="0">
                <a:solidFill>
                  <a:srgbClr val="253C4D"/>
                </a:solidFill>
                <a:latin typeface="Yu Gothic"/>
                <a:ea typeface="Yu Gothic"/>
                <a:cs typeface="Yu Gothic"/>
              </a:defRPr>
            </a:lvl1pPr>
            <a:lvl2pPr algn="l">
              <a:buNone/>
              <a:defRPr sz="2625" b="0">
                <a:solidFill>
                  <a:srgbClr val="253C4D"/>
                </a:solidFill>
                <a:latin typeface="Yu Gothic"/>
                <a:ea typeface="Yu Gothic"/>
                <a:cs typeface="Yu Gothic"/>
              </a:defRPr>
            </a:lvl2pPr>
            <a:lvl3pPr algn="l">
              <a:buNone/>
              <a:defRPr sz="2625" b="0">
                <a:solidFill>
                  <a:srgbClr val="253C4D"/>
                </a:solidFill>
                <a:latin typeface="Yu Gothic"/>
                <a:ea typeface="Yu Gothic"/>
                <a:cs typeface="Yu Gothic"/>
              </a:defRPr>
            </a:lvl3pPr>
            <a:lvl4pPr algn="l">
              <a:buNone/>
              <a:defRPr sz="2625" b="0">
                <a:solidFill>
                  <a:srgbClr val="253C4D"/>
                </a:solidFill>
                <a:latin typeface="Yu Gothic"/>
                <a:ea typeface="Yu Gothic"/>
                <a:cs typeface="Yu Gothic"/>
              </a:defRPr>
            </a:lvl4pPr>
            <a:lvl5pPr algn="l">
              <a:buNone/>
              <a:defRPr sz="2625" b="0">
                <a:solidFill>
                  <a:srgbClr val="253C4D"/>
                </a:solidFill>
                <a:latin typeface="Yu Gothic"/>
                <a:ea typeface="Yu Gothic"/>
                <a:cs typeface="Yu Gothic"/>
              </a:defRPr>
            </a:lvl5pPr>
            <a:lvl6pPr algn="l">
              <a:buNone/>
              <a:defRPr sz="2625" b="0">
                <a:solidFill>
                  <a:srgbClr val="253C4D"/>
                </a:solidFill>
                <a:latin typeface="Yu Gothic"/>
                <a:ea typeface="Yu Gothic"/>
                <a:cs typeface="Yu Gothic"/>
              </a:defRPr>
            </a:lvl6pPr>
            <a:lvl7pPr algn="l">
              <a:buNone/>
              <a:defRPr sz="2625" b="0">
                <a:solidFill>
                  <a:srgbClr val="253C4D"/>
                </a:solidFill>
                <a:latin typeface="Yu Gothic"/>
                <a:ea typeface="Yu Gothic"/>
                <a:cs typeface="Yu Gothic"/>
              </a:defRPr>
            </a:lvl7pPr>
            <a:lvl8pPr algn="l">
              <a:buNone/>
              <a:defRPr sz="2625" b="0">
                <a:solidFill>
                  <a:srgbClr val="253C4D"/>
                </a:solidFill>
                <a:latin typeface="Yu Gothic"/>
                <a:ea typeface="Yu Gothic"/>
                <a:cs typeface="Yu Gothic"/>
              </a:defRPr>
            </a:lvl8pPr>
            <a:lvl9pPr algn="l">
              <a:buNone/>
              <a:defRPr sz="2625" b="0">
                <a:solidFill>
                  <a:srgbClr val="253C4D"/>
                </a:solidFill>
                <a:latin typeface="Yu Gothic"/>
                <a:ea typeface="Yu Gothic"/>
                <a:cs typeface="Yu Gothic"/>
              </a:defRPr>
            </a:lvl9pPr>
          </a:lstStyle>
          <a:p xmlns:a="http://schemas.openxmlformats.org/drawingml/2006/main">
            <a:pPr algn="l">
              <a:buNone/>
              <a:defRPr sz="2625" b="0">
                <a:solidFill>
                  <a:srgbClr val="253C4D"/>
                </a:solidFill>
                <a:latin typeface="Yu Gothic"/>
                <a:ea typeface="Yu Gothic"/>
                <a:cs typeface="Yu Gothic"/>
              </a:defRPr>
            </a:pPr>
            <a:r>
              <a:rPr sz="2625" b="0">
                <a:solidFill>
                  <a:srgbClr val="253C4D"/>
                </a:solidFill>
                <a:latin typeface="Yu Gothic"/>
                <a:ea typeface="Yu Gothic"/>
                <a:cs typeface="Yu Gothic"/>
              </a:rPr>
              <a:t>a　0.0002 × (1,000)² = 200 mm²</a:t>
            </a:r>
          </a:p>
        </p:txBody>
      </p:sp>
      <p:sp>
        <p:nvSpPr>
          <p:cNvPr id="6" name="text-5">
            <a:extLst xmlns:a="http://schemas.openxmlformats.org/drawingml/2006/main">
              <a:ext uri="{FF2B5EF4-FFF2-40B4-BE49-F238E27FC236}">
                <a16:creationId xmlns:a16="http://schemas.microsoft.com/office/drawing/2014/main" id="{7D41547E-2169-496F-A698-492CD9A1CC20}"/>
              </a:ext>
            </a:extLst>
          </p:cNvPr>
          <p:cNvSpPr>
            <a:spLocks xmlns:a="http://schemas.openxmlformats.org/drawingml/2006/main" noGrp="1"/>
          </p:cNvSpPr>
          <p:nvPr/>
        </p:nvSpPr>
        <p:spPr>
          <a:xfrm xmlns:a="http://schemas.openxmlformats.org/drawingml/2006/main">
            <a:off x="685800" y="263842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253C4D"/>
                </a:solidFill>
                <a:latin typeface="Yu Gothic"/>
                <a:ea typeface="Yu Gothic"/>
                <a:cs typeface="Yu Gothic"/>
              </a:defRPr>
            </a:defPPr>
            <a:lvl1pPr algn="l">
              <a:buNone/>
              <a:defRPr sz="2625" b="0">
                <a:solidFill>
                  <a:srgbClr val="253C4D"/>
                </a:solidFill>
                <a:latin typeface="Yu Gothic"/>
                <a:ea typeface="Yu Gothic"/>
                <a:cs typeface="Yu Gothic"/>
              </a:defRPr>
            </a:lvl1pPr>
            <a:lvl2pPr algn="l">
              <a:buNone/>
              <a:defRPr sz="2625" b="0">
                <a:solidFill>
                  <a:srgbClr val="253C4D"/>
                </a:solidFill>
                <a:latin typeface="Yu Gothic"/>
                <a:ea typeface="Yu Gothic"/>
                <a:cs typeface="Yu Gothic"/>
              </a:defRPr>
            </a:lvl2pPr>
            <a:lvl3pPr algn="l">
              <a:buNone/>
              <a:defRPr sz="2625" b="0">
                <a:solidFill>
                  <a:srgbClr val="253C4D"/>
                </a:solidFill>
                <a:latin typeface="Yu Gothic"/>
                <a:ea typeface="Yu Gothic"/>
                <a:cs typeface="Yu Gothic"/>
              </a:defRPr>
            </a:lvl3pPr>
            <a:lvl4pPr algn="l">
              <a:buNone/>
              <a:defRPr sz="2625" b="0">
                <a:solidFill>
                  <a:srgbClr val="253C4D"/>
                </a:solidFill>
                <a:latin typeface="Yu Gothic"/>
                <a:ea typeface="Yu Gothic"/>
                <a:cs typeface="Yu Gothic"/>
              </a:defRPr>
            </a:lvl4pPr>
            <a:lvl5pPr algn="l">
              <a:buNone/>
              <a:defRPr sz="2625" b="0">
                <a:solidFill>
                  <a:srgbClr val="253C4D"/>
                </a:solidFill>
                <a:latin typeface="Yu Gothic"/>
                <a:ea typeface="Yu Gothic"/>
                <a:cs typeface="Yu Gothic"/>
              </a:defRPr>
            </a:lvl5pPr>
            <a:lvl6pPr algn="l">
              <a:buNone/>
              <a:defRPr sz="2625" b="0">
                <a:solidFill>
                  <a:srgbClr val="253C4D"/>
                </a:solidFill>
                <a:latin typeface="Yu Gothic"/>
                <a:ea typeface="Yu Gothic"/>
                <a:cs typeface="Yu Gothic"/>
              </a:defRPr>
            </a:lvl6pPr>
            <a:lvl7pPr algn="l">
              <a:buNone/>
              <a:defRPr sz="2625" b="0">
                <a:solidFill>
                  <a:srgbClr val="253C4D"/>
                </a:solidFill>
                <a:latin typeface="Yu Gothic"/>
                <a:ea typeface="Yu Gothic"/>
                <a:cs typeface="Yu Gothic"/>
              </a:defRPr>
            </a:lvl7pPr>
            <a:lvl8pPr algn="l">
              <a:buNone/>
              <a:defRPr sz="2625" b="0">
                <a:solidFill>
                  <a:srgbClr val="253C4D"/>
                </a:solidFill>
                <a:latin typeface="Yu Gothic"/>
                <a:ea typeface="Yu Gothic"/>
                <a:cs typeface="Yu Gothic"/>
              </a:defRPr>
            </a:lvl8pPr>
            <a:lvl9pPr algn="l">
              <a:buNone/>
              <a:defRPr sz="2625" b="0">
                <a:solidFill>
                  <a:srgbClr val="253C4D"/>
                </a:solidFill>
                <a:latin typeface="Yu Gothic"/>
                <a:ea typeface="Yu Gothic"/>
                <a:cs typeface="Yu Gothic"/>
              </a:defRPr>
            </a:lvl9pPr>
          </a:lstStyle>
          <a:p xmlns:a="http://schemas.openxmlformats.org/drawingml/2006/main">
            <a:pPr algn="l">
              <a:buNone/>
              <a:defRPr sz="2625" b="0">
                <a:solidFill>
                  <a:srgbClr val="253C4D"/>
                </a:solidFill>
                <a:latin typeface="Yu Gothic"/>
                <a:ea typeface="Yu Gothic"/>
                <a:cs typeface="Yu Gothic"/>
              </a:defRPr>
            </a:pPr>
            <a:r>
              <a:rPr sz="2625" b="0">
                <a:solidFill>
                  <a:srgbClr val="253C4D"/>
                </a:solidFill>
                <a:latin typeface="Yu Gothic"/>
                <a:ea typeface="Yu Gothic"/>
                <a:cs typeface="Yu Gothic"/>
              </a:rPr>
              <a:t>b　2 kgf/m² × 9.8 N/kgf ≈ 19.6 Pa</a:t>
            </a:r>
          </a:p>
        </p:txBody>
      </p:sp>
      <p:sp>
        <p:nvSpPr>
          <p:cNvPr id="7" name="text-6">
            <a:extLst xmlns:a="http://schemas.openxmlformats.org/drawingml/2006/main">
              <a:ext uri="{FF2B5EF4-FFF2-40B4-BE49-F238E27FC236}">
                <a16:creationId xmlns:a16="http://schemas.microsoft.com/office/drawing/2014/main" id="{D7F84838-25E9-488D-8B01-2CB62E38BDCF}"/>
              </a:ext>
            </a:extLst>
          </p:cNvPr>
          <p:cNvSpPr>
            <a:spLocks xmlns:a="http://schemas.openxmlformats.org/drawingml/2006/main" noGrp="1"/>
          </p:cNvSpPr>
          <p:nvPr/>
        </p:nvSpPr>
        <p:spPr>
          <a:xfrm xmlns:a="http://schemas.openxmlformats.org/drawingml/2006/main">
            <a:off x="685800" y="357187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253C4D"/>
                </a:solidFill>
                <a:latin typeface="Yu Gothic"/>
                <a:ea typeface="Yu Gothic"/>
                <a:cs typeface="Yu Gothic"/>
              </a:defRPr>
            </a:defPPr>
            <a:lvl1pPr algn="l">
              <a:buNone/>
              <a:defRPr sz="2625" b="0">
                <a:solidFill>
                  <a:srgbClr val="253C4D"/>
                </a:solidFill>
                <a:latin typeface="Yu Gothic"/>
                <a:ea typeface="Yu Gothic"/>
                <a:cs typeface="Yu Gothic"/>
              </a:defRPr>
            </a:lvl1pPr>
            <a:lvl2pPr algn="l">
              <a:buNone/>
              <a:defRPr sz="2625" b="0">
                <a:solidFill>
                  <a:srgbClr val="253C4D"/>
                </a:solidFill>
                <a:latin typeface="Yu Gothic"/>
                <a:ea typeface="Yu Gothic"/>
                <a:cs typeface="Yu Gothic"/>
              </a:defRPr>
            </a:lvl2pPr>
            <a:lvl3pPr algn="l">
              <a:buNone/>
              <a:defRPr sz="2625" b="0">
                <a:solidFill>
                  <a:srgbClr val="253C4D"/>
                </a:solidFill>
                <a:latin typeface="Yu Gothic"/>
                <a:ea typeface="Yu Gothic"/>
                <a:cs typeface="Yu Gothic"/>
              </a:defRPr>
            </a:lvl3pPr>
            <a:lvl4pPr algn="l">
              <a:buNone/>
              <a:defRPr sz="2625" b="0">
                <a:solidFill>
                  <a:srgbClr val="253C4D"/>
                </a:solidFill>
                <a:latin typeface="Yu Gothic"/>
                <a:ea typeface="Yu Gothic"/>
                <a:cs typeface="Yu Gothic"/>
              </a:defRPr>
            </a:lvl4pPr>
            <a:lvl5pPr algn="l">
              <a:buNone/>
              <a:defRPr sz="2625" b="0">
                <a:solidFill>
                  <a:srgbClr val="253C4D"/>
                </a:solidFill>
                <a:latin typeface="Yu Gothic"/>
                <a:ea typeface="Yu Gothic"/>
                <a:cs typeface="Yu Gothic"/>
              </a:defRPr>
            </a:lvl5pPr>
            <a:lvl6pPr algn="l">
              <a:buNone/>
              <a:defRPr sz="2625" b="0">
                <a:solidFill>
                  <a:srgbClr val="253C4D"/>
                </a:solidFill>
                <a:latin typeface="Yu Gothic"/>
                <a:ea typeface="Yu Gothic"/>
                <a:cs typeface="Yu Gothic"/>
              </a:defRPr>
            </a:lvl6pPr>
            <a:lvl7pPr algn="l">
              <a:buNone/>
              <a:defRPr sz="2625" b="0">
                <a:solidFill>
                  <a:srgbClr val="253C4D"/>
                </a:solidFill>
                <a:latin typeface="Yu Gothic"/>
                <a:ea typeface="Yu Gothic"/>
                <a:cs typeface="Yu Gothic"/>
              </a:defRPr>
            </a:lvl7pPr>
            <a:lvl8pPr algn="l">
              <a:buNone/>
              <a:defRPr sz="2625" b="0">
                <a:solidFill>
                  <a:srgbClr val="253C4D"/>
                </a:solidFill>
                <a:latin typeface="Yu Gothic"/>
                <a:ea typeface="Yu Gothic"/>
                <a:cs typeface="Yu Gothic"/>
              </a:defRPr>
            </a:lvl8pPr>
            <a:lvl9pPr algn="l">
              <a:buNone/>
              <a:defRPr sz="2625" b="0">
                <a:solidFill>
                  <a:srgbClr val="253C4D"/>
                </a:solidFill>
                <a:latin typeface="Yu Gothic"/>
                <a:ea typeface="Yu Gothic"/>
                <a:cs typeface="Yu Gothic"/>
              </a:defRPr>
            </a:lvl9pPr>
          </a:lstStyle>
          <a:p xmlns:a="http://schemas.openxmlformats.org/drawingml/2006/main">
            <a:pPr algn="l">
              <a:buNone/>
              <a:defRPr sz="2625" b="0">
                <a:solidFill>
                  <a:srgbClr val="253C4D"/>
                </a:solidFill>
                <a:latin typeface="Yu Gothic"/>
                <a:ea typeface="Yu Gothic"/>
                <a:cs typeface="Yu Gothic"/>
              </a:defRPr>
            </a:pPr>
            <a:r>
              <a:rPr sz="2625" b="0">
                <a:solidFill>
                  <a:srgbClr val="253C4D"/>
                </a:solidFill>
                <a:latin typeface="Yu Gothic"/>
                <a:ea typeface="Yu Gothic"/>
                <a:cs typeface="Yu Gothic"/>
              </a:rPr>
              <a:t>c　12 MB × 8 bit/B = 96 Mbit</a:t>
            </a:r>
          </a:p>
        </p:txBody>
      </p:sp>
      <p:sp>
        <p:nvSpPr>
          <p:cNvPr id="8" name="text-7">
            <a:extLst xmlns:a="http://schemas.openxmlformats.org/drawingml/2006/main">
              <a:ext uri="{FF2B5EF4-FFF2-40B4-BE49-F238E27FC236}">
                <a16:creationId xmlns:a16="http://schemas.microsoft.com/office/drawing/2014/main" id="{7415ABBF-3118-4DD1-BCFE-BE2D89D71678}"/>
              </a:ext>
            </a:extLst>
          </p:cNvPr>
          <p:cNvSpPr>
            <a:spLocks xmlns:a="http://schemas.openxmlformats.org/drawingml/2006/main" noGrp="1"/>
          </p:cNvSpPr>
          <p:nvPr/>
        </p:nvSpPr>
        <p:spPr>
          <a:xfrm xmlns:a="http://schemas.openxmlformats.org/drawingml/2006/main">
            <a:off x="685800" y="450532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253C4D"/>
                </a:solidFill>
                <a:latin typeface="Yu Gothic"/>
                <a:ea typeface="Yu Gothic"/>
                <a:cs typeface="Yu Gothic"/>
              </a:defRPr>
            </a:defPPr>
            <a:lvl1pPr algn="l">
              <a:buNone/>
              <a:defRPr sz="2625" b="0">
                <a:solidFill>
                  <a:srgbClr val="253C4D"/>
                </a:solidFill>
                <a:latin typeface="Yu Gothic"/>
                <a:ea typeface="Yu Gothic"/>
                <a:cs typeface="Yu Gothic"/>
              </a:defRPr>
            </a:lvl1pPr>
            <a:lvl2pPr algn="l">
              <a:buNone/>
              <a:defRPr sz="2625" b="0">
                <a:solidFill>
                  <a:srgbClr val="253C4D"/>
                </a:solidFill>
                <a:latin typeface="Yu Gothic"/>
                <a:ea typeface="Yu Gothic"/>
                <a:cs typeface="Yu Gothic"/>
              </a:defRPr>
            </a:lvl2pPr>
            <a:lvl3pPr algn="l">
              <a:buNone/>
              <a:defRPr sz="2625" b="0">
                <a:solidFill>
                  <a:srgbClr val="253C4D"/>
                </a:solidFill>
                <a:latin typeface="Yu Gothic"/>
                <a:ea typeface="Yu Gothic"/>
                <a:cs typeface="Yu Gothic"/>
              </a:defRPr>
            </a:lvl3pPr>
            <a:lvl4pPr algn="l">
              <a:buNone/>
              <a:defRPr sz="2625" b="0">
                <a:solidFill>
                  <a:srgbClr val="253C4D"/>
                </a:solidFill>
                <a:latin typeface="Yu Gothic"/>
                <a:ea typeface="Yu Gothic"/>
                <a:cs typeface="Yu Gothic"/>
              </a:defRPr>
            </a:lvl4pPr>
            <a:lvl5pPr algn="l">
              <a:buNone/>
              <a:defRPr sz="2625" b="0">
                <a:solidFill>
                  <a:srgbClr val="253C4D"/>
                </a:solidFill>
                <a:latin typeface="Yu Gothic"/>
                <a:ea typeface="Yu Gothic"/>
                <a:cs typeface="Yu Gothic"/>
              </a:defRPr>
            </a:lvl5pPr>
            <a:lvl6pPr algn="l">
              <a:buNone/>
              <a:defRPr sz="2625" b="0">
                <a:solidFill>
                  <a:srgbClr val="253C4D"/>
                </a:solidFill>
                <a:latin typeface="Yu Gothic"/>
                <a:ea typeface="Yu Gothic"/>
                <a:cs typeface="Yu Gothic"/>
              </a:defRPr>
            </a:lvl6pPr>
            <a:lvl7pPr algn="l">
              <a:buNone/>
              <a:defRPr sz="2625" b="0">
                <a:solidFill>
                  <a:srgbClr val="253C4D"/>
                </a:solidFill>
                <a:latin typeface="Yu Gothic"/>
                <a:ea typeface="Yu Gothic"/>
                <a:cs typeface="Yu Gothic"/>
              </a:defRPr>
            </a:lvl7pPr>
            <a:lvl8pPr algn="l">
              <a:buNone/>
              <a:defRPr sz="2625" b="0">
                <a:solidFill>
                  <a:srgbClr val="253C4D"/>
                </a:solidFill>
                <a:latin typeface="Yu Gothic"/>
                <a:ea typeface="Yu Gothic"/>
                <a:cs typeface="Yu Gothic"/>
              </a:defRPr>
            </a:lvl8pPr>
            <a:lvl9pPr algn="l">
              <a:buNone/>
              <a:defRPr sz="2625" b="0">
                <a:solidFill>
                  <a:srgbClr val="253C4D"/>
                </a:solidFill>
                <a:latin typeface="Yu Gothic"/>
                <a:ea typeface="Yu Gothic"/>
                <a:cs typeface="Yu Gothic"/>
              </a:defRPr>
            </a:lvl9pPr>
          </a:lstStyle>
          <a:p xmlns:a="http://schemas.openxmlformats.org/drawingml/2006/main">
            <a:pPr algn="l">
              <a:buNone/>
              <a:defRPr sz="2625" b="0">
                <a:solidFill>
                  <a:srgbClr val="253C4D"/>
                </a:solidFill>
                <a:latin typeface="Yu Gothic"/>
                <a:ea typeface="Yu Gothic"/>
                <a:cs typeface="Yu Gothic"/>
              </a:defRPr>
            </a:pPr>
            <a:r>
              <a:rPr sz="2625" b="0">
                <a:solidFill>
                  <a:srgbClr val="253C4D"/>
                </a:solidFill>
                <a:latin typeface="Yu Gothic"/>
                <a:ea typeface="Yu Gothic"/>
                <a:cs typeface="Yu Gothic"/>
              </a:rPr>
              <a:t>d　96 Mbit ÷ 24 Mbit/s = 4 s</a:t>
            </a:r>
          </a:p>
        </p:txBody>
      </p:sp>
      <p:sp>
        <p:nvSpPr>
          <p:cNvPr id="9" name="text-8">
            <a:extLst xmlns:a="http://schemas.openxmlformats.org/drawingml/2006/main">
              <a:ext uri="{FF2B5EF4-FFF2-40B4-BE49-F238E27FC236}">
                <a16:creationId xmlns:a16="http://schemas.microsoft.com/office/drawing/2014/main" id="{391FC941-CB19-4F76-A0F3-7CCBCBB4805F}"/>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8364F"/>
                </a:solidFill>
                <a:latin typeface="Yu Gothic"/>
                <a:ea typeface="Yu Gothic"/>
                <a:cs typeface="Yu Gothic"/>
              </a:defRPr>
            </a:defPPr>
            <a:lvl1pPr algn="l">
              <a:buNone/>
              <a:defRPr sz="1875" b="0">
                <a:solidFill>
                  <a:srgbClr val="18364F"/>
                </a:solidFill>
                <a:latin typeface="Yu Gothic"/>
                <a:ea typeface="Yu Gothic"/>
                <a:cs typeface="Yu Gothic"/>
              </a:defRPr>
            </a:lvl1pPr>
            <a:lvl2pPr algn="l">
              <a:buNone/>
              <a:defRPr sz="1875" b="0">
                <a:solidFill>
                  <a:srgbClr val="18364F"/>
                </a:solidFill>
                <a:latin typeface="Yu Gothic"/>
                <a:ea typeface="Yu Gothic"/>
                <a:cs typeface="Yu Gothic"/>
              </a:defRPr>
            </a:lvl2pPr>
            <a:lvl3pPr algn="l">
              <a:buNone/>
              <a:defRPr sz="1875" b="0">
                <a:solidFill>
                  <a:srgbClr val="18364F"/>
                </a:solidFill>
                <a:latin typeface="Yu Gothic"/>
                <a:ea typeface="Yu Gothic"/>
                <a:cs typeface="Yu Gothic"/>
              </a:defRPr>
            </a:lvl3pPr>
            <a:lvl4pPr algn="l">
              <a:buNone/>
              <a:defRPr sz="1875" b="0">
                <a:solidFill>
                  <a:srgbClr val="18364F"/>
                </a:solidFill>
                <a:latin typeface="Yu Gothic"/>
                <a:ea typeface="Yu Gothic"/>
                <a:cs typeface="Yu Gothic"/>
              </a:defRPr>
            </a:lvl4pPr>
            <a:lvl5pPr algn="l">
              <a:buNone/>
              <a:defRPr sz="1875" b="0">
                <a:solidFill>
                  <a:srgbClr val="18364F"/>
                </a:solidFill>
                <a:latin typeface="Yu Gothic"/>
                <a:ea typeface="Yu Gothic"/>
                <a:cs typeface="Yu Gothic"/>
              </a:defRPr>
            </a:lvl5pPr>
            <a:lvl6pPr algn="l">
              <a:buNone/>
              <a:defRPr sz="1875" b="0">
                <a:solidFill>
                  <a:srgbClr val="18364F"/>
                </a:solidFill>
                <a:latin typeface="Yu Gothic"/>
                <a:ea typeface="Yu Gothic"/>
                <a:cs typeface="Yu Gothic"/>
              </a:defRPr>
            </a:lvl6pPr>
            <a:lvl7pPr algn="l">
              <a:buNone/>
              <a:defRPr sz="1875" b="0">
                <a:solidFill>
                  <a:srgbClr val="18364F"/>
                </a:solidFill>
                <a:latin typeface="Yu Gothic"/>
                <a:ea typeface="Yu Gothic"/>
                <a:cs typeface="Yu Gothic"/>
              </a:defRPr>
            </a:lvl7pPr>
            <a:lvl8pPr algn="l">
              <a:buNone/>
              <a:defRPr sz="1875" b="0">
                <a:solidFill>
                  <a:srgbClr val="18364F"/>
                </a:solidFill>
                <a:latin typeface="Yu Gothic"/>
                <a:ea typeface="Yu Gothic"/>
                <a:cs typeface="Yu Gothic"/>
              </a:defRPr>
            </a:lvl8pPr>
            <a:lvl9pPr algn="l">
              <a:buNone/>
              <a:defRPr sz="1875" b="0">
                <a:solidFill>
                  <a:srgbClr val="18364F"/>
                </a:solidFill>
                <a:latin typeface="Yu Gothic"/>
                <a:ea typeface="Yu Gothic"/>
                <a:cs typeface="Yu Gothic"/>
              </a:defRPr>
            </a:lvl9pPr>
          </a:lstStyle>
          <a:p xmlns:a="http://schemas.openxmlformats.org/drawingml/2006/main">
            <a:pPr algn="l">
              <a:buNone/>
              <a:defRPr sz="1875" b="0">
                <a:solidFill>
                  <a:srgbClr val="18364F"/>
                </a:solidFill>
                <a:latin typeface="Yu Gothic"/>
                <a:ea typeface="Yu Gothic"/>
                <a:cs typeface="Yu Gothic"/>
              </a:defRPr>
            </a:pPr>
            <a:r>
              <a:rPr sz="1875" b="0">
                <a:solidFill>
                  <a:srgbClr val="18364F"/>
                </a:solidFill>
                <a:latin typeface="Yu Gothic"/>
                <a:ea typeface="Yu Gothic"/>
                <a:cs typeface="Yu Gothic"/>
              </a:rPr>
              <a:t>SI接頭語は10の累乗。B と bit の違いも確かめる</a:t>
            </a:r>
          </a:p>
        </p:txBody>
      </p:sp>
    </p:spTree>
    <p:extLst>
      <p:ext uri="{BB962C8B-B14F-4D97-AF65-F5344CB8AC3E}">
        <p14:creationId xmlns:p14="http://schemas.microsoft.com/office/powerpoint/2010/main" val="64335744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BF95145E-4BC0-484F-95E2-C3F067BA341F}"/>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演習2　測定値から応力とひずみ</a:t>
            </a:r>
          </a:p>
        </p:txBody>
      </p:sp>
      <p:cxnSp>
        <p:nvCxnSpPr>
          <p:cNvPr id="2" name="">
            <a:extLst xmlns:a="http://schemas.openxmlformats.org/drawingml/2006/main">
              <a:ext uri="{FF2B5EF4-FFF2-40B4-BE49-F238E27FC236}">
                <a16:creationId xmlns:a16="http://schemas.microsoft.com/office/drawing/2014/main" id="{0881B974-6BA4-4FA7-A4F2-79BD8EE2E3C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77E784B5-7492-464E-A10A-8BA7180E6B1F}"/>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BB4EA65C-1B87-4537-B6D5-EA2A1CF21B2A}"/>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35 / 57</a:t>
            </a:r>
          </a:p>
        </p:txBody>
      </p:sp>
      <p:sp>
        <p:nvSpPr>
          <p:cNvPr id="5" name="text-4">
            <a:extLst xmlns:a="http://schemas.openxmlformats.org/drawingml/2006/main">
              <a:ext uri="{FF2B5EF4-FFF2-40B4-BE49-F238E27FC236}">
                <a16:creationId xmlns:a16="http://schemas.microsoft.com/office/drawing/2014/main" id="{F29C3F7B-E199-46C1-923B-370D081DBDD2}"/>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F = 2,060 N　　A₀ = 20 mm²</a:t>
            </a:r>
          </a:p>
        </p:txBody>
      </p:sp>
      <p:sp>
        <p:nvSpPr>
          <p:cNvPr id="6" name="text-5">
            <a:extLst xmlns:a="http://schemas.openxmlformats.org/drawingml/2006/main">
              <a:ext uri="{FF2B5EF4-FFF2-40B4-BE49-F238E27FC236}">
                <a16:creationId xmlns:a16="http://schemas.microsoft.com/office/drawing/2014/main" id="{401242FF-4373-4FCD-A774-35091EE5B29C}"/>
              </a:ext>
            </a:extLst>
          </p:cNvPr>
          <p:cNvSpPr>
            <a:spLocks xmlns:a="http://schemas.openxmlformats.org/drawingml/2006/main" noGrp="1"/>
          </p:cNvSpPr>
          <p:nvPr/>
        </p:nvSpPr>
        <p:spPr>
          <a:xfrm xmlns:a="http://schemas.openxmlformats.org/drawingml/2006/main">
            <a:off x="685800" y="27241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253C4D"/>
                </a:solidFill>
                <a:latin typeface="Yu Gothic"/>
                <a:ea typeface="Yu Gothic"/>
                <a:cs typeface="Yu Gothic"/>
              </a:defRPr>
            </a:defPPr>
            <a:lvl1pPr algn="l">
              <a:buNone/>
              <a:defRPr sz="2625" b="0">
                <a:solidFill>
                  <a:srgbClr val="253C4D"/>
                </a:solidFill>
                <a:latin typeface="Yu Gothic"/>
                <a:ea typeface="Yu Gothic"/>
                <a:cs typeface="Yu Gothic"/>
              </a:defRPr>
            </a:lvl1pPr>
            <a:lvl2pPr algn="l">
              <a:buNone/>
              <a:defRPr sz="2625" b="0">
                <a:solidFill>
                  <a:srgbClr val="253C4D"/>
                </a:solidFill>
                <a:latin typeface="Yu Gothic"/>
                <a:ea typeface="Yu Gothic"/>
                <a:cs typeface="Yu Gothic"/>
              </a:defRPr>
            </a:lvl2pPr>
            <a:lvl3pPr algn="l">
              <a:buNone/>
              <a:defRPr sz="2625" b="0">
                <a:solidFill>
                  <a:srgbClr val="253C4D"/>
                </a:solidFill>
                <a:latin typeface="Yu Gothic"/>
                <a:ea typeface="Yu Gothic"/>
                <a:cs typeface="Yu Gothic"/>
              </a:defRPr>
            </a:lvl3pPr>
            <a:lvl4pPr algn="l">
              <a:buNone/>
              <a:defRPr sz="2625" b="0">
                <a:solidFill>
                  <a:srgbClr val="253C4D"/>
                </a:solidFill>
                <a:latin typeface="Yu Gothic"/>
                <a:ea typeface="Yu Gothic"/>
                <a:cs typeface="Yu Gothic"/>
              </a:defRPr>
            </a:lvl4pPr>
            <a:lvl5pPr algn="l">
              <a:buNone/>
              <a:defRPr sz="2625" b="0">
                <a:solidFill>
                  <a:srgbClr val="253C4D"/>
                </a:solidFill>
                <a:latin typeface="Yu Gothic"/>
                <a:ea typeface="Yu Gothic"/>
                <a:cs typeface="Yu Gothic"/>
              </a:defRPr>
            </a:lvl5pPr>
            <a:lvl6pPr algn="l">
              <a:buNone/>
              <a:defRPr sz="2625" b="0">
                <a:solidFill>
                  <a:srgbClr val="253C4D"/>
                </a:solidFill>
                <a:latin typeface="Yu Gothic"/>
                <a:ea typeface="Yu Gothic"/>
                <a:cs typeface="Yu Gothic"/>
              </a:defRPr>
            </a:lvl6pPr>
            <a:lvl7pPr algn="l">
              <a:buNone/>
              <a:defRPr sz="2625" b="0">
                <a:solidFill>
                  <a:srgbClr val="253C4D"/>
                </a:solidFill>
                <a:latin typeface="Yu Gothic"/>
                <a:ea typeface="Yu Gothic"/>
                <a:cs typeface="Yu Gothic"/>
              </a:defRPr>
            </a:lvl7pPr>
            <a:lvl8pPr algn="l">
              <a:buNone/>
              <a:defRPr sz="2625" b="0">
                <a:solidFill>
                  <a:srgbClr val="253C4D"/>
                </a:solidFill>
                <a:latin typeface="Yu Gothic"/>
                <a:ea typeface="Yu Gothic"/>
                <a:cs typeface="Yu Gothic"/>
              </a:defRPr>
            </a:lvl8pPr>
            <a:lvl9pPr algn="l">
              <a:buNone/>
              <a:defRPr sz="2625" b="0">
                <a:solidFill>
                  <a:srgbClr val="253C4D"/>
                </a:solidFill>
                <a:latin typeface="Yu Gothic"/>
                <a:ea typeface="Yu Gothic"/>
                <a:cs typeface="Yu Gothic"/>
              </a:defRPr>
            </a:lvl9pPr>
          </a:lstStyle>
          <a:p xmlns:a="http://schemas.openxmlformats.org/drawingml/2006/main">
            <a:pPr algn="l">
              <a:buNone/>
              <a:defRPr sz="2625" b="0">
                <a:solidFill>
                  <a:srgbClr val="253C4D"/>
                </a:solidFill>
                <a:latin typeface="Yu Gothic"/>
                <a:ea typeface="Yu Gothic"/>
                <a:cs typeface="Yu Gothic"/>
              </a:defRPr>
            </a:pPr>
            <a:r>
              <a:rPr sz="2625" b="0">
                <a:solidFill>
                  <a:srgbClr val="253C4D"/>
                </a:solidFill>
                <a:latin typeface="Yu Gothic"/>
                <a:ea typeface="Yu Gothic"/>
                <a:cs typeface="Yu Gothic"/>
              </a:rPr>
              <a:t>L₀ = 1,000 mm　　測った伸び ΔL = 0.500 mm</a:t>
            </a:r>
          </a:p>
        </p:txBody>
      </p:sp>
      <p:sp>
        <p:nvSpPr>
          <p:cNvPr id="7" name="text-6">
            <a:extLst xmlns:a="http://schemas.openxmlformats.org/drawingml/2006/main">
              <a:ext uri="{FF2B5EF4-FFF2-40B4-BE49-F238E27FC236}">
                <a16:creationId xmlns:a16="http://schemas.microsoft.com/office/drawing/2014/main" id="{CA564294-35C4-479C-B2D1-86FCBC0243B0}"/>
              </a:ext>
            </a:extLst>
          </p:cNvPr>
          <p:cNvSpPr>
            <a:spLocks xmlns:a="http://schemas.openxmlformats.org/drawingml/2006/main" noGrp="1"/>
          </p:cNvSpPr>
          <p:nvPr/>
        </p:nvSpPr>
        <p:spPr>
          <a:xfrm xmlns:a="http://schemas.openxmlformats.org/drawingml/2006/main">
            <a:off x="685800" y="39052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a　平均垂直応力 σ を求める</a:t>
            </a:r>
          </a:p>
        </p:txBody>
      </p:sp>
      <p:sp>
        <p:nvSpPr>
          <p:cNvPr id="8" name="text-7">
            <a:extLst xmlns:a="http://schemas.openxmlformats.org/drawingml/2006/main">
              <a:ext uri="{FF2B5EF4-FFF2-40B4-BE49-F238E27FC236}">
                <a16:creationId xmlns:a16="http://schemas.microsoft.com/office/drawing/2014/main" id="{2C813B4E-6268-41FD-89D6-7316EF02AE35}"/>
              </a:ext>
            </a:extLst>
          </p:cNvPr>
          <p:cNvSpPr>
            <a:spLocks xmlns:a="http://schemas.openxmlformats.org/drawingml/2006/main" noGrp="1"/>
          </p:cNvSpPr>
          <p:nvPr/>
        </p:nvSpPr>
        <p:spPr>
          <a:xfrm xmlns:a="http://schemas.openxmlformats.org/drawingml/2006/main">
            <a:off x="685800" y="47339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b　ひずみ ε を比と % で表す</a:t>
            </a:r>
          </a:p>
        </p:txBody>
      </p:sp>
      <p:sp>
        <p:nvSpPr>
          <p:cNvPr id="9" name="text-8">
            <a:extLst xmlns:a="http://schemas.openxmlformats.org/drawingml/2006/main">
              <a:ext uri="{FF2B5EF4-FFF2-40B4-BE49-F238E27FC236}">
                <a16:creationId xmlns:a16="http://schemas.microsoft.com/office/drawing/2014/main" id="{674AD574-FEF3-497C-9376-39953530BCB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定義式で計算する（授業用の仮想測定データ）</a:t>
            </a:r>
          </a:p>
        </p:txBody>
      </p:sp>
    </p:spTree>
    <p:extLst>
      <p:ext uri="{BB962C8B-B14F-4D97-AF65-F5344CB8AC3E}">
        <p14:creationId xmlns:p14="http://schemas.microsoft.com/office/powerpoint/2010/main" val="49211044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859D459-2D6D-4E85-BD79-35CE21376BF8}"/>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演習2の解答</a:t>
            </a:r>
          </a:p>
        </p:txBody>
      </p:sp>
      <p:cxnSp>
        <p:nvCxnSpPr>
          <p:cNvPr id="2" name="">
            <a:extLst xmlns:a="http://schemas.openxmlformats.org/drawingml/2006/main">
              <a:ext uri="{FF2B5EF4-FFF2-40B4-BE49-F238E27FC236}">
                <a16:creationId xmlns:a16="http://schemas.microsoft.com/office/drawing/2014/main" id="{CFFF77DB-F0FA-478A-8B50-008D9CD37F9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2F9F4CF3-B8C6-4AF9-88C5-C16406DB60CA}"/>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25B1629E-F3A0-4221-992C-3B39CDD0C122}"/>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36 / 57</a:t>
            </a:r>
          </a:p>
        </p:txBody>
      </p:sp>
      <p:sp>
        <p:nvSpPr>
          <p:cNvPr id="5" name="text-4">
            <a:extLst xmlns:a="http://schemas.openxmlformats.org/drawingml/2006/main">
              <a:ext uri="{FF2B5EF4-FFF2-40B4-BE49-F238E27FC236}">
                <a16:creationId xmlns:a16="http://schemas.microsoft.com/office/drawing/2014/main" id="{8195A8C1-0A41-4130-9561-463AB42CCB3C}"/>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σ = 2,060/20 = 103 MPa</a:t>
            </a:r>
          </a:p>
        </p:txBody>
      </p:sp>
      <p:sp>
        <p:nvSpPr>
          <p:cNvPr id="6" name="text-5">
            <a:extLst xmlns:a="http://schemas.openxmlformats.org/drawingml/2006/main">
              <a:ext uri="{FF2B5EF4-FFF2-40B4-BE49-F238E27FC236}">
                <a16:creationId xmlns:a16="http://schemas.microsoft.com/office/drawing/2014/main" id="{BADB2B71-D79E-4B0D-A8CE-1D94700A3915}"/>
              </a:ext>
            </a:extLst>
          </p:cNvPr>
          <p:cNvSpPr>
            <a:spLocks xmlns:a="http://schemas.openxmlformats.org/drawingml/2006/main" noGrp="1"/>
          </p:cNvSpPr>
          <p:nvPr/>
        </p:nvSpPr>
        <p:spPr>
          <a:xfrm xmlns:a="http://schemas.openxmlformats.org/drawingml/2006/main">
            <a:off x="685800" y="2800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8364F"/>
                </a:solidFill>
                <a:latin typeface="Yu Gothic"/>
                <a:ea typeface="Yu Gothic"/>
                <a:cs typeface="Yu Gothic"/>
              </a:defRPr>
            </a:defPPr>
            <a:lvl1pPr algn="l">
              <a:buNone/>
              <a:defRPr sz="3450" b="1">
                <a:solidFill>
                  <a:srgbClr val="18364F"/>
                </a:solidFill>
                <a:latin typeface="Yu Gothic"/>
                <a:ea typeface="Yu Gothic"/>
                <a:cs typeface="Yu Gothic"/>
              </a:defRPr>
            </a:lvl1pPr>
            <a:lvl2pPr algn="l">
              <a:buNone/>
              <a:defRPr sz="3450" b="1">
                <a:solidFill>
                  <a:srgbClr val="18364F"/>
                </a:solidFill>
                <a:latin typeface="Yu Gothic"/>
                <a:ea typeface="Yu Gothic"/>
                <a:cs typeface="Yu Gothic"/>
              </a:defRPr>
            </a:lvl2pPr>
            <a:lvl3pPr algn="l">
              <a:buNone/>
              <a:defRPr sz="3450" b="1">
                <a:solidFill>
                  <a:srgbClr val="18364F"/>
                </a:solidFill>
                <a:latin typeface="Yu Gothic"/>
                <a:ea typeface="Yu Gothic"/>
                <a:cs typeface="Yu Gothic"/>
              </a:defRPr>
            </a:lvl3pPr>
            <a:lvl4pPr algn="l">
              <a:buNone/>
              <a:defRPr sz="3450" b="1">
                <a:solidFill>
                  <a:srgbClr val="18364F"/>
                </a:solidFill>
                <a:latin typeface="Yu Gothic"/>
                <a:ea typeface="Yu Gothic"/>
                <a:cs typeface="Yu Gothic"/>
              </a:defRPr>
            </a:lvl4pPr>
            <a:lvl5pPr algn="l">
              <a:buNone/>
              <a:defRPr sz="3450" b="1">
                <a:solidFill>
                  <a:srgbClr val="18364F"/>
                </a:solidFill>
                <a:latin typeface="Yu Gothic"/>
                <a:ea typeface="Yu Gothic"/>
                <a:cs typeface="Yu Gothic"/>
              </a:defRPr>
            </a:lvl5pPr>
            <a:lvl6pPr algn="l">
              <a:buNone/>
              <a:defRPr sz="3450" b="1">
                <a:solidFill>
                  <a:srgbClr val="18364F"/>
                </a:solidFill>
                <a:latin typeface="Yu Gothic"/>
                <a:ea typeface="Yu Gothic"/>
                <a:cs typeface="Yu Gothic"/>
              </a:defRPr>
            </a:lvl6pPr>
            <a:lvl7pPr algn="l">
              <a:buNone/>
              <a:defRPr sz="3450" b="1">
                <a:solidFill>
                  <a:srgbClr val="18364F"/>
                </a:solidFill>
                <a:latin typeface="Yu Gothic"/>
                <a:ea typeface="Yu Gothic"/>
                <a:cs typeface="Yu Gothic"/>
              </a:defRPr>
            </a:lvl7pPr>
            <a:lvl8pPr algn="l">
              <a:buNone/>
              <a:defRPr sz="3450" b="1">
                <a:solidFill>
                  <a:srgbClr val="18364F"/>
                </a:solidFill>
                <a:latin typeface="Yu Gothic"/>
                <a:ea typeface="Yu Gothic"/>
                <a:cs typeface="Yu Gothic"/>
              </a:defRPr>
            </a:lvl8pPr>
            <a:lvl9pPr algn="l">
              <a:buNone/>
              <a:defRPr sz="3450" b="1">
                <a:solidFill>
                  <a:srgbClr val="18364F"/>
                </a:solidFill>
                <a:latin typeface="Yu Gothic"/>
                <a:ea typeface="Yu Gothic"/>
                <a:cs typeface="Yu Gothic"/>
              </a:defRPr>
            </a:lvl9pPr>
          </a:lstStyle>
          <a:p xmlns:a="http://schemas.openxmlformats.org/drawingml/2006/main">
            <a:pPr algn="l">
              <a:buNone/>
              <a:defRPr sz="3450" b="1">
                <a:solidFill>
                  <a:srgbClr val="18364F"/>
                </a:solidFill>
                <a:latin typeface="Yu Gothic"/>
                <a:ea typeface="Yu Gothic"/>
                <a:cs typeface="Yu Gothic"/>
              </a:defRPr>
            </a:pPr>
            <a:r>
              <a:rPr sz="3450" b="1">
                <a:solidFill>
                  <a:srgbClr val="18364F"/>
                </a:solidFill>
                <a:latin typeface="Yu Gothic"/>
                <a:ea typeface="Yu Gothic"/>
                <a:cs typeface="Yu Gothic"/>
              </a:rPr>
              <a:t>ε = 0.500/1,000 = 5.00×10⁻⁴</a:t>
            </a:r>
          </a:p>
        </p:txBody>
      </p:sp>
      <p:sp>
        <p:nvSpPr>
          <p:cNvPr id="7" name="text-6">
            <a:extLst xmlns:a="http://schemas.openxmlformats.org/drawingml/2006/main">
              <a:ext uri="{FF2B5EF4-FFF2-40B4-BE49-F238E27FC236}">
                <a16:creationId xmlns:a16="http://schemas.microsoft.com/office/drawing/2014/main" id="{763CF259-D78E-4362-B43F-9C4C996CF0CA}"/>
              </a:ext>
            </a:extLst>
          </p:cNvPr>
          <p:cNvSpPr>
            <a:spLocks xmlns:a="http://schemas.openxmlformats.org/drawingml/2006/main" noGrp="1"/>
          </p:cNvSpPr>
          <p:nvPr/>
        </p:nvSpPr>
        <p:spPr>
          <a:xfrm xmlns:a="http://schemas.openxmlformats.org/drawingml/2006/main">
            <a:off x="685800" y="40005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ε = 0.0500 %</a:t>
            </a:r>
          </a:p>
        </p:txBody>
      </p:sp>
      <p:sp>
        <p:nvSpPr>
          <p:cNvPr id="8" name="text-7">
            <a:extLst xmlns:a="http://schemas.openxmlformats.org/drawingml/2006/main">
              <a:ext uri="{FF2B5EF4-FFF2-40B4-BE49-F238E27FC236}">
                <a16:creationId xmlns:a16="http://schemas.microsoft.com/office/drawing/2014/main" id="{290F2DEC-1EF0-4AA9-8CD5-3990F6400705}"/>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伸び ΔL は mm、ひずみ ε は長さの比</a:t>
            </a:r>
          </a:p>
        </p:txBody>
      </p:sp>
    </p:spTree>
    <p:extLst>
      <p:ext uri="{BB962C8B-B14F-4D97-AF65-F5344CB8AC3E}">
        <p14:creationId xmlns:p14="http://schemas.microsoft.com/office/powerpoint/2010/main" val="48141195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4490F3-8DFC-40BF-ABED-0753B4C1E10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17FE602A-07F4-4EEF-9C4A-06325490DB5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2AACD7B-A755-4D68-B3F5-79E06D37FF1B}"/>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6051A6D8-08AC-4883-8275-9AC90FF17A7A}"/>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5CD79526-E9E5-439E-ADD3-C27B1A2B0CB1}"/>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再開後：演習3　E から伸びを予測</a:t>
            </a:r>
          </a:p>
        </p:txBody>
      </p:sp>
      <p:sp>
        <p:nvSpPr>
          <p:cNvPr id="6" name="">
            <a:extLst xmlns:a="http://schemas.openxmlformats.org/drawingml/2006/main">
              <a:ext uri="{FF2B5EF4-FFF2-40B4-BE49-F238E27FC236}">
                <a16:creationId xmlns:a16="http://schemas.microsoft.com/office/drawing/2014/main" id="{F21A9FCE-A058-48A5-AD78-F7D1C9CB039B}"/>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073FD4EF-7BE2-461F-A453-C209BE8BA3D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8" name="">
            <a:extLst xmlns:a="http://schemas.openxmlformats.org/drawingml/2006/main">
              <a:ext uri="{FF2B5EF4-FFF2-40B4-BE49-F238E27FC236}">
                <a16:creationId xmlns:a16="http://schemas.microsoft.com/office/drawing/2014/main" id="{9CC8F1FD-B95C-4609-B1D7-EE1E796478F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37 / 57</a:t>
            </a:r>
          </a:p>
        </p:txBody>
      </p:sp>
    </p:spTree>
    <p:extLst>
      <p:ext uri="{BB962C8B-B14F-4D97-AF65-F5344CB8AC3E}">
        <p14:creationId xmlns:p14="http://schemas.microsoft.com/office/powerpoint/2010/main" val="38043988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76CDABA-0BF2-4681-89E9-38A5D6DB4FED}"/>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演習3　E から伸びを予測</a:t>
            </a:r>
          </a:p>
        </p:txBody>
      </p:sp>
      <p:cxnSp>
        <p:nvCxnSpPr>
          <p:cNvPr id="2" name="">
            <a:extLst xmlns:a="http://schemas.openxmlformats.org/drawingml/2006/main">
              <a:ext uri="{FF2B5EF4-FFF2-40B4-BE49-F238E27FC236}">
                <a16:creationId xmlns:a16="http://schemas.microsoft.com/office/drawing/2014/main" id="{A9A44E6E-D6BF-444D-95D9-DCBEC05AD57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2EAD7CC5-8EA0-4AE9-BDB8-9739A1BD59BB}"/>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8D5F9969-5316-4EA4-AC5F-6C44114438D2}"/>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38 / 57</a:t>
            </a:r>
          </a:p>
        </p:txBody>
      </p:sp>
      <p:sp>
        <p:nvSpPr>
          <p:cNvPr id="5" name="text-4">
            <a:extLst xmlns:a="http://schemas.openxmlformats.org/drawingml/2006/main">
              <a:ext uri="{FF2B5EF4-FFF2-40B4-BE49-F238E27FC236}">
                <a16:creationId xmlns:a16="http://schemas.microsoft.com/office/drawing/2014/main" id="{F68D5758-9F30-4110-B1D9-8BC1C304944F}"/>
              </a:ext>
            </a:extLst>
          </p:cNvPr>
          <p:cNvSpPr>
            <a:spLocks xmlns:a="http://schemas.openxmlformats.org/drawingml/2006/main" noGrp="1"/>
          </p:cNvSpPr>
          <p:nvPr/>
        </p:nvSpPr>
        <p:spPr>
          <a:xfrm xmlns:a="http://schemas.openxmlformats.org/drawingml/2006/main">
            <a:off x="685800" y="16668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8364F"/>
                </a:solidFill>
                <a:latin typeface="Yu Gothic"/>
                <a:ea typeface="Yu Gothic"/>
                <a:cs typeface="Yu Gothic"/>
              </a:defRPr>
            </a:defPPr>
            <a:lvl1pPr algn="l">
              <a:buNone/>
              <a:defRPr sz="2550" b="1">
                <a:solidFill>
                  <a:srgbClr val="18364F"/>
                </a:solidFill>
                <a:latin typeface="Yu Gothic"/>
                <a:ea typeface="Yu Gothic"/>
                <a:cs typeface="Yu Gothic"/>
              </a:defRPr>
            </a:lvl1pPr>
            <a:lvl2pPr algn="l">
              <a:buNone/>
              <a:defRPr sz="2550" b="1">
                <a:solidFill>
                  <a:srgbClr val="18364F"/>
                </a:solidFill>
                <a:latin typeface="Yu Gothic"/>
                <a:ea typeface="Yu Gothic"/>
                <a:cs typeface="Yu Gothic"/>
              </a:defRPr>
            </a:lvl2pPr>
            <a:lvl3pPr algn="l">
              <a:buNone/>
              <a:defRPr sz="2550" b="1">
                <a:solidFill>
                  <a:srgbClr val="18364F"/>
                </a:solidFill>
                <a:latin typeface="Yu Gothic"/>
                <a:ea typeface="Yu Gothic"/>
                <a:cs typeface="Yu Gothic"/>
              </a:defRPr>
            </a:lvl3pPr>
            <a:lvl4pPr algn="l">
              <a:buNone/>
              <a:defRPr sz="2550" b="1">
                <a:solidFill>
                  <a:srgbClr val="18364F"/>
                </a:solidFill>
                <a:latin typeface="Yu Gothic"/>
                <a:ea typeface="Yu Gothic"/>
                <a:cs typeface="Yu Gothic"/>
              </a:defRPr>
            </a:lvl4pPr>
            <a:lvl5pPr algn="l">
              <a:buNone/>
              <a:defRPr sz="2550" b="1">
                <a:solidFill>
                  <a:srgbClr val="18364F"/>
                </a:solidFill>
                <a:latin typeface="Yu Gothic"/>
                <a:ea typeface="Yu Gothic"/>
                <a:cs typeface="Yu Gothic"/>
              </a:defRPr>
            </a:lvl5pPr>
            <a:lvl6pPr algn="l">
              <a:buNone/>
              <a:defRPr sz="2550" b="1">
                <a:solidFill>
                  <a:srgbClr val="18364F"/>
                </a:solidFill>
                <a:latin typeface="Yu Gothic"/>
                <a:ea typeface="Yu Gothic"/>
                <a:cs typeface="Yu Gothic"/>
              </a:defRPr>
            </a:lvl6pPr>
            <a:lvl7pPr algn="l">
              <a:buNone/>
              <a:defRPr sz="2550" b="1">
                <a:solidFill>
                  <a:srgbClr val="18364F"/>
                </a:solidFill>
                <a:latin typeface="Yu Gothic"/>
                <a:ea typeface="Yu Gothic"/>
                <a:cs typeface="Yu Gothic"/>
              </a:defRPr>
            </a:lvl7pPr>
            <a:lvl8pPr algn="l">
              <a:buNone/>
              <a:defRPr sz="2550" b="1">
                <a:solidFill>
                  <a:srgbClr val="18364F"/>
                </a:solidFill>
                <a:latin typeface="Yu Gothic"/>
                <a:ea typeface="Yu Gothic"/>
                <a:cs typeface="Yu Gothic"/>
              </a:defRPr>
            </a:lvl8pPr>
            <a:lvl9pPr algn="l">
              <a:buNone/>
              <a:defRPr sz="2550" b="1">
                <a:solidFill>
                  <a:srgbClr val="18364F"/>
                </a:solidFill>
                <a:latin typeface="Yu Gothic"/>
                <a:ea typeface="Yu Gothic"/>
                <a:cs typeface="Yu Gothic"/>
              </a:defRPr>
            </a:lvl9pPr>
          </a:lstStyle>
          <a:p xmlns:a="http://schemas.openxmlformats.org/drawingml/2006/main">
            <a:pPr algn="l">
              <a:buNone/>
              <a:defRPr sz="2550" b="1">
                <a:solidFill>
                  <a:srgbClr val="18364F"/>
                </a:solidFill>
                <a:latin typeface="Yu Gothic"/>
                <a:ea typeface="Yu Gothic"/>
                <a:cs typeface="Yu Gothic"/>
              </a:defRPr>
            </a:pPr>
            <a:r>
              <a:rPr sz="2550" b="1">
                <a:solidFill>
                  <a:srgbClr val="18364F"/>
                </a:solidFill>
                <a:latin typeface="Yu Gothic"/>
                <a:ea typeface="Yu Gothic"/>
                <a:cs typeface="Yu Gothic"/>
              </a:rPr>
              <a:t>F = 1,000 N　　A₀ = 20 mm²　　L₀ = 1,000 mm</a:t>
            </a:r>
          </a:p>
        </p:txBody>
      </p:sp>
      <p:sp>
        <p:nvSpPr>
          <p:cNvPr id="6" name="text-5">
            <a:extLst xmlns:a="http://schemas.openxmlformats.org/drawingml/2006/main">
              <a:ext uri="{FF2B5EF4-FFF2-40B4-BE49-F238E27FC236}">
                <a16:creationId xmlns:a16="http://schemas.microsoft.com/office/drawing/2014/main" id="{62E17EBC-06F7-4C26-93A0-E72AF245A0FE}"/>
              </a:ext>
            </a:extLst>
          </p:cNvPr>
          <p:cNvSpPr>
            <a:spLocks xmlns:a="http://schemas.openxmlformats.org/drawingml/2006/main" noGrp="1"/>
          </p:cNvSpPr>
          <p:nvPr/>
        </p:nvSpPr>
        <p:spPr>
          <a:xfrm xmlns:a="http://schemas.openxmlformats.org/drawingml/2006/main">
            <a:off x="685800" y="27813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825" b="1">
                <a:solidFill>
                  <a:srgbClr val="18364F"/>
                </a:solidFill>
                <a:latin typeface="Yu Gothic"/>
                <a:ea typeface="Yu Gothic"/>
                <a:cs typeface="Yu Gothic"/>
              </a:defRPr>
            </a:defPPr>
            <a:lvl1pPr algn="l">
              <a:buNone/>
              <a:defRPr sz="3825" b="1">
                <a:solidFill>
                  <a:srgbClr val="18364F"/>
                </a:solidFill>
                <a:latin typeface="Yu Gothic"/>
                <a:ea typeface="Yu Gothic"/>
                <a:cs typeface="Yu Gothic"/>
              </a:defRPr>
            </a:lvl1pPr>
            <a:lvl2pPr algn="l">
              <a:buNone/>
              <a:defRPr sz="3825" b="1">
                <a:solidFill>
                  <a:srgbClr val="18364F"/>
                </a:solidFill>
                <a:latin typeface="Yu Gothic"/>
                <a:ea typeface="Yu Gothic"/>
                <a:cs typeface="Yu Gothic"/>
              </a:defRPr>
            </a:lvl2pPr>
            <a:lvl3pPr algn="l">
              <a:buNone/>
              <a:defRPr sz="3825" b="1">
                <a:solidFill>
                  <a:srgbClr val="18364F"/>
                </a:solidFill>
                <a:latin typeface="Yu Gothic"/>
                <a:ea typeface="Yu Gothic"/>
                <a:cs typeface="Yu Gothic"/>
              </a:defRPr>
            </a:lvl3pPr>
            <a:lvl4pPr algn="l">
              <a:buNone/>
              <a:defRPr sz="3825" b="1">
                <a:solidFill>
                  <a:srgbClr val="18364F"/>
                </a:solidFill>
                <a:latin typeface="Yu Gothic"/>
                <a:ea typeface="Yu Gothic"/>
                <a:cs typeface="Yu Gothic"/>
              </a:defRPr>
            </a:lvl4pPr>
            <a:lvl5pPr algn="l">
              <a:buNone/>
              <a:defRPr sz="3825" b="1">
                <a:solidFill>
                  <a:srgbClr val="18364F"/>
                </a:solidFill>
                <a:latin typeface="Yu Gothic"/>
                <a:ea typeface="Yu Gothic"/>
                <a:cs typeface="Yu Gothic"/>
              </a:defRPr>
            </a:lvl5pPr>
            <a:lvl6pPr algn="l">
              <a:buNone/>
              <a:defRPr sz="3825" b="1">
                <a:solidFill>
                  <a:srgbClr val="18364F"/>
                </a:solidFill>
                <a:latin typeface="Yu Gothic"/>
                <a:ea typeface="Yu Gothic"/>
                <a:cs typeface="Yu Gothic"/>
              </a:defRPr>
            </a:lvl6pPr>
            <a:lvl7pPr algn="l">
              <a:buNone/>
              <a:defRPr sz="3825" b="1">
                <a:solidFill>
                  <a:srgbClr val="18364F"/>
                </a:solidFill>
                <a:latin typeface="Yu Gothic"/>
                <a:ea typeface="Yu Gothic"/>
                <a:cs typeface="Yu Gothic"/>
              </a:defRPr>
            </a:lvl7pPr>
            <a:lvl8pPr algn="l">
              <a:buNone/>
              <a:defRPr sz="3825" b="1">
                <a:solidFill>
                  <a:srgbClr val="18364F"/>
                </a:solidFill>
                <a:latin typeface="Yu Gothic"/>
                <a:ea typeface="Yu Gothic"/>
                <a:cs typeface="Yu Gothic"/>
              </a:defRPr>
            </a:lvl8pPr>
            <a:lvl9pPr algn="l">
              <a:buNone/>
              <a:defRPr sz="3825" b="1">
                <a:solidFill>
                  <a:srgbClr val="18364F"/>
                </a:solidFill>
                <a:latin typeface="Yu Gothic"/>
                <a:ea typeface="Yu Gothic"/>
                <a:cs typeface="Yu Gothic"/>
              </a:defRPr>
            </a:lvl9pPr>
          </a:lstStyle>
          <a:p xmlns:a="http://schemas.openxmlformats.org/drawingml/2006/main">
            <a:pPr algn="l">
              <a:buNone/>
              <a:defRPr sz="3825" b="1">
                <a:solidFill>
                  <a:srgbClr val="18364F"/>
                </a:solidFill>
                <a:latin typeface="Yu Gothic"/>
                <a:ea typeface="Yu Gothic"/>
                <a:cs typeface="Yu Gothic"/>
              </a:defRPr>
            </a:pPr>
            <a:r>
              <a:rPr sz="3825" b="1">
                <a:solidFill>
                  <a:srgbClr val="18364F"/>
                </a:solidFill>
                <a:latin typeface="Yu Gothic"/>
                <a:ea typeface="Yu Gothic"/>
                <a:cs typeface="Yu Gothic"/>
              </a:rPr>
              <a:t>E = 206 GPa</a:t>
            </a:r>
          </a:p>
        </p:txBody>
      </p:sp>
      <p:sp>
        <p:nvSpPr>
          <p:cNvPr id="7" name="text-6">
            <a:extLst xmlns:a="http://schemas.openxmlformats.org/drawingml/2006/main">
              <a:ext uri="{FF2B5EF4-FFF2-40B4-BE49-F238E27FC236}">
                <a16:creationId xmlns:a16="http://schemas.microsoft.com/office/drawing/2014/main" id="{71BF5E0E-3892-410C-BCEB-A4E62D5C62DC}"/>
              </a:ext>
            </a:extLst>
          </p:cNvPr>
          <p:cNvSpPr>
            <a:spLocks xmlns:a="http://schemas.openxmlformats.org/drawingml/2006/main" noGrp="1"/>
          </p:cNvSpPr>
          <p:nvPr/>
        </p:nvSpPr>
        <p:spPr>
          <a:xfrm xmlns:a="http://schemas.openxmlformats.org/drawingml/2006/main">
            <a:off x="685800" y="3924300"/>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a　E の単位を MPa にそろえる</a:t>
            </a:r>
          </a:p>
        </p:txBody>
      </p:sp>
      <p:sp>
        <p:nvSpPr>
          <p:cNvPr id="8" name="text-7">
            <a:extLst xmlns:a="http://schemas.openxmlformats.org/drawingml/2006/main">
              <a:ext uri="{FF2B5EF4-FFF2-40B4-BE49-F238E27FC236}">
                <a16:creationId xmlns:a16="http://schemas.microsoft.com/office/drawing/2014/main" id="{8E8FDF74-B8D8-42D8-912B-4A696AD64B45}"/>
              </a:ext>
            </a:extLst>
          </p:cNvPr>
          <p:cNvSpPr>
            <a:spLocks xmlns:a="http://schemas.openxmlformats.org/drawingml/2006/main" noGrp="1"/>
          </p:cNvSpPr>
          <p:nvPr/>
        </p:nvSpPr>
        <p:spPr>
          <a:xfrm xmlns:a="http://schemas.openxmlformats.org/drawingml/2006/main">
            <a:off x="685800" y="473392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b　応力、ひずみ、伸びの順に計算する</a:t>
            </a:r>
          </a:p>
        </p:txBody>
      </p:sp>
      <p:sp>
        <p:nvSpPr>
          <p:cNvPr id="9" name="text-8">
            <a:extLst xmlns:a="http://schemas.openxmlformats.org/drawingml/2006/main">
              <a:ext uri="{FF2B5EF4-FFF2-40B4-BE49-F238E27FC236}">
                <a16:creationId xmlns:a16="http://schemas.microsoft.com/office/drawing/2014/main" id="{9CA9E88D-97D9-4D17-9A8F-4E8135A42B16}"/>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先に予想：演習2より荷重が小さい。伸びはどうなるか</a:t>
            </a:r>
          </a:p>
        </p:txBody>
      </p:sp>
    </p:spTree>
    <p:extLst>
      <p:ext uri="{BB962C8B-B14F-4D97-AF65-F5344CB8AC3E}">
        <p14:creationId xmlns:p14="http://schemas.microsoft.com/office/powerpoint/2010/main" val="82065648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8A2C847-BD24-4845-94DA-E94052E2A049}"/>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演習3の解答</a:t>
            </a:r>
          </a:p>
        </p:txBody>
      </p:sp>
      <p:cxnSp>
        <p:nvCxnSpPr>
          <p:cNvPr id="2" name="">
            <a:extLst xmlns:a="http://schemas.openxmlformats.org/drawingml/2006/main">
              <a:ext uri="{FF2B5EF4-FFF2-40B4-BE49-F238E27FC236}">
                <a16:creationId xmlns:a16="http://schemas.microsoft.com/office/drawing/2014/main" id="{B6851567-93AC-4486-89F1-2E1F5249F99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15E8C013-7BFD-4419-8B21-5F4BAAB07FFC}"/>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DFAB8F7D-4071-4FB6-A3AA-F7AB06842CFA}"/>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39 / 57</a:t>
            </a:r>
          </a:p>
        </p:txBody>
      </p:sp>
      <p:sp>
        <p:nvSpPr>
          <p:cNvPr id="5" name="text-4">
            <a:extLst xmlns:a="http://schemas.openxmlformats.org/drawingml/2006/main">
              <a:ext uri="{FF2B5EF4-FFF2-40B4-BE49-F238E27FC236}">
                <a16:creationId xmlns:a16="http://schemas.microsoft.com/office/drawing/2014/main" id="{93D80B73-DA51-4D39-A086-19C958E64DFA}"/>
              </a:ext>
            </a:extLst>
          </p:cNvPr>
          <p:cNvSpPr>
            <a:spLocks xmlns:a="http://schemas.openxmlformats.org/drawingml/2006/main" noGrp="1"/>
          </p:cNvSpPr>
          <p:nvPr/>
        </p:nvSpPr>
        <p:spPr>
          <a:xfrm xmlns:a="http://schemas.openxmlformats.org/drawingml/2006/main">
            <a:off x="685800" y="16764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253C4D"/>
                </a:solidFill>
                <a:latin typeface="Yu Gothic"/>
                <a:ea typeface="Yu Gothic"/>
                <a:cs typeface="Yu Gothic"/>
              </a:defRPr>
            </a:defPPr>
            <a:lvl1pPr algn="l">
              <a:buNone/>
              <a:defRPr sz="2700" b="0">
                <a:solidFill>
                  <a:srgbClr val="253C4D"/>
                </a:solidFill>
                <a:latin typeface="Yu Gothic"/>
                <a:ea typeface="Yu Gothic"/>
                <a:cs typeface="Yu Gothic"/>
              </a:defRPr>
            </a:lvl1pPr>
            <a:lvl2pPr algn="l">
              <a:buNone/>
              <a:defRPr sz="2700" b="0">
                <a:solidFill>
                  <a:srgbClr val="253C4D"/>
                </a:solidFill>
                <a:latin typeface="Yu Gothic"/>
                <a:ea typeface="Yu Gothic"/>
                <a:cs typeface="Yu Gothic"/>
              </a:defRPr>
            </a:lvl2pPr>
            <a:lvl3pPr algn="l">
              <a:buNone/>
              <a:defRPr sz="2700" b="0">
                <a:solidFill>
                  <a:srgbClr val="253C4D"/>
                </a:solidFill>
                <a:latin typeface="Yu Gothic"/>
                <a:ea typeface="Yu Gothic"/>
                <a:cs typeface="Yu Gothic"/>
              </a:defRPr>
            </a:lvl3pPr>
            <a:lvl4pPr algn="l">
              <a:buNone/>
              <a:defRPr sz="2700" b="0">
                <a:solidFill>
                  <a:srgbClr val="253C4D"/>
                </a:solidFill>
                <a:latin typeface="Yu Gothic"/>
                <a:ea typeface="Yu Gothic"/>
                <a:cs typeface="Yu Gothic"/>
              </a:defRPr>
            </a:lvl4pPr>
            <a:lvl5pPr algn="l">
              <a:buNone/>
              <a:defRPr sz="2700" b="0">
                <a:solidFill>
                  <a:srgbClr val="253C4D"/>
                </a:solidFill>
                <a:latin typeface="Yu Gothic"/>
                <a:ea typeface="Yu Gothic"/>
                <a:cs typeface="Yu Gothic"/>
              </a:defRPr>
            </a:lvl5pPr>
            <a:lvl6pPr algn="l">
              <a:buNone/>
              <a:defRPr sz="2700" b="0">
                <a:solidFill>
                  <a:srgbClr val="253C4D"/>
                </a:solidFill>
                <a:latin typeface="Yu Gothic"/>
                <a:ea typeface="Yu Gothic"/>
                <a:cs typeface="Yu Gothic"/>
              </a:defRPr>
            </a:lvl6pPr>
            <a:lvl7pPr algn="l">
              <a:buNone/>
              <a:defRPr sz="2700" b="0">
                <a:solidFill>
                  <a:srgbClr val="253C4D"/>
                </a:solidFill>
                <a:latin typeface="Yu Gothic"/>
                <a:ea typeface="Yu Gothic"/>
                <a:cs typeface="Yu Gothic"/>
              </a:defRPr>
            </a:lvl7pPr>
            <a:lvl8pPr algn="l">
              <a:buNone/>
              <a:defRPr sz="2700" b="0">
                <a:solidFill>
                  <a:srgbClr val="253C4D"/>
                </a:solidFill>
                <a:latin typeface="Yu Gothic"/>
                <a:ea typeface="Yu Gothic"/>
                <a:cs typeface="Yu Gothic"/>
              </a:defRPr>
            </a:lvl8pPr>
            <a:lvl9pPr algn="l">
              <a:buNone/>
              <a:defRPr sz="2700" b="0">
                <a:solidFill>
                  <a:srgbClr val="253C4D"/>
                </a:solidFill>
                <a:latin typeface="Yu Gothic"/>
                <a:ea typeface="Yu Gothic"/>
                <a:cs typeface="Yu Gothic"/>
              </a:defRPr>
            </a:lvl9pPr>
          </a:lstStyle>
          <a:p xmlns:a="http://schemas.openxmlformats.org/drawingml/2006/main">
            <a:pPr algn="l">
              <a:buNone/>
              <a:defRPr sz="2700" b="0">
                <a:solidFill>
                  <a:srgbClr val="253C4D"/>
                </a:solidFill>
                <a:latin typeface="Yu Gothic"/>
                <a:ea typeface="Yu Gothic"/>
                <a:cs typeface="Yu Gothic"/>
              </a:defRPr>
            </a:pPr>
            <a:r>
              <a:rPr sz="2700" b="0">
                <a:solidFill>
                  <a:srgbClr val="253C4D"/>
                </a:solidFill>
                <a:latin typeface="Yu Gothic"/>
                <a:ea typeface="Yu Gothic"/>
                <a:cs typeface="Yu Gothic"/>
              </a:rPr>
              <a:t>E = 206,000 MPa</a:t>
            </a:r>
          </a:p>
        </p:txBody>
      </p:sp>
      <p:sp>
        <p:nvSpPr>
          <p:cNvPr id="6" name="text-5">
            <a:extLst xmlns:a="http://schemas.openxmlformats.org/drawingml/2006/main">
              <a:ext uri="{FF2B5EF4-FFF2-40B4-BE49-F238E27FC236}">
                <a16:creationId xmlns:a16="http://schemas.microsoft.com/office/drawing/2014/main" id="{5AE34F22-120B-4866-9C38-78555BCEBCD0}"/>
              </a:ext>
            </a:extLst>
          </p:cNvPr>
          <p:cNvSpPr>
            <a:spLocks xmlns:a="http://schemas.openxmlformats.org/drawingml/2006/main" noGrp="1"/>
          </p:cNvSpPr>
          <p:nvPr/>
        </p:nvSpPr>
        <p:spPr>
          <a:xfrm xmlns:a="http://schemas.openxmlformats.org/drawingml/2006/main">
            <a:off x="685800" y="2590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253C4D"/>
                </a:solidFill>
                <a:latin typeface="Yu Gothic"/>
                <a:ea typeface="Yu Gothic"/>
                <a:cs typeface="Yu Gothic"/>
              </a:defRPr>
            </a:defPPr>
            <a:lvl1pPr algn="l">
              <a:buNone/>
              <a:defRPr sz="2700" b="0">
                <a:solidFill>
                  <a:srgbClr val="253C4D"/>
                </a:solidFill>
                <a:latin typeface="Yu Gothic"/>
                <a:ea typeface="Yu Gothic"/>
                <a:cs typeface="Yu Gothic"/>
              </a:defRPr>
            </a:lvl1pPr>
            <a:lvl2pPr algn="l">
              <a:buNone/>
              <a:defRPr sz="2700" b="0">
                <a:solidFill>
                  <a:srgbClr val="253C4D"/>
                </a:solidFill>
                <a:latin typeface="Yu Gothic"/>
                <a:ea typeface="Yu Gothic"/>
                <a:cs typeface="Yu Gothic"/>
              </a:defRPr>
            </a:lvl2pPr>
            <a:lvl3pPr algn="l">
              <a:buNone/>
              <a:defRPr sz="2700" b="0">
                <a:solidFill>
                  <a:srgbClr val="253C4D"/>
                </a:solidFill>
                <a:latin typeface="Yu Gothic"/>
                <a:ea typeface="Yu Gothic"/>
                <a:cs typeface="Yu Gothic"/>
              </a:defRPr>
            </a:lvl3pPr>
            <a:lvl4pPr algn="l">
              <a:buNone/>
              <a:defRPr sz="2700" b="0">
                <a:solidFill>
                  <a:srgbClr val="253C4D"/>
                </a:solidFill>
                <a:latin typeface="Yu Gothic"/>
                <a:ea typeface="Yu Gothic"/>
                <a:cs typeface="Yu Gothic"/>
              </a:defRPr>
            </a:lvl4pPr>
            <a:lvl5pPr algn="l">
              <a:buNone/>
              <a:defRPr sz="2700" b="0">
                <a:solidFill>
                  <a:srgbClr val="253C4D"/>
                </a:solidFill>
                <a:latin typeface="Yu Gothic"/>
                <a:ea typeface="Yu Gothic"/>
                <a:cs typeface="Yu Gothic"/>
              </a:defRPr>
            </a:lvl5pPr>
            <a:lvl6pPr algn="l">
              <a:buNone/>
              <a:defRPr sz="2700" b="0">
                <a:solidFill>
                  <a:srgbClr val="253C4D"/>
                </a:solidFill>
                <a:latin typeface="Yu Gothic"/>
                <a:ea typeface="Yu Gothic"/>
                <a:cs typeface="Yu Gothic"/>
              </a:defRPr>
            </a:lvl6pPr>
            <a:lvl7pPr algn="l">
              <a:buNone/>
              <a:defRPr sz="2700" b="0">
                <a:solidFill>
                  <a:srgbClr val="253C4D"/>
                </a:solidFill>
                <a:latin typeface="Yu Gothic"/>
                <a:ea typeface="Yu Gothic"/>
                <a:cs typeface="Yu Gothic"/>
              </a:defRPr>
            </a:lvl7pPr>
            <a:lvl8pPr algn="l">
              <a:buNone/>
              <a:defRPr sz="2700" b="0">
                <a:solidFill>
                  <a:srgbClr val="253C4D"/>
                </a:solidFill>
                <a:latin typeface="Yu Gothic"/>
                <a:ea typeface="Yu Gothic"/>
                <a:cs typeface="Yu Gothic"/>
              </a:defRPr>
            </a:lvl8pPr>
            <a:lvl9pPr algn="l">
              <a:buNone/>
              <a:defRPr sz="2700" b="0">
                <a:solidFill>
                  <a:srgbClr val="253C4D"/>
                </a:solidFill>
                <a:latin typeface="Yu Gothic"/>
                <a:ea typeface="Yu Gothic"/>
                <a:cs typeface="Yu Gothic"/>
              </a:defRPr>
            </a:lvl9pPr>
          </a:lstStyle>
          <a:p xmlns:a="http://schemas.openxmlformats.org/drawingml/2006/main">
            <a:pPr algn="l">
              <a:buNone/>
              <a:defRPr sz="2700" b="0">
                <a:solidFill>
                  <a:srgbClr val="253C4D"/>
                </a:solidFill>
                <a:latin typeface="Yu Gothic"/>
                <a:ea typeface="Yu Gothic"/>
                <a:cs typeface="Yu Gothic"/>
              </a:defRPr>
            </a:pPr>
            <a:r>
              <a:rPr sz="2700" b="0">
                <a:solidFill>
                  <a:srgbClr val="253C4D"/>
                </a:solidFill>
                <a:latin typeface="Yu Gothic"/>
                <a:ea typeface="Yu Gothic"/>
                <a:cs typeface="Yu Gothic"/>
              </a:rPr>
              <a:t>σ = 1,000/20 = 50.0 MPa</a:t>
            </a:r>
          </a:p>
        </p:txBody>
      </p:sp>
      <p:sp>
        <p:nvSpPr>
          <p:cNvPr id="7" name="text-6">
            <a:extLst xmlns:a="http://schemas.openxmlformats.org/drawingml/2006/main">
              <a:ext uri="{FF2B5EF4-FFF2-40B4-BE49-F238E27FC236}">
                <a16:creationId xmlns:a16="http://schemas.microsoft.com/office/drawing/2014/main" id="{9332B14F-87B5-44E6-AB3C-E2E6DB023CF9}"/>
              </a:ext>
            </a:extLst>
          </p:cNvPr>
          <p:cNvSpPr>
            <a:spLocks xmlns:a="http://schemas.openxmlformats.org/drawingml/2006/main" noGrp="1"/>
          </p:cNvSpPr>
          <p:nvPr/>
        </p:nvSpPr>
        <p:spPr>
          <a:xfrm xmlns:a="http://schemas.openxmlformats.org/drawingml/2006/main">
            <a:off x="685800" y="35052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253C4D"/>
                </a:solidFill>
                <a:latin typeface="Yu Gothic"/>
                <a:ea typeface="Yu Gothic"/>
                <a:cs typeface="Yu Gothic"/>
              </a:defRPr>
            </a:defPPr>
            <a:lvl1pPr algn="l">
              <a:buNone/>
              <a:defRPr sz="2700" b="0">
                <a:solidFill>
                  <a:srgbClr val="253C4D"/>
                </a:solidFill>
                <a:latin typeface="Yu Gothic"/>
                <a:ea typeface="Yu Gothic"/>
                <a:cs typeface="Yu Gothic"/>
              </a:defRPr>
            </a:lvl1pPr>
            <a:lvl2pPr algn="l">
              <a:buNone/>
              <a:defRPr sz="2700" b="0">
                <a:solidFill>
                  <a:srgbClr val="253C4D"/>
                </a:solidFill>
                <a:latin typeface="Yu Gothic"/>
                <a:ea typeface="Yu Gothic"/>
                <a:cs typeface="Yu Gothic"/>
              </a:defRPr>
            </a:lvl2pPr>
            <a:lvl3pPr algn="l">
              <a:buNone/>
              <a:defRPr sz="2700" b="0">
                <a:solidFill>
                  <a:srgbClr val="253C4D"/>
                </a:solidFill>
                <a:latin typeface="Yu Gothic"/>
                <a:ea typeface="Yu Gothic"/>
                <a:cs typeface="Yu Gothic"/>
              </a:defRPr>
            </a:lvl3pPr>
            <a:lvl4pPr algn="l">
              <a:buNone/>
              <a:defRPr sz="2700" b="0">
                <a:solidFill>
                  <a:srgbClr val="253C4D"/>
                </a:solidFill>
                <a:latin typeface="Yu Gothic"/>
                <a:ea typeface="Yu Gothic"/>
                <a:cs typeface="Yu Gothic"/>
              </a:defRPr>
            </a:lvl4pPr>
            <a:lvl5pPr algn="l">
              <a:buNone/>
              <a:defRPr sz="2700" b="0">
                <a:solidFill>
                  <a:srgbClr val="253C4D"/>
                </a:solidFill>
                <a:latin typeface="Yu Gothic"/>
                <a:ea typeface="Yu Gothic"/>
                <a:cs typeface="Yu Gothic"/>
              </a:defRPr>
            </a:lvl5pPr>
            <a:lvl6pPr algn="l">
              <a:buNone/>
              <a:defRPr sz="2700" b="0">
                <a:solidFill>
                  <a:srgbClr val="253C4D"/>
                </a:solidFill>
                <a:latin typeface="Yu Gothic"/>
                <a:ea typeface="Yu Gothic"/>
                <a:cs typeface="Yu Gothic"/>
              </a:defRPr>
            </a:lvl6pPr>
            <a:lvl7pPr algn="l">
              <a:buNone/>
              <a:defRPr sz="2700" b="0">
                <a:solidFill>
                  <a:srgbClr val="253C4D"/>
                </a:solidFill>
                <a:latin typeface="Yu Gothic"/>
                <a:ea typeface="Yu Gothic"/>
                <a:cs typeface="Yu Gothic"/>
              </a:defRPr>
            </a:lvl7pPr>
            <a:lvl8pPr algn="l">
              <a:buNone/>
              <a:defRPr sz="2700" b="0">
                <a:solidFill>
                  <a:srgbClr val="253C4D"/>
                </a:solidFill>
                <a:latin typeface="Yu Gothic"/>
                <a:ea typeface="Yu Gothic"/>
                <a:cs typeface="Yu Gothic"/>
              </a:defRPr>
            </a:lvl8pPr>
            <a:lvl9pPr algn="l">
              <a:buNone/>
              <a:defRPr sz="2700" b="0">
                <a:solidFill>
                  <a:srgbClr val="253C4D"/>
                </a:solidFill>
                <a:latin typeface="Yu Gothic"/>
                <a:ea typeface="Yu Gothic"/>
                <a:cs typeface="Yu Gothic"/>
              </a:defRPr>
            </a:lvl9pPr>
          </a:lstStyle>
          <a:p xmlns:a="http://schemas.openxmlformats.org/drawingml/2006/main">
            <a:pPr algn="l">
              <a:buNone/>
              <a:defRPr sz="2700" b="0">
                <a:solidFill>
                  <a:srgbClr val="253C4D"/>
                </a:solidFill>
                <a:latin typeface="Yu Gothic"/>
                <a:ea typeface="Yu Gothic"/>
                <a:cs typeface="Yu Gothic"/>
              </a:defRPr>
            </a:pPr>
            <a:r>
              <a:rPr sz="2700" b="0">
                <a:solidFill>
                  <a:srgbClr val="253C4D"/>
                </a:solidFill>
                <a:latin typeface="Yu Gothic"/>
                <a:ea typeface="Yu Gothic"/>
                <a:cs typeface="Yu Gothic"/>
              </a:rPr>
              <a:t>ε = 50.0/206,000 ≈ 2.43×10⁻⁴</a:t>
            </a:r>
          </a:p>
        </p:txBody>
      </p:sp>
      <p:sp>
        <p:nvSpPr>
          <p:cNvPr id="8" name="text-7">
            <a:extLst xmlns:a="http://schemas.openxmlformats.org/drawingml/2006/main">
              <a:ext uri="{FF2B5EF4-FFF2-40B4-BE49-F238E27FC236}">
                <a16:creationId xmlns:a16="http://schemas.microsoft.com/office/drawing/2014/main" id="{64C74864-5A48-468A-86FB-C8E90CA5990F}"/>
              </a:ext>
            </a:extLst>
          </p:cNvPr>
          <p:cNvSpPr>
            <a:spLocks xmlns:a="http://schemas.openxmlformats.org/drawingml/2006/main" noGrp="1"/>
          </p:cNvSpPr>
          <p:nvPr/>
        </p:nvSpPr>
        <p:spPr>
          <a:xfrm xmlns:a="http://schemas.openxmlformats.org/drawingml/2006/main">
            <a:off x="685800" y="44196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253C4D"/>
                </a:solidFill>
                <a:latin typeface="Yu Gothic"/>
                <a:ea typeface="Yu Gothic"/>
                <a:cs typeface="Yu Gothic"/>
              </a:defRPr>
            </a:defPPr>
            <a:lvl1pPr algn="l">
              <a:buNone/>
              <a:defRPr sz="2700" b="0">
                <a:solidFill>
                  <a:srgbClr val="253C4D"/>
                </a:solidFill>
                <a:latin typeface="Yu Gothic"/>
                <a:ea typeface="Yu Gothic"/>
                <a:cs typeface="Yu Gothic"/>
              </a:defRPr>
            </a:lvl1pPr>
            <a:lvl2pPr algn="l">
              <a:buNone/>
              <a:defRPr sz="2700" b="0">
                <a:solidFill>
                  <a:srgbClr val="253C4D"/>
                </a:solidFill>
                <a:latin typeface="Yu Gothic"/>
                <a:ea typeface="Yu Gothic"/>
                <a:cs typeface="Yu Gothic"/>
              </a:defRPr>
            </a:lvl2pPr>
            <a:lvl3pPr algn="l">
              <a:buNone/>
              <a:defRPr sz="2700" b="0">
                <a:solidFill>
                  <a:srgbClr val="253C4D"/>
                </a:solidFill>
                <a:latin typeface="Yu Gothic"/>
                <a:ea typeface="Yu Gothic"/>
                <a:cs typeface="Yu Gothic"/>
              </a:defRPr>
            </a:lvl3pPr>
            <a:lvl4pPr algn="l">
              <a:buNone/>
              <a:defRPr sz="2700" b="0">
                <a:solidFill>
                  <a:srgbClr val="253C4D"/>
                </a:solidFill>
                <a:latin typeface="Yu Gothic"/>
                <a:ea typeface="Yu Gothic"/>
                <a:cs typeface="Yu Gothic"/>
              </a:defRPr>
            </a:lvl4pPr>
            <a:lvl5pPr algn="l">
              <a:buNone/>
              <a:defRPr sz="2700" b="0">
                <a:solidFill>
                  <a:srgbClr val="253C4D"/>
                </a:solidFill>
                <a:latin typeface="Yu Gothic"/>
                <a:ea typeface="Yu Gothic"/>
                <a:cs typeface="Yu Gothic"/>
              </a:defRPr>
            </a:lvl5pPr>
            <a:lvl6pPr algn="l">
              <a:buNone/>
              <a:defRPr sz="2700" b="0">
                <a:solidFill>
                  <a:srgbClr val="253C4D"/>
                </a:solidFill>
                <a:latin typeface="Yu Gothic"/>
                <a:ea typeface="Yu Gothic"/>
                <a:cs typeface="Yu Gothic"/>
              </a:defRPr>
            </a:lvl6pPr>
            <a:lvl7pPr algn="l">
              <a:buNone/>
              <a:defRPr sz="2700" b="0">
                <a:solidFill>
                  <a:srgbClr val="253C4D"/>
                </a:solidFill>
                <a:latin typeface="Yu Gothic"/>
                <a:ea typeface="Yu Gothic"/>
                <a:cs typeface="Yu Gothic"/>
              </a:defRPr>
            </a:lvl7pPr>
            <a:lvl8pPr algn="l">
              <a:buNone/>
              <a:defRPr sz="2700" b="0">
                <a:solidFill>
                  <a:srgbClr val="253C4D"/>
                </a:solidFill>
                <a:latin typeface="Yu Gothic"/>
                <a:ea typeface="Yu Gothic"/>
                <a:cs typeface="Yu Gothic"/>
              </a:defRPr>
            </a:lvl8pPr>
            <a:lvl9pPr algn="l">
              <a:buNone/>
              <a:defRPr sz="2700" b="0">
                <a:solidFill>
                  <a:srgbClr val="253C4D"/>
                </a:solidFill>
                <a:latin typeface="Yu Gothic"/>
                <a:ea typeface="Yu Gothic"/>
                <a:cs typeface="Yu Gothic"/>
              </a:defRPr>
            </a:lvl9pPr>
          </a:lstStyle>
          <a:p xmlns:a="http://schemas.openxmlformats.org/drawingml/2006/main">
            <a:pPr algn="l">
              <a:buNone/>
              <a:defRPr sz="2700" b="0">
                <a:solidFill>
                  <a:srgbClr val="253C4D"/>
                </a:solidFill>
                <a:latin typeface="Yu Gothic"/>
                <a:ea typeface="Yu Gothic"/>
                <a:cs typeface="Yu Gothic"/>
              </a:defRPr>
            </a:pPr>
            <a:r>
              <a:rPr sz="2700" b="0">
                <a:solidFill>
                  <a:srgbClr val="253C4D"/>
                </a:solidFill>
                <a:latin typeface="Yu Gothic"/>
                <a:ea typeface="Yu Gothic"/>
                <a:cs typeface="Yu Gothic"/>
              </a:rPr>
              <a:t>ΔL = εL₀ ≈ 0.243 mm</a:t>
            </a:r>
          </a:p>
        </p:txBody>
      </p:sp>
      <p:sp>
        <p:nvSpPr>
          <p:cNvPr id="9" name="text-8">
            <a:extLst xmlns:a="http://schemas.openxmlformats.org/drawingml/2006/main">
              <a:ext uri="{FF2B5EF4-FFF2-40B4-BE49-F238E27FC236}">
                <a16:creationId xmlns:a16="http://schemas.microsoft.com/office/drawing/2014/main" id="{74C90960-EA0C-4A92-8A70-180D62176B4D}"/>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0.243 mm は約243 μm。伸びの大きさを言葉でも確かめる</a:t>
            </a:r>
          </a:p>
        </p:txBody>
      </p:sp>
    </p:spTree>
    <p:extLst>
      <p:ext uri="{BB962C8B-B14F-4D97-AF65-F5344CB8AC3E}">
        <p14:creationId xmlns:p14="http://schemas.microsoft.com/office/powerpoint/2010/main" val="83030815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D0E0E9F-AEEE-4D1E-A121-162ED91AEE15}"/>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演習4　条件を1つずつ変える</a:t>
            </a:r>
          </a:p>
        </p:txBody>
      </p:sp>
      <p:cxnSp>
        <p:nvCxnSpPr>
          <p:cNvPr id="2" name="">
            <a:extLst xmlns:a="http://schemas.openxmlformats.org/drawingml/2006/main">
              <a:ext uri="{FF2B5EF4-FFF2-40B4-BE49-F238E27FC236}">
                <a16:creationId xmlns:a16="http://schemas.microsoft.com/office/drawing/2014/main" id="{79895633-F67A-4C4A-934B-2F2AF827B3C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0D3FC1F4-3375-44C6-933E-F73DC572763D}"/>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CF1B7591-343E-44D7-8067-94AF9B2D12D8}"/>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40 / 57</a:t>
            </a:r>
          </a:p>
        </p:txBody>
      </p:sp>
      <p:sp>
        <p:nvSpPr>
          <p:cNvPr id="8" name="">
            <a:extLst xmlns:a="http://schemas.openxmlformats.org/drawingml/2006/main">
              <a:ext uri="{FF2B5EF4-FFF2-40B4-BE49-F238E27FC236}">
                <a16:creationId xmlns:a16="http://schemas.microsoft.com/office/drawing/2014/main" id="{D6004DD0-01FB-4CA7-8EBC-CE8B0CB73C83}"/>
              </a:ext>
            </a:extLst>
          </p:cNvPr>
          <p:cNvSpPr>
            <a:spLocks xmlns:a="http://schemas.openxmlformats.org/drawingml/2006/main" noGrp="1"/>
          </p:cNvSpPr>
          <p:nvPr/>
        </p:nvSpPr>
        <p:spPr>
          <a:xfrm xmlns:a="http://schemas.openxmlformats.org/drawingml/2006/main">
            <a:off x="714375" y="14954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演習3の棒を基準に、一つだけ変更する</a:t>
            </a:r>
          </a:p>
        </p:txBody>
      </p:sp>
      <p:graphicFrame>
        <p:nvGraphicFramePr>
          <p:cNvPr id="9" name="">
            <a:extLst xmlns:a="http://schemas.openxmlformats.org/drawingml/2006/main">
              <a:ext uri="{FF2B5EF4-FFF2-40B4-BE49-F238E27FC236}">
                <a16:creationId xmlns:a16="http://schemas.microsoft.com/office/drawing/2014/main" id="{9214FCB1-9A99-4A83-BC85-B9D89D3E4D2A}"/>
              </a:ext>
            </a:extLst>
          </p:cNvPr>
          <p:cNvGraphicFramePr/>
          <p:nvPr/>
        </p:nvGraphicFramePr>
        <p:xfrm>
          <a:off xmlns:a="http://schemas.openxmlformats.org/drawingml/2006/main" x="714375" y="2095500"/>
          <a:ext xmlns:a="http://schemas.openxmlformats.org/drawingml/2006/main" cx="5381625" cy="3286125"/>
        </p:xfrm>
        <a:graphic xmlns:a="http://schemas.openxmlformats.org/drawingml/2006/main">
          <a:graphicData uri="http://schemas.openxmlformats.org/drawingml/2006/table">
            <a:tbl>
              <a:tblPr/>
              <a:tblGrid>
                <a:gridCol w="2428875"/>
                <a:gridCol w="1428750"/>
                <a:gridCol w="1524000"/>
              </a:tblGrid>
              <a:tr h="657225">
                <a:tc>
                  <a:txBody>
                    <a:bodyPr lIns="95250" tIns="95250" rIns="95250" bIns="95250"/>
                    <a:lstStyle/>
                    <a:p>
                      <a:r>
                        <a:rPr sz="1800" b="1">
                          <a:solidFill>
                            <a:srgbClr val="FFFFFF"/>
                          </a:solidFill>
                          <a:latin typeface="Yu Gothic"/>
                          <a:ea typeface="Yu Gothic"/>
                          <a:cs typeface="Yu Gothic"/>
                        </a:rPr>
                        <a:t>変更</a:t>
                      </a:r>
                    </a:p>
                  </a:txBody>
                  <a:tcPr marL="91440" marR="91440" marT="45720" marB="45720">
                    <a:solidFill>
                      <a:srgbClr val="193B59"/>
                    </a:solidFill>
                  </a:tcPr>
                </a:tc>
                <a:tc>
                  <a:txBody>
                    <a:bodyPr lIns="95250" tIns="95250" rIns="95250" bIns="95250"/>
                    <a:lstStyle/>
                    <a:p>
                      <a:r>
                        <a:rPr sz="1800" b="1">
                          <a:solidFill>
                            <a:srgbClr val="FFFFFF"/>
                          </a:solidFill>
                          <a:latin typeface="Yu Gothic"/>
                          <a:ea typeface="Yu Gothic"/>
                          <a:cs typeface="Yu Gothic"/>
                        </a:rPr>
                        <a:t>σ の倍率</a:t>
                      </a:r>
                    </a:p>
                  </a:txBody>
                  <a:tcPr marL="91440" marR="91440" marT="45720" marB="45720">
                    <a:solidFill>
                      <a:srgbClr val="193B59"/>
                    </a:solidFill>
                  </a:tcPr>
                </a:tc>
                <a:tc>
                  <a:txBody>
                    <a:bodyPr lIns="95250" tIns="95250" rIns="95250" bIns="95250"/>
                    <a:lstStyle/>
                    <a:p>
                      <a:r>
                        <a:rPr sz="1800" b="1">
                          <a:solidFill>
                            <a:srgbClr val="FFFFFF"/>
                          </a:solidFill>
                          <a:latin typeface="Yu Gothic"/>
                          <a:ea typeface="Yu Gothic"/>
                          <a:cs typeface="Yu Gothic"/>
                        </a:rPr>
                        <a:t>ΔL の倍率</a:t>
                      </a:r>
                    </a:p>
                  </a:txBody>
                  <a:tcPr marL="91440" marR="91440" marT="45720" marB="45720">
                    <a:solidFill>
                      <a:srgbClr val="193B59"/>
                    </a:solidFill>
                  </a:tcPr>
                </a:tc>
              </a:tr>
              <a:tr h="657225">
                <a:tc>
                  <a:txBody>
                    <a:bodyPr lIns="95250" tIns="95250" rIns="95250" bIns="95250"/>
                    <a:lstStyle/>
                    <a:p>
                      <a:r>
                        <a:rPr sz="1800" b="0">
                          <a:solidFill>
                            <a:srgbClr val="263D4D"/>
                          </a:solidFill>
                          <a:latin typeface="Yu Gothic"/>
                          <a:ea typeface="Yu Gothic"/>
                          <a:cs typeface="Yu Gothic"/>
                        </a:rPr>
                        <a:t>F だけ2倍</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a:t>
                      </a:r>
                    </a:p>
                  </a:txBody>
                  <a:tcPr marL="91440" marR="91440" marT="45720" marB="45720">
                    <a:solidFill>
                      <a:srgbClr val="E8F0F4"/>
                    </a:solidFill>
                  </a:tcPr>
                </a:tc>
              </a:tr>
              <a:tr h="657225">
                <a:tc>
                  <a:txBody>
                    <a:bodyPr lIns="95250" tIns="95250" rIns="95250" bIns="95250"/>
                    <a:lstStyle/>
                    <a:p>
                      <a:r>
                        <a:rPr sz="1800" b="0">
                          <a:solidFill>
                            <a:srgbClr val="263D4D"/>
                          </a:solidFill>
                          <a:latin typeface="Yu Gothic"/>
                          <a:ea typeface="Yu Gothic"/>
                          <a:cs typeface="Yu Gothic"/>
                        </a:rPr>
                        <a:t>L₀ だけ2倍</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a:t>
                      </a:r>
                    </a:p>
                  </a:txBody>
                  <a:tcPr marL="91440" marR="91440" marT="45720" marB="45720">
                    <a:solidFill>
                      <a:srgbClr val="FFFFFF"/>
                    </a:solidFill>
                  </a:tcPr>
                </a:tc>
              </a:tr>
              <a:tr h="657225">
                <a:tc>
                  <a:txBody>
                    <a:bodyPr lIns="95250" tIns="95250" rIns="95250" bIns="95250"/>
                    <a:lstStyle/>
                    <a:p>
                      <a:r>
                        <a:rPr sz="1800" b="0">
                          <a:solidFill>
                            <a:srgbClr val="263D4D"/>
                          </a:solidFill>
                          <a:latin typeface="Yu Gothic"/>
                          <a:ea typeface="Yu Gothic"/>
                          <a:cs typeface="Yu Gothic"/>
                        </a:rPr>
                        <a:t>A₀ だけ2倍</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a:t>
                      </a:r>
                    </a:p>
                  </a:txBody>
                  <a:tcPr marL="91440" marR="91440" marT="45720" marB="45720">
                    <a:solidFill>
                      <a:srgbClr val="E8F0F4"/>
                    </a:solidFill>
                  </a:tcPr>
                </a:tc>
              </a:tr>
              <a:tr h="657225">
                <a:tc>
                  <a:txBody>
                    <a:bodyPr lIns="95250" tIns="95250" rIns="95250" bIns="95250"/>
                    <a:lstStyle/>
                    <a:p>
                      <a:r>
                        <a:rPr sz="1800" b="0">
                          <a:solidFill>
                            <a:srgbClr val="263D4D"/>
                          </a:solidFill>
                          <a:latin typeface="Yu Gothic"/>
                          <a:ea typeface="Yu Gothic"/>
                          <a:cs typeface="Yu Gothic"/>
                        </a:rPr>
                        <a:t>E だけ2倍</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2BA70D7-92A2-43C3-AFE2-97D028E8E3AC}"/>
              </a:ext>
            </a:extLst>
          </p:cNvPr>
          <p:cNvSpPr>
            <a:spLocks xmlns:a="http://schemas.openxmlformats.org/drawingml/2006/main" noGrp="1"/>
          </p:cNvSpPr>
          <p:nvPr/>
        </p:nvSpPr>
        <p:spPr>
          <a:xfrm xmlns:a="http://schemas.openxmlformats.org/drawingml/2006/main">
            <a:off x="7667625" y="2971800"/>
            <a:ext cx="104775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1" name="">
            <a:extLst xmlns:a="http://schemas.openxmlformats.org/drawingml/2006/main">
              <a:ext uri="{FF2B5EF4-FFF2-40B4-BE49-F238E27FC236}">
                <a16:creationId xmlns:a16="http://schemas.microsoft.com/office/drawing/2014/main" id="{360DA413-FCE8-48C3-A154-CE333380BBA7}"/>
              </a:ext>
            </a:extLst>
          </p:cNvPr>
          <p:cNvSpPr>
            <a:spLocks xmlns:a="http://schemas.openxmlformats.org/drawingml/2006/main" noGrp="1"/>
          </p:cNvSpPr>
          <p:nvPr/>
        </p:nvSpPr>
        <p:spPr>
          <a:xfrm xmlns:a="http://schemas.openxmlformats.org/drawingml/2006/main">
            <a:off x="6334125" y="3057525"/>
            <a:ext cx="1333500" cy="9525"/>
          </a:xfrm>
          <a:custGeom xmlns:a="http://schemas.openxmlformats.org/drawingml/2006/main">
            <a:pathLst>
              <a:path w="1333500" h="9525">
                <a:moveTo>
                  <a:pt x="1333500" y="0"/>
                </a:moveTo>
                <a:lnTo>
                  <a:pt x="0" y="0"/>
                </a:lnTo>
              </a:path>
            </a:pathLst>
          </a:custGeom>
          <a:noFill xmlns:a="http://schemas.openxmlformats.org/drawingml/2006/main"/>
          <a:ln xmlns:a="http://schemas.openxmlformats.org/drawingml/2006/main" w="28575">
            <a:solidFill>
              <a:srgbClr val="C4483C"/>
            </a:solidFill>
          </a:ln>
        </p:spPr>
      </p:sp>
      <p:sp>
        <p:nvSpPr>
          <p:cNvPr id="12" name="">
            <a:extLst xmlns:a="http://schemas.openxmlformats.org/drawingml/2006/main">
              <a:ext uri="{FF2B5EF4-FFF2-40B4-BE49-F238E27FC236}">
                <a16:creationId xmlns:a16="http://schemas.microsoft.com/office/drawing/2014/main" id="{AA2E64D5-5175-471E-B9EF-545692C8B9FB}"/>
              </a:ext>
            </a:extLst>
          </p:cNvPr>
          <p:cNvSpPr>
            <a:spLocks xmlns:a="http://schemas.openxmlformats.org/drawingml/2006/main" noGrp="1"/>
          </p:cNvSpPr>
          <p:nvPr/>
        </p:nvSpPr>
        <p:spPr>
          <a:xfrm xmlns:a="http://schemas.openxmlformats.org/drawingml/2006/main">
            <a:off x="6334125" y="3005519"/>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13" name="">
            <a:extLst xmlns:a="http://schemas.openxmlformats.org/drawingml/2006/main">
              <a:ext uri="{FF2B5EF4-FFF2-40B4-BE49-F238E27FC236}">
                <a16:creationId xmlns:a16="http://schemas.microsoft.com/office/drawing/2014/main" id="{ABD28CAE-0EFB-4454-92C9-0A1666652914}"/>
              </a:ext>
            </a:extLst>
          </p:cNvPr>
          <p:cNvSpPr>
            <a:spLocks xmlns:a="http://schemas.openxmlformats.org/drawingml/2006/main" noGrp="1"/>
          </p:cNvSpPr>
          <p:nvPr/>
        </p:nvSpPr>
        <p:spPr>
          <a:xfrm xmlns:a="http://schemas.openxmlformats.org/drawingml/2006/main">
            <a:off x="8715375" y="3057525"/>
            <a:ext cx="1333500" cy="9525"/>
          </a:xfrm>
          <a:custGeom xmlns:a="http://schemas.openxmlformats.org/drawingml/2006/main">
            <a:pathLst>
              <a:path w="1333500" h="9525">
                <a:moveTo>
                  <a:pt x="0" y="0"/>
                </a:moveTo>
                <a:lnTo>
                  <a:pt x="1333500" y="0"/>
                </a:lnTo>
              </a:path>
            </a:pathLst>
          </a:custGeom>
          <a:noFill xmlns:a="http://schemas.openxmlformats.org/drawingml/2006/main"/>
          <a:ln xmlns:a="http://schemas.openxmlformats.org/drawingml/2006/main" w="28575">
            <a:solidFill>
              <a:srgbClr val="C4483C"/>
            </a:solidFill>
          </a:ln>
        </p:spPr>
      </p:sp>
      <p:sp>
        <p:nvSpPr>
          <p:cNvPr id="14" name="">
            <a:extLst xmlns:a="http://schemas.openxmlformats.org/drawingml/2006/main">
              <a:ext uri="{FF2B5EF4-FFF2-40B4-BE49-F238E27FC236}">
                <a16:creationId xmlns:a16="http://schemas.microsoft.com/office/drawing/2014/main" id="{0BC0DD8E-4D07-4DFC-9CD1-6933BE427F97}"/>
              </a:ext>
            </a:extLst>
          </p:cNvPr>
          <p:cNvSpPr>
            <a:spLocks xmlns:a="http://schemas.openxmlformats.org/drawingml/2006/main" noGrp="1"/>
          </p:cNvSpPr>
          <p:nvPr/>
        </p:nvSpPr>
        <p:spPr>
          <a:xfrm xmlns:a="http://schemas.openxmlformats.org/drawingml/2006/main">
            <a:off x="9925050" y="3005519"/>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15" name="">
            <a:extLst xmlns:a="http://schemas.openxmlformats.org/drawingml/2006/main">
              <a:ext uri="{FF2B5EF4-FFF2-40B4-BE49-F238E27FC236}">
                <a16:creationId xmlns:a16="http://schemas.microsoft.com/office/drawing/2014/main" id="{E5319AC9-78D6-4FD1-9501-A6D6FE2135A0}"/>
              </a:ext>
            </a:extLst>
          </p:cNvPr>
          <p:cNvSpPr>
            <a:spLocks xmlns:a="http://schemas.openxmlformats.org/drawingml/2006/main" noGrp="1"/>
          </p:cNvSpPr>
          <p:nvPr/>
        </p:nvSpPr>
        <p:spPr>
          <a:xfrm xmlns:a="http://schemas.openxmlformats.org/drawingml/2006/main">
            <a:off x="10620375" y="282892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buNone/>
              <a:defRPr sz="1875" b="1">
                <a:solidFill>
                  <a:srgbClr val="263D4D"/>
                </a:solidFill>
                <a:latin typeface="Yu Gothic"/>
                <a:ea typeface="Yu Gothic"/>
                <a:cs typeface="Yu Gothic"/>
              </a:defRPr>
            </a:lvl1pPr>
            <a:lvl2pPr>
              <a:buNone/>
              <a:defRPr sz="1875" b="1">
                <a:solidFill>
                  <a:srgbClr val="263D4D"/>
                </a:solidFill>
                <a:latin typeface="Yu Gothic"/>
                <a:ea typeface="Yu Gothic"/>
                <a:cs typeface="Yu Gothic"/>
              </a:defRPr>
            </a:lvl2pPr>
            <a:lvl3pPr>
              <a:buNone/>
              <a:defRPr sz="1875" b="1">
                <a:solidFill>
                  <a:srgbClr val="263D4D"/>
                </a:solidFill>
                <a:latin typeface="Yu Gothic"/>
                <a:ea typeface="Yu Gothic"/>
                <a:cs typeface="Yu Gothic"/>
              </a:defRPr>
            </a:lvl3pPr>
            <a:lvl4pPr>
              <a:buNone/>
              <a:defRPr sz="1875" b="1">
                <a:solidFill>
                  <a:srgbClr val="263D4D"/>
                </a:solidFill>
                <a:latin typeface="Yu Gothic"/>
                <a:ea typeface="Yu Gothic"/>
                <a:cs typeface="Yu Gothic"/>
              </a:defRPr>
            </a:lvl4pPr>
            <a:lvl5pPr>
              <a:buNone/>
              <a:defRPr sz="1875" b="1">
                <a:solidFill>
                  <a:srgbClr val="263D4D"/>
                </a:solidFill>
                <a:latin typeface="Yu Gothic"/>
                <a:ea typeface="Yu Gothic"/>
                <a:cs typeface="Yu Gothic"/>
              </a:defRPr>
            </a:lvl5pPr>
            <a:lvl6pPr>
              <a:buNone/>
              <a:defRPr sz="1875" b="1">
                <a:solidFill>
                  <a:srgbClr val="263D4D"/>
                </a:solidFill>
                <a:latin typeface="Yu Gothic"/>
                <a:ea typeface="Yu Gothic"/>
                <a:cs typeface="Yu Gothic"/>
              </a:defRPr>
            </a:lvl6pPr>
            <a:lvl7pPr>
              <a:buNone/>
              <a:defRPr sz="1875" b="1">
                <a:solidFill>
                  <a:srgbClr val="263D4D"/>
                </a:solidFill>
                <a:latin typeface="Yu Gothic"/>
                <a:ea typeface="Yu Gothic"/>
                <a:cs typeface="Yu Gothic"/>
              </a:defRPr>
            </a:lvl7pPr>
            <a:lvl8pPr>
              <a:buNone/>
              <a:defRPr sz="1875" b="1">
                <a:solidFill>
                  <a:srgbClr val="263D4D"/>
                </a:solidFill>
                <a:latin typeface="Yu Gothic"/>
                <a:ea typeface="Yu Gothic"/>
                <a:cs typeface="Yu Gothic"/>
              </a:defRPr>
            </a:lvl8pPr>
            <a:lvl9pPr>
              <a:buNone/>
              <a:defRPr sz="1875" b="1">
                <a:solidFill>
                  <a:srgbClr val="263D4D"/>
                </a:solidFill>
                <a:latin typeface="Yu Gothic"/>
                <a:ea typeface="Yu Gothic"/>
                <a:cs typeface="Yu Gothic"/>
              </a:defRPr>
            </a:lvl9pPr>
          </a:lstStyle>
          <a:p xmlns:a="http://schemas.openxmlformats.org/drawingml/2006/main">
            <a:pPr>
              <a:buNone/>
              <a:defRPr sz="1875" b="1">
                <a:solidFill>
                  <a:srgbClr val="263D4D"/>
                </a:solidFill>
                <a:latin typeface="Yu Gothic"/>
                <a:ea typeface="Yu Gothic"/>
                <a:cs typeface="Yu Gothic"/>
              </a:defRPr>
            </a:pPr>
            <a:r>
              <a:rPr sz="1875" b="1">
                <a:solidFill>
                  <a:srgbClr val="263D4D"/>
                </a:solidFill>
                <a:latin typeface="Yu Gothic"/>
                <a:ea typeface="Yu Gothic"/>
                <a:cs typeface="Yu Gothic"/>
              </a:rPr>
              <a:t>2F</a:t>
            </a:r>
          </a:p>
        </p:txBody>
      </p:sp>
      <p:sp>
        <p:nvSpPr>
          <p:cNvPr id="16" name="">
            <a:extLst xmlns:a="http://schemas.openxmlformats.org/drawingml/2006/main">
              <a:ext uri="{FF2B5EF4-FFF2-40B4-BE49-F238E27FC236}">
                <a16:creationId xmlns:a16="http://schemas.microsoft.com/office/drawing/2014/main" id="{98B362E9-AC77-4B3A-A848-9AC33523E5B2}"/>
              </a:ext>
            </a:extLst>
          </p:cNvPr>
          <p:cNvSpPr>
            <a:spLocks xmlns:a="http://schemas.openxmlformats.org/drawingml/2006/main" noGrp="1"/>
          </p:cNvSpPr>
          <p:nvPr/>
        </p:nvSpPr>
        <p:spPr>
          <a:xfrm xmlns:a="http://schemas.openxmlformats.org/drawingml/2006/main">
            <a:off x="7667625" y="3629025"/>
            <a:ext cx="20955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7" name="">
            <a:extLst xmlns:a="http://schemas.openxmlformats.org/drawingml/2006/main">
              <a:ext uri="{FF2B5EF4-FFF2-40B4-BE49-F238E27FC236}">
                <a16:creationId xmlns:a16="http://schemas.microsoft.com/office/drawing/2014/main" id="{3CCE9138-4646-4AAE-8A55-F9743554B700}"/>
              </a:ext>
            </a:extLst>
          </p:cNvPr>
          <p:cNvSpPr>
            <a:spLocks xmlns:a="http://schemas.openxmlformats.org/drawingml/2006/main" noGrp="1"/>
          </p:cNvSpPr>
          <p:nvPr/>
        </p:nvSpPr>
        <p:spPr>
          <a:xfrm xmlns:a="http://schemas.openxmlformats.org/drawingml/2006/main">
            <a:off x="7124700" y="3714750"/>
            <a:ext cx="542925" cy="9525"/>
          </a:xfrm>
          <a:custGeom xmlns:a="http://schemas.openxmlformats.org/drawingml/2006/main">
            <a:pathLst>
              <a:path w="542925" h="9525">
                <a:moveTo>
                  <a:pt x="542925" y="0"/>
                </a:moveTo>
                <a:lnTo>
                  <a:pt x="0" y="0"/>
                </a:lnTo>
              </a:path>
            </a:pathLst>
          </a:custGeom>
          <a:noFill xmlns:a="http://schemas.openxmlformats.org/drawingml/2006/main"/>
          <a:ln xmlns:a="http://schemas.openxmlformats.org/drawingml/2006/main" w="28575">
            <a:solidFill>
              <a:srgbClr val="C4483C"/>
            </a:solidFill>
          </a:ln>
        </p:spPr>
      </p:sp>
      <p:sp>
        <p:nvSpPr>
          <p:cNvPr id="18" name="">
            <a:extLst xmlns:a="http://schemas.openxmlformats.org/drawingml/2006/main">
              <a:ext uri="{FF2B5EF4-FFF2-40B4-BE49-F238E27FC236}">
                <a16:creationId xmlns:a16="http://schemas.microsoft.com/office/drawing/2014/main" id="{62ED0F71-56B3-4467-9F5F-C5BC0B106CE4}"/>
              </a:ext>
            </a:extLst>
          </p:cNvPr>
          <p:cNvSpPr>
            <a:spLocks xmlns:a="http://schemas.openxmlformats.org/drawingml/2006/main" noGrp="1"/>
          </p:cNvSpPr>
          <p:nvPr/>
        </p:nvSpPr>
        <p:spPr>
          <a:xfrm xmlns:a="http://schemas.openxmlformats.org/drawingml/2006/main">
            <a:off x="7124700" y="3662744"/>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19" name="">
            <a:extLst xmlns:a="http://schemas.openxmlformats.org/drawingml/2006/main">
              <a:ext uri="{FF2B5EF4-FFF2-40B4-BE49-F238E27FC236}">
                <a16:creationId xmlns:a16="http://schemas.microsoft.com/office/drawing/2014/main" id="{2B751C40-A0DA-4CC1-BCD8-3454B1FFBFD8}"/>
              </a:ext>
            </a:extLst>
          </p:cNvPr>
          <p:cNvSpPr>
            <a:spLocks xmlns:a="http://schemas.openxmlformats.org/drawingml/2006/main" noGrp="1"/>
          </p:cNvSpPr>
          <p:nvPr/>
        </p:nvSpPr>
        <p:spPr>
          <a:xfrm xmlns:a="http://schemas.openxmlformats.org/drawingml/2006/main">
            <a:off x="9763125" y="371475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8575">
            <a:solidFill>
              <a:srgbClr val="C4483C"/>
            </a:solidFill>
          </a:ln>
        </p:spPr>
      </p:sp>
      <p:sp>
        <p:nvSpPr>
          <p:cNvPr id="20" name="">
            <a:extLst xmlns:a="http://schemas.openxmlformats.org/drawingml/2006/main">
              <a:ext uri="{FF2B5EF4-FFF2-40B4-BE49-F238E27FC236}">
                <a16:creationId xmlns:a16="http://schemas.microsoft.com/office/drawing/2014/main" id="{95EDF15B-246D-4645-86DF-355E9F38295C}"/>
              </a:ext>
            </a:extLst>
          </p:cNvPr>
          <p:cNvSpPr>
            <a:spLocks xmlns:a="http://schemas.openxmlformats.org/drawingml/2006/main" noGrp="1"/>
          </p:cNvSpPr>
          <p:nvPr/>
        </p:nvSpPr>
        <p:spPr>
          <a:xfrm xmlns:a="http://schemas.openxmlformats.org/drawingml/2006/main">
            <a:off x="10306050" y="3662744"/>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21" name="">
            <a:extLst xmlns:a="http://schemas.openxmlformats.org/drawingml/2006/main">
              <a:ext uri="{FF2B5EF4-FFF2-40B4-BE49-F238E27FC236}">
                <a16:creationId xmlns:a16="http://schemas.microsoft.com/office/drawing/2014/main" id="{4496911F-D354-43B6-BFFD-7AB21290D3A6}"/>
              </a:ext>
            </a:extLst>
          </p:cNvPr>
          <p:cNvSpPr>
            <a:spLocks xmlns:a="http://schemas.openxmlformats.org/drawingml/2006/main" noGrp="1"/>
          </p:cNvSpPr>
          <p:nvPr/>
        </p:nvSpPr>
        <p:spPr>
          <a:xfrm xmlns:a="http://schemas.openxmlformats.org/drawingml/2006/main">
            <a:off x="10620375" y="34861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buNone/>
              <a:defRPr sz="1875" b="1">
                <a:solidFill>
                  <a:srgbClr val="263D4D"/>
                </a:solidFill>
                <a:latin typeface="Yu Gothic"/>
                <a:ea typeface="Yu Gothic"/>
                <a:cs typeface="Yu Gothic"/>
              </a:defRPr>
            </a:lvl1pPr>
            <a:lvl2pPr>
              <a:buNone/>
              <a:defRPr sz="1875" b="1">
                <a:solidFill>
                  <a:srgbClr val="263D4D"/>
                </a:solidFill>
                <a:latin typeface="Yu Gothic"/>
                <a:ea typeface="Yu Gothic"/>
                <a:cs typeface="Yu Gothic"/>
              </a:defRPr>
            </a:lvl2pPr>
            <a:lvl3pPr>
              <a:buNone/>
              <a:defRPr sz="1875" b="1">
                <a:solidFill>
                  <a:srgbClr val="263D4D"/>
                </a:solidFill>
                <a:latin typeface="Yu Gothic"/>
                <a:ea typeface="Yu Gothic"/>
                <a:cs typeface="Yu Gothic"/>
              </a:defRPr>
            </a:lvl3pPr>
            <a:lvl4pPr>
              <a:buNone/>
              <a:defRPr sz="1875" b="1">
                <a:solidFill>
                  <a:srgbClr val="263D4D"/>
                </a:solidFill>
                <a:latin typeface="Yu Gothic"/>
                <a:ea typeface="Yu Gothic"/>
                <a:cs typeface="Yu Gothic"/>
              </a:defRPr>
            </a:lvl4pPr>
            <a:lvl5pPr>
              <a:buNone/>
              <a:defRPr sz="1875" b="1">
                <a:solidFill>
                  <a:srgbClr val="263D4D"/>
                </a:solidFill>
                <a:latin typeface="Yu Gothic"/>
                <a:ea typeface="Yu Gothic"/>
                <a:cs typeface="Yu Gothic"/>
              </a:defRPr>
            </a:lvl5pPr>
            <a:lvl6pPr>
              <a:buNone/>
              <a:defRPr sz="1875" b="1">
                <a:solidFill>
                  <a:srgbClr val="263D4D"/>
                </a:solidFill>
                <a:latin typeface="Yu Gothic"/>
                <a:ea typeface="Yu Gothic"/>
                <a:cs typeface="Yu Gothic"/>
              </a:defRPr>
            </a:lvl6pPr>
            <a:lvl7pPr>
              <a:buNone/>
              <a:defRPr sz="1875" b="1">
                <a:solidFill>
                  <a:srgbClr val="263D4D"/>
                </a:solidFill>
                <a:latin typeface="Yu Gothic"/>
                <a:ea typeface="Yu Gothic"/>
                <a:cs typeface="Yu Gothic"/>
              </a:defRPr>
            </a:lvl7pPr>
            <a:lvl8pPr>
              <a:buNone/>
              <a:defRPr sz="1875" b="1">
                <a:solidFill>
                  <a:srgbClr val="263D4D"/>
                </a:solidFill>
                <a:latin typeface="Yu Gothic"/>
                <a:ea typeface="Yu Gothic"/>
                <a:cs typeface="Yu Gothic"/>
              </a:defRPr>
            </a:lvl8pPr>
            <a:lvl9pPr>
              <a:buNone/>
              <a:defRPr sz="1875" b="1">
                <a:solidFill>
                  <a:srgbClr val="263D4D"/>
                </a:solidFill>
                <a:latin typeface="Yu Gothic"/>
                <a:ea typeface="Yu Gothic"/>
                <a:cs typeface="Yu Gothic"/>
              </a:defRPr>
            </a:lvl9pPr>
          </a:lstStyle>
          <a:p xmlns:a="http://schemas.openxmlformats.org/drawingml/2006/main">
            <a:pPr>
              <a:buNone/>
              <a:defRPr sz="1875" b="1">
                <a:solidFill>
                  <a:srgbClr val="263D4D"/>
                </a:solidFill>
                <a:latin typeface="Yu Gothic"/>
                <a:ea typeface="Yu Gothic"/>
                <a:cs typeface="Yu Gothic"/>
              </a:defRPr>
            </a:pPr>
            <a:r>
              <a:rPr sz="1875" b="1">
                <a:solidFill>
                  <a:srgbClr val="263D4D"/>
                </a:solidFill>
                <a:latin typeface="Yu Gothic"/>
                <a:ea typeface="Yu Gothic"/>
                <a:cs typeface="Yu Gothic"/>
              </a:rPr>
              <a:t>2L₀</a:t>
            </a:r>
          </a:p>
        </p:txBody>
      </p:sp>
      <p:sp>
        <p:nvSpPr>
          <p:cNvPr id="22" name="">
            <a:extLst xmlns:a="http://schemas.openxmlformats.org/drawingml/2006/main">
              <a:ext uri="{FF2B5EF4-FFF2-40B4-BE49-F238E27FC236}">
                <a16:creationId xmlns:a16="http://schemas.microsoft.com/office/drawing/2014/main" id="{5F9DCF8B-B15B-4B4B-8C4B-CF654D2EE699}"/>
              </a:ext>
            </a:extLst>
          </p:cNvPr>
          <p:cNvSpPr>
            <a:spLocks xmlns:a="http://schemas.openxmlformats.org/drawingml/2006/main" noGrp="1"/>
          </p:cNvSpPr>
          <p:nvPr/>
        </p:nvSpPr>
        <p:spPr>
          <a:xfrm xmlns:a="http://schemas.openxmlformats.org/drawingml/2006/main">
            <a:off x="7667625" y="4210050"/>
            <a:ext cx="1047750" cy="3238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3" name="">
            <a:extLst xmlns:a="http://schemas.openxmlformats.org/drawingml/2006/main">
              <a:ext uri="{FF2B5EF4-FFF2-40B4-BE49-F238E27FC236}">
                <a16:creationId xmlns:a16="http://schemas.microsoft.com/office/drawing/2014/main" id="{2BE56DE2-DDD8-4F49-B437-BBA5030D16C7}"/>
              </a:ext>
            </a:extLst>
          </p:cNvPr>
          <p:cNvSpPr>
            <a:spLocks xmlns:a="http://schemas.openxmlformats.org/drawingml/2006/main" noGrp="1"/>
          </p:cNvSpPr>
          <p:nvPr/>
        </p:nvSpPr>
        <p:spPr>
          <a:xfrm xmlns:a="http://schemas.openxmlformats.org/drawingml/2006/main">
            <a:off x="7000875" y="4371975"/>
            <a:ext cx="666750" cy="9525"/>
          </a:xfrm>
          <a:custGeom xmlns:a="http://schemas.openxmlformats.org/drawingml/2006/main">
            <a:pathLst>
              <a:path w="666750" h="9525">
                <a:moveTo>
                  <a:pt x="666750" y="0"/>
                </a:moveTo>
                <a:lnTo>
                  <a:pt x="0" y="0"/>
                </a:lnTo>
              </a:path>
            </a:pathLst>
          </a:custGeom>
          <a:noFill xmlns:a="http://schemas.openxmlformats.org/drawingml/2006/main"/>
          <a:ln xmlns:a="http://schemas.openxmlformats.org/drawingml/2006/main" w="28575">
            <a:solidFill>
              <a:srgbClr val="C4483C"/>
            </a:solidFill>
          </a:ln>
        </p:spPr>
      </p:sp>
      <p:sp>
        <p:nvSpPr>
          <p:cNvPr id="24" name="">
            <a:extLst xmlns:a="http://schemas.openxmlformats.org/drawingml/2006/main">
              <a:ext uri="{FF2B5EF4-FFF2-40B4-BE49-F238E27FC236}">
                <a16:creationId xmlns:a16="http://schemas.microsoft.com/office/drawing/2014/main" id="{F680321A-B8A9-423B-8AA9-8CE282CBE8FE}"/>
              </a:ext>
            </a:extLst>
          </p:cNvPr>
          <p:cNvSpPr>
            <a:spLocks xmlns:a="http://schemas.openxmlformats.org/drawingml/2006/main" noGrp="1"/>
          </p:cNvSpPr>
          <p:nvPr/>
        </p:nvSpPr>
        <p:spPr>
          <a:xfrm xmlns:a="http://schemas.openxmlformats.org/drawingml/2006/main">
            <a:off x="7000875" y="4319969"/>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25" name="">
            <a:extLst xmlns:a="http://schemas.openxmlformats.org/drawingml/2006/main">
              <a:ext uri="{FF2B5EF4-FFF2-40B4-BE49-F238E27FC236}">
                <a16:creationId xmlns:a16="http://schemas.microsoft.com/office/drawing/2014/main" id="{F12E878B-06F8-4893-B1BB-5EDFADA701F2}"/>
              </a:ext>
            </a:extLst>
          </p:cNvPr>
          <p:cNvSpPr>
            <a:spLocks xmlns:a="http://schemas.openxmlformats.org/drawingml/2006/main" noGrp="1"/>
          </p:cNvSpPr>
          <p:nvPr/>
        </p:nvSpPr>
        <p:spPr>
          <a:xfrm xmlns:a="http://schemas.openxmlformats.org/drawingml/2006/main">
            <a:off x="8715375" y="4371975"/>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8575">
            <a:solidFill>
              <a:srgbClr val="C4483C"/>
            </a:solidFill>
          </a:ln>
        </p:spPr>
      </p:sp>
      <p:sp>
        <p:nvSpPr>
          <p:cNvPr id="26" name="">
            <a:extLst xmlns:a="http://schemas.openxmlformats.org/drawingml/2006/main">
              <a:ext uri="{FF2B5EF4-FFF2-40B4-BE49-F238E27FC236}">
                <a16:creationId xmlns:a16="http://schemas.microsoft.com/office/drawing/2014/main" id="{CBC7065D-49B5-4987-BE1F-7B07832F3F0F}"/>
              </a:ext>
            </a:extLst>
          </p:cNvPr>
          <p:cNvSpPr>
            <a:spLocks xmlns:a="http://schemas.openxmlformats.org/drawingml/2006/main" noGrp="1"/>
          </p:cNvSpPr>
          <p:nvPr/>
        </p:nvSpPr>
        <p:spPr>
          <a:xfrm xmlns:a="http://schemas.openxmlformats.org/drawingml/2006/main">
            <a:off x="9258300" y="4319969"/>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27" name="">
            <a:extLst xmlns:a="http://schemas.openxmlformats.org/drawingml/2006/main">
              <a:ext uri="{FF2B5EF4-FFF2-40B4-BE49-F238E27FC236}">
                <a16:creationId xmlns:a16="http://schemas.microsoft.com/office/drawing/2014/main" id="{24575615-82C3-4643-87CB-8A96E111B32A}"/>
              </a:ext>
            </a:extLst>
          </p:cNvPr>
          <p:cNvSpPr>
            <a:spLocks xmlns:a="http://schemas.openxmlformats.org/drawingml/2006/main" noGrp="1"/>
          </p:cNvSpPr>
          <p:nvPr/>
        </p:nvSpPr>
        <p:spPr>
          <a:xfrm xmlns:a="http://schemas.openxmlformats.org/drawingml/2006/main">
            <a:off x="10620375" y="41433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buNone/>
              <a:defRPr sz="1875" b="1">
                <a:solidFill>
                  <a:srgbClr val="263D4D"/>
                </a:solidFill>
                <a:latin typeface="Yu Gothic"/>
                <a:ea typeface="Yu Gothic"/>
                <a:cs typeface="Yu Gothic"/>
              </a:defRPr>
            </a:lvl1pPr>
            <a:lvl2pPr>
              <a:buNone/>
              <a:defRPr sz="1875" b="1">
                <a:solidFill>
                  <a:srgbClr val="263D4D"/>
                </a:solidFill>
                <a:latin typeface="Yu Gothic"/>
                <a:ea typeface="Yu Gothic"/>
                <a:cs typeface="Yu Gothic"/>
              </a:defRPr>
            </a:lvl2pPr>
            <a:lvl3pPr>
              <a:buNone/>
              <a:defRPr sz="1875" b="1">
                <a:solidFill>
                  <a:srgbClr val="263D4D"/>
                </a:solidFill>
                <a:latin typeface="Yu Gothic"/>
                <a:ea typeface="Yu Gothic"/>
                <a:cs typeface="Yu Gothic"/>
              </a:defRPr>
            </a:lvl3pPr>
            <a:lvl4pPr>
              <a:buNone/>
              <a:defRPr sz="1875" b="1">
                <a:solidFill>
                  <a:srgbClr val="263D4D"/>
                </a:solidFill>
                <a:latin typeface="Yu Gothic"/>
                <a:ea typeface="Yu Gothic"/>
                <a:cs typeface="Yu Gothic"/>
              </a:defRPr>
            </a:lvl4pPr>
            <a:lvl5pPr>
              <a:buNone/>
              <a:defRPr sz="1875" b="1">
                <a:solidFill>
                  <a:srgbClr val="263D4D"/>
                </a:solidFill>
                <a:latin typeface="Yu Gothic"/>
                <a:ea typeface="Yu Gothic"/>
                <a:cs typeface="Yu Gothic"/>
              </a:defRPr>
            </a:lvl5pPr>
            <a:lvl6pPr>
              <a:buNone/>
              <a:defRPr sz="1875" b="1">
                <a:solidFill>
                  <a:srgbClr val="263D4D"/>
                </a:solidFill>
                <a:latin typeface="Yu Gothic"/>
                <a:ea typeface="Yu Gothic"/>
                <a:cs typeface="Yu Gothic"/>
              </a:defRPr>
            </a:lvl6pPr>
            <a:lvl7pPr>
              <a:buNone/>
              <a:defRPr sz="1875" b="1">
                <a:solidFill>
                  <a:srgbClr val="263D4D"/>
                </a:solidFill>
                <a:latin typeface="Yu Gothic"/>
                <a:ea typeface="Yu Gothic"/>
                <a:cs typeface="Yu Gothic"/>
              </a:defRPr>
            </a:lvl7pPr>
            <a:lvl8pPr>
              <a:buNone/>
              <a:defRPr sz="1875" b="1">
                <a:solidFill>
                  <a:srgbClr val="263D4D"/>
                </a:solidFill>
                <a:latin typeface="Yu Gothic"/>
                <a:ea typeface="Yu Gothic"/>
                <a:cs typeface="Yu Gothic"/>
              </a:defRPr>
            </a:lvl8pPr>
            <a:lvl9pPr>
              <a:buNone/>
              <a:defRPr sz="1875" b="1">
                <a:solidFill>
                  <a:srgbClr val="263D4D"/>
                </a:solidFill>
                <a:latin typeface="Yu Gothic"/>
                <a:ea typeface="Yu Gothic"/>
                <a:cs typeface="Yu Gothic"/>
              </a:defRPr>
            </a:lvl9pPr>
          </a:lstStyle>
          <a:p xmlns:a="http://schemas.openxmlformats.org/drawingml/2006/main">
            <a:pPr>
              <a:buNone/>
              <a:defRPr sz="1875" b="1">
                <a:solidFill>
                  <a:srgbClr val="263D4D"/>
                </a:solidFill>
                <a:latin typeface="Yu Gothic"/>
                <a:ea typeface="Yu Gothic"/>
                <a:cs typeface="Yu Gothic"/>
              </a:defRPr>
            </a:pPr>
            <a:r>
              <a:rPr sz="1875" b="1">
                <a:solidFill>
                  <a:srgbClr val="263D4D"/>
                </a:solidFill>
                <a:latin typeface="Yu Gothic"/>
                <a:ea typeface="Yu Gothic"/>
                <a:cs typeface="Yu Gothic"/>
              </a:rPr>
              <a:t>2A₀</a:t>
            </a:r>
          </a:p>
        </p:txBody>
      </p:sp>
      <p:sp>
        <p:nvSpPr>
          <p:cNvPr id="28" name="">
            <a:extLst xmlns:a="http://schemas.openxmlformats.org/drawingml/2006/main">
              <a:ext uri="{FF2B5EF4-FFF2-40B4-BE49-F238E27FC236}">
                <a16:creationId xmlns:a16="http://schemas.microsoft.com/office/drawing/2014/main" id="{1B8EE2AF-C83A-476B-A661-B52860F50044}"/>
              </a:ext>
            </a:extLst>
          </p:cNvPr>
          <p:cNvSpPr>
            <a:spLocks xmlns:a="http://schemas.openxmlformats.org/drawingml/2006/main" noGrp="1"/>
          </p:cNvSpPr>
          <p:nvPr/>
        </p:nvSpPr>
        <p:spPr>
          <a:xfrm xmlns:a="http://schemas.openxmlformats.org/drawingml/2006/main">
            <a:off x="7667625" y="4943475"/>
            <a:ext cx="1047750" cy="171450"/>
          </a:xfrm>
          <a:prstGeom xmlns:a="http://schemas.openxmlformats.org/drawingml/2006/main" prst="rect">
            <a:avLst/>
          </a:prstGeom>
          <a:solidFill xmlns:a="http://schemas.openxmlformats.org/drawingml/2006/main">
            <a:srgbClr val="C7DFE9"/>
          </a:solidFill>
          <a:ln xmlns:a="http://schemas.openxmlformats.org/drawingml/2006/main" w="16193">
            <a:solidFill>
              <a:srgbClr val="2876A8"/>
            </a:solidFill>
          </a:ln>
        </p:spPr>
      </p:sp>
      <p:sp>
        <p:nvSpPr>
          <p:cNvPr id="29" name="">
            <a:extLst xmlns:a="http://schemas.openxmlformats.org/drawingml/2006/main">
              <a:ext uri="{FF2B5EF4-FFF2-40B4-BE49-F238E27FC236}">
                <a16:creationId xmlns:a16="http://schemas.microsoft.com/office/drawing/2014/main" id="{8ED00A12-4C27-45E4-951C-5132EDF776B9}"/>
              </a:ext>
            </a:extLst>
          </p:cNvPr>
          <p:cNvSpPr>
            <a:spLocks xmlns:a="http://schemas.openxmlformats.org/drawingml/2006/main" noGrp="1"/>
          </p:cNvSpPr>
          <p:nvPr/>
        </p:nvSpPr>
        <p:spPr>
          <a:xfrm xmlns:a="http://schemas.openxmlformats.org/drawingml/2006/main">
            <a:off x="7000875" y="5029200"/>
            <a:ext cx="666750" cy="9525"/>
          </a:xfrm>
          <a:custGeom xmlns:a="http://schemas.openxmlformats.org/drawingml/2006/main">
            <a:pathLst>
              <a:path w="666750" h="9525">
                <a:moveTo>
                  <a:pt x="666750" y="0"/>
                </a:moveTo>
                <a:lnTo>
                  <a:pt x="0" y="0"/>
                </a:lnTo>
              </a:path>
            </a:pathLst>
          </a:custGeom>
          <a:noFill xmlns:a="http://schemas.openxmlformats.org/drawingml/2006/main"/>
          <a:ln xmlns:a="http://schemas.openxmlformats.org/drawingml/2006/main" w="28575">
            <a:solidFill>
              <a:srgbClr val="C4483C"/>
            </a:solidFill>
          </a:ln>
        </p:spPr>
      </p:sp>
      <p:sp>
        <p:nvSpPr>
          <p:cNvPr id="30" name="">
            <a:extLst xmlns:a="http://schemas.openxmlformats.org/drawingml/2006/main">
              <a:ext uri="{FF2B5EF4-FFF2-40B4-BE49-F238E27FC236}">
                <a16:creationId xmlns:a16="http://schemas.microsoft.com/office/drawing/2014/main" id="{92680AAB-D6EA-4136-82F7-5A84C71FF7C7}"/>
              </a:ext>
            </a:extLst>
          </p:cNvPr>
          <p:cNvSpPr>
            <a:spLocks xmlns:a="http://schemas.openxmlformats.org/drawingml/2006/main" noGrp="1"/>
          </p:cNvSpPr>
          <p:nvPr/>
        </p:nvSpPr>
        <p:spPr>
          <a:xfrm xmlns:a="http://schemas.openxmlformats.org/drawingml/2006/main">
            <a:off x="7000875" y="4977194"/>
            <a:ext cx="123825" cy="104013"/>
          </a:xfrm>
          <a:custGeom xmlns:a="http://schemas.openxmlformats.org/drawingml/2006/main">
            <a:pathLst>
              <a:path w="123825" h="104013">
                <a:moveTo>
                  <a:pt x="0" y="52007"/>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31" name="">
            <a:extLst xmlns:a="http://schemas.openxmlformats.org/drawingml/2006/main">
              <a:ext uri="{FF2B5EF4-FFF2-40B4-BE49-F238E27FC236}">
                <a16:creationId xmlns:a16="http://schemas.microsoft.com/office/drawing/2014/main" id="{EC1AFB44-B303-4F18-89D1-4571B8816550}"/>
              </a:ext>
            </a:extLst>
          </p:cNvPr>
          <p:cNvSpPr>
            <a:spLocks xmlns:a="http://schemas.openxmlformats.org/drawingml/2006/main" noGrp="1"/>
          </p:cNvSpPr>
          <p:nvPr/>
        </p:nvSpPr>
        <p:spPr>
          <a:xfrm xmlns:a="http://schemas.openxmlformats.org/drawingml/2006/main">
            <a:off x="8715375" y="502920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8575">
            <a:solidFill>
              <a:srgbClr val="C4483C"/>
            </a:solidFill>
          </a:ln>
        </p:spPr>
      </p:sp>
      <p:sp>
        <p:nvSpPr>
          <p:cNvPr id="32" name="">
            <a:extLst xmlns:a="http://schemas.openxmlformats.org/drawingml/2006/main">
              <a:ext uri="{FF2B5EF4-FFF2-40B4-BE49-F238E27FC236}">
                <a16:creationId xmlns:a16="http://schemas.microsoft.com/office/drawing/2014/main" id="{401A2654-CD32-402D-BB29-D87BC95EF63E}"/>
              </a:ext>
            </a:extLst>
          </p:cNvPr>
          <p:cNvSpPr>
            <a:spLocks xmlns:a="http://schemas.openxmlformats.org/drawingml/2006/main" noGrp="1"/>
          </p:cNvSpPr>
          <p:nvPr/>
        </p:nvSpPr>
        <p:spPr>
          <a:xfrm xmlns:a="http://schemas.openxmlformats.org/drawingml/2006/main">
            <a:off x="9258300" y="4977194"/>
            <a:ext cx="123825" cy="104013"/>
          </a:xfrm>
          <a:custGeom xmlns:a="http://schemas.openxmlformats.org/drawingml/2006/main">
            <a:pathLst>
              <a:path w="123825" h="104013">
                <a:moveTo>
                  <a:pt x="123825" y="52007"/>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33" name="">
            <a:extLst xmlns:a="http://schemas.openxmlformats.org/drawingml/2006/main">
              <a:ext uri="{FF2B5EF4-FFF2-40B4-BE49-F238E27FC236}">
                <a16:creationId xmlns:a16="http://schemas.microsoft.com/office/drawing/2014/main" id="{0E1F01EC-4280-42F2-85AB-C9ABFCA373F1}"/>
              </a:ext>
            </a:extLst>
          </p:cNvPr>
          <p:cNvSpPr>
            <a:spLocks xmlns:a="http://schemas.openxmlformats.org/drawingml/2006/main" noGrp="1"/>
          </p:cNvSpPr>
          <p:nvPr/>
        </p:nvSpPr>
        <p:spPr>
          <a:xfrm xmlns:a="http://schemas.openxmlformats.org/drawingml/2006/main">
            <a:off x="10620375" y="480060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2E</a:t>
            </a:r>
          </a:p>
        </p:txBody>
      </p:sp>
      <p:sp>
        <p:nvSpPr>
          <p:cNvPr id="34" name="">
            <a:extLst xmlns:a="http://schemas.openxmlformats.org/drawingml/2006/main">
              <a:ext uri="{FF2B5EF4-FFF2-40B4-BE49-F238E27FC236}">
                <a16:creationId xmlns:a16="http://schemas.microsoft.com/office/drawing/2014/main" id="{ACBEED70-A4F1-4600-AA5E-02A063D591A3}"/>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図は寸法・材料条件の違いを示し、変形は描いていない。式から倍率を予想する。</a:t>
            </a:r>
          </a:p>
        </p:txBody>
      </p:sp>
    </p:spTree>
    <p:extLst>
      <p:ext uri="{BB962C8B-B14F-4D97-AF65-F5344CB8AC3E}">
        <p14:creationId xmlns:p14="http://schemas.microsoft.com/office/powerpoint/2010/main" val="13851982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1A5999C-29FC-4BB7-B30D-B8BBCBD9E169}"/>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演習4の解答</a:t>
            </a:r>
          </a:p>
        </p:txBody>
      </p:sp>
      <p:cxnSp>
        <p:nvCxnSpPr>
          <p:cNvPr id="2" name="">
            <a:extLst xmlns:a="http://schemas.openxmlformats.org/drawingml/2006/main">
              <a:ext uri="{FF2B5EF4-FFF2-40B4-BE49-F238E27FC236}">
                <a16:creationId xmlns:a16="http://schemas.microsoft.com/office/drawing/2014/main" id="{F5463A01-4FE3-4835-AB0E-3D663183737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64E31035-0E6A-499D-9F73-A0E0C4A74F09}"/>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FE941528-B33F-4DBA-825E-8763CB32F614}"/>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41 / 57</a:t>
            </a:r>
          </a:p>
        </p:txBody>
      </p:sp>
      <p:sp>
        <p:nvSpPr>
          <p:cNvPr id="8" name="">
            <a:extLst xmlns:a="http://schemas.openxmlformats.org/drawingml/2006/main">
              <a:ext uri="{FF2B5EF4-FFF2-40B4-BE49-F238E27FC236}">
                <a16:creationId xmlns:a16="http://schemas.microsoft.com/office/drawing/2014/main" id="{2132615A-719B-4019-80B0-5CCF06B92332}"/>
              </a:ext>
            </a:extLst>
          </p:cNvPr>
          <p:cNvSpPr>
            <a:spLocks xmlns:a="http://schemas.openxmlformats.org/drawingml/2006/main" noGrp="1"/>
          </p:cNvSpPr>
          <p:nvPr/>
        </p:nvSpPr>
        <p:spPr>
          <a:xfrm xmlns:a="http://schemas.openxmlformats.org/drawingml/2006/main">
            <a:off x="714375" y="14954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buNone/>
              <a:defRPr sz="2025" b="1">
                <a:solidFill>
                  <a:srgbClr val="263D4D"/>
                </a:solidFill>
                <a:latin typeface="Yu Gothic"/>
                <a:ea typeface="Yu Gothic"/>
                <a:cs typeface="Yu Gothic"/>
              </a:defRPr>
            </a:lvl1pPr>
            <a:lvl2pPr>
              <a:buNone/>
              <a:defRPr sz="2025" b="1">
                <a:solidFill>
                  <a:srgbClr val="263D4D"/>
                </a:solidFill>
                <a:latin typeface="Yu Gothic"/>
                <a:ea typeface="Yu Gothic"/>
                <a:cs typeface="Yu Gothic"/>
              </a:defRPr>
            </a:lvl2pPr>
            <a:lvl3pPr>
              <a:buNone/>
              <a:defRPr sz="2025" b="1">
                <a:solidFill>
                  <a:srgbClr val="263D4D"/>
                </a:solidFill>
                <a:latin typeface="Yu Gothic"/>
                <a:ea typeface="Yu Gothic"/>
                <a:cs typeface="Yu Gothic"/>
              </a:defRPr>
            </a:lvl3pPr>
            <a:lvl4pPr>
              <a:buNone/>
              <a:defRPr sz="2025" b="1">
                <a:solidFill>
                  <a:srgbClr val="263D4D"/>
                </a:solidFill>
                <a:latin typeface="Yu Gothic"/>
                <a:ea typeface="Yu Gothic"/>
                <a:cs typeface="Yu Gothic"/>
              </a:defRPr>
            </a:lvl4pPr>
            <a:lvl5pPr>
              <a:buNone/>
              <a:defRPr sz="2025" b="1">
                <a:solidFill>
                  <a:srgbClr val="263D4D"/>
                </a:solidFill>
                <a:latin typeface="Yu Gothic"/>
                <a:ea typeface="Yu Gothic"/>
                <a:cs typeface="Yu Gothic"/>
              </a:defRPr>
            </a:lvl5pPr>
            <a:lvl6pPr>
              <a:buNone/>
              <a:defRPr sz="2025" b="1">
                <a:solidFill>
                  <a:srgbClr val="263D4D"/>
                </a:solidFill>
                <a:latin typeface="Yu Gothic"/>
                <a:ea typeface="Yu Gothic"/>
                <a:cs typeface="Yu Gothic"/>
              </a:defRPr>
            </a:lvl6pPr>
            <a:lvl7pPr>
              <a:buNone/>
              <a:defRPr sz="2025" b="1">
                <a:solidFill>
                  <a:srgbClr val="263D4D"/>
                </a:solidFill>
                <a:latin typeface="Yu Gothic"/>
                <a:ea typeface="Yu Gothic"/>
                <a:cs typeface="Yu Gothic"/>
              </a:defRPr>
            </a:lvl7pPr>
            <a:lvl8pPr>
              <a:buNone/>
              <a:defRPr sz="2025" b="1">
                <a:solidFill>
                  <a:srgbClr val="263D4D"/>
                </a:solidFill>
                <a:latin typeface="Yu Gothic"/>
                <a:ea typeface="Yu Gothic"/>
                <a:cs typeface="Yu Gothic"/>
              </a:defRPr>
            </a:lvl8pPr>
            <a:lvl9pPr>
              <a:buNone/>
              <a:defRPr sz="2025" b="1">
                <a:solidFill>
                  <a:srgbClr val="263D4D"/>
                </a:solidFill>
                <a:latin typeface="Yu Gothic"/>
                <a:ea typeface="Yu Gothic"/>
                <a:cs typeface="Yu Gothic"/>
              </a:defRPr>
            </a:lvl9pPr>
          </a:lstStyle>
          <a:p xmlns:a="http://schemas.openxmlformats.org/drawingml/2006/main">
            <a:pPr>
              <a:buNone/>
              <a:defRPr sz="2025" b="1">
                <a:solidFill>
                  <a:srgbClr val="263D4D"/>
                </a:solidFill>
                <a:latin typeface="Yu Gothic"/>
                <a:ea typeface="Yu Gothic"/>
                <a:cs typeface="Yu Gothic"/>
              </a:defRPr>
            </a:pPr>
            <a:r>
              <a:rPr sz="2025" b="1">
                <a:solidFill>
                  <a:srgbClr val="263D4D"/>
                </a:solidFill>
                <a:latin typeface="Yu Gothic"/>
                <a:ea typeface="Yu Gothic"/>
                <a:cs typeface="Yu Gothic"/>
              </a:rPr>
              <a:t>演習3の棒を基準に、一つだけ変更する</a:t>
            </a:r>
          </a:p>
        </p:txBody>
      </p:sp>
      <p:graphicFrame>
        <p:nvGraphicFramePr>
          <p:cNvPr id="9" name="">
            <a:extLst xmlns:a="http://schemas.openxmlformats.org/drawingml/2006/main">
              <a:ext uri="{FF2B5EF4-FFF2-40B4-BE49-F238E27FC236}">
                <a16:creationId xmlns:a16="http://schemas.microsoft.com/office/drawing/2014/main" id="{03FE421A-674D-49C8-BF09-253C466FC5F2}"/>
              </a:ext>
            </a:extLst>
          </p:cNvPr>
          <p:cNvGraphicFramePr/>
          <p:nvPr/>
        </p:nvGraphicFramePr>
        <p:xfrm>
          <a:off xmlns:a="http://schemas.openxmlformats.org/drawingml/2006/main" x="714375" y="2095500"/>
          <a:ext xmlns:a="http://schemas.openxmlformats.org/drawingml/2006/main" cx="5381625" cy="3286125"/>
        </p:xfrm>
        <a:graphic xmlns:a="http://schemas.openxmlformats.org/drawingml/2006/main">
          <a:graphicData uri="http://schemas.openxmlformats.org/drawingml/2006/table">
            <a:tbl>
              <a:tblPr/>
              <a:tblGrid>
                <a:gridCol w="2428875"/>
                <a:gridCol w="1428750"/>
                <a:gridCol w="1524000"/>
              </a:tblGrid>
              <a:tr h="657225">
                <a:tc>
                  <a:txBody>
                    <a:bodyPr lIns="95250" tIns="95250" rIns="95250" bIns="95250"/>
                    <a:lstStyle/>
                    <a:p>
                      <a:r>
                        <a:rPr sz="1800" b="1">
                          <a:solidFill>
                            <a:srgbClr val="FFFFFF"/>
                          </a:solidFill>
                          <a:latin typeface="Yu Gothic"/>
                          <a:ea typeface="Yu Gothic"/>
                          <a:cs typeface="Yu Gothic"/>
                        </a:rPr>
                        <a:t>変更</a:t>
                      </a:r>
                    </a:p>
                  </a:txBody>
                  <a:tcPr marL="91440" marR="91440" marT="45720" marB="45720">
                    <a:solidFill>
                      <a:srgbClr val="193B59"/>
                    </a:solidFill>
                  </a:tcPr>
                </a:tc>
                <a:tc>
                  <a:txBody>
                    <a:bodyPr lIns="95250" tIns="95250" rIns="95250" bIns="95250"/>
                    <a:lstStyle/>
                    <a:p>
                      <a:r>
                        <a:rPr sz="1800" b="1">
                          <a:solidFill>
                            <a:srgbClr val="FFFFFF"/>
                          </a:solidFill>
                          <a:latin typeface="Yu Gothic"/>
                          <a:ea typeface="Yu Gothic"/>
                          <a:cs typeface="Yu Gothic"/>
                        </a:rPr>
                        <a:t>σ の倍率</a:t>
                      </a:r>
                    </a:p>
                  </a:txBody>
                  <a:tcPr marL="91440" marR="91440" marT="45720" marB="45720">
                    <a:solidFill>
                      <a:srgbClr val="193B59"/>
                    </a:solidFill>
                  </a:tcPr>
                </a:tc>
                <a:tc>
                  <a:txBody>
                    <a:bodyPr lIns="95250" tIns="95250" rIns="95250" bIns="95250"/>
                    <a:lstStyle/>
                    <a:p>
                      <a:r>
                        <a:rPr sz="1800" b="1">
                          <a:solidFill>
                            <a:srgbClr val="FFFFFF"/>
                          </a:solidFill>
                          <a:latin typeface="Yu Gothic"/>
                          <a:ea typeface="Yu Gothic"/>
                          <a:cs typeface="Yu Gothic"/>
                        </a:rPr>
                        <a:t>ΔL の倍率</a:t>
                      </a:r>
                    </a:p>
                  </a:txBody>
                  <a:tcPr marL="91440" marR="91440" marT="45720" marB="45720">
                    <a:solidFill>
                      <a:srgbClr val="193B59"/>
                    </a:solidFill>
                  </a:tcPr>
                </a:tc>
              </a:tr>
              <a:tr h="657225">
                <a:tc>
                  <a:txBody>
                    <a:bodyPr lIns="95250" tIns="95250" rIns="95250" bIns="95250"/>
                    <a:lstStyle/>
                    <a:p>
                      <a:r>
                        <a:rPr sz="1800" b="0">
                          <a:solidFill>
                            <a:srgbClr val="263D4D"/>
                          </a:solidFill>
                          <a:latin typeface="Yu Gothic"/>
                          <a:ea typeface="Yu Gothic"/>
                          <a:cs typeface="Yu Gothic"/>
                        </a:rPr>
                        <a:t>F だけ2倍</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2</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2</a:t>
                      </a:r>
                    </a:p>
                  </a:txBody>
                  <a:tcPr marL="91440" marR="91440" marT="45720" marB="45720">
                    <a:solidFill>
                      <a:srgbClr val="E8F0F4"/>
                    </a:solidFill>
                  </a:tcPr>
                </a:tc>
              </a:tr>
              <a:tr h="657225">
                <a:tc>
                  <a:txBody>
                    <a:bodyPr lIns="95250" tIns="95250" rIns="95250" bIns="95250"/>
                    <a:lstStyle/>
                    <a:p>
                      <a:r>
                        <a:rPr sz="1800" b="0">
                          <a:solidFill>
                            <a:srgbClr val="263D4D"/>
                          </a:solidFill>
                          <a:latin typeface="Yu Gothic"/>
                          <a:ea typeface="Yu Gothic"/>
                          <a:cs typeface="Yu Gothic"/>
                        </a:rPr>
                        <a:t>L₀ だけ2倍</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1</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2</a:t>
                      </a:r>
                    </a:p>
                  </a:txBody>
                  <a:tcPr marL="91440" marR="91440" marT="45720" marB="45720">
                    <a:solidFill>
                      <a:srgbClr val="FFFFFF"/>
                    </a:solidFill>
                  </a:tcPr>
                </a:tc>
              </a:tr>
              <a:tr h="657225">
                <a:tc>
                  <a:txBody>
                    <a:bodyPr lIns="95250" tIns="95250" rIns="95250" bIns="95250"/>
                    <a:lstStyle/>
                    <a:p>
                      <a:r>
                        <a:rPr sz="1800" b="0">
                          <a:solidFill>
                            <a:srgbClr val="263D4D"/>
                          </a:solidFill>
                          <a:latin typeface="Yu Gothic"/>
                          <a:ea typeface="Yu Gothic"/>
                          <a:cs typeface="Yu Gothic"/>
                        </a:rPr>
                        <a:t>A₀ だけ2倍</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1/2</a:t>
                      </a:r>
                    </a:p>
                  </a:txBody>
                  <a:tcPr marL="91440" marR="91440" marT="45720" marB="45720">
                    <a:solidFill>
                      <a:srgbClr val="E8F0F4"/>
                    </a:solidFill>
                  </a:tcPr>
                </a:tc>
                <a:tc>
                  <a:txBody>
                    <a:bodyPr lIns="95250" tIns="95250" rIns="95250" bIns="95250"/>
                    <a:lstStyle/>
                    <a:p>
                      <a:r>
                        <a:rPr sz="1800" b="0">
                          <a:solidFill>
                            <a:srgbClr val="263D4D"/>
                          </a:solidFill>
                          <a:latin typeface="Yu Gothic"/>
                          <a:ea typeface="Yu Gothic"/>
                          <a:cs typeface="Yu Gothic"/>
                        </a:rPr>
                        <a:t>1/2</a:t>
                      </a:r>
                    </a:p>
                  </a:txBody>
                  <a:tcPr marL="91440" marR="91440" marT="45720" marB="45720">
                    <a:solidFill>
                      <a:srgbClr val="E8F0F4"/>
                    </a:solidFill>
                  </a:tcPr>
                </a:tc>
              </a:tr>
              <a:tr h="657225">
                <a:tc>
                  <a:txBody>
                    <a:bodyPr lIns="95250" tIns="95250" rIns="95250" bIns="95250"/>
                    <a:lstStyle/>
                    <a:p>
                      <a:r>
                        <a:rPr sz="1800" b="0">
                          <a:solidFill>
                            <a:srgbClr val="263D4D"/>
                          </a:solidFill>
                          <a:latin typeface="Yu Gothic"/>
                          <a:ea typeface="Yu Gothic"/>
                          <a:cs typeface="Yu Gothic"/>
                        </a:rPr>
                        <a:t>E だけ2倍</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1</a:t>
                      </a:r>
                    </a:p>
                  </a:txBody>
                  <a:tcPr marL="91440" marR="91440" marT="45720" marB="45720">
                    <a:solidFill>
                      <a:srgbClr val="FFFFFF"/>
                    </a:solidFill>
                  </a:tcPr>
                </a:tc>
                <a:tc>
                  <a:txBody>
                    <a:bodyPr lIns="95250" tIns="95250" rIns="95250" bIns="95250"/>
                    <a:lstStyle/>
                    <a:p>
                      <a:r>
                        <a:rPr sz="1800" b="0">
                          <a:solidFill>
                            <a:srgbClr val="263D4D"/>
                          </a:solidFill>
                          <a:latin typeface="Yu Gothic"/>
                          <a:ea typeface="Yu Gothic"/>
                          <a:cs typeface="Yu Gothic"/>
                        </a:rPr>
                        <a:t>1/2</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A9AF35CA-4A3D-43BB-9CFE-A6F1AC594878}"/>
              </a:ext>
            </a:extLst>
          </p:cNvPr>
          <p:cNvSpPr>
            <a:spLocks xmlns:a="http://schemas.openxmlformats.org/drawingml/2006/main" noGrp="1"/>
          </p:cNvSpPr>
          <p:nvPr/>
        </p:nvSpPr>
        <p:spPr>
          <a:xfrm xmlns:a="http://schemas.openxmlformats.org/drawingml/2006/main">
            <a:off x="7667625" y="2971800"/>
            <a:ext cx="104775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1" name="">
            <a:extLst xmlns:a="http://schemas.openxmlformats.org/drawingml/2006/main">
              <a:ext uri="{FF2B5EF4-FFF2-40B4-BE49-F238E27FC236}">
                <a16:creationId xmlns:a16="http://schemas.microsoft.com/office/drawing/2014/main" id="{7E079E66-036F-4440-B5DF-BD420D65A587}"/>
              </a:ext>
            </a:extLst>
          </p:cNvPr>
          <p:cNvSpPr>
            <a:spLocks xmlns:a="http://schemas.openxmlformats.org/drawingml/2006/main" noGrp="1"/>
          </p:cNvSpPr>
          <p:nvPr/>
        </p:nvSpPr>
        <p:spPr>
          <a:xfrm xmlns:a="http://schemas.openxmlformats.org/drawingml/2006/main">
            <a:off x="6334125" y="3057525"/>
            <a:ext cx="1333500" cy="9525"/>
          </a:xfrm>
          <a:custGeom xmlns:a="http://schemas.openxmlformats.org/drawingml/2006/main">
            <a:pathLst>
              <a:path w="1333500" h="9525">
                <a:moveTo>
                  <a:pt x="1333500" y="0"/>
                </a:moveTo>
                <a:lnTo>
                  <a:pt x="0" y="0"/>
                </a:lnTo>
              </a:path>
            </a:pathLst>
          </a:custGeom>
          <a:noFill xmlns:a="http://schemas.openxmlformats.org/drawingml/2006/main"/>
          <a:ln xmlns:a="http://schemas.openxmlformats.org/drawingml/2006/main" w="28575">
            <a:solidFill>
              <a:srgbClr val="C4483C"/>
            </a:solidFill>
          </a:ln>
        </p:spPr>
      </p:sp>
      <p:sp>
        <p:nvSpPr>
          <p:cNvPr id="12" name="">
            <a:extLst xmlns:a="http://schemas.openxmlformats.org/drawingml/2006/main">
              <a:ext uri="{FF2B5EF4-FFF2-40B4-BE49-F238E27FC236}">
                <a16:creationId xmlns:a16="http://schemas.microsoft.com/office/drawing/2014/main" id="{582C846F-A6F9-4F54-9AB7-59DB9430CCAD}"/>
              </a:ext>
            </a:extLst>
          </p:cNvPr>
          <p:cNvSpPr>
            <a:spLocks xmlns:a="http://schemas.openxmlformats.org/drawingml/2006/main" noGrp="1"/>
          </p:cNvSpPr>
          <p:nvPr/>
        </p:nvSpPr>
        <p:spPr>
          <a:xfrm xmlns:a="http://schemas.openxmlformats.org/drawingml/2006/main">
            <a:off x="6334125" y="3005519"/>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13" name="">
            <a:extLst xmlns:a="http://schemas.openxmlformats.org/drawingml/2006/main">
              <a:ext uri="{FF2B5EF4-FFF2-40B4-BE49-F238E27FC236}">
                <a16:creationId xmlns:a16="http://schemas.microsoft.com/office/drawing/2014/main" id="{16DB3B06-28A4-4E5D-858A-9D51EBCAA342}"/>
              </a:ext>
            </a:extLst>
          </p:cNvPr>
          <p:cNvSpPr>
            <a:spLocks xmlns:a="http://schemas.openxmlformats.org/drawingml/2006/main" noGrp="1"/>
          </p:cNvSpPr>
          <p:nvPr/>
        </p:nvSpPr>
        <p:spPr>
          <a:xfrm xmlns:a="http://schemas.openxmlformats.org/drawingml/2006/main">
            <a:off x="8715375" y="3057525"/>
            <a:ext cx="1333500" cy="9525"/>
          </a:xfrm>
          <a:custGeom xmlns:a="http://schemas.openxmlformats.org/drawingml/2006/main">
            <a:pathLst>
              <a:path w="1333500" h="9525">
                <a:moveTo>
                  <a:pt x="0" y="0"/>
                </a:moveTo>
                <a:lnTo>
                  <a:pt x="1333500" y="0"/>
                </a:lnTo>
              </a:path>
            </a:pathLst>
          </a:custGeom>
          <a:noFill xmlns:a="http://schemas.openxmlformats.org/drawingml/2006/main"/>
          <a:ln xmlns:a="http://schemas.openxmlformats.org/drawingml/2006/main" w="28575">
            <a:solidFill>
              <a:srgbClr val="C4483C"/>
            </a:solidFill>
          </a:ln>
        </p:spPr>
      </p:sp>
      <p:sp>
        <p:nvSpPr>
          <p:cNvPr id="14" name="">
            <a:extLst xmlns:a="http://schemas.openxmlformats.org/drawingml/2006/main">
              <a:ext uri="{FF2B5EF4-FFF2-40B4-BE49-F238E27FC236}">
                <a16:creationId xmlns:a16="http://schemas.microsoft.com/office/drawing/2014/main" id="{746FD9DA-13D2-4F39-9EC1-C21E72D9C5B2}"/>
              </a:ext>
            </a:extLst>
          </p:cNvPr>
          <p:cNvSpPr>
            <a:spLocks xmlns:a="http://schemas.openxmlformats.org/drawingml/2006/main" noGrp="1"/>
          </p:cNvSpPr>
          <p:nvPr/>
        </p:nvSpPr>
        <p:spPr>
          <a:xfrm xmlns:a="http://schemas.openxmlformats.org/drawingml/2006/main">
            <a:off x="9925050" y="3005519"/>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15" name="">
            <a:extLst xmlns:a="http://schemas.openxmlformats.org/drawingml/2006/main">
              <a:ext uri="{FF2B5EF4-FFF2-40B4-BE49-F238E27FC236}">
                <a16:creationId xmlns:a16="http://schemas.microsoft.com/office/drawing/2014/main" id="{AA2C4E55-2110-4C8D-ACFE-AFC437BFE44C}"/>
              </a:ext>
            </a:extLst>
          </p:cNvPr>
          <p:cNvSpPr>
            <a:spLocks xmlns:a="http://schemas.openxmlformats.org/drawingml/2006/main" noGrp="1"/>
          </p:cNvSpPr>
          <p:nvPr/>
        </p:nvSpPr>
        <p:spPr>
          <a:xfrm xmlns:a="http://schemas.openxmlformats.org/drawingml/2006/main">
            <a:off x="10620375" y="282892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buNone/>
              <a:defRPr sz="1875" b="1">
                <a:solidFill>
                  <a:srgbClr val="263D4D"/>
                </a:solidFill>
                <a:latin typeface="Yu Gothic"/>
                <a:ea typeface="Yu Gothic"/>
                <a:cs typeface="Yu Gothic"/>
              </a:defRPr>
            </a:lvl1pPr>
            <a:lvl2pPr>
              <a:buNone/>
              <a:defRPr sz="1875" b="1">
                <a:solidFill>
                  <a:srgbClr val="263D4D"/>
                </a:solidFill>
                <a:latin typeface="Yu Gothic"/>
                <a:ea typeface="Yu Gothic"/>
                <a:cs typeface="Yu Gothic"/>
              </a:defRPr>
            </a:lvl2pPr>
            <a:lvl3pPr>
              <a:buNone/>
              <a:defRPr sz="1875" b="1">
                <a:solidFill>
                  <a:srgbClr val="263D4D"/>
                </a:solidFill>
                <a:latin typeface="Yu Gothic"/>
                <a:ea typeface="Yu Gothic"/>
                <a:cs typeface="Yu Gothic"/>
              </a:defRPr>
            </a:lvl3pPr>
            <a:lvl4pPr>
              <a:buNone/>
              <a:defRPr sz="1875" b="1">
                <a:solidFill>
                  <a:srgbClr val="263D4D"/>
                </a:solidFill>
                <a:latin typeface="Yu Gothic"/>
                <a:ea typeface="Yu Gothic"/>
                <a:cs typeface="Yu Gothic"/>
              </a:defRPr>
            </a:lvl4pPr>
            <a:lvl5pPr>
              <a:buNone/>
              <a:defRPr sz="1875" b="1">
                <a:solidFill>
                  <a:srgbClr val="263D4D"/>
                </a:solidFill>
                <a:latin typeface="Yu Gothic"/>
                <a:ea typeface="Yu Gothic"/>
                <a:cs typeface="Yu Gothic"/>
              </a:defRPr>
            </a:lvl5pPr>
            <a:lvl6pPr>
              <a:buNone/>
              <a:defRPr sz="1875" b="1">
                <a:solidFill>
                  <a:srgbClr val="263D4D"/>
                </a:solidFill>
                <a:latin typeface="Yu Gothic"/>
                <a:ea typeface="Yu Gothic"/>
                <a:cs typeface="Yu Gothic"/>
              </a:defRPr>
            </a:lvl6pPr>
            <a:lvl7pPr>
              <a:buNone/>
              <a:defRPr sz="1875" b="1">
                <a:solidFill>
                  <a:srgbClr val="263D4D"/>
                </a:solidFill>
                <a:latin typeface="Yu Gothic"/>
                <a:ea typeface="Yu Gothic"/>
                <a:cs typeface="Yu Gothic"/>
              </a:defRPr>
            </a:lvl7pPr>
            <a:lvl8pPr>
              <a:buNone/>
              <a:defRPr sz="1875" b="1">
                <a:solidFill>
                  <a:srgbClr val="263D4D"/>
                </a:solidFill>
                <a:latin typeface="Yu Gothic"/>
                <a:ea typeface="Yu Gothic"/>
                <a:cs typeface="Yu Gothic"/>
              </a:defRPr>
            </a:lvl8pPr>
            <a:lvl9pPr>
              <a:buNone/>
              <a:defRPr sz="1875" b="1">
                <a:solidFill>
                  <a:srgbClr val="263D4D"/>
                </a:solidFill>
                <a:latin typeface="Yu Gothic"/>
                <a:ea typeface="Yu Gothic"/>
                <a:cs typeface="Yu Gothic"/>
              </a:defRPr>
            </a:lvl9pPr>
          </a:lstStyle>
          <a:p xmlns:a="http://schemas.openxmlformats.org/drawingml/2006/main">
            <a:pPr>
              <a:buNone/>
              <a:defRPr sz="1875" b="1">
                <a:solidFill>
                  <a:srgbClr val="263D4D"/>
                </a:solidFill>
                <a:latin typeface="Yu Gothic"/>
                <a:ea typeface="Yu Gothic"/>
                <a:cs typeface="Yu Gothic"/>
              </a:defRPr>
            </a:pPr>
            <a:r>
              <a:rPr sz="1875" b="1">
                <a:solidFill>
                  <a:srgbClr val="263D4D"/>
                </a:solidFill>
                <a:latin typeface="Yu Gothic"/>
                <a:ea typeface="Yu Gothic"/>
                <a:cs typeface="Yu Gothic"/>
              </a:rPr>
              <a:t>2F</a:t>
            </a:r>
          </a:p>
        </p:txBody>
      </p:sp>
      <p:sp>
        <p:nvSpPr>
          <p:cNvPr id="16" name="">
            <a:extLst xmlns:a="http://schemas.openxmlformats.org/drawingml/2006/main">
              <a:ext uri="{FF2B5EF4-FFF2-40B4-BE49-F238E27FC236}">
                <a16:creationId xmlns:a16="http://schemas.microsoft.com/office/drawing/2014/main" id="{1F5D16B6-FB1C-4B70-BFC3-8C49763064C6}"/>
              </a:ext>
            </a:extLst>
          </p:cNvPr>
          <p:cNvSpPr>
            <a:spLocks xmlns:a="http://schemas.openxmlformats.org/drawingml/2006/main" noGrp="1"/>
          </p:cNvSpPr>
          <p:nvPr/>
        </p:nvSpPr>
        <p:spPr>
          <a:xfrm xmlns:a="http://schemas.openxmlformats.org/drawingml/2006/main">
            <a:off x="7667625" y="3629025"/>
            <a:ext cx="2095500" cy="1714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7" name="">
            <a:extLst xmlns:a="http://schemas.openxmlformats.org/drawingml/2006/main">
              <a:ext uri="{FF2B5EF4-FFF2-40B4-BE49-F238E27FC236}">
                <a16:creationId xmlns:a16="http://schemas.microsoft.com/office/drawing/2014/main" id="{9F65EB7C-BE47-4E84-B2C2-8DFA36211DA6}"/>
              </a:ext>
            </a:extLst>
          </p:cNvPr>
          <p:cNvSpPr>
            <a:spLocks xmlns:a="http://schemas.openxmlformats.org/drawingml/2006/main" noGrp="1"/>
          </p:cNvSpPr>
          <p:nvPr/>
        </p:nvSpPr>
        <p:spPr>
          <a:xfrm xmlns:a="http://schemas.openxmlformats.org/drawingml/2006/main">
            <a:off x="7124700" y="3714750"/>
            <a:ext cx="542925" cy="9525"/>
          </a:xfrm>
          <a:custGeom xmlns:a="http://schemas.openxmlformats.org/drawingml/2006/main">
            <a:pathLst>
              <a:path w="542925" h="9525">
                <a:moveTo>
                  <a:pt x="542925" y="0"/>
                </a:moveTo>
                <a:lnTo>
                  <a:pt x="0" y="0"/>
                </a:lnTo>
              </a:path>
            </a:pathLst>
          </a:custGeom>
          <a:noFill xmlns:a="http://schemas.openxmlformats.org/drawingml/2006/main"/>
          <a:ln xmlns:a="http://schemas.openxmlformats.org/drawingml/2006/main" w="28575">
            <a:solidFill>
              <a:srgbClr val="C4483C"/>
            </a:solidFill>
          </a:ln>
        </p:spPr>
      </p:sp>
      <p:sp>
        <p:nvSpPr>
          <p:cNvPr id="18" name="">
            <a:extLst xmlns:a="http://schemas.openxmlformats.org/drawingml/2006/main">
              <a:ext uri="{FF2B5EF4-FFF2-40B4-BE49-F238E27FC236}">
                <a16:creationId xmlns:a16="http://schemas.microsoft.com/office/drawing/2014/main" id="{FB59E97B-1F22-45A9-AD8D-A7CDBA63D13F}"/>
              </a:ext>
            </a:extLst>
          </p:cNvPr>
          <p:cNvSpPr>
            <a:spLocks xmlns:a="http://schemas.openxmlformats.org/drawingml/2006/main" noGrp="1"/>
          </p:cNvSpPr>
          <p:nvPr/>
        </p:nvSpPr>
        <p:spPr>
          <a:xfrm xmlns:a="http://schemas.openxmlformats.org/drawingml/2006/main">
            <a:off x="7124700" y="3662744"/>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19" name="">
            <a:extLst xmlns:a="http://schemas.openxmlformats.org/drawingml/2006/main">
              <a:ext uri="{FF2B5EF4-FFF2-40B4-BE49-F238E27FC236}">
                <a16:creationId xmlns:a16="http://schemas.microsoft.com/office/drawing/2014/main" id="{39F6D110-C38E-4663-BB83-C5EB014AA7D2}"/>
              </a:ext>
            </a:extLst>
          </p:cNvPr>
          <p:cNvSpPr>
            <a:spLocks xmlns:a="http://schemas.openxmlformats.org/drawingml/2006/main" noGrp="1"/>
          </p:cNvSpPr>
          <p:nvPr/>
        </p:nvSpPr>
        <p:spPr>
          <a:xfrm xmlns:a="http://schemas.openxmlformats.org/drawingml/2006/main">
            <a:off x="9763125" y="371475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8575">
            <a:solidFill>
              <a:srgbClr val="C4483C"/>
            </a:solidFill>
          </a:ln>
        </p:spPr>
      </p:sp>
      <p:sp>
        <p:nvSpPr>
          <p:cNvPr id="20" name="">
            <a:extLst xmlns:a="http://schemas.openxmlformats.org/drawingml/2006/main">
              <a:ext uri="{FF2B5EF4-FFF2-40B4-BE49-F238E27FC236}">
                <a16:creationId xmlns:a16="http://schemas.microsoft.com/office/drawing/2014/main" id="{3F8CB379-868D-4B70-96F2-37A1194E37D5}"/>
              </a:ext>
            </a:extLst>
          </p:cNvPr>
          <p:cNvSpPr>
            <a:spLocks xmlns:a="http://schemas.openxmlformats.org/drawingml/2006/main" noGrp="1"/>
          </p:cNvSpPr>
          <p:nvPr/>
        </p:nvSpPr>
        <p:spPr>
          <a:xfrm xmlns:a="http://schemas.openxmlformats.org/drawingml/2006/main">
            <a:off x="10306050" y="3662744"/>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21" name="">
            <a:extLst xmlns:a="http://schemas.openxmlformats.org/drawingml/2006/main">
              <a:ext uri="{FF2B5EF4-FFF2-40B4-BE49-F238E27FC236}">
                <a16:creationId xmlns:a16="http://schemas.microsoft.com/office/drawing/2014/main" id="{965D8A0F-251B-4582-A99B-88CBCC2ED368}"/>
              </a:ext>
            </a:extLst>
          </p:cNvPr>
          <p:cNvSpPr>
            <a:spLocks xmlns:a="http://schemas.openxmlformats.org/drawingml/2006/main" noGrp="1"/>
          </p:cNvSpPr>
          <p:nvPr/>
        </p:nvSpPr>
        <p:spPr>
          <a:xfrm xmlns:a="http://schemas.openxmlformats.org/drawingml/2006/main">
            <a:off x="10620375" y="34861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buNone/>
              <a:defRPr sz="1875" b="1">
                <a:solidFill>
                  <a:srgbClr val="263D4D"/>
                </a:solidFill>
                <a:latin typeface="Yu Gothic"/>
                <a:ea typeface="Yu Gothic"/>
                <a:cs typeface="Yu Gothic"/>
              </a:defRPr>
            </a:lvl1pPr>
            <a:lvl2pPr>
              <a:buNone/>
              <a:defRPr sz="1875" b="1">
                <a:solidFill>
                  <a:srgbClr val="263D4D"/>
                </a:solidFill>
                <a:latin typeface="Yu Gothic"/>
                <a:ea typeface="Yu Gothic"/>
                <a:cs typeface="Yu Gothic"/>
              </a:defRPr>
            </a:lvl2pPr>
            <a:lvl3pPr>
              <a:buNone/>
              <a:defRPr sz="1875" b="1">
                <a:solidFill>
                  <a:srgbClr val="263D4D"/>
                </a:solidFill>
                <a:latin typeface="Yu Gothic"/>
                <a:ea typeface="Yu Gothic"/>
                <a:cs typeface="Yu Gothic"/>
              </a:defRPr>
            </a:lvl3pPr>
            <a:lvl4pPr>
              <a:buNone/>
              <a:defRPr sz="1875" b="1">
                <a:solidFill>
                  <a:srgbClr val="263D4D"/>
                </a:solidFill>
                <a:latin typeface="Yu Gothic"/>
                <a:ea typeface="Yu Gothic"/>
                <a:cs typeface="Yu Gothic"/>
              </a:defRPr>
            </a:lvl4pPr>
            <a:lvl5pPr>
              <a:buNone/>
              <a:defRPr sz="1875" b="1">
                <a:solidFill>
                  <a:srgbClr val="263D4D"/>
                </a:solidFill>
                <a:latin typeface="Yu Gothic"/>
                <a:ea typeface="Yu Gothic"/>
                <a:cs typeface="Yu Gothic"/>
              </a:defRPr>
            </a:lvl5pPr>
            <a:lvl6pPr>
              <a:buNone/>
              <a:defRPr sz="1875" b="1">
                <a:solidFill>
                  <a:srgbClr val="263D4D"/>
                </a:solidFill>
                <a:latin typeface="Yu Gothic"/>
                <a:ea typeface="Yu Gothic"/>
                <a:cs typeface="Yu Gothic"/>
              </a:defRPr>
            </a:lvl6pPr>
            <a:lvl7pPr>
              <a:buNone/>
              <a:defRPr sz="1875" b="1">
                <a:solidFill>
                  <a:srgbClr val="263D4D"/>
                </a:solidFill>
                <a:latin typeface="Yu Gothic"/>
                <a:ea typeface="Yu Gothic"/>
                <a:cs typeface="Yu Gothic"/>
              </a:defRPr>
            </a:lvl7pPr>
            <a:lvl8pPr>
              <a:buNone/>
              <a:defRPr sz="1875" b="1">
                <a:solidFill>
                  <a:srgbClr val="263D4D"/>
                </a:solidFill>
                <a:latin typeface="Yu Gothic"/>
                <a:ea typeface="Yu Gothic"/>
                <a:cs typeface="Yu Gothic"/>
              </a:defRPr>
            </a:lvl8pPr>
            <a:lvl9pPr>
              <a:buNone/>
              <a:defRPr sz="1875" b="1">
                <a:solidFill>
                  <a:srgbClr val="263D4D"/>
                </a:solidFill>
                <a:latin typeface="Yu Gothic"/>
                <a:ea typeface="Yu Gothic"/>
                <a:cs typeface="Yu Gothic"/>
              </a:defRPr>
            </a:lvl9pPr>
          </a:lstStyle>
          <a:p xmlns:a="http://schemas.openxmlformats.org/drawingml/2006/main">
            <a:pPr>
              <a:buNone/>
              <a:defRPr sz="1875" b="1">
                <a:solidFill>
                  <a:srgbClr val="263D4D"/>
                </a:solidFill>
                <a:latin typeface="Yu Gothic"/>
                <a:ea typeface="Yu Gothic"/>
                <a:cs typeface="Yu Gothic"/>
              </a:defRPr>
            </a:pPr>
            <a:r>
              <a:rPr sz="1875" b="1">
                <a:solidFill>
                  <a:srgbClr val="263D4D"/>
                </a:solidFill>
                <a:latin typeface="Yu Gothic"/>
                <a:ea typeface="Yu Gothic"/>
                <a:cs typeface="Yu Gothic"/>
              </a:rPr>
              <a:t>2L₀</a:t>
            </a:r>
          </a:p>
        </p:txBody>
      </p:sp>
      <p:sp>
        <p:nvSpPr>
          <p:cNvPr id="22" name="">
            <a:extLst xmlns:a="http://schemas.openxmlformats.org/drawingml/2006/main">
              <a:ext uri="{FF2B5EF4-FFF2-40B4-BE49-F238E27FC236}">
                <a16:creationId xmlns:a16="http://schemas.microsoft.com/office/drawing/2014/main" id="{5CC2C4DF-C895-4F11-B4B7-BDB5DF9C1039}"/>
              </a:ext>
            </a:extLst>
          </p:cNvPr>
          <p:cNvSpPr>
            <a:spLocks xmlns:a="http://schemas.openxmlformats.org/drawingml/2006/main" noGrp="1"/>
          </p:cNvSpPr>
          <p:nvPr/>
        </p:nvSpPr>
        <p:spPr>
          <a:xfrm xmlns:a="http://schemas.openxmlformats.org/drawingml/2006/main">
            <a:off x="7667625" y="4210050"/>
            <a:ext cx="1047750" cy="3238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3" name="">
            <a:extLst xmlns:a="http://schemas.openxmlformats.org/drawingml/2006/main">
              <a:ext uri="{FF2B5EF4-FFF2-40B4-BE49-F238E27FC236}">
                <a16:creationId xmlns:a16="http://schemas.microsoft.com/office/drawing/2014/main" id="{25AD66A4-E82C-40A7-AAC6-1BC3E1ECDDFC}"/>
              </a:ext>
            </a:extLst>
          </p:cNvPr>
          <p:cNvSpPr>
            <a:spLocks xmlns:a="http://schemas.openxmlformats.org/drawingml/2006/main" noGrp="1"/>
          </p:cNvSpPr>
          <p:nvPr/>
        </p:nvSpPr>
        <p:spPr>
          <a:xfrm xmlns:a="http://schemas.openxmlformats.org/drawingml/2006/main">
            <a:off x="7000875" y="4371975"/>
            <a:ext cx="666750" cy="9525"/>
          </a:xfrm>
          <a:custGeom xmlns:a="http://schemas.openxmlformats.org/drawingml/2006/main">
            <a:pathLst>
              <a:path w="666750" h="9525">
                <a:moveTo>
                  <a:pt x="666750" y="0"/>
                </a:moveTo>
                <a:lnTo>
                  <a:pt x="0" y="0"/>
                </a:lnTo>
              </a:path>
            </a:pathLst>
          </a:custGeom>
          <a:noFill xmlns:a="http://schemas.openxmlformats.org/drawingml/2006/main"/>
          <a:ln xmlns:a="http://schemas.openxmlformats.org/drawingml/2006/main" w="28575">
            <a:solidFill>
              <a:srgbClr val="C4483C"/>
            </a:solidFill>
          </a:ln>
        </p:spPr>
      </p:sp>
      <p:sp>
        <p:nvSpPr>
          <p:cNvPr id="24" name="">
            <a:extLst xmlns:a="http://schemas.openxmlformats.org/drawingml/2006/main">
              <a:ext uri="{FF2B5EF4-FFF2-40B4-BE49-F238E27FC236}">
                <a16:creationId xmlns:a16="http://schemas.microsoft.com/office/drawing/2014/main" id="{37B38098-C3B7-4D44-8D77-2597947AF036}"/>
              </a:ext>
            </a:extLst>
          </p:cNvPr>
          <p:cNvSpPr>
            <a:spLocks xmlns:a="http://schemas.openxmlformats.org/drawingml/2006/main" noGrp="1"/>
          </p:cNvSpPr>
          <p:nvPr/>
        </p:nvSpPr>
        <p:spPr>
          <a:xfrm xmlns:a="http://schemas.openxmlformats.org/drawingml/2006/main">
            <a:off x="7000875" y="4319969"/>
            <a:ext cx="123825" cy="104013"/>
          </a:xfrm>
          <a:custGeom xmlns:a="http://schemas.openxmlformats.org/drawingml/2006/main">
            <a:pathLst>
              <a:path w="123825" h="104013">
                <a:moveTo>
                  <a:pt x="0" y="52006"/>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25" name="">
            <a:extLst xmlns:a="http://schemas.openxmlformats.org/drawingml/2006/main">
              <a:ext uri="{FF2B5EF4-FFF2-40B4-BE49-F238E27FC236}">
                <a16:creationId xmlns:a16="http://schemas.microsoft.com/office/drawing/2014/main" id="{A9E6939A-BA6C-40BD-ABDA-DFE14DA97F5E}"/>
              </a:ext>
            </a:extLst>
          </p:cNvPr>
          <p:cNvSpPr>
            <a:spLocks xmlns:a="http://schemas.openxmlformats.org/drawingml/2006/main" noGrp="1"/>
          </p:cNvSpPr>
          <p:nvPr/>
        </p:nvSpPr>
        <p:spPr>
          <a:xfrm xmlns:a="http://schemas.openxmlformats.org/drawingml/2006/main">
            <a:off x="8715375" y="4371975"/>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8575">
            <a:solidFill>
              <a:srgbClr val="C4483C"/>
            </a:solidFill>
          </a:ln>
        </p:spPr>
      </p:sp>
      <p:sp>
        <p:nvSpPr>
          <p:cNvPr id="26" name="">
            <a:extLst xmlns:a="http://schemas.openxmlformats.org/drawingml/2006/main">
              <a:ext uri="{FF2B5EF4-FFF2-40B4-BE49-F238E27FC236}">
                <a16:creationId xmlns:a16="http://schemas.microsoft.com/office/drawing/2014/main" id="{CEE9E76A-1DE1-41EA-990F-2996164F7A8C}"/>
              </a:ext>
            </a:extLst>
          </p:cNvPr>
          <p:cNvSpPr>
            <a:spLocks xmlns:a="http://schemas.openxmlformats.org/drawingml/2006/main" noGrp="1"/>
          </p:cNvSpPr>
          <p:nvPr/>
        </p:nvSpPr>
        <p:spPr>
          <a:xfrm xmlns:a="http://schemas.openxmlformats.org/drawingml/2006/main">
            <a:off x="9258300" y="4319969"/>
            <a:ext cx="123825" cy="104013"/>
          </a:xfrm>
          <a:custGeom xmlns:a="http://schemas.openxmlformats.org/drawingml/2006/main">
            <a:pathLst>
              <a:path w="123825" h="104013">
                <a:moveTo>
                  <a:pt x="123825" y="52006"/>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27" name="">
            <a:extLst xmlns:a="http://schemas.openxmlformats.org/drawingml/2006/main">
              <a:ext uri="{FF2B5EF4-FFF2-40B4-BE49-F238E27FC236}">
                <a16:creationId xmlns:a16="http://schemas.microsoft.com/office/drawing/2014/main" id="{4563663B-1FBE-4C96-A08F-67B9DDBE40BE}"/>
              </a:ext>
            </a:extLst>
          </p:cNvPr>
          <p:cNvSpPr>
            <a:spLocks xmlns:a="http://schemas.openxmlformats.org/drawingml/2006/main" noGrp="1"/>
          </p:cNvSpPr>
          <p:nvPr/>
        </p:nvSpPr>
        <p:spPr>
          <a:xfrm xmlns:a="http://schemas.openxmlformats.org/drawingml/2006/main">
            <a:off x="10620375" y="41433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buNone/>
              <a:defRPr sz="1875" b="1">
                <a:solidFill>
                  <a:srgbClr val="263D4D"/>
                </a:solidFill>
                <a:latin typeface="Yu Gothic"/>
                <a:ea typeface="Yu Gothic"/>
                <a:cs typeface="Yu Gothic"/>
              </a:defRPr>
            </a:lvl1pPr>
            <a:lvl2pPr>
              <a:buNone/>
              <a:defRPr sz="1875" b="1">
                <a:solidFill>
                  <a:srgbClr val="263D4D"/>
                </a:solidFill>
                <a:latin typeface="Yu Gothic"/>
                <a:ea typeface="Yu Gothic"/>
                <a:cs typeface="Yu Gothic"/>
              </a:defRPr>
            </a:lvl2pPr>
            <a:lvl3pPr>
              <a:buNone/>
              <a:defRPr sz="1875" b="1">
                <a:solidFill>
                  <a:srgbClr val="263D4D"/>
                </a:solidFill>
                <a:latin typeface="Yu Gothic"/>
                <a:ea typeface="Yu Gothic"/>
                <a:cs typeface="Yu Gothic"/>
              </a:defRPr>
            </a:lvl3pPr>
            <a:lvl4pPr>
              <a:buNone/>
              <a:defRPr sz="1875" b="1">
                <a:solidFill>
                  <a:srgbClr val="263D4D"/>
                </a:solidFill>
                <a:latin typeface="Yu Gothic"/>
                <a:ea typeface="Yu Gothic"/>
                <a:cs typeface="Yu Gothic"/>
              </a:defRPr>
            </a:lvl4pPr>
            <a:lvl5pPr>
              <a:buNone/>
              <a:defRPr sz="1875" b="1">
                <a:solidFill>
                  <a:srgbClr val="263D4D"/>
                </a:solidFill>
                <a:latin typeface="Yu Gothic"/>
                <a:ea typeface="Yu Gothic"/>
                <a:cs typeface="Yu Gothic"/>
              </a:defRPr>
            </a:lvl5pPr>
            <a:lvl6pPr>
              <a:buNone/>
              <a:defRPr sz="1875" b="1">
                <a:solidFill>
                  <a:srgbClr val="263D4D"/>
                </a:solidFill>
                <a:latin typeface="Yu Gothic"/>
                <a:ea typeface="Yu Gothic"/>
                <a:cs typeface="Yu Gothic"/>
              </a:defRPr>
            </a:lvl6pPr>
            <a:lvl7pPr>
              <a:buNone/>
              <a:defRPr sz="1875" b="1">
                <a:solidFill>
                  <a:srgbClr val="263D4D"/>
                </a:solidFill>
                <a:latin typeface="Yu Gothic"/>
                <a:ea typeface="Yu Gothic"/>
                <a:cs typeface="Yu Gothic"/>
              </a:defRPr>
            </a:lvl7pPr>
            <a:lvl8pPr>
              <a:buNone/>
              <a:defRPr sz="1875" b="1">
                <a:solidFill>
                  <a:srgbClr val="263D4D"/>
                </a:solidFill>
                <a:latin typeface="Yu Gothic"/>
                <a:ea typeface="Yu Gothic"/>
                <a:cs typeface="Yu Gothic"/>
              </a:defRPr>
            </a:lvl8pPr>
            <a:lvl9pPr>
              <a:buNone/>
              <a:defRPr sz="1875" b="1">
                <a:solidFill>
                  <a:srgbClr val="263D4D"/>
                </a:solidFill>
                <a:latin typeface="Yu Gothic"/>
                <a:ea typeface="Yu Gothic"/>
                <a:cs typeface="Yu Gothic"/>
              </a:defRPr>
            </a:lvl9pPr>
          </a:lstStyle>
          <a:p xmlns:a="http://schemas.openxmlformats.org/drawingml/2006/main">
            <a:pPr>
              <a:buNone/>
              <a:defRPr sz="1875" b="1">
                <a:solidFill>
                  <a:srgbClr val="263D4D"/>
                </a:solidFill>
                <a:latin typeface="Yu Gothic"/>
                <a:ea typeface="Yu Gothic"/>
                <a:cs typeface="Yu Gothic"/>
              </a:defRPr>
            </a:pPr>
            <a:r>
              <a:rPr sz="1875" b="1">
                <a:solidFill>
                  <a:srgbClr val="263D4D"/>
                </a:solidFill>
                <a:latin typeface="Yu Gothic"/>
                <a:ea typeface="Yu Gothic"/>
                <a:cs typeface="Yu Gothic"/>
              </a:rPr>
              <a:t>2A₀</a:t>
            </a:r>
          </a:p>
        </p:txBody>
      </p:sp>
      <p:sp>
        <p:nvSpPr>
          <p:cNvPr id="28" name="">
            <a:extLst xmlns:a="http://schemas.openxmlformats.org/drawingml/2006/main">
              <a:ext uri="{FF2B5EF4-FFF2-40B4-BE49-F238E27FC236}">
                <a16:creationId xmlns:a16="http://schemas.microsoft.com/office/drawing/2014/main" id="{D93FFB0C-5E59-4B26-BC90-43E7D204205B}"/>
              </a:ext>
            </a:extLst>
          </p:cNvPr>
          <p:cNvSpPr>
            <a:spLocks xmlns:a="http://schemas.openxmlformats.org/drawingml/2006/main" noGrp="1"/>
          </p:cNvSpPr>
          <p:nvPr/>
        </p:nvSpPr>
        <p:spPr>
          <a:xfrm xmlns:a="http://schemas.openxmlformats.org/drawingml/2006/main">
            <a:off x="7667625" y="4943475"/>
            <a:ext cx="1047750" cy="171450"/>
          </a:xfrm>
          <a:prstGeom xmlns:a="http://schemas.openxmlformats.org/drawingml/2006/main" prst="rect">
            <a:avLst/>
          </a:prstGeom>
          <a:solidFill xmlns:a="http://schemas.openxmlformats.org/drawingml/2006/main">
            <a:srgbClr val="C7DFE9"/>
          </a:solidFill>
          <a:ln xmlns:a="http://schemas.openxmlformats.org/drawingml/2006/main" w="16193">
            <a:solidFill>
              <a:srgbClr val="2876A8"/>
            </a:solidFill>
          </a:ln>
        </p:spPr>
      </p:sp>
      <p:sp>
        <p:nvSpPr>
          <p:cNvPr id="29" name="">
            <a:extLst xmlns:a="http://schemas.openxmlformats.org/drawingml/2006/main">
              <a:ext uri="{FF2B5EF4-FFF2-40B4-BE49-F238E27FC236}">
                <a16:creationId xmlns:a16="http://schemas.microsoft.com/office/drawing/2014/main" id="{D309E109-232B-4126-A82C-29ED81219C63}"/>
              </a:ext>
            </a:extLst>
          </p:cNvPr>
          <p:cNvSpPr>
            <a:spLocks xmlns:a="http://schemas.openxmlformats.org/drawingml/2006/main" noGrp="1"/>
          </p:cNvSpPr>
          <p:nvPr/>
        </p:nvSpPr>
        <p:spPr>
          <a:xfrm xmlns:a="http://schemas.openxmlformats.org/drawingml/2006/main">
            <a:off x="7000875" y="5029200"/>
            <a:ext cx="666750" cy="9525"/>
          </a:xfrm>
          <a:custGeom xmlns:a="http://schemas.openxmlformats.org/drawingml/2006/main">
            <a:pathLst>
              <a:path w="666750" h="9525">
                <a:moveTo>
                  <a:pt x="666750" y="0"/>
                </a:moveTo>
                <a:lnTo>
                  <a:pt x="0" y="0"/>
                </a:lnTo>
              </a:path>
            </a:pathLst>
          </a:custGeom>
          <a:noFill xmlns:a="http://schemas.openxmlformats.org/drawingml/2006/main"/>
          <a:ln xmlns:a="http://schemas.openxmlformats.org/drawingml/2006/main" w="28575">
            <a:solidFill>
              <a:srgbClr val="C4483C"/>
            </a:solidFill>
          </a:ln>
        </p:spPr>
      </p:sp>
      <p:sp>
        <p:nvSpPr>
          <p:cNvPr id="30" name="">
            <a:extLst xmlns:a="http://schemas.openxmlformats.org/drawingml/2006/main">
              <a:ext uri="{FF2B5EF4-FFF2-40B4-BE49-F238E27FC236}">
                <a16:creationId xmlns:a16="http://schemas.microsoft.com/office/drawing/2014/main" id="{B4BE044D-6CC7-4A09-9856-C077D654EC44}"/>
              </a:ext>
            </a:extLst>
          </p:cNvPr>
          <p:cNvSpPr>
            <a:spLocks xmlns:a="http://schemas.openxmlformats.org/drawingml/2006/main" noGrp="1"/>
          </p:cNvSpPr>
          <p:nvPr/>
        </p:nvSpPr>
        <p:spPr>
          <a:xfrm xmlns:a="http://schemas.openxmlformats.org/drawingml/2006/main">
            <a:off x="7000875" y="4977194"/>
            <a:ext cx="123825" cy="104013"/>
          </a:xfrm>
          <a:custGeom xmlns:a="http://schemas.openxmlformats.org/drawingml/2006/main">
            <a:pathLst>
              <a:path w="123825" h="104013">
                <a:moveTo>
                  <a:pt x="0" y="52007"/>
                </a:moveTo>
                <a:lnTo>
                  <a:pt x="123825" y="104013"/>
                </a:lnTo>
                <a:lnTo>
                  <a:pt x="123825" y="0"/>
                </a:lnTo>
                <a:close/>
              </a:path>
            </a:pathLst>
          </a:custGeom>
          <a:solidFill xmlns:a="http://schemas.openxmlformats.org/drawingml/2006/main">
            <a:srgbClr val="C4483C"/>
          </a:solidFill>
          <a:ln xmlns:a="http://schemas.openxmlformats.org/drawingml/2006/main" w="4763">
            <a:solidFill>
              <a:srgbClr val="C4483C"/>
            </a:solidFill>
          </a:ln>
        </p:spPr>
      </p:sp>
      <p:sp>
        <p:nvSpPr>
          <p:cNvPr id="31" name="">
            <a:extLst xmlns:a="http://schemas.openxmlformats.org/drawingml/2006/main">
              <a:ext uri="{FF2B5EF4-FFF2-40B4-BE49-F238E27FC236}">
                <a16:creationId xmlns:a16="http://schemas.microsoft.com/office/drawing/2014/main" id="{2D4A1288-B3B4-497E-9645-E7F24BEF5489}"/>
              </a:ext>
            </a:extLst>
          </p:cNvPr>
          <p:cNvSpPr>
            <a:spLocks xmlns:a="http://schemas.openxmlformats.org/drawingml/2006/main" noGrp="1"/>
          </p:cNvSpPr>
          <p:nvPr/>
        </p:nvSpPr>
        <p:spPr>
          <a:xfrm xmlns:a="http://schemas.openxmlformats.org/drawingml/2006/main">
            <a:off x="8715375" y="502920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8575">
            <a:solidFill>
              <a:srgbClr val="C4483C"/>
            </a:solidFill>
          </a:ln>
        </p:spPr>
      </p:sp>
      <p:sp>
        <p:nvSpPr>
          <p:cNvPr id="32" name="">
            <a:extLst xmlns:a="http://schemas.openxmlformats.org/drawingml/2006/main">
              <a:ext uri="{FF2B5EF4-FFF2-40B4-BE49-F238E27FC236}">
                <a16:creationId xmlns:a16="http://schemas.microsoft.com/office/drawing/2014/main" id="{E0CA81F1-D205-4AA4-BCEC-2157FD3C2BA2}"/>
              </a:ext>
            </a:extLst>
          </p:cNvPr>
          <p:cNvSpPr>
            <a:spLocks xmlns:a="http://schemas.openxmlformats.org/drawingml/2006/main" noGrp="1"/>
          </p:cNvSpPr>
          <p:nvPr/>
        </p:nvSpPr>
        <p:spPr>
          <a:xfrm xmlns:a="http://schemas.openxmlformats.org/drawingml/2006/main">
            <a:off x="9258300" y="4977194"/>
            <a:ext cx="123825" cy="104013"/>
          </a:xfrm>
          <a:custGeom xmlns:a="http://schemas.openxmlformats.org/drawingml/2006/main">
            <a:pathLst>
              <a:path w="123825" h="104013">
                <a:moveTo>
                  <a:pt x="123825" y="52007"/>
                </a:moveTo>
                <a:lnTo>
                  <a:pt x="0" y="0"/>
                </a:lnTo>
                <a:lnTo>
                  <a:pt x="0" y="104013"/>
                </a:lnTo>
                <a:close/>
              </a:path>
            </a:pathLst>
          </a:custGeom>
          <a:solidFill xmlns:a="http://schemas.openxmlformats.org/drawingml/2006/main">
            <a:srgbClr val="C4483C"/>
          </a:solidFill>
          <a:ln xmlns:a="http://schemas.openxmlformats.org/drawingml/2006/main" w="4763">
            <a:solidFill>
              <a:srgbClr val="C4483C"/>
            </a:solidFill>
          </a:ln>
        </p:spPr>
      </p:sp>
      <p:sp>
        <p:nvSpPr>
          <p:cNvPr id="33" name="">
            <a:extLst xmlns:a="http://schemas.openxmlformats.org/drawingml/2006/main">
              <a:ext uri="{FF2B5EF4-FFF2-40B4-BE49-F238E27FC236}">
                <a16:creationId xmlns:a16="http://schemas.microsoft.com/office/drawing/2014/main" id="{313068FB-5786-4C65-82FB-D1326B326E94}"/>
              </a:ext>
            </a:extLst>
          </p:cNvPr>
          <p:cNvSpPr>
            <a:spLocks xmlns:a="http://schemas.openxmlformats.org/drawingml/2006/main" noGrp="1"/>
          </p:cNvSpPr>
          <p:nvPr/>
        </p:nvSpPr>
        <p:spPr>
          <a:xfrm xmlns:a="http://schemas.openxmlformats.org/drawingml/2006/main">
            <a:off x="10620375" y="480060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2E</a:t>
            </a:r>
          </a:p>
        </p:txBody>
      </p:sp>
      <p:sp>
        <p:nvSpPr>
          <p:cNvPr id="34" name="">
            <a:extLst xmlns:a="http://schemas.openxmlformats.org/drawingml/2006/main">
              <a:ext uri="{FF2B5EF4-FFF2-40B4-BE49-F238E27FC236}">
                <a16:creationId xmlns:a16="http://schemas.microsoft.com/office/drawing/2014/main" id="{9C2F8D01-CA9C-42E4-925E-9D02E3B10F5A}"/>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Eが2倍でも破壊する応力が2倍とは限らない。図は比較条件を示す模式図。</a:t>
            </a:r>
          </a:p>
        </p:txBody>
      </p:sp>
    </p:spTree>
    <p:extLst>
      <p:ext uri="{BB962C8B-B14F-4D97-AF65-F5344CB8AC3E}">
        <p14:creationId xmlns:p14="http://schemas.microsoft.com/office/powerpoint/2010/main" val="111758949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5FC1E66-16A6-45EB-995B-1081FDCD8C30}"/>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軟鋼の応力–ひずみ線図</a:t>
            </a:r>
          </a:p>
        </p:txBody>
      </p:sp>
      <p:cxnSp>
        <p:nvCxnSpPr>
          <p:cNvPr id="2" name="">
            <a:extLst xmlns:a="http://schemas.openxmlformats.org/drawingml/2006/main">
              <a:ext uri="{FF2B5EF4-FFF2-40B4-BE49-F238E27FC236}">
                <a16:creationId xmlns:a16="http://schemas.microsoft.com/office/drawing/2014/main" id="{23CE4062-BA07-404A-B385-E6A54E4B33C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E4D12AE9-C996-459C-9880-B55FD1D82FE6}"/>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A33470C4-C41C-4D36-8368-F5004A4B0E4A}"/>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42 / 57</a:t>
            </a:r>
          </a:p>
        </p:txBody>
      </p:sp>
      <p:cxnSp>
        <p:nvCxnSpPr>
          <p:cNvPr id="5" name="">
            <a:extLst xmlns:a="http://schemas.openxmlformats.org/drawingml/2006/main">
              <a:ext uri="{FF2B5EF4-FFF2-40B4-BE49-F238E27FC236}">
                <a16:creationId xmlns:a16="http://schemas.microsoft.com/office/drawing/2014/main" id="{FED89758-7065-4F6F-AE9D-58871B485757}"/>
              </a:ext>
            </a:extLst>
          </p:cNvPr>
          <p:cNvCxnSpPr/>
          <p:nvPr/>
        </p:nvCxnSpPr>
        <p:spPr>
          <a:xfrm xmlns:a="http://schemas.openxmlformats.org/drawingml/2006/main" flipH="0" flipV="0">
            <a:off x="1333500" y="5172075"/>
            <a:ext cx="6143625" cy="0"/>
          </a:xfrm>
          <a:prstGeom xmlns:a="http://schemas.openxmlformats.org/drawingml/2006/main" prst="straightConnector1">
            <a:avLst/>
          </a:prstGeom>
          <a:ln xmlns:a="http://schemas.openxmlformats.org/drawingml/2006/main" w="19050">
            <a:solidFill>
              <a:srgbClr val="5D6C78"/>
            </a:solidFill>
            <a:tailEnd type="triangle" w="med" len="med"/>
          </a:ln>
        </p:spPr>
      </p:cxnSp>
      <p:cxnSp>
        <p:nvCxnSpPr>
          <p:cNvPr id="6" name="">
            <a:extLst xmlns:a="http://schemas.openxmlformats.org/drawingml/2006/main">
              <a:ext uri="{FF2B5EF4-FFF2-40B4-BE49-F238E27FC236}">
                <a16:creationId xmlns:a16="http://schemas.microsoft.com/office/drawing/2014/main" id="{BFCBFBCB-9259-420B-87E4-3253BD80AC63}"/>
              </a:ext>
            </a:extLst>
          </p:cNvPr>
          <p:cNvCxnSpPr/>
          <p:nvPr/>
        </p:nvCxnSpPr>
        <p:spPr>
          <a:xfrm xmlns:a="http://schemas.openxmlformats.org/drawingml/2006/main" flipH="0" flipV="1">
            <a:off x="1333500" y="1685925"/>
            <a:ext cx="0" cy="3486150"/>
          </a:xfrm>
          <a:prstGeom xmlns:a="http://schemas.openxmlformats.org/drawingml/2006/main" prst="straightConnector1">
            <a:avLst/>
          </a:prstGeom>
          <a:ln xmlns:a="http://schemas.openxmlformats.org/drawingml/2006/main" w="19050">
            <a:solidFill>
              <a:srgbClr val="5D6C78"/>
            </a:solidFill>
            <a:tailEnd type="triangle" w="med" len="med"/>
          </a:ln>
        </p:spPr>
      </p:cxnSp>
      <p:sp>
        <p:nvSpPr>
          <p:cNvPr id="7" name="text-6">
            <a:extLst xmlns:a="http://schemas.openxmlformats.org/drawingml/2006/main">
              <a:ext uri="{FF2B5EF4-FFF2-40B4-BE49-F238E27FC236}">
                <a16:creationId xmlns:a16="http://schemas.microsoft.com/office/drawing/2014/main" id="{2E3D35AA-A973-42FF-9A44-8E658CA47D73}"/>
              </a:ext>
            </a:extLst>
          </p:cNvPr>
          <p:cNvSpPr>
            <a:spLocks xmlns:a="http://schemas.openxmlformats.org/drawingml/2006/main" noGrp="1"/>
          </p:cNvSpPr>
          <p:nvPr/>
        </p:nvSpPr>
        <p:spPr>
          <a:xfrm xmlns:a="http://schemas.openxmlformats.org/drawingml/2006/main">
            <a:off x="714375" y="1476375"/>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公称応力 σ</a:t>
            </a:r>
          </a:p>
        </p:txBody>
      </p:sp>
      <p:sp>
        <p:nvSpPr>
          <p:cNvPr id="8" name="text-7">
            <a:extLst xmlns:a="http://schemas.openxmlformats.org/drawingml/2006/main">
              <a:ext uri="{FF2B5EF4-FFF2-40B4-BE49-F238E27FC236}">
                <a16:creationId xmlns:a16="http://schemas.microsoft.com/office/drawing/2014/main" id="{00E86B91-0536-4744-AC92-A7A933F03C02}"/>
              </a:ext>
            </a:extLst>
          </p:cNvPr>
          <p:cNvSpPr>
            <a:spLocks xmlns:a="http://schemas.openxmlformats.org/drawingml/2006/main" noGrp="1"/>
          </p:cNvSpPr>
          <p:nvPr/>
        </p:nvSpPr>
        <p:spPr>
          <a:xfrm xmlns:a="http://schemas.openxmlformats.org/drawingml/2006/main">
            <a:off x="5334000" y="545782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公称ひずみ ε</a:t>
            </a:r>
          </a:p>
        </p:txBody>
      </p:sp>
      <p:sp>
        <p:nvSpPr>
          <p:cNvPr id="9" name="">
            <a:extLst xmlns:a="http://schemas.openxmlformats.org/drawingml/2006/main">
              <a:ext uri="{FF2B5EF4-FFF2-40B4-BE49-F238E27FC236}">
                <a16:creationId xmlns:a16="http://schemas.microsoft.com/office/drawing/2014/main" id="{BEEF8850-E291-4110-A890-FEBF4EACDC65}"/>
              </a:ext>
            </a:extLst>
          </p:cNvPr>
          <p:cNvSpPr>
            <a:spLocks xmlns:a="http://schemas.openxmlformats.org/drawingml/2006/main" noGrp="1"/>
          </p:cNvSpPr>
          <p:nvPr/>
        </p:nvSpPr>
        <p:spPr>
          <a:xfrm xmlns:a="http://schemas.openxmlformats.org/drawingml/2006/main">
            <a:off x="1333500" y="1885950"/>
            <a:ext cx="5353050" cy="3286125"/>
          </a:xfrm>
          <a:custGeom xmlns:a="http://schemas.openxmlformats.org/drawingml/2006/main">
            <a:pathLst>
              <a:path w="5353050" h="3286125">
                <a:moveTo>
                  <a:pt x="0" y="3286125"/>
                </a:moveTo>
                <a:lnTo>
                  <a:pt x="523875" y="1400175"/>
                </a:lnTo>
                <a:lnTo>
                  <a:pt x="742950" y="838200"/>
                </a:lnTo>
                <a:lnTo>
                  <a:pt x="1000125" y="1171575"/>
                </a:lnTo>
                <a:lnTo>
                  <a:pt x="1666875" y="1171575"/>
                </a:lnTo>
                <a:lnTo>
                  <a:pt x="2381250" y="666750"/>
                </a:lnTo>
                <a:lnTo>
                  <a:pt x="3209925" y="190500"/>
                </a:lnTo>
                <a:lnTo>
                  <a:pt x="3905250" y="0"/>
                </a:lnTo>
                <a:lnTo>
                  <a:pt x="4476750" y="200025"/>
                </a:lnTo>
                <a:lnTo>
                  <a:pt x="5353050" y="1066800"/>
                </a:lnTo>
              </a:path>
            </a:pathLst>
          </a:custGeom>
          <a:noFill xmlns:a="http://schemas.openxmlformats.org/drawingml/2006/main"/>
          <a:ln xmlns:a="http://schemas.openxmlformats.org/drawingml/2006/main" w="38100">
            <a:solidFill>
              <a:srgbClr val="C53D3D"/>
            </a:solidFill>
          </a:ln>
        </p:spPr>
      </p:sp>
      <p:sp>
        <p:nvSpPr>
          <p:cNvPr id="10" name="text-9">
            <a:extLst xmlns:a="http://schemas.openxmlformats.org/drawingml/2006/main">
              <a:ext uri="{FF2B5EF4-FFF2-40B4-BE49-F238E27FC236}">
                <a16:creationId xmlns:a16="http://schemas.microsoft.com/office/drawing/2014/main" id="{36ECA139-92BB-49C4-9F91-359703D3B0FA}"/>
              </a:ext>
            </a:extLst>
          </p:cNvPr>
          <p:cNvSpPr>
            <a:spLocks xmlns:a="http://schemas.openxmlformats.org/drawingml/2006/main" noGrp="1"/>
          </p:cNvSpPr>
          <p:nvPr/>
        </p:nvSpPr>
        <p:spPr>
          <a:xfrm xmlns:a="http://schemas.openxmlformats.org/drawingml/2006/main">
            <a:off x="2009775" y="2143125"/>
            <a:ext cx="147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53C4D"/>
                </a:solidFill>
                <a:latin typeface="Yu Gothic"/>
                <a:ea typeface="Yu Gothic"/>
                <a:cs typeface="Yu Gothic"/>
              </a:defRPr>
            </a:defPPr>
            <a:lvl1pPr algn="l">
              <a:buNone/>
              <a:defRPr sz="2100" b="0">
                <a:solidFill>
                  <a:srgbClr val="253C4D"/>
                </a:solidFill>
                <a:latin typeface="Yu Gothic"/>
                <a:ea typeface="Yu Gothic"/>
                <a:cs typeface="Yu Gothic"/>
              </a:defRPr>
            </a:lvl1pPr>
            <a:lvl2pPr algn="l">
              <a:buNone/>
              <a:defRPr sz="2100" b="0">
                <a:solidFill>
                  <a:srgbClr val="253C4D"/>
                </a:solidFill>
                <a:latin typeface="Yu Gothic"/>
                <a:ea typeface="Yu Gothic"/>
                <a:cs typeface="Yu Gothic"/>
              </a:defRPr>
            </a:lvl2pPr>
            <a:lvl3pPr algn="l">
              <a:buNone/>
              <a:defRPr sz="2100" b="0">
                <a:solidFill>
                  <a:srgbClr val="253C4D"/>
                </a:solidFill>
                <a:latin typeface="Yu Gothic"/>
                <a:ea typeface="Yu Gothic"/>
                <a:cs typeface="Yu Gothic"/>
              </a:defRPr>
            </a:lvl3pPr>
            <a:lvl4pPr algn="l">
              <a:buNone/>
              <a:defRPr sz="2100" b="0">
                <a:solidFill>
                  <a:srgbClr val="253C4D"/>
                </a:solidFill>
                <a:latin typeface="Yu Gothic"/>
                <a:ea typeface="Yu Gothic"/>
                <a:cs typeface="Yu Gothic"/>
              </a:defRPr>
            </a:lvl4pPr>
            <a:lvl5pPr algn="l">
              <a:buNone/>
              <a:defRPr sz="2100" b="0">
                <a:solidFill>
                  <a:srgbClr val="253C4D"/>
                </a:solidFill>
                <a:latin typeface="Yu Gothic"/>
                <a:ea typeface="Yu Gothic"/>
                <a:cs typeface="Yu Gothic"/>
              </a:defRPr>
            </a:lvl5pPr>
            <a:lvl6pPr algn="l">
              <a:buNone/>
              <a:defRPr sz="2100" b="0">
                <a:solidFill>
                  <a:srgbClr val="253C4D"/>
                </a:solidFill>
                <a:latin typeface="Yu Gothic"/>
                <a:ea typeface="Yu Gothic"/>
                <a:cs typeface="Yu Gothic"/>
              </a:defRPr>
            </a:lvl6pPr>
            <a:lvl7pPr algn="l">
              <a:buNone/>
              <a:defRPr sz="2100" b="0">
                <a:solidFill>
                  <a:srgbClr val="253C4D"/>
                </a:solidFill>
                <a:latin typeface="Yu Gothic"/>
                <a:ea typeface="Yu Gothic"/>
                <a:cs typeface="Yu Gothic"/>
              </a:defRPr>
            </a:lvl7pPr>
            <a:lvl8pPr algn="l">
              <a:buNone/>
              <a:defRPr sz="2100" b="0">
                <a:solidFill>
                  <a:srgbClr val="253C4D"/>
                </a:solidFill>
                <a:latin typeface="Yu Gothic"/>
                <a:ea typeface="Yu Gothic"/>
                <a:cs typeface="Yu Gothic"/>
              </a:defRPr>
            </a:lvl8pPr>
            <a:lvl9pPr algn="l">
              <a:buNone/>
              <a:defRPr sz="2100" b="0">
                <a:solidFill>
                  <a:srgbClr val="253C4D"/>
                </a:solidFill>
                <a:latin typeface="Yu Gothic"/>
                <a:ea typeface="Yu Gothic"/>
                <a:cs typeface="Yu Gothic"/>
              </a:defRPr>
            </a:lvl9pPr>
          </a:lstStyle>
          <a:p xmlns:a="http://schemas.openxmlformats.org/drawingml/2006/main">
            <a:pPr algn="l">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降伏</a:t>
            </a:r>
          </a:p>
        </p:txBody>
      </p:sp>
      <p:sp>
        <p:nvSpPr>
          <p:cNvPr id="11" name="text-10">
            <a:extLst xmlns:a="http://schemas.openxmlformats.org/drawingml/2006/main">
              <a:ext uri="{FF2B5EF4-FFF2-40B4-BE49-F238E27FC236}">
                <a16:creationId xmlns:a16="http://schemas.microsoft.com/office/drawing/2014/main" id="{11059887-1F7D-4237-95F7-A64C106D6311}"/>
              </a:ext>
            </a:extLst>
          </p:cNvPr>
          <p:cNvSpPr>
            <a:spLocks xmlns:a="http://schemas.openxmlformats.org/drawingml/2006/main" noGrp="1"/>
          </p:cNvSpPr>
          <p:nvPr/>
        </p:nvSpPr>
        <p:spPr>
          <a:xfrm xmlns:a="http://schemas.openxmlformats.org/drawingml/2006/main">
            <a:off x="4276725" y="133350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53C4D"/>
                </a:solidFill>
                <a:latin typeface="Yu Gothic"/>
                <a:ea typeface="Yu Gothic"/>
                <a:cs typeface="Yu Gothic"/>
              </a:defRPr>
            </a:defPPr>
            <a:lvl1pPr algn="l">
              <a:buNone/>
              <a:defRPr sz="2100" b="0">
                <a:solidFill>
                  <a:srgbClr val="253C4D"/>
                </a:solidFill>
                <a:latin typeface="Yu Gothic"/>
                <a:ea typeface="Yu Gothic"/>
                <a:cs typeface="Yu Gothic"/>
              </a:defRPr>
            </a:lvl1pPr>
            <a:lvl2pPr algn="l">
              <a:buNone/>
              <a:defRPr sz="2100" b="0">
                <a:solidFill>
                  <a:srgbClr val="253C4D"/>
                </a:solidFill>
                <a:latin typeface="Yu Gothic"/>
                <a:ea typeface="Yu Gothic"/>
                <a:cs typeface="Yu Gothic"/>
              </a:defRPr>
            </a:lvl2pPr>
            <a:lvl3pPr algn="l">
              <a:buNone/>
              <a:defRPr sz="2100" b="0">
                <a:solidFill>
                  <a:srgbClr val="253C4D"/>
                </a:solidFill>
                <a:latin typeface="Yu Gothic"/>
                <a:ea typeface="Yu Gothic"/>
                <a:cs typeface="Yu Gothic"/>
              </a:defRPr>
            </a:lvl3pPr>
            <a:lvl4pPr algn="l">
              <a:buNone/>
              <a:defRPr sz="2100" b="0">
                <a:solidFill>
                  <a:srgbClr val="253C4D"/>
                </a:solidFill>
                <a:latin typeface="Yu Gothic"/>
                <a:ea typeface="Yu Gothic"/>
                <a:cs typeface="Yu Gothic"/>
              </a:defRPr>
            </a:lvl4pPr>
            <a:lvl5pPr algn="l">
              <a:buNone/>
              <a:defRPr sz="2100" b="0">
                <a:solidFill>
                  <a:srgbClr val="253C4D"/>
                </a:solidFill>
                <a:latin typeface="Yu Gothic"/>
                <a:ea typeface="Yu Gothic"/>
                <a:cs typeface="Yu Gothic"/>
              </a:defRPr>
            </a:lvl5pPr>
            <a:lvl6pPr algn="l">
              <a:buNone/>
              <a:defRPr sz="2100" b="0">
                <a:solidFill>
                  <a:srgbClr val="253C4D"/>
                </a:solidFill>
                <a:latin typeface="Yu Gothic"/>
                <a:ea typeface="Yu Gothic"/>
                <a:cs typeface="Yu Gothic"/>
              </a:defRPr>
            </a:lvl6pPr>
            <a:lvl7pPr algn="l">
              <a:buNone/>
              <a:defRPr sz="2100" b="0">
                <a:solidFill>
                  <a:srgbClr val="253C4D"/>
                </a:solidFill>
                <a:latin typeface="Yu Gothic"/>
                <a:ea typeface="Yu Gothic"/>
                <a:cs typeface="Yu Gothic"/>
              </a:defRPr>
            </a:lvl7pPr>
            <a:lvl8pPr algn="l">
              <a:buNone/>
              <a:defRPr sz="2100" b="0">
                <a:solidFill>
                  <a:srgbClr val="253C4D"/>
                </a:solidFill>
                <a:latin typeface="Yu Gothic"/>
                <a:ea typeface="Yu Gothic"/>
                <a:cs typeface="Yu Gothic"/>
              </a:defRPr>
            </a:lvl8pPr>
            <a:lvl9pPr algn="l">
              <a:buNone/>
              <a:defRPr sz="2100" b="0">
                <a:solidFill>
                  <a:srgbClr val="253C4D"/>
                </a:solidFill>
                <a:latin typeface="Yu Gothic"/>
                <a:ea typeface="Yu Gothic"/>
                <a:cs typeface="Yu Gothic"/>
              </a:defRPr>
            </a:lvl9pPr>
          </a:lstStyle>
          <a:p xmlns:a="http://schemas.openxmlformats.org/drawingml/2006/main">
            <a:pPr algn="l">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引張強さ</a:t>
            </a:r>
          </a:p>
        </p:txBody>
      </p:sp>
      <p:sp>
        <p:nvSpPr>
          <p:cNvPr id="12" name="text-11">
            <a:extLst xmlns:a="http://schemas.openxmlformats.org/drawingml/2006/main">
              <a:ext uri="{FF2B5EF4-FFF2-40B4-BE49-F238E27FC236}">
                <a16:creationId xmlns:a16="http://schemas.microsoft.com/office/drawing/2014/main" id="{C21AE493-5E9E-4387-A121-36D48141EFC1}"/>
              </a:ext>
            </a:extLst>
          </p:cNvPr>
          <p:cNvSpPr>
            <a:spLocks xmlns:a="http://schemas.openxmlformats.org/drawingml/2006/main" noGrp="1"/>
          </p:cNvSpPr>
          <p:nvPr/>
        </p:nvSpPr>
        <p:spPr>
          <a:xfrm xmlns:a="http://schemas.openxmlformats.org/drawingml/2006/main">
            <a:off x="6696075" y="2762250"/>
            <a:ext cx="123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53C4D"/>
                </a:solidFill>
                <a:latin typeface="Yu Gothic"/>
                <a:ea typeface="Yu Gothic"/>
                <a:cs typeface="Yu Gothic"/>
              </a:defRPr>
            </a:defPPr>
            <a:lvl1pPr algn="l">
              <a:buNone/>
              <a:defRPr sz="2100" b="0">
                <a:solidFill>
                  <a:srgbClr val="253C4D"/>
                </a:solidFill>
                <a:latin typeface="Yu Gothic"/>
                <a:ea typeface="Yu Gothic"/>
                <a:cs typeface="Yu Gothic"/>
              </a:defRPr>
            </a:lvl1pPr>
            <a:lvl2pPr algn="l">
              <a:buNone/>
              <a:defRPr sz="2100" b="0">
                <a:solidFill>
                  <a:srgbClr val="253C4D"/>
                </a:solidFill>
                <a:latin typeface="Yu Gothic"/>
                <a:ea typeface="Yu Gothic"/>
                <a:cs typeface="Yu Gothic"/>
              </a:defRPr>
            </a:lvl2pPr>
            <a:lvl3pPr algn="l">
              <a:buNone/>
              <a:defRPr sz="2100" b="0">
                <a:solidFill>
                  <a:srgbClr val="253C4D"/>
                </a:solidFill>
                <a:latin typeface="Yu Gothic"/>
                <a:ea typeface="Yu Gothic"/>
                <a:cs typeface="Yu Gothic"/>
              </a:defRPr>
            </a:lvl3pPr>
            <a:lvl4pPr algn="l">
              <a:buNone/>
              <a:defRPr sz="2100" b="0">
                <a:solidFill>
                  <a:srgbClr val="253C4D"/>
                </a:solidFill>
                <a:latin typeface="Yu Gothic"/>
                <a:ea typeface="Yu Gothic"/>
                <a:cs typeface="Yu Gothic"/>
              </a:defRPr>
            </a:lvl4pPr>
            <a:lvl5pPr algn="l">
              <a:buNone/>
              <a:defRPr sz="2100" b="0">
                <a:solidFill>
                  <a:srgbClr val="253C4D"/>
                </a:solidFill>
                <a:latin typeface="Yu Gothic"/>
                <a:ea typeface="Yu Gothic"/>
                <a:cs typeface="Yu Gothic"/>
              </a:defRPr>
            </a:lvl5pPr>
            <a:lvl6pPr algn="l">
              <a:buNone/>
              <a:defRPr sz="2100" b="0">
                <a:solidFill>
                  <a:srgbClr val="253C4D"/>
                </a:solidFill>
                <a:latin typeface="Yu Gothic"/>
                <a:ea typeface="Yu Gothic"/>
                <a:cs typeface="Yu Gothic"/>
              </a:defRPr>
            </a:lvl6pPr>
            <a:lvl7pPr algn="l">
              <a:buNone/>
              <a:defRPr sz="2100" b="0">
                <a:solidFill>
                  <a:srgbClr val="253C4D"/>
                </a:solidFill>
                <a:latin typeface="Yu Gothic"/>
                <a:ea typeface="Yu Gothic"/>
                <a:cs typeface="Yu Gothic"/>
              </a:defRPr>
            </a:lvl7pPr>
            <a:lvl8pPr algn="l">
              <a:buNone/>
              <a:defRPr sz="2100" b="0">
                <a:solidFill>
                  <a:srgbClr val="253C4D"/>
                </a:solidFill>
                <a:latin typeface="Yu Gothic"/>
                <a:ea typeface="Yu Gothic"/>
                <a:cs typeface="Yu Gothic"/>
              </a:defRPr>
            </a:lvl8pPr>
            <a:lvl9pPr algn="l">
              <a:buNone/>
              <a:defRPr sz="2100" b="0">
                <a:solidFill>
                  <a:srgbClr val="253C4D"/>
                </a:solidFill>
                <a:latin typeface="Yu Gothic"/>
                <a:ea typeface="Yu Gothic"/>
                <a:cs typeface="Yu Gothic"/>
              </a:defRPr>
            </a:lvl9pPr>
          </a:lstStyle>
          <a:p xmlns:a="http://schemas.openxmlformats.org/drawingml/2006/main">
            <a:pPr algn="l">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破断</a:t>
            </a:r>
          </a:p>
        </p:txBody>
      </p:sp>
      <p:cxnSp>
        <p:nvCxnSpPr>
          <p:cNvPr id="13" name="">
            <a:extLst xmlns:a="http://schemas.openxmlformats.org/drawingml/2006/main">
              <a:ext uri="{FF2B5EF4-FFF2-40B4-BE49-F238E27FC236}">
                <a16:creationId xmlns:a16="http://schemas.microsoft.com/office/drawing/2014/main" id="{9FF2AA0D-3FB6-49D1-B55C-7E0E54B0D0F1}"/>
              </a:ext>
            </a:extLst>
          </p:cNvPr>
          <p:cNvCxnSpPr/>
          <p:nvPr/>
        </p:nvCxnSpPr>
        <p:spPr>
          <a:xfrm xmlns:a="http://schemas.openxmlformats.org/drawingml/2006/main" flipH="0" flipV="0">
            <a:off x="5238750" y="1885950"/>
            <a:ext cx="0" cy="3267075"/>
          </a:xfrm>
          <a:prstGeom xmlns:a="http://schemas.openxmlformats.org/drawingml/2006/main" prst="straightConnector1">
            <a:avLst/>
          </a:prstGeom>
          <a:ln xmlns:a="http://schemas.openxmlformats.org/drawingml/2006/main" w="14288">
            <a:solidFill>
              <a:srgbClr val="5D6C78"/>
            </a:solidFill>
            <a:prstDash val="dash"/>
          </a:ln>
        </p:spPr>
      </p:cxnSp>
      <p:sp>
        <p:nvSpPr>
          <p:cNvPr id="14" name="text-13">
            <a:extLst xmlns:a="http://schemas.openxmlformats.org/drawingml/2006/main">
              <a:ext uri="{FF2B5EF4-FFF2-40B4-BE49-F238E27FC236}">
                <a16:creationId xmlns:a16="http://schemas.microsoft.com/office/drawing/2014/main" id="{9B46AC1E-244E-4988-AA31-6BB8DF1FCFB6}"/>
              </a:ext>
            </a:extLst>
          </p:cNvPr>
          <p:cNvSpPr>
            <a:spLocks xmlns:a="http://schemas.openxmlformats.org/drawingml/2006/main" noGrp="1"/>
          </p:cNvSpPr>
          <p:nvPr/>
        </p:nvSpPr>
        <p:spPr>
          <a:xfrm xmlns:a="http://schemas.openxmlformats.org/drawingml/2006/main">
            <a:off x="5600700" y="35337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53C4D"/>
                </a:solidFill>
                <a:latin typeface="Yu Gothic"/>
                <a:ea typeface="Yu Gothic"/>
                <a:cs typeface="Yu Gothic"/>
              </a:defRPr>
            </a:defPPr>
            <a:lvl1pPr algn="l">
              <a:buNone/>
              <a:defRPr sz="1950" b="0">
                <a:solidFill>
                  <a:srgbClr val="253C4D"/>
                </a:solidFill>
                <a:latin typeface="Yu Gothic"/>
                <a:ea typeface="Yu Gothic"/>
                <a:cs typeface="Yu Gothic"/>
              </a:defRPr>
            </a:lvl1pPr>
            <a:lvl2pPr algn="l">
              <a:buNone/>
              <a:defRPr sz="1950" b="0">
                <a:solidFill>
                  <a:srgbClr val="253C4D"/>
                </a:solidFill>
                <a:latin typeface="Yu Gothic"/>
                <a:ea typeface="Yu Gothic"/>
                <a:cs typeface="Yu Gothic"/>
              </a:defRPr>
            </a:lvl2pPr>
            <a:lvl3pPr algn="l">
              <a:buNone/>
              <a:defRPr sz="1950" b="0">
                <a:solidFill>
                  <a:srgbClr val="253C4D"/>
                </a:solidFill>
                <a:latin typeface="Yu Gothic"/>
                <a:ea typeface="Yu Gothic"/>
                <a:cs typeface="Yu Gothic"/>
              </a:defRPr>
            </a:lvl3pPr>
            <a:lvl4pPr algn="l">
              <a:buNone/>
              <a:defRPr sz="1950" b="0">
                <a:solidFill>
                  <a:srgbClr val="253C4D"/>
                </a:solidFill>
                <a:latin typeface="Yu Gothic"/>
                <a:ea typeface="Yu Gothic"/>
                <a:cs typeface="Yu Gothic"/>
              </a:defRPr>
            </a:lvl4pPr>
            <a:lvl5pPr algn="l">
              <a:buNone/>
              <a:defRPr sz="1950" b="0">
                <a:solidFill>
                  <a:srgbClr val="253C4D"/>
                </a:solidFill>
                <a:latin typeface="Yu Gothic"/>
                <a:ea typeface="Yu Gothic"/>
                <a:cs typeface="Yu Gothic"/>
              </a:defRPr>
            </a:lvl5pPr>
            <a:lvl6pPr algn="l">
              <a:buNone/>
              <a:defRPr sz="1950" b="0">
                <a:solidFill>
                  <a:srgbClr val="253C4D"/>
                </a:solidFill>
                <a:latin typeface="Yu Gothic"/>
                <a:ea typeface="Yu Gothic"/>
                <a:cs typeface="Yu Gothic"/>
              </a:defRPr>
            </a:lvl6pPr>
            <a:lvl7pPr algn="l">
              <a:buNone/>
              <a:defRPr sz="1950" b="0">
                <a:solidFill>
                  <a:srgbClr val="253C4D"/>
                </a:solidFill>
                <a:latin typeface="Yu Gothic"/>
                <a:ea typeface="Yu Gothic"/>
                <a:cs typeface="Yu Gothic"/>
              </a:defRPr>
            </a:lvl7pPr>
            <a:lvl8pPr algn="l">
              <a:buNone/>
              <a:defRPr sz="1950" b="0">
                <a:solidFill>
                  <a:srgbClr val="253C4D"/>
                </a:solidFill>
                <a:latin typeface="Yu Gothic"/>
                <a:ea typeface="Yu Gothic"/>
                <a:cs typeface="Yu Gothic"/>
              </a:defRPr>
            </a:lvl8pPr>
            <a:lvl9pPr algn="l">
              <a:buNone/>
              <a:defRPr sz="1950" b="0">
                <a:solidFill>
                  <a:srgbClr val="253C4D"/>
                </a:solidFill>
                <a:latin typeface="Yu Gothic"/>
                <a:ea typeface="Yu Gothic"/>
                <a:cs typeface="Yu Gothic"/>
              </a:defRPr>
            </a:lvl9pPr>
          </a:lstStyle>
          <a:p xmlns:a="http://schemas.openxmlformats.org/drawingml/2006/main">
            <a:pPr algn="l">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くびれが進む</a:t>
            </a:r>
          </a:p>
        </p:txBody>
      </p:sp>
      <p:sp>
        <p:nvSpPr>
          <p:cNvPr id="15" name="text-14">
            <a:extLst xmlns:a="http://schemas.openxmlformats.org/drawingml/2006/main">
              <a:ext uri="{FF2B5EF4-FFF2-40B4-BE49-F238E27FC236}">
                <a16:creationId xmlns:a16="http://schemas.microsoft.com/office/drawing/2014/main" id="{DD5B583C-C8CC-4FC8-AF10-F9F9C7C783C5}"/>
              </a:ext>
            </a:extLst>
          </p:cNvPr>
          <p:cNvSpPr>
            <a:spLocks xmlns:a="http://schemas.openxmlformats.org/drawingml/2006/main" noGrp="1"/>
          </p:cNvSpPr>
          <p:nvPr/>
        </p:nvSpPr>
        <p:spPr>
          <a:xfrm xmlns:a="http://schemas.openxmlformats.org/drawingml/2006/main">
            <a:off x="8591550" y="2019300"/>
            <a:ext cx="2914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53C4D"/>
                </a:solidFill>
                <a:latin typeface="Yu Gothic"/>
                <a:ea typeface="Yu Gothic"/>
                <a:cs typeface="Yu Gothic"/>
              </a:defRPr>
            </a:defPPr>
            <a:lvl1pPr algn="l">
              <a:buNone/>
              <a:defRPr sz="1950" b="0">
                <a:solidFill>
                  <a:srgbClr val="253C4D"/>
                </a:solidFill>
                <a:latin typeface="Yu Gothic"/>
                <a:ea typeface="Yu Gothic"/>
                <a:cs typeface="Yu Gothic"/>
              </a:defRPr>
            </a:lvl1pPr>
            <a:lvl2pPr algn="l">
              <a:buNone/>
              <a:defRPr sz="1950" b="0">
                <a:solidFill>
                  <a:srgbClr val="253C4D"/>
                </a:solidFill>
                <a:latin typeface="Yu Gothic"/>
                <a:ea typeface="Yu Gothic"/>
                <a:cs typeface="Yu Gothic"/>
              </a:defRPr>
            </a:lvl2pPr>
            <a:lvl3pPr algn="l">
              <a:buNone/>
              <a:defRPr sz="1950" b="0">
                <a:solidFill>
                  <a:srgbClr val="253C4D"/>
                </a:solidFill>
                <a:latin typeface="Yu Gothic"/>
                <a:ea typeface="Yu Gothic"/>
                <a:cs typeface="Yu Gothic"/>
              </a:defRPr>
            </a:lvl3pPr>
            <a:lvl4pPr algn="l">
              <a:buNone/>
              <a:defRPr sz="1950" b="0">
                <a:solidFill>
                  <a:srgbClr val="253C4D"/>
                </a:solidFill>
                <a:latin typeface="Yu Gothic"/>
                <a:ea typeface="Yu Gothic"/>
                <a:cs typeface="Yu Gothic"/>
              </a:defRPr>
            </a:lvl4pPr>
            <a:lvl5pPr algn="l">
              <a:buNone/>
              <a:defRPr sz="1950" b="0">
                <a:solidFill>
                  <a:srgbClr val="253C4D"/>
                </a:solidFill>
                <a:latin typeface="Yu Gothic"/>
                <a:ea typeface="Yu Gothic"/>
                <a:cs typeface="Yu Gothic"/>
              </a:defRPr>
            </a:lvl5pPr>
            <a:lvl6pPr algn="l">
              <a:buNone/>
              <a:defRPr sz="1950" b="0">
                <a:solidFill>
                  <a:srgbClr val="253C4D"/>
                </a:solidFill>
                <a:latin typeface="Yu Gothic"/>
                <a:ea typeface="Yu Gothic"/>
                <a:cs typeface="Yu Gothic"/>
              </a:defRPr>
            </a:lvl6pPr>
            <a:lvl7pPr algn="l">
              <a:buNone/>
              <a:defRPr sz="1950" b="0">
                <a:solidFill>
                  <a:srgbClr val="253C4D"/>
                </a:solidFill>
                <a:latin typeface="Yu Gothic"/>
                <a:ea typeface="Yu Gothic"/>
                <a:cs typeface="Yu Gothic"/>
              </a:defRPr>
            </a:lvl7pPr>
            <a:lvl8pPr algn="l">
              <a:buNone/>
              <a:defRPr sz="1950" b="0">
                <a:solidFill>
                  <a:srgbClr val="253C4D"/>
                </a:solidFill>
                <a:latin typeface="Yu Gothic"/>
                <a:ea typeface="Yu Gothic"/>
                <a:cs typeface="Yu Gothic"/>
              </a:defRPr>
            </a:lvl8pPr>
            <a:lvl9pPr algn="l">
              <a:buNone/>
              <a:defRPr sz="1950" b="0">
                <a:solidFill>
                  <a:srgbClr val="253C4D"/>
                </a:solidFill>
                <a:latin typeface="Yu Gothic"/>
                <a:ea typeface="Yu Gothic"/>
                <a:cs typeface="Yu Gothic"/>
              </a:defRPr>
            </a:lvl9pPr>
          </a:lstStyle>
          <a:p xmlns:a="http://schemas.openxmlformats.org/drawingml/2006/main">
            <a:pPr algn="l">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直線の傾き：E</a:t>
            </a:r>
          </a:p>
        </p:txBody>
      </p:sp>
      <p:sp>
        <p:nvSpPr>
          <p:cNvPr id="16" name="text-15">
            <a:extLst xmlns:a="http://schemas.openxmlformats.org/drawingml/2006/main">
              <a:ext uri="{FF2B5EF4-FFF2-40B4-BE49-F238E27FC236}">
                <a16:creationId xmlns:a16="http://schemas.microsoft.com/office/drawing/2014/main" id="{3722DC22-263B-47EA-BD48-40ADF02160FB}"/>
              </a:ext>
            </a:extLst>
          </p:cNvPr>
          <p:cNvSpPr>
            <a:spLocks xmlns:a="http://schemas.openxmlformats.org/drawingml/2006/main" noGrp="1"/>
          </p:cNvSpPr>
          <p:nvPr/>
        </p:nvSpPr>
        <p:spPr>
          <a:xfrm xmlns:a="http://schemas.openxmlformats.org/drawingml/2006/main">
            <a:off x="8591550" y="2924175"/>
            <a:ext cx="2914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53C4D"/>
                </a:solidFill>
                <a:latin typeface="Yu Gothic"/>
                <a:ea typeface="Yu Gothic"/>
                <a:cs typeface="Yu Gothic"/>
              </a:defRPr>
            </a:defPPr>
            <a:lvl1pPr algn="l">
              <a:buNone/>
              <a:defRPr sz="1950" b="0">
                <a:solidFill>
                  <a:srgbClr val="253C4D"/>
                </a:solidFill>
                <a:latin typeface="Yu Gothic"/>
                <a:ea typeface="Yu Gothic"/>
                <a:cs typeface="Yu Gothic"/>
              </a:defRPr>
            </a:lvl1pPr>
            <a:lvl2pPr algn="l">
              <a:buNone/>
              <a:defRPr sz="1950" b="0">
                <a:solidFill>
                  <a:srgbClr val="253C4D"/>
                </a:solidFill>
                <a:latin typeface="Yu Gothic"/>
                <a:ea typeface="Yu Gothic"/>
                <a:cs typeface="Yu Gothic"/>
              </a:defRPr>
            </a:lvl2pPr>
            <a:lvl3pPr algn="l">
              <a:buNone/>
              <a:defRPr sz="1950" b="0">
                <a:solidFill>
                  <a:srgbClr val="253C4D"/>
                </a:solidFill>
                <a:latin typeface="Yu Gothic"/>
                <a:ea typeface="Yu Gothic"/>
                <a:cs typeface="Yu Gothic"/>
              </a:defRPr>
            </a:lvl3pPr>
            <a:lvl4pPr algn="l">
              <a:buNone/>
              <a:defRPr sz="1950" b="0">
                <a:solidFill>
                  <a:srgbClr val="253C4D"/>
                </a:solidFill>
                <a:latin typeface="Yu Gothic"/>
                <a:ea typeface="Yu Gothic"/>
                <a:cs typeface="Yu Gothic"/>
              </a:defRPr>
            </a:lvl4pPr>
            <a:lvl5pPr algn="l">
              <a:buNone/>
              <a:defRPr sz="1950" b="0">
                <a:solidFill>
                  <a:srgbClr val="253C4D"/>
                </a:solidFill>
                <a:latin typeface="Yu Gothic"/>
                <a:ea typeface="Yu Gothic"/>
                <a:cs typeface="Yu Gothic"/>
              </a:defRPr>
            </a:lvl5pPr>
            <a:lvl6pPr algn="l">
              <a:buNone/>
              <a:defRPr sz="1950" b="0">
                <a:solidFill>
                  <a:srgbClr val="253C4D"/>
                </a:solidFill>
                <a:latin typeface="Yu Gothic"/>
                <a:ea typeface="Yu Gothic"/>
                <a:cs typeface="Yu Gothic"/>
              </a:defRPr>
            </a:lvl6pPr>
            <a:lvl7pPr algn="l">
              <a:buNone/>
              <a:defRPr sz="1950" b="0">
                <a:solidFill>
                  <a:srgbClr val="253C4D"/>
                </a:solidFill>
                <a:latin typeface="Yu Gothic"/>
                <a:ea typeface="Yu Gothic"/>
                <a:cs typeface="Yu Gothic"/>
              </a:defRPr>
            </a:lvl7pPr>
            <a:lvl8pPr algn="l">
              <a:buNone/>
              <a:defRPr sz="1950" b="0">
                <a:solidFill>
                  <a:srgbClr val="253C4D"/>
                </a:solidFill>
                <a:latin typeface="Yu Gothic"/>
                <a:ea typeface="Yu Gothic"/>
                <a:cs typeface="Yu Gothic"/>
              </a:defRPr>
            </a:lvl8pPr>
            <a:lvl9pPr algn="l">
              <a:buNone/>
              <a:defRPr sz="1950" b="0">
                <a:solidFill>
                  <a:srgbClr val="253C4D"/>
                </a:solidFill>
                <a:latin typeface="Yu Gothic"/>
                <a:ea typeface="Yu Gothic"/>
                <a:cs typeface="Yu Gothic"/>
              </a:defRPr>
            </a:lvl9pPr>
          </a:lstStyle>
          <a:p xmlns:a="http://schemas.openxmlformats.org/drawingml/2006/main">
            <a:pPr algn="l">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降伏後：塑性変形</a:t>
            </a:r>
          </a:p>
        </p:txBody>
      </p:sp>
      <p:sp>
        <p:nvSpPr>
          <p:cNvPr id="17" name="text-16">
            <a:extLst xmlns:a="http://schemas.openxmlformats.org/drawingml/2006/main">
              <a:ext uri="{FF2B5EF4-FFF2-40B4-BE49-F238E27FC236}">
                <a16:creationId xmlns:a16="http://schemas.microsoft.com/office/drawing/2014/main" id="{AC1F5A78-9F7C-4F83-B9F8-BE541950FA4B}"/>
              </a:ext>
            </a:extLst>
          </p:cNvPr>
          <p:cNvSpPr>
            <a:spLocks xmlns:a="http://schemas.openxmlformats.org/drawingml/2006/main" noGrp="1"/>
          </p:cNvSpPr>
          <p:nvPr/>
        </p:nvSpPr>
        <p:spPr>
          <a:xfrm xmlns:a="http://schemas.openxmlformats.org/drawingml/2006/main">
            <a:off x="8591550" y="3829050"/>
            <a:ext cx="2914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53C4D"/>
                </a:solidFill>
                <a:latin typeface="Yu Gothic"/>
                <a:ea typeface="Yu Gothic"/>
                <a:cs typeface="Yu Gothic"/>
              </a:defRPr>
            </a:defPPr>
            <a:lvl1pPr algn="l">
              <a:buNone/>
              <a:defRPr sz="1950" b="0">
                <a:solidFill>
                  <a:srgbClr val="253C4D"/>
                </a:solidFill>
                <a:latin typeface="Yu Gothic"/>
                <a:ea typeface="Yu Gothic"/>
                <a:cs typeface="Yu Gothic"/>
              </a:defRPr>
            </a:lvl1pPr>
            <a:lvl2pPr algn="l">
              <a:buNone/>
              <a:defRPr sz="1950" b="0">
                <a:solidFill>
                  <a:srgbClr val="253C4D"/>
                </a:solidFill>
                <a:latin typeface="Yu Gothic"/>
                <a:ea typeface="Yu Gothic"/>
                <a:cs typeface="Yu Gothic"/>
              </a:defRPr>
            </a:lvl2pPr>
            <a:lvl3pPr algn="l">
              <a:buNone/>
              <a:defRPr sz="1950" b="0">
                <a:solidFill>
                  <a:srgbClr val="253C4D"/>
                </a:solidFill>
                <a:latin typeface="Yu Gothic"/>
                <a:ea typeface="Yu Gothic"/>
                <a:cs typeface="Yu Gothic"/>
              </a:defRPr>
            </a:lvl3pPr>
            <a:lvl4pPr algn="l">
              <a:buNone/>
              <a:defRPr sz="1950" b="0">
                <a:solidFill>
                  <a:srgbClr val="253C4D"/>
                </a:solidFill>
                <a:latin typeface="Yu Gothic"/>
                <a:ea typeface="Yu Gothic"/>
                <a:cs typeface="Yu Gothic"/>
              </a:defRPr>
            </a:lvl4pPr>
            <a:lvl5pPr algn="l">
              <a:buNone/>
              <a:defRPr sz="1950" b="0">
                <a:solidFill>
                  <a:srgbClr val="253C4D"/>
                </a:solidFill>
                <a:latin typeface="Yu Gothic"/>
                <a:ea typeface="Yu Gothic"/>
                <a:cs typeface="Yu Gothic"/>
              </a:defRPr>
            </a:lvl5pPr>
            <a:lvl6pPr algn="l">
              <a:buNone/>
              <a:defRPr sz="1950" b="0">
                <a:solidFill>
                  <a:srgbClr val="253C4D"/>
                </a:solidFill>
                <a:latin typeface="Yu Gothic"/>
                <a:ea typeface="Yu Gothic"/>
                <a:cs typeface="Yu Gothic"/>
              </a:defRPr>
            </a:lvl6pPr>
            <a:lvl7pPr algn="l">
              <a:buNone/>
              <a:defRPr sz="1950" b="0">
                <a:solidFill>
                  <a:srgbClr val="253C4D"/>
                </a:solidFill>
                <a:latin typeface="Yu Gothic"/>
                <a:ea typeface="Yu Gothic"/>
                <a:cs typeface="Yu Gothic"/>
              </a:defRPr>
            </a:lvl7pPr>
            <a:lvl8pPr algn="l">
              <a:buNone/>
              <a:defRPr sz="1950" b="0">
                <a:solidFill>
                  <a:srgbClr val="253C4D"/>
                </a:solidFill>
                <a:latin typeface="Yu Gothic"/>
                <a:ea typeface="Yu Gothic"/>
                <a:cs typeface="Yu Gothic"/>
              </a:defRPr>
            </a:lvl8pPr>
            <a:lvl9pPr algn="l">
              <a:buNone/>
              <a:defRPr sz="1950" b="0">
                <a:solidFill>
                  <a:srgbClr val="253C4D"/>
                </a:solidFill>
                <a:latin typeface="Yu Gothic"/>
                <a:ea typeface="Yu Gothic"/>
                <a:cs typeface="Yu Gothic"/>
              </a:defRPr>
            </a:lvl9pPr>
          </a:lstStyle>
          <a:p xmlns:a="http://schemas.openxmlformats.org/drawingml/2006/main">
            <a:pPr algn="l">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最大の公称応力：引張強さ</a:t>
            </a:r>
          </a:p>
        </p:txBody>
      </p:sp>
      <p:sp>
        <p:nvSpPr>
          <p:cNvPr id="18" name="text-17">
            <a:extLst xmlns:a="http://schemas.openxmlformats.org/drawingml/2006/main">
              <a:ext uri="{FF2B5EF4-FFF2-40B4-BE49-F238E27FC236}">
                <a16:creationId xmlns:a16="http://schemas.microsoft.com/office/drawing/2014/main" id="{9EEDC3DD-42DE-4E88-96FC-2F9035FF99C2}"/>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模式図・縮尺不均一　　E は初期の傾き、引張強さは最大応力</a:t>
            </a:r>
          </a:p>
        </p:txBody>
      </p:sp>
    </p:spTree>
    <p:extLst>
      <p:ext uri="{BB962C8B-B14F-4D97-AF65-F5344CB8AC3E}">
        <p14:creationId xmlns:p14="http://schemas.microsoft.com/office/powerpoint/2010/main" val="157889386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C15F45C-AA7C-4012-A895-5319CC4F5626}"/>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弾性変形と塑性変形</a:t>
            </a:r>
          </a:p>
        </p:txBody>
      </p:sp>
      <p:cxnSp>
        <p:nvCxnSpPr>
          <p:cNvPr id="2" name="">
            <a:extLst xmlns:a="http://schemas.openxmlformats.org/drawingml/2006/main">
              <a:ext uri="{FF2B5EF4-FFF2-40B4-BE49-F238E27FC236}">
                <a16:creationId xmlns:a16="http://schemas.microsoft.com/office/drawing/2014/main" id="{0BEF9990-2446-40B7-8337-B48F2DC2064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D40088E0-DC47-49D6-A5D5-0CA71BA755E1}"/>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27045BD3-9162-4DD1-9B76-81EA9FF1439F}"/>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43 / 57</a:t>
            </a:r>
          </a:p>
        </p:txBody>
      </p:sp>
      <p:sp>
        <p:nvSpPr>
          <p:cNvPr id="21" name="">
            <a:extLst xmlns:a="http://schemas.openxmlformats.org/drawingml/2006/main">
              <a:ext uri="{FF2B5EF4-FFF2-40B4-BE49-F238E27FC236}">
                <a16:creationId xmlns:a16="http://schemas.microsoft.com/office/drawing/2014/main" id="{28497356-92FA-49EF-AA3D-727FF7ECE3CC}"/>
              </a:ext>
            </a:extLst>
          </p:cNvPr>
          <p:cNvSpPr>
            <a:spLocks xmlns:a="http://schemas.openxmlformats.org/drawingml/2006/main" noGrp="1"/>
          </p:cNvSpPr>
          <p:nvPr/>
        </p:nvSpPr>
        <p:spPr>
          <a:xfrm xmlns:a="http://schemas.openxmlformats.org/drawingml/2006/main">
            <a:off x="1238250" y="4905375"/>
            <a:ext cx="5429250" cy="9525"/>
          </a:xfrm>
          <a:custGeom xmlns:a="http://schemas.openxmlformats.org/drawingml/2006/main">
            <a:pathLst>
              <a:path w="5429250" h="9525">
                <a:moveTo>
                  <a:pt x="0" y="0"/>
                </a:moveTo>
                <a:lnTo>
                  <a:pt x="5429250" y="0"/>
                </a:lnTo>
              </a:path>
            </a:pathLst>
          </a:custGeom>
          <a:noFill xmlns:a="http://schemas.openxmlformats.org/drawingml/2006/main"/>
          <a:ln xmlns:a="http://schemas.openxmlformats.org/drawingml/2006/main" w="19050">
            <a:solidFill>
              <a:srgbClr val="71818B"/>
            </a:solidFill>
          </a:ln>
        </p:spPr>
      </p:sp>
      <p:sp>
        <p:nvSpPr>
          <p:cNvPr id="22" name="">
            <a:extLst xmlns:a="http://schemas.openxmlformats.org/drawingml/2006/main">
              <a:ext uri="{FF2B5EF4-FFF2-40B4-BE49-F238E27FC236}">
                <a16:creationId xmlns:a16="http://schemas.microsoft.com/office/drawing/2014/main" id="{E15B370E-8379-49DE-8DED-51241969C2AE}"/>
              </a:ext>
            </a:extLst>
          </p:cNvPr>
          <p:cNvSpPr>
            <a:spLocks xmlns:a="http://schemas.openxmlformats.org/drawingml/2006/main" noGrp="1"/>
          </p:cNvSpPr>
          <p:nvPr/>
        </p:nvSpPr>
        <p:spPr>
          <a:xfrm xmlns:a="http://schemas.openxmlformats.org/drawingml/2006/main">
            <a:off x="6581775" y="4869371"/>
            <a:ext cx="85725" cy="72009"/>
          </a:xfrm>
          <a:custGeom xmlns:a="http://schemas.openxmlformats.org/drawingml/2006/main">
            <a:pathLst>
              <a:path w="85725" h="72009">
                <a:moveTo>
                  <a:pt x="85725" y="36004"/>
                </a:moveTo>
                <a:lnTo>
                  <a:pt x="0" y="0"/>
                </a:lnTo>
                <a:lnTo>
                  <a:pt x="0" y="72009"/>
                </a:lnTo>
                <a:close/>
              </a:path>
            </a:pathLst>
          </a:custGeom>
          <a:solidFill xmlns:a="http://schemas.openxmlformats.org/drawingml/2006/main">
            <a:srgbClr val="71818B"/>
          </a:solidFill>
          <a:ln xmlns:a="http://schemas.openxmlformats.org/drawingml/2006/main" w="4763">
            <a:solidFill>
              <a:srgbClr val="71818B"/>
            </a:solidFill>
          </a:ln>
        </p:spPr>
      </p:sp>
      <p:sp>
        <p:nvSpPr>
          <p:cNvPr id="23" name="">
            <a:extLst xmlns:a="http://schemas.openxmlformats.org/drawingml/2006/main">
              <a:ext uri="{FF2B5EF4-FFF2-40B4-BE49-F238E27FC236}">
                <a16:creationId xmlns:a16="http://schemas.microsoft.com/office/drawing/2014/main" id="{D7DCC0F5-DF4B-4614-8EDF-03F26DB228F1}"/>
              </a:ext>
            </a:extLst>
          </p:cNvPr>
          <p:cNvSpPr>
            <a:spLocks xmlns:a="http://schemas.openxmlformats.org/drawingml/2006/main" noGrp="1"/>
          </p:cNvSpPr>
          <p:nvPr/>
        </p:nvSpPr>
        <p:spPr>
          <a:xfrm xmlns:a="http://schemas.openxmlformats.org/drawingml/2006/main">
            <a:off x="1238250" y="1762125"/>
            <a:ext cx="9525" cy="3143250"/>
          </a:xfrm>
          <a:custGeom xmlns:a="http://schemas.openxmlformats.org/drawingml/2006/main">
            <a:pathLst>
              <a:path w="9525" h="3143250">
                <a:moveTo>
                  <a:pt x="0" y="3143250"/>
                </a:moveTo>
                <a:lnTo>
                  <a:pt x="0" y="0"/>
                </a:lnTo>
              </a:path>
            </a:pathLst>
          </a:custGeom>
          <a:noFill xmlns:a="http://schemas.openxmlformats.org/drawingml/2006/main"/>
          <a:ln xmlns:a="http://schemas.openxmlformats.org/drawingml/2006/main" w="19050">
            <a:solidFill>
              <a:srgbClr val="71818B"/>
            </a:solidFill>
          </a:ln>
        </p:spPr>
      </p:sp>
      <p:sp>
        <p:nvSpPr>
          <p:cNvPr id="24" name="">
            <a:extLst xmlns:a="http://schemas.openxmlformats.org/drawingml/2006/main">
              <a:ext uri="{FF2B5EF4-FFF2-40B4-BE49-F238E27FC236}">
                <a16:creationId xmlns:a16="http://schemas.microsoft.com/office/drawing/2014/main" id="{005811EE-DBDC-4133-84CD-06B75A2DBA9A}"/>
              </a:ext>
            </a:extLst>
          </p:cNvPr>
          <p:cNvSpPr>
            <a:spLocks xmlns:a="http://schemas.openxmlformats.org/drawingml/2006/main" noGrp="1"/>
          </p:cNvSpPr>
          <p:nvPr/>
        </p:nvSpPr>
        <p:spPr>
          <a:xfrm xmlns:a="http://schemas.openxmlformats.org/drawingml/2006/main">
            <a:off x="1202246" y="1762125"/>
            <a:ext cx="72009" cy="85725"/>
          </a:xfrm>
          <a:custGeom xmlns:a="http://schemas.openxmlformats.org/drawingml/2006/main">
            <a:pathLst>
              <a:path w="72009" h="85725">
                <a:moveTo>
                  <a:pt x="36005" y="0"/>
                </a:moveTo>
                <a:lnTo>
                  <a:pt x="0" y="85725"/>
                </a:lnTo>
                <a:lnTo>
                  <a:pt x="72009" y="85725"/>
                </a:lnTo>
                <a:close/>
              </a:path>
            </a:pathLst>
          </a:custGeom>
          <a:solidFill xmlns:a="http://schemas.openxmlformats.org/drawingml/2006/main">
            <a:srgbClr val="71818B"/>
          </a:solidFill>
          <a:ln xmlns:a="http://schemas.openxmlformats.org/drawingml/2006/main" w="4763">
            <a:solidFill>
              <a:srgbClr val="71818B"/>
            </a:solidFill>
          </a:ln>
        </p:spPr>
      </p:sp>
      <p:sp>
        <p:nvSpPr>
          <p:cNvPr id="25" name="">
            <a:extLst xmlns:a="http://schemas.openxmlformats.org/drawingml/2006/main">
              <a:ext uri="{FF2B5EF4-FFF2-40B4-BE49-F238E27FC236}">
                <a16:creationId xmlns:a16="http://schemas.microsoft.com/office/drawing/2014/main" id="{01BD9149-D84E-4DF3-AEE7-C1D53939F0BC}"/>
              </a:ext>
            </a:extLst>
          </p:cNvPr>
          <p:cNvSpPr>
            <a:spLocks xmlns:a="http://schemas.openxmlformats.org/drawingml/2006/main" noGrp="1"/>
          </p:cNvSpPr>
          <p:nvPr/>
        </p:nvSpPr>
        <p:spPr>
          <a:xfrm xmlns:a="http://schemas.openxmlformats.org/drawingml/2006/main">
            <a:off x="857250" y="1571625"/>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σ</a:t>
            </a:r>
          </a:p>
        </p:txBody>
      </p:sp>
      <p:sp>
        <p:nvSpPr>
          <p:cNvPr id="26" name="">
            <a:extLst xmlns:a="http://schemas.openxmlformats.org/drawingml/2006/main">
              <a:ext uri="{FF2B5EF4-FFF2-40B4-BE49-F238E27FC236}">
                <a16:creationId xmlns:a16="http://schemas.microsoft.com/office/drawing/2014/main" id="{16D8D993-D12A-4596-ACAD-525B4D641E7F}"/>
              </a:ext>
            </a:extLst>
          </p:cNvPr>
          <p:cNvSpPr>
            <a:spLocks xmlns:a="http://schemas.openxmlformats.org/drawingml/2006/main" noGrp="1"/>
          </p:cNvSpPr>
          <p:nvPr/>
        </p:nvSpPr>
        <p:spPr>
          <a:xfrm xmlns:a="http://schemas.openxmlformats.org/drawingml/2006/main">
            <a:off x="6667500" y="48577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ε</a:t>
            </a:r>
          </a:p>
        </p:txBody>
      </p:sp>
      <p:sp>
        <p:nvSpPr>
          <p:cNvPr id="27" name="">
            <a:extLst xmlns:a="http://schemas.openxmlformats.org/drawingml/2006/main">
              <a:ext uri="{FF2B5EF4-FFF2-40B4-BE49-F238E27FC236}">
                <a16:creationId xmlns:a16="http://schemas.microsoft.com/office/drawing/2014/main" id="{1A459C8C-ED45-4769-AF52-E8483AEA70C7}"/>
              </a:ext>
            </a:extLst>
          </p:cNvPr>
          <p:cNvSpPr>
            <a:spLocks xmlns:a="http://schemas.openxmlformats.org/drawingml/2006/main" noGrp="1"/>
          </p:cNvSpPr>
          <p:nvPr/>
        </p:nvSpPr>
        <p:spPr>
          <a:xfrm xmlns:a="http://schemas.openxmlformats.org/drawingml/2006/main">
            <a:off x="1238250" y="1952625"/>
            <a:ext cx="4000500" cy="2952750"/>
          </a:xfrm>
          <a:custGeom xmlns:a="http://schemas.openxmlformats.org/drawingml/2006/main">
            <a:pathLst>
              <a:path w="4000500" h="2952750">
                <a:moveTo>
                  <a:pt x="0" y="2952750"/>
                </a:moveTo>
                <a:lnTo>
                  <a:pt x="1000125" y="552450"/>
                </a:lnTo>
                <a:lnTo>
                  <a:pt x="2238375" y="161925"/>
                </a:lnTo>
                <a:lnTo>
                  <a:pt x="4000500" y="0"/>
                </a:lnTo>
              </a:path>
            </a:pathLst>
          </a:custGeom>
          <a:noFill xmlns:a="http://schemas.openxmlformats.org/drawingml/2006/main"/>
          <a:ln xmlns:a="http://schemas.openxmlformats.org/drawingml/2006/main" w="38100">
            <a:solidFill>
              <a:srgbClr val="C4483C"/>
            </a:solidFill>
          </a:ln>
        </p:spPr>
      </p:sp>
      <p:sp>
        <p:nvSpPr>
          <p:cNvPr id="28" name="">
            <a:extLst xmlns:a="http://schemas.openxmlformats.org/drawingml/2006/main">
              <a:ext uri="{FF2B5EF4-FFF2-40B4-BE49-F238E27FC236}">
                <a16:creationId xmlns:a16="http://schemas.microsoft.com/office/drawing/2014/main" id="{43AC7737-7DE0-4D3F-8F5A-5A2662882787}"/>
              </a:ext>
            </a:extLst>
          </p:cNvPr>
          <p:cNvSpPr>
            <a:spLocks xmlns:a="http://schemas.openxmlformats.org/drawingml/2006/main" noGrp="1"/>
          </p:cNvSpPr>
          <p:nvPr/>
        </p:nvSpPr>
        <p:spPr>
          <a:xfrm xmlns:a="http://schemas.openxmlformats.org/drawingml/2006/main">
            <a:off x="4010025" y="1952625"/>
            <a:ext cx="1228725" cy="2952750"/>
          </a:xfrm>
          <a:custGeom xmlns:a="http://schemas.openxmlformats.org/drawingml/2006/main">
            <a:pathLst>
              <a:path w="1228725" h="2952750">
                <a:moveTo>
                  <a:pt x="1228725" y="0"/>
                </a:moveTo>
                <a:lnTo>
                  <a:pt x="0" y="2952750"/>
                </a:lnTo>
              </a:path>
            </a:pathLst>
          </a:custGeom>
          <a:noFill xmlns:a="http://schemas.openxmlformats.org/drawingml/2006/main"/>
          <a:ln xmlns:a="http://schemas.openxmlformats.org/drawingml/2006/main" w="38100">
            <a:solidFill>
              <a:srgbClr val="2876A8"/>
            </a:solidFill>
          </a:ln>
        </p:spPr>
      </p:sp>
      <p:sp>
        <p:nvSpPr>
          <p:cNvPr id="29" name="">
            <a:extLst xmlns:a="http://schemas.openxmlformats.org/drawingml/2006/main">
              <a:ext uri="{FF2B5EF4-FFF2-40B4-BE49-F238E27FC236}">
                <a16:creationId xmlns:a16="http://schemas.microsoft.com/office/drawing/2014/main" id="{7F2A90E8-D917-4AD7-ADED-651C5929700F}"/>
              </a:ext>
            </a:extLst>
          </p:cNvPr>
          <p:cNvSpPr>
            <a:spLocks xmlns:a="http://schemas.openxmlformats.org/drawingml/2006/main" noGrp="1"/>
          </p:cNvSpPr>
          <p:nvPr/>
        </p:nvSpPr>
        <p:spPr>
          <a:xfrm xmlns:a="http://schemas.openxmlformats.org/drawingml/2006/main">
            <a:off x="4438650" y="2819400"/>
            <a:ext cx="438150" cy="1047750"/>
          </a:xfrm>
          <a:custGeom xmlns:a="http://schemas.openxmlformats.org/drawingml/2006/main">
            <a:pathLst>
              <a:path w="438150" h="1047750">
                <a:moveTo>
                  <a:pt x="438150" y="0"/>
                </a:moveTo>
                <a:lnTo>
                  <a:pt x="0" y="1047750"/>
                </a:lnTo>
              </a:path>
            </a:pathLst>
          </a:custGeom>
          <a:noFill xmlns:a="http://schemas.openxmlformats.org/drawingml/2006/main"/>
          <a:ln xmlns:a="http://schemas.openxmlformats.org/drawingml/2006/main" w="28575">
            <a:solidFill>
              <a:srgbClr val="2876A8"/>
            </a:solidFill>
          </a:ln>
        </p:spPr>
      </p:sp>
      <p:sp>
        <p:nvSpPr>
          <p:cNvPr id="30" name="">
            <a:extLst xmlns:a="http://schemas.openxmlformats.org/drawingml/2006/main">
              <a:ext uri="{FF2B5EF4-FFF2-40B4-BE49-F238E27FC236}">
                <a16:creationId xmlns:a16="http://schemas.microsoft.com/office/drawing/2014/main" id="{AA48E471-873C-4C28-B718-8F9DFC2722C9}"/>
              </a:ext>
            </a:extLst>
          </p:cNvPr>
          <p:cNvSpPr>
            <a:spLocks xmlns:a="http://schemas.openxmlformats.org/drawingml/2006/main" noGrp="1"/>
          </p:cNvSpPr>
          <p:nvPr/>
        </p:nvSpPr>
        <p:spPr>
          <a:xfrm xmlns:a="http://schemas.openxmlformats.org/drawingml/2006/main">
            <a:off x="4438474" y="3753509"/>
            <a:ext cx="81197" cy="113641"/>
          </a:xfrm>
          <a:custGeom xmlns:a="http://schemas.openxmlformats.org/drawingml/2006/main">
            <a:pathLst>
              <a:path w="81197" h="113641">
                <a:moveTo>
                  <a:pt x="176" y="113641"/>
                </a:moveTo>
                <a:lnTo>
                  <a:pt x="81197" y="33955"/>
                </a:lnTo>
                <a:lnTo>
                  <a:pt x="0" y="0"/>
                </a:lnTo>
                <a:close/>
              </a:path>
            </a:pathLst>
          </a:custGeom>
          <a:solidFill xmlns:a="http://schemas.openxmlformats.org/drawingml/2006/main">
            <a:srgbClr val="2876A8"/>
          </a:solidFill>
          <a:ln xmlns:a="http://schemas.openxmlformats.org/drawingml/2006/main" w="4763">
            <a:solidFill>
              <a:srgbClr val="2876A8"/>
            </a:solidFill>
          </a:ln>
        </p:spPr>
      </p:sp>
      <p:sp>
        <p:nvSpPr>
          <p:cNvPr id="31" name="">
            <a:extLst xmlns:a="http://schemas.openxmlformats.org/drawingml/2006/main">
              <a:ext uri="{FF2B5EF4-FFF2-40B4-BE49-F238E27FC236}">
                <a16:creationId xmlns:a16="http://schemas.microsoft.com/office/drawing/2014/main" id="{D6E4D7D1-2759-4DB2-8304-FE00D75BB684}"/>
              </a:ext>
            </a:extLst>
          </p:cNvPr>
          <p:cNvSpPr>
            <a:spLocks xmlns:a="http://schemas.openxmlformats.org/drawingml/2006/main" noGrp="1"/>
          </p:cNvSpPr>
          <p:nvPr/>
        </p:nvSpPr>
        <p:spPr>
          <a:xfrm xmlns:a="http://schemas.openxmlformats.org/drawingml/2006/main">
            <a:off x="5238750" y="1952625"/>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2" name="">
            <a:extLst xmlns:a="http://schemas.openxmlformats.org/drawingml/2006/main">
              <a:ext uri="{FF2B5EF4-FFF2-40B4-BE49-F238E27FC236}">
                <a16:creationId xmlns:a16="http://schemas.microsoft.com/office/drawing/2014/main" id="{E0140C98-0ED7-490A-9EF4-39CEA72E4D3E}"/>
              </a:ext>
            </a:extLst>
          </p:cNvPr>
          <p:cNvSpPr>
            <a:spLocks xmlns:a="http://schemas.openxmlformats.org/drawingml/2006/main" noGrp="1"/>
          </p:cNvSpPr>
          <p:nvPr/>
        </p:nvSpPr>
        <p:spPr>
          <a:xfrm xmlns:a="http://schemas.openxmlformats.org/drawingml/2006/main">
            <a:off x="5238750" y="2084510"/>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3" name="">
            <a:extLst xmlns:a="http://schemas.openxmlformats.org/drawingml/2006/main">
              <a:ext uri="{FF2B5EF4-FFF2-40B4-BE49-F238E27FC236}">
                <a16:creationId xmlns:a16="http://schemas.microsoft.com/office/drawing/2014/main" id="{E8CDDEF3-3C88-4865-AA84-86B61F61663B}"/>
              </a:ext>
            </a:extLst>
          </p:cNvPr>
          <p:cNvSpPr>
            <a:spLocks xmlns:a="http://schemas.openxmlformats.org/drawingml/2006/main" noGrp="1"/>
          </p:cNvSpPr>
          <p:nvPr/>
        </p:nvSpPr>
        <p:spPr>
          <a:xfrm xmlns:a="http://schemas.openxmlformats.org/drawingml/2006/main">
            <a:off x="5238750" y="2216394"/>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4" name="">
            <a:extLst xmlns:a="http://schemas.openxmlformats.org/drawingml/2006/main">
              <a:ext uri="{FF2B5EF4-FFF2-40B4-BE49-F238E27FC236}">
                <a16:creationId xmlns:a16="http://schemas.microsoft.com/office/drawing/2014/main" id="{B8BA0CA5-359D-4520-8830-177EC6C62CC4}"/>
              </a:ext>
            </a:extLst>
          </p:cNvPr>
          <p:cNvSpPr>
            <a:spLocks xmlns:a="http://schemas.openxmlformats.org/drawingml/2006/main" noGrp="1"/>
          </p:cNvSpPr>
          <p:nvPr/>
        </p:nvSpPr>
        <p:spPr>
          <a:xfrm xmlns:a="http://schemas.openxmlformats.org/drawingml/2006/main">
            <a:off x="5238750" y="2348279"/>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5" name="">
            <a:extLst xmlns:a="http://schemas.openxmlformats.org/drawingml/2006/main">
              <a:ext uri="{FF2B5EF4-FFF2-40B4-BE49-F238E27FC236}">
                <a16:creationId xmlns:a16="http://schemas.microsoft.com/office/drawing/2014/main" id="{78EFE689-DBFC-4756-825C-723C304E44BA}"/>
              </a:ext>
            </a:extLst>
          </p:cNvPr>
          <p:cNvSpPr>
            <a:spLocks xmlns:a="http://schemas.openxmlformats.org/drawingml/2006/main" noGrp="1"/>
          </p:cNvSpPr>
          <p:nvPr/>
        </p:nvSpPr>
        <p:spPr>
          <a:xfrm xmlns:a="http://schemas.openxmlformats.org/drawingml/2006/main">
            <a:off x="5238750" y="2480163"/>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6" name="">
            <a:extLst xmlns:a="http://schemas.openxmlformats.org/drawingml/2006/main">
              <a:ext uri="{FF2B5EF4-FFF2-40B4-BE49-F238E27FC236}">
                <a16:creationId xmlns:a16="http://schemas.microsoft.com/office/drawing/2014/main" id="{910EDC84-F43F-4D02-891E-3BB4145F3526}"/>
              </a:ext>
            </a:extLst>
          </p:cNvPr>
          <p:cNvSpPr>
            <a:spLocks xmlns:a="http://schemas.openxmlformats.org/drawingml/2006/main" noGrp="1"/>
          </p:cNvSpPr>
          <p:nvPr/>
        </p:nvSpPr>
        <p:spPr>
          <a:xfrm xmlns:a="http://schemas.openxmlformats.org/drawingml/2006/main">
            <a:off x="5238750" y="2612048"/>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7" name="">
            <a:extLst xmlns:a="http://schemas.openxmlformats.org/drawingml/2006/main">
              <a:ext uri="{FF2B5EF4-FFF2-40B4-BE49-F238E27FC236}">
                <a16:creationId xmlns:a16="http://schemas.microsoft.com/office/drawing/2014/main" id="{3DB1E400-796F-41AF-9E9F-4B2E75125200}"/>
              </a:ext>
            </a:extLst>
          </p:cNvPr>
          <p:cNvSpPr>
            <a:spLocks xmlns:a="http://schemas.openxmlformats.org/drawingml/2006/main" noGrp="1"/>
          </p:cNvSpPr>
          <p:nvPr/>
        </p:nvSpPr>
        <p:spPr>
          <a:xfrm xmlns:a="http://schemas.openxmlformats.org/drawingml/2006/main">
            <a:off x="5238750" y="2743933"/>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8" name="">
            <a:extLst xmlns:a="http://schemas.openxmlformats.org/drawingml/2006/main">
              <a:ext uri="{FF2B5EF4-FFF2-40B4-BE49-F238E27FC236}">
                <a16:creationId xmlns:a16="http://schemas.microsoft.com/office/drawing/2014/main" id="{B578138E-DA5F-4802-9677-B2C1B262BA6C}"/>
              </a:ext>
            </a:extLst>
          </p:cNvPr>
          <p:cNvSpPr>
            <a:spLocks xmlns:a="http://schemas.openxmlformats.org/drawingml/2006/main" noGrp="1"/>
          </p:cNvSpPr>
          <p:nvPr/>
        </p:nvSpPr>
        <p:spPr>
          <a:xfrm xmlns:a="http://schemas.openxmlformats.org/drawingml/2006/main">
            <a:off x="5238750" y="2875817"/>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39" name="">
            <a:extLst xmlns:a="http://schemas.openxmlformats.org/drawingml/2006/main">
              <a:ext uri="{FF2B5EF4-FFF2-40B4-BE49-F238E27FC236}">
                <a16:creationId xmlns:a16="http://schemas.microsoft.com/office/drawing/2014/main" id="{6A55B63E-C35C-44A8-A474-785767E38084}"/>
              </a:ext>
            </a:extLst>
          </p:cNvPr>
          <p:cNvSpPr>
            <a:spLocks xmlns:a="http://schemas.openxmlformats.org/drawingml/2006/main" noGrp="1"/>
          </p:cNvSpPr>
          <p:nvPr/>
        </p:nvSpPr>
        <p:spPr>
          <a:xfrm xmlns:a="http://schemas.openxmlformats.org/drawingml/2006/main">
            <a:off x="5238750" y="3007702"/>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0" name="">
            <a:extLst xmlns:a="http://schemas.openxmlformats.org/drawingml/2006/main">
              <a:ext uri="{FF2B5EF4-FFF2-40B4-BE49-F238E27FC236}">
                <a16:creationId xmlns:a16="http://schemas.microsoft.com/office/drawing/2014/main" id="{AE259FD4-44DD-4279-A674-C57892EF14B0}"/>
              </a:ext>
            </a:extLst>
          </p:cNvPr>
          <p:cNvSpPr>
            <a:spLocks xmlns:a="http://schemas.openxmlformats.org/drawingml/2006/main" noGrp="1"/>
          </p:cNvSpPr>
          <p:nvPr/>
        </p:nvSpPr>
        <p:spPr>
          <a:xfrm xmlns:a="http://schemas.openxmlformats.org/drawingml/2006/main">
            <a:off x="5238750" y="3139587"/>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1" name="">
            <a:extLst xmlns:a="http://schemas.openxmlformats.org/drawingml/2006/main">
              <a:ext uri="{FF2B5EF4-FFF2-40B4-BE49-F238E27FC236}">
                <a16:creationId xmlns:a16="http://schemas.microsoft.com/office/drawing/2014/main" id="{DB9EB1BA-D28E-48B9-BB54-F6DE557E8A68}"/>
              </a:ext>
            </a:extLst>
          </p:cNvPr>
          <p:cNvSpPr>
            <a:spLocks xmlns:a="http://schemas.openxmlformats.org/drawingml/2006/main" noGrp="1"/>
          </p:cNvSpPr>
          <p:nvPr/>
        </p:nvSpPr>
        <p:spPr>
          <a:xfrm xmlns:a="http://schemas.openxmlformats.org/drawingml/2006/main">
            <a:off x="5238750" y="3271471"/>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2" name="">
            <a:extLst xmlns:a="http://schemas.openxmlformats.org/drawingml/2006/main">
              <a:ext uri="{FF2B5EF4-FFF2-40B4-BE49-F238E27FC236}">
                <a16:creationId xmlns:a16="http://schemas.microsoft.com/office/drawing/2014/main" id="{DC86332B-EA23-4C63-8C7A-3FAD8A0C7A95}"/>
              </a:ext>
            </a:extLst>
          </p:cNvPr>
          <p:cNvSpPr>
            <a:spLocks xmlns:a="http://schemas.openxmlformats.org/drawingml/2006/main" noGrp="1"/>
          </p:cNvSpPr>
          <p:nvPr/>
        </p:nvSpPr>
        <p:spPr>
          <a:xfrm xmlns:a="http://schemas.openxmlformats.org/drawingml/2006/main">
            <a:off x="5238750" y="3403356"/>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3" name="">
            <a:extLst xmlns:a="http://schemas.openxmlformats.org/drawingml/2006/main">
              <a:ext uri="{FF2B5EF4-FFF2-40B4-BE49-F238E27FC236}">
                <a16:creationId xmlns:a16="http://schemas.microsoft.com/office/drawing/2014/main" id="{3BE107E7-0C75-4A38-93D2-0BFA67D81579}"/>
              </a:ext>
            </a:extLst>
          </p:cNvPr>
          <p:cNvSpPr>
            <a:spLocks xmlns:a="http://schemas.openxmlformats.org/drawingml/2006/main" noGrp="1"/>
          </p:cNvSpPr>
          <p:nvPr/>
        </p:nvSpPr>
        <p:spPr>
          <a:xfrm xmlns:a="http://schemas.openxmlformats.org/drawingml/2006/main">
            <a:off x="5238750" y="3535240"/>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4" name="">
            <a:extLst xmlns:a="http://schemas.openxmlformats.org/drawingml/2006/main">
              <a:ext uri="{FF2B5EF4-FFF2-40B4-BE49-F238E27FC236}">
                <a16:creationId xmlns:a16="http://schemas.microsoft.com/office/drawing/2014/main" id="{F2229C56-0E2F-40AF-9334-A3E3C1336717}"/>
              </a:ext>
            </a:extLst>
          </p:cNvPr>
          <p:cNvSpPr>
            <a:spLocks xmlns:a="http://schemas.openxmlformats.org/drawingml/2006/main" noGrp="1"/>
          </p:cNvSpPr>
          <p:nvPr/>
        </p:nvSpPr>
        <p:spPr>
          <a:xfrm xmlns:a="http://schemas.openxmlformats.org/drawingml/2006/main">
            <a:off x="5238750" y="3667125"/>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5" name="">
            <a:extLst xmlns:a="http://schemas.openxmlformats.org/drawingml/2006/main">
              <a:ext uri="{FF2B5EF4-FFF2-40B4-BE49-F238E27FC236}">
                <a16:creationId xmlns:a16="http://schemas.microsoft.com/office/drawing/2014/main" id="{443BBD0D-3DF4-44C0-825A-431D7C0B501B}"/>
              </a:ext>
            </a:extLst>
          </p:cNvPr>
          <p:cNvSpPr>
            <a:spLocks xmlns:a="http://schemas.openxmlformats.org/drawingml/2006/main" noGrp="1"/>
          </p:cNvSpPr>
          <p:nvPr/>
        </p:nvSpPr>
        <p:spPr>
          <a:xfrm xmlns:a="http://schemas.openxmlformats.org/drawingml/2006/main">
            <a:off x="5238750" y="3799010"/>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6" name="">
            <a:extLst xmlns:a="http://schemas.openxmlformats.org/drawingml/2006/main">
              <a:ext uri="{FF2B5EF4-FFF2-40B4-BE49-F238E27FC236}">
                <a16:creationId xmlns:a16="http://schemas.microsoft.com/office/drawing/2014/main" id="{9EE10C27-DAB5-4C45-AE8D-94106FDABB48}"/>
              </a:ext>
            </a:extLst>
          </p:cNvPr>
          <p:cNvSpPr>
            <a:spLocks xmlns:a="http://schemas.openxmlformats.org/drawingml/2006/main" noGrp="1"/>
          </p:cNvSpPr>
          <p:nvPr/>
        </p:nvSpPr>
        <p:spPr>
          <a:xfrm xmlns:a="http://schemas.openxmlformats.org/drawingml/2006/main">
            <a:off x="5238750" y="3930894"/>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7" name="">
            <a:extLst xmlns:a="http://schemas.openxmlformats.org/drawingml/2006/main">
              <a:ext uri="{FF2B5EF4-FFF2-40B4-BE49-F238E27FC236}">
                <a16:creationId xmlns:a16="http://schemas.microsoft.com/office/drawing/2014/main" id="{1F4F3AE7-E312-4934-9AF1-1E87B5307C2B}"/>
              </a:ext>
            </a:extLst>
          </p:cNvPr>
          <p:cNvSpPr>
            <a:spLocks xmlns:a="http://schemas.openxmlformats.org/drawingml/2006/main" noGrp="1"/>
          </p:cNvSpPr>
          <p:nvPr/>
        </p:nvSpPr>
        <p:spPr>
          <a:xfrm xmlns:a="http://schemas.openxmlformats.org/drawingml/2006/main">
            <a:off x="5238750" y="4062779"/>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8" name="">
            <a:extLst xmlns:a="http://schemas.openxmlformats.org/drawingml/2006/main">
              <a:ext uri="{FF2B5EF4-FFF2-40B4-BE49-F238E27FC236}">
                <a16:creationId xmlns:a16="http://schemas.microsoft.com/office/drawing/2014/main" id="{23EC6372-C845-430F-BA97-4146ACB52A6B}"/>
              </a:ext>
            </a:extLst>
          </p:cNvPr>
          <p:cNvSpPr>
            <a:spLocks xmlns:a="http://schemas.openxmlformats.org/drawingml/2006/main" noGrp="1"/>
          </p:cNvSpPr>
          <p:nvPr/>
        </p:nvSpPr>
        <p:spPr>
          <a:xfrm xmlns:a="http://schemas.openxmlformats.org/drawingml/2006/main">
            <a:off x="5238750" y="4194663"/>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49" name="">
            <a:extLst xmlns:a="http://schemas.openxmlformats.org/drawingml/2006/main">
              <a:ext uri="{FF2B5EF4-FFF2-40B4-BE49-F238E27FC236}">
                <a16:creationId xmlns:a16="http://schemas.microsoft.com/office/drawing/2014/main" id="{0495CB19-2647-494C-B476-0E67A8156111}"/>
              </a:ext>
            </a:extLst>
          </p:cNvPr>
          <p:cNvSpPr>
            <a:spLocks xmlns:a="http://schemas.openxmlformats.org/drawingml/2006/main" noGrp="1"/>
          </p:cNvSpPr>
          <p:nvPr/>
        </p:nvSpPr>
        <p:spPr>
          <a:xfrm xmlns:a="http://schemas.openxmlformats.org/drawingml/2006/main">
            <a:off x="5238750" y="4326548"/>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50" name="">
            <a:extLst xmlns:a="http://schemas.openxmlformats.org/drawingml/2006/main">
              <a:ext uri="{FF2B5EF4-FFF2-40B4-BE49-F238E27FC236}">
                <a16:creationId xmlns:a16="http://schemas.microsoft.com/office/drawing/2014/main" id="{54969FF4-BF84-45C2-A80D-430EAC893D93}"/>
              </a:ext>
            </a:extLst>
          </p:cNvPr>
          <p:cNvSpPr>
            <a:spLocks xmlns:a="http://schemas.openxmlformats.org/drawingml/2006/main" noGrp="1"/>
          </p:cNvSpPr>
          <p:nvPr/>
        </p:nvSpPr>
        <p:spPr>
          <a:xfrm xmlns:a="http://schemas.openxmlformats.org/drawingml/2006/main">
            <a:off x="5238750" y="4458433"/>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51" name="">
            <a:extLst xmlns:a="http://schemas.openxmlformats.org/drawingml/2006/main">
              <a:ext uri="{FF2B5EF4-FFF2-40B4-BE49-F238E27FC236}">
                <a16:creationId xmlns:a16="http://schemas.microsoft.com/office/drawing/2014/main" id="{BCFB6684-15F0-47A5-9ED6-13A1FBF36F27}"/>
              </a:ext>
            </a:extLst>
          </p:cNvPr>
          <p:cNvSpPr>
            <a:spLocks xmlns:a="http://schemas.openxmlformats.org/drawingml/2006/main" noGrp="1"/>
          </p:cNvSpPr>
          <p:nvPr/>
        </p:nvSpPr>
        <p:spPr>
          <a:xfrm xmlns:a="http://schemas.openxmlformats.org/drawingml/2006/main">
            <a:off x="5238750" y="4590317"/>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52" name="">
            <a:extLst xmlns:a="http://schemas.openxmlformats.org/drawingml/2006/main">
              <a:ext uri="{FF2B5EF4-FFF2-40B4-BE49-F238E27FC236}">
                <a16:creationId xmlns:a16="http://schemas.microsoft.com/office/drawing/2014/main" id="{F421AE15-CC04-447F-9FAB-5EEAAFA41595}"/>
              </a:ext>
            </a:extLst>
          </p:cNvPr>
          <p:cNvSpPr>
            <a:spLocks xmlns:a="http://schemas.openxmlformats.org/drawingml/2006/main" noGrp="1"/>
          </p:cNvSpPr>
          <p:nvPr/>
        </p:nvSpPr>
        <p:spPr>
          <a:xfrm xmlns:a="http://schemas.openxmlformats.org/drawingml/2006/main">
            <a:off x="5238750" y="4722202"/>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53" name="">
            <a:extLst xmlns:a="http://schemas.openxmlformats.org/drawingml/2006/main">
              <a:ext uri="{FF2B5EF4-FFF2-40B4-BE49-F238E27FC236}">
                <a16:creationId xmlns:a16="http://schemas.microsoft.com/office/drawing/2014/main" id="{10329B12-80CB-4A54-803D-52DC4FA98087}"/>
              </a:ext>
            </a:extLst>
          </p:cNvPr>
          <p:cNvSpPr>
            <a:spLocks xmlns:a="http://schemas.openxmlformats.org/drawingml/2006/main" noGrp="1"/>
          </p:cNvSpPr>
          <p:nvPr/>
        </p:nvSpPr>
        <p:spPr>
          <a:xfrm xmlns:a="http://schemas.openxmlformats.org/drawingml/2006/main">
            <a:off x="5238750" y="4854087"/>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54" name="">
            <a:extLst xmlns:a="http://schemas.openxmlformats.org/drawingml/2006/main">
              <a:ext uri="{FF2B5EF4-FFF2-40B4-BE49-F238E27FC236}">
                <a16:creationId xmlns:a16="http://schemas.microsoft.com/office/drawing/2014/main" id="{8D5AEF1E-62AC-4C0A-AC06-E07CB7A51066}"/>
              </a:ext>
            </a:extLst>
          </p:cNvPr>
          <p:cNvSpPr>
            <a:spLocks xmlns:a="http://schemas.openxmlformats.org/drawingml/2006/main" noGrp="1"/>
          </p:cNvSpPr>
          <p:nvPr/>
        </p:nvSpPr>
        <p:spPr>
          <a:xfrm xmlns:a="http://schemas.openxmlformats.org/drawingml/2006/main">
            <a:off x="5238750" y="4985971"/>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55" name="">
            <a:extLst xmlns:a="http://schemas.openxmlformats.org/drawingml/2006/main">
              <a:ext uri="{FF2B5EF4-FFF2-40B4-BE49-F238E27FC236}">
                <a16:creationId xmlns:a16="http://schemas.microsoft.com/office/drawing/2014/main" id="{221A1BED-06BB-41A4-B224-4FF33F402701}"/>
              </a:ext>
            </a:extLst>
          </p:cNvPr>
          <p:cNvSpPr>
            <a:spLocks xmlns:a="http://schemas.openxmlformats.org/drawingml/2006/main" noGrp="1"/>
          </p:cNvSpPr>
          <p:nvPr/>
        </p:nvSpPr>
        <p:spPr>
          <a:xfrm xmlns:a="http://schemas.openxmlformats.org/drawingml/2006/main">
            <a:off x="5238750" y="5117856"/>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56" name="">
            <a:extLst xmlns:a="http://schemas.openxmlformats.org/drawingml/2006/main">
              <a:ext uri="{FF2B5EF4-FFF2-40B4-BE49-F238E27FC236}">
                <a16:creationId xmlns:a16="http://schemas.microsoft.com/office/drawing/2014/main" id="{2F5DAB01-08B9-476E-80FD-9A4CCB47F8B5}"/>
              </a:ext>
            </a:extLst>
          </p:cNvPr>
          <p:cNvSpPr>
            <a:spLocks xmlns:a="http://schemas.openxmlformats.org/drawingml/2006/main" noGrp="1"/>
          </p:cNvSpPr>
          <p:nvPr/>
        </p:nvSpPr>
        <p:spPr>
          <a:xfrm xmlns:a="http://schemas.openxmlformats.org/drawingml/2006/main">
            <a:off x="5238750" y="5249740"/>
            <a:ext cx="9525" cy="72537"/>
          </a:xfrm>
          <a:custGeom xmlns:a="http://schemas.openxmlformats.org/drawingml/2006/main">
            <a:pathLst>
              <a:path w="9525" h="72537">
                <a:moveTo>
                  <a:pt x="0" y="0"/>
                </a:moveTo>
                <a:lnTo>
                  <a:pt x="0" y="72537"/>
                </a:lnTo>
              </a:path>
            </a:pathLst>
          </a:custGeom>
          <a:noFill xmlns:a="http://schemas.openxmlformats.org/drawingml/2006/main"/>
          <a:ln xmlns:a="http://schemas.openxmlformats.org/drawingml/2006/main" w="14288">
            <a:solidFill>
              <a:srgbClr val="71818B"/>
            </a:solidFill>
          </a:ln>
        </p:spPr>
      </p:sp>
      <p:sp>
        <p:nvSpPr>
          <p:cNvPr id="57" name="">
            <a:extLst xmlns:a="http://schemas.openxmlformats.org/drawingml/2006/main">
              <a:ext uri="{FF2B5EF4-FFF2-40B4-BE49-F238E27FC236}">
                <a16:creationId xmlns:a16="http://schemas.microsoft.com/office/drawing/2014/main" id="{749E8AB0-B4F9-45DF-9257-FBF6C3125F79}"/>
              </a:ext>
            </a:extLst>
          </p:cNvPr>
          <p:cNvSpPr>
            <a:spLocks xmlns:a="http://schemas.openxmlformats.org/drawingml/2006/main" noGrp="1"/>
          </p:cNvSpPr>
          <p:nvPr/>
        </p:nvSpPr>
        <p:spPr>
          <a:xfrm xmlns:a="http://schemas.openxmlformats.org/drawingml/2006/main">
            <a:off x="1238250" y="5362575"/>
            <a:ext cx="2771775" cy="9525"/>
          </a:xfrm>
          <a:custGeom xmlns:a="http://schemas.openxmlformats.org/drawingml/2006/main">
            <a:pathLst>
              <a:path w="2771775" h="9525">
                <a:moveTo>
                  <a:pt x="0" y="0"/>
                </a:moveTo>
                <a:lnTo>
                  <a:pt x="2771775" y="0"/>
                </a:lnTo>
              </a:path>
            </a:pathLst>
          </a:custGeom>
          <a:noFill xmlns:a="http://schemas.openxmlformats.org/drawingml/2006/main"/>
          <a:ln xmlns:a="http://schemas.openxmlformats.org/drawingml/2006/main" w="15240">
            <a:solidFill>
              <a:srgbClr val="7655A5"/>
            </a:solidFill>
          </a:ln>
        </p:spPr>
      </p:sp>
      <p:sp>
        <p:nvSpPr>
          <p:cNvPr id="58" name="">
            <a:extLst xmlns:a="http://schemas.openxmlformats.org/drawingml/2006/main">
              <a:ext uri="{FF2B5EF4-FFF2-40B4-BE49-F238E27FC236}">
                <a16:creationId xmlns:a16="http://schemas.microsoft.com/office/drawing/2014/main" id="{B7452514-FB1B-493B-A8CE-A719CCA8B730}"/>
              </a:ext>
            </a:extLst>
          </p:cNvPr>
          <p:cNvSpPr>
            <a:spLocks xmlns:a="http://schemas.openxmlformats.org/drawingml/2006/main" noGrp="1"/>
          </p:cNvSpPr>
          <p:nvPr/>
        </p:nvSpPr>
        <p:spPr>
          <a:xfrm xmlns:a="http://schemas.openxmlformats.org/drawingml/2006/main">
            <a:off x="3933825" y="5330571"/>
            <a:ext cx="76200" cy="64008"/>
          </a:xfrm>
          <a:custGeom xmlns:a="http://schemas.openxmlformats.org/drawingml/2006/main">
            <a:pathLst>
              <a:path w="76200" h="64008">
                <a:moveTo>
                  <a:pt x="76200" y="32004"/>
                </a:moveTo>
                <a:lnTo>
                  <a:pt x="0" y="0"/>
                </a:lnTo>
                <a:lnTo>
                  <a:pt x="0" y="64008"/>
                </a:lnTo>
                <a:close/>
              </a:path>
            </a:pathLst>
          </a:custGeom>
          <a:solidFill xmlns:a="http://schemas.openxmlformats.org/drawingml/2006/main">
            <a:srgbClr val="7655A5"/>
          </a:solidFill>
          <a:ln xmlns:a="http://schemas.openxmlformats.org/drawingml/2006/main" w="4763">
            <a:solidFill>
              <a:srgbClr val="7655A5"/>
            </a:solidFill>
          </a:ln>
        </p:spPr>
      </p:sp>
      <p:sp>
        <p:nvSpPr>
          <p:cNvPr id="59" name="">
            <a:extLst xmlns:a="http://schemas.openxmlformats.org/drawingml/2006/main">
              <a:ext uri="{FF2B5EF4-FFF2-40B4-BE49-F238E27FC236}">
                <a16:creationId xmlns:a16="http://schemas.microsoft.com/office/drawing/2014/main" id="{68BB1E10-CE67-480B-A718-A620B0BC2FFF}"/>
              </a:ext>
            </a:extLst>
          </p:cNvPr>
          <p:cNvSpPr>
            <a:spLocks xmlns:a="http://schemas.openxmlformats.org/drawingml/2006/main" noGrp="1"/>
          </p:cNvSpPr>
          <p:nvPr/>
        </p:nvSpPr>
        <p:spPr>
          <a:xfrm xmlns:a="http://schemas.openxmlformats.org/drawingml/2006/main">
            <a:off x="1238250" y="5362575"/>
            <a:ext cx="2771775" cy="9525"/>
          </a:xfrm>
          <a:custGeom xmlns:a="http://schemas.openxmlformats.org/drawingml/2006/main">
            <a:pathLst>
              <a:path w="2771775" h="9525">
                <a:moveTo>
                  <a:pt x="2771775" y="0"/>
                </a:moveTo>
                <a:lnTo>
                  <a:pt x="0" y="0"/>
                </a:lnTo>
              </a:path>
            </a:pathLst>
          </a:custGeom>
          <a:noFill xmlns:a="http://schemas.openxmlformats.org/drawingml/2006/main"/>
          <a:ln xmlns:a="http://schemas.openxmlformats.org/drawingml/2006/main" w="15240">
            <a:solidFill>
              <a:srgbClr val="7655A5"/>
            </a:solidFill>
          </a:ln>
        </p:spPr>
      </p:sp>
      <p:sp>
        <p:nvSpPr>
          <p:cNvPr id="60" name="">
            <a:extLst xmlns:a="http://schemas.openxmlformats.org/drawingml/2006/main">
              <a:ext uri="{FF2B5EF4-FFF2-40B4-BE49-F238E27FC236}">
                <a16:creationId xmlns:a16="http://schemas.microsoft.com/office/drawing/2014/main" id="{1BFAA80B-64E5-4AF3-BA31-C4A72BEA276B}"/>
              </a:ext>
            </a:extLst>
          </p:cNvPr>
          <p:cNvSpPr>
            <a:spLocks xmlns:a="http://schemas.openxmlformats.org/drawingml/2006/main" noGrp="1"/>
          </p:cNvSpPr>
          <p:nvPr/>
        </p:nvSpPr>
        <p:spPr>
          <a:xfrm xmlns:a="http://schemas.openxmlformats.org/drawingml/2006/main">
            <a:off x="1238250" y="5330571"/>
            <a:ext cx="76200" cy="64008"/>
          </a:xfrm>
          <a:custGeom xmlns:a="http://schemas.openxmlformats.org/drawingml/2006/main">
            <a:pathLst>
              <a:path w="76200" h="64008">
                <a:moveTo>
                  <a:pt x="0" y="32004"/>
                </a:moveTo>
                <a:lnTo>
                  <a:pt x="76200" y="64008"/>
                </a:lnTo>
                <a:lnTo>
                  <a:pt x="76200" y="0"/>
                </a:lnTo>
                <a:close/>
              </a:path>
            </a:pathLst>
          </a:custGeom>
          <a:solidFill xmlns:a="http://schemas.openxmlformats.org/drawingml/2006/main">
            <a:srgbClr val="7655A5"/>
          </a:solidFill>
          <a:ln xmlns:a="http://schemas.openxmlformats.org/drawingml/2006/main" w="4763">
            <a:solidFill>
              <a:srgbClr val="7655A5"/>
            </a:solidFill>
          </a:ln>
        </p:spPr>
      </p:sp>
      <p:sp>
        <p:nvSpPr>
          <p:cNvPr id="61" name="">
            <a:extLst xmlns:a="http://schemas.openxmlformats.org/drawingml/2006/main">
              <a:ext uri="{FF2B5EF4-FFF2-40B4-BE49-F238E27FC236}">
                <a16:creationId xmlns:a16="http://schemas.microsoft.com/office/drawing/2014/main" id="{668581A2-BAE4-405E-9C5D-E512A195C6ED}"/>
              </a:ext>
            </a:extLst>
          </p:cNvPr>
          <p:cNvSpPr>
            <a:spLocks xmlns:a="http://schemas.openxmlformats.org/drawingml/2006/main" noGrp="1"/>
          </p:cNvSpPr>
          <p:nvPr/>
        </p:nvSpPr>
        <p:spPr>
          <a:xfrm xmlns:a="http://schemas.openxmlformats.org/drawingml/2006/main">
            <a:off x="1047750" y="5438775"/>
            <a:ext cx="3152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7655A5"/>
                </a:solidFill>
                <a:latin typeface="Yu Gothic"/>
                <a:ea typeface="Yu Gothic"/>
                <a:cs typeface="Yu Gothic"/>
              </a:defRPr>
            </a:defPPr>
            <a:lvl1pPr>
              <a:buNone/>
              <a:defRPr sz="1725" b="0">
                <a:solidFill>
                  <a:srgbClr val="7655A5"/>
                </a:solidFill>
                <a:latin typeface="Yu Gothic"/>
                <a:ea typeface="Yu Gothic"/>
                <a:cs typeface="Yu Gothic"/>
              </a:defRPr>
            </a:lvl1pPr>
            <a:lvl2pPr>
              <a:buNone/>
              <a:defRPr sz="1725" b="0">
                <a:solidFill>
                  <a:srgbClr val="7655A5"/>
                </a:solidFill>
                <a:latin typeface="Yu Gothic"/>
                <a:ea typeface="Yu Gothic"/>
                <a:cs typeface="Yu Gothic"/>
              </a:defRPr>
            </a:lvl2pPr>
            <a:lvl3pPr>
              <a:buNone/>
              <a:defRPr sz="1725" b="0">
                <a:solidFill>
                  <a:srgbClr val="7655A5"/>
                </a:solidFill>
                <a:latin typeface="Yu Gothic"/>
                <a:ea typeface="Yu Gothic"/>
                <a:cs typeface="Yu Gothic"/>
              </a:defRPr>
            </a:lvl3pPr>
            <a:lvl4pPr>
              <a:buNone/>
              <a:defRPr sz="1725" b="0">
                <a:solidFill>
                  <a:srgbClr val="7655A5"/>
                </a:solidFill>
                <a:latin typeface="Yu Gothic"/>
                <a:ea typeface="Yu Gothic"/>
                <a:cs typeface="Yu Gothic"/>
              </a:defRPr>
            </a:lvl4pPr>
            <a:lvl5pPr>
              <a:buNone/>
              <a:defRPr sz="1725" b="0">
                <a:solidFill>
                  <a:srgbClr val="7655A5"/>
                </a:solidFill>
                <a:latin typeface="Yu Gothic"/>
                <a:ea typeface="Yu Gothic"/>
                <a:cs typeface="Yu Gothic"/>
              </a:defRPr>
            </a:lvl5pPr>
            <a:lvl6pPr>
              <a:buNone/>
              <a:defRPr sz="1725" b="0">
                <a:solidFill>
                  <a:srgbClr val="7655A5"/>
                </a:solidFill>
                <a:latin typeface="Yu Gothic"/>
                <a:ea typeface="Yu Gothic"/>
                <a:cs typeface="Yu Gothic"/>
              </a:defRPr>
            </a:lvl6pPr>
            <a:lvl7pPr>
              <a:buNone/>
              <a:defRPr sz="1725" b="0">
                <a:solidFill>
                  <a:srgbClr val="7655A5"/>
                </a:solidFill>
                <a:latin typeface="Yu Gothic"/>
                <a:ea typeface="Yu Gothic"/>
                <a:cs typeface="Yu Gothic"/>
              </a:defRPr>
            </a:lvl7pPr>
            <a:lvl8pPr>
              <a:buNone/>
              <a:defRPr sz="1725" b="0">
                <a:solidFill>
                  <a:srgbClr val="7655A5"/>
                </a:solidFill>
                <a:latin typeface="Yu Gothic"/>
                <a:ea typeface="Yu Gothic"/>
                <a:cs typeface="Yu Gothic"/>
              </a:defRPr>
            </a:lvl8pPr>
            <a:lvl9pPr>
              <a:buNone/>
              <a:defRPr sz="1725" b="0">
                <a:solidFill>
                  <a:srgbClr val="7655A5"/>
                </a:solidFill>
                <a:latin typeface="Yu Gothic"/>
                <a:ea typeface="Yu Gothic"/>
                <a:cs typeface="Yu Gothic"/>
              </a:defRPr>
            </a:lvl9pPr>
          </a:lstStyle>
          <a:p xmlns:a="http://schemas.openxmlformats.org/drawingml/2006/main">
            <a:pPr>
              <a:buNone/>
              <a:defRPr sz="1725" b="0">
                <a:solidFill>
                  <a:srgbClr val="7655A5"/>
                </a:solidFill>
                <a:latin typeface="Yu Gothic"/>
                <a:ea typeface="Yu Gothic"/>
                <a:cs typeface="Yu Gothic"/>
              </a:defRPr>
            </a:pPr>
            <a:r>
              <a:rPr sz="1725" b="0">
                <a:solidFill>
                  <a:srgbClr val="7655A5"/>
                </a:solidFill>
                <a:latin typeface="Yu Gothic"/>
                <a:ea typeface="Yu Gothic"/>
                <a:cs typeface="Yu Gothic"/>
              </a:rPr>
              <a:t>残るひずみ</a:t>
            </a:r>
          </a:p>
        </p:txBody>
      </p:sp>
      <p:sp>
        <p:nvSpPr>
          <p:cNvPr id="62" name="">
            <a:extLst xmlns:a="http://schemas.openxmlformats.org/drawingml/2006/main">
              <a:ext uri="{FF2B5EF4-FFF2-40B4-BE49-F238E27FC236}">
                <a16:creationId xmlns:a16="http://schemas.microsoft.com/office/drawing/2014/main" id="{7BF4BCD8-4125-46AF-A633-4A8C74A03BD4}"/>
              </a:ext>
            </a:extLst>
          </p:cNvPr>
          <p:cNvSpPr>
            <a:spLocks xmlns:a="http://schemas.openxmlformats.org/drawingml/2006/main" noGrp="1"/>
          </p:cNvSpPr>
          <p:nvPr/>
        </p:nvSpPr>
        <p:spPr>
          <a:xfrm xmlns:a="http://schemas.openxmlformats.org/drawingml/2006/main">
            <a:off x="4010025" y="5362575"/>
            <a:ext cx="1228725" cy="9525"/>
          </a:xfrm>
          <a:custGeom xmlns:a="http://schemas.openxmlformats.org/drawingml/2006/main">
            <a:pathLst>
              <a:path w="1228725" h="9525">
                <a:moveTo>
                  <a:pt x="0" y="0"/>
                </a:moveTo>
                <a:lnTo>
                  <a:pt x="1228725" y="0"/>
                </a:lnTo>
              </a:path>
            </a:pathLst>
          </a:custGeom>
          <a:noFill xmlns:a="http://schemas.openxmlformats.org/drawingml/2006/main"/>
          <a:ln xmlns:a="http://schemas.openxmlformats.org/drawingml/2006/main" w="15240">
            <a:solidFill>
              <a:srgbClr val="2876A8"/>
            </a:solidFill>
          </a:ln>
        </p:spPr>
      </p:sp>
      <p:sp>
        <p:nvSpPr>
          <p:cNvPr id="63" name="">
            <a:extLst xmlns:a="http://schemas.openxmlformats.org/drawingml/2006/main">
              <a:ext uri="{FF2B5EF4-FFF2-40B4-BE49-F238E27FC236}">
                <a16:creationId xmlns:a16="http://schemas.microsoft.com/office/drawing/2014/main" id="{37A62B87-6731-4E0C-A294-C54F58187D75}"/>
              </a:ext>
            </a:extLst>
          </p:cNvPr>
          <p:cNvSpPr>
            <a:spLocks xmlns:a="http://schemas.openxmlformats.org/drawingml/2006/main" noGrp="1"/>
          </p:cNvSpPr>
          <p:nvPr/>
        </p:nvSpPr>
        <p:spPr>
          <a:xfrm xmlns:a="http://schemas.openxmlformats.org/drawingml/2006/main">
            <a:off x="5162550" y="5330571"/>
            <a:ext cx="76200" cy="64008"/>
          </a:xfrm>
          <a:custGeom xmlns:a="http://schemas.openxmlformats.org/drawingml/2006/main">
            <a:pathLst>
              <a:path w="76200" h="64008">
                <a:moveTo>
                  <a:pt x="76200" y="32004"/>
                </a:moveTo>
                <a:lnTo>
                  <a:pt x="0" y="0"/>
                </a:lnTo>
                <a:lnTo>
                  <a:pt x="0" y="64008"/>
                </a:lnTo>
                <a:close/>
              </a:path>
            </a:pathLst>
          </a:custGeom>
          <a:solidFill xmlns:a="http://schemas.openxmlformats.org/drawingml/2006/main">
            <a:srgbClr val="2876A8"/>
          </a:solidFill>
          <a:ln xmlns:a="http://schemas.openxmlformats.org/drawingml/2006/main" w="4763">
            <a:solidFill>
              <a:srgbClr val="2876A8"/>
            </a:solidFill>
          </a:ln>
        </p:spPr>
      </p:sp>
      <p:sp>
        <p:nvSpPr>
          <p:cNvPr id="64" name="">
            <a:extLst xmlns:a="http://schemas.openxmlformats.org/drawingml/2006/main">
              <a:ext uri="{FF2B5EF4-FFF2-40B4-BE49-F238E27FC236}">
                <a16:creationId xmlns:a16="http://schemas.microsoft.com/office/drawing/2014/main" id="{014D7525-9500-467D-AB3C-85425F0EABAC}"/>
              </a:ext>
            </a:extLst>
          </p:cNvPr>
          <p:cNvSpPr>
            <a:spLocks xmlns:a="http://schemas.openxmlformats.org/drawingml/2006/main" noGrp="1"/>
          </p:cNvSpPr>
          <p:nvPr/>
        </p:nvSpPr>
        <p:spPr>
          <a:xfrm xmlns:a="http://schemas.openxmlformats.org/drawingml/2006/main">
            <a:off x="4010025" y="5362575"/>
            <a:ext cx="1228725" cy="9525"/>
          </a:xfrm>
          <a:custGeom xmlns:a="http://schemas.openxmlformats.org/drawingml/2006/main">
            <a:pathLst>
              <a:path w="1228725" h="9525">
                <a:moveTo>
                  <a:pt x="1228725" y="0"/>
                </a:moveTo>
                <a:lnTo>
                  <a:pt x="0" y="0"/>
                </a:lnTo>
              </a:path>
            </a:pathLst>
          </a:custGeom>
          <a:noFill xmlns:a="http://schemas.openxmlformats.org/drawingml/2006/main"/>
          <a:ln xmlns:a="http://schemas.openxmlformats.org/drawingml/2006/main" w="15240">
            <a:solidFill>
              <a:srgbClr val="2876A8"/>
            </a:solidFill>
          </a:ln>
        </p:spPr>
      </p:sp>
      <p:sp>
        <p:nvSpPr>
          <p:cNvPr id="65" name="">
            <a:extLst xmlns:a="http://schemas.openxmlformats.org/drawingml/2006/main">
              <a:ext uri="{FF2B5EF4-FFF2-40B4-BE49-F238E27FC236}">
                <a16:creationId xmlns:a16="http://schemas.microsoft.com/office/drawing/2014/main" id="{1CD25F8B-0626-4479-9B60-D9C11E74A0C5}"/>
              </a:ext>
            </a:extLst>
          </p:cNvPr>
          <p:cNvSpPr>
            <a:spLocks xmlns:a="http://schemas.openxmlformats.org/drawingml/2006/main" noGrp="1"/>
          </p:cNvSpPr>
          <p:nvPr/>
        </p:nvSpPr>
        <p:spPr>
          <a:xfrm xmlns:a="http://schemas.openxmlformats.org/drawingml/2006/main">
            <a:off x="4010025" y="5330571"/>
            <a:ext cx="76200" cy="64008"/>
          </a:xfrm>
          <a:custGeom xmlns:a="http://schemas.openxmlformats.org/drawingml/2006/main">
            <a:pathLst>
              <a:path w="76200" h="64008">
                <a:moveTo>
                  <a:pt x="0" y="32004"/>
                </a:moveTo>
                <a:lnTo>
                  <a:pt x="76200" y="64008"/>
                </a:lnTo>
                <a:lnTo>
                  <a:pt x="76200" y="0"/>
                </a:lnTo>
                <a:close/>
              </a:path>
            </a:pathLst>
          </a:custGeom>
          <a:solidFill xmlns:a="http://schemas.openxmlformats.org/drawingml/2006/main">
            <a:srgbClr val="2876A8"/>
          </a:solidFill>
          <a:ln xmlns:a="http://schemas.openxmlformats.org/drawingml/2006/main" w="4763">
            <a:solidFill>
              <a:srgbClr val="2876A8"/>
            </a:solidFill>
          </a:ln>
        </p:spPr>
      </p:sp>
      <p:sp>
        <p:nvSpPr>
          <p:cNvPr id="66" name="">
            <a:extLst xmlns:a="http://schemas.openxmlformats.org/drawingml/2006/main">
              <a:ext uri="{FF2B5EF4-FFF2-40B4-BE49-F238E27FC236}">
                <a16:creationId xmlns:a16="http://schemas.microsoft.com/office/drawing/2014/main" id="{27492A64-D7C4-483B-9248-80D58924A2F4}"/>
              </a:ext>
            </a:extLst>
          </p:cNvPr>
          <p:cNvSpPr>
            <a:spLocks xmlns:a="http://schemas.openxmlformats.org/drawingml/2006/main" noGrp="1"/>
          </p:cNvSpPr>
          <p:nvPr/>
        </p:nvSpPr>
        <p:spPr>
          <a:xfrm xmlns:a="http://schemas.openxmlformats.org/drawingml/2006/main">
            <a:off x="3819525" y="5438775"/>
            <a:ext cx="1609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2876A8"/>
                </a:solidFill>
                <a:latin typeface="Yu Gothic"/>
                <a:ea typeface="Yu Gothic"/>
                <a:cs typeface="Yu Gothic"/>
              </a:defRPr>
            </a:defPPr>
            <a:lvl1pPr>
              <a:buNone/>
              <a:defRPr sz="1725" b="0">
                <a:solidFill>
                  <a:srgbClr val="2876A8"/>
                </a:solidFill>
                <a:latin typeface="Yu Gothic"/>
                <a:ea typeface="Yu Gothic"/>
                <a:cs typeface="Yu Gothic"/>
              </a:defRPr>
            </a:lvl1pPr>
            <a:lvl2pPr>
              <a:buNone/>
              <a:defRPr sz="1725" b="0">
                <a:solidFill>
                  <a:srgbClr val="2876A8"/>
                </a:solidFill>
                <a:latin typeface="Yu Gothic"/>
                <a:ea typeface="Yu Gothic"/>
                <a:cs typeface="Yu Gothic"/>
              </a:defRPr>
            </a:lvl2pPr>
            <a:lvl3pPr>
              <a:buNone/>
              <a:defRPr sz="1725" b="0">
                <a:solidFill>
                  <a:srgbClr val="2876A8"/>
                </a:solidFill>
                <a:latin typeface="Yu Gothic"/>
                <a:ea typeface="Yu Gothic"/>
                <a:cs typeface="Yu Gothic"/>
              </a:defRPr>
            </a:lvl3pPr>
            <a:lvl4pPr>
              <a:buNone/>
              <a:defRPr sz="1725" b="0">
                <a:solidFill>
                  <a:srgbClr val="2876A8"/>
                </a:solidFill>
                <a:latin typeface="Yu Gothic"/>
                <a:ea typeface="Yu Gothic"/>
                <a:cs typeface="Yu Gothic"/>
              </a:defRPr>
            </a:lvl4pPr>
            <a:lvl5pPr>
              <a:buNone/>
              <a:defRPr sz="1725" b="0">
                <a:solidFill>
                  <a:srgbClr val="2876A8"/>
                </a:solidFill>
                <a:latin typeface="Yu Gothic"/>
                <a:ea typeface="Yu Gothic"/>
                <a:cs typeface="Yu Gothic"/>
              </a:defRPr>
            </a:lvl5pPr>
            <a:lvl6pPr>
              <a:buNone/>
              <a:defRPr sz="1725" b="0">
                <a:solidFill>
                  <a:srgbClr val="2876A8"/>
                </a:solidFill>
                <a:latin typeface="Yu Gothic"/>
                <a:ea typeface="Yu Gothic"/>
                <a:cs typeface="Yu Gothic"/>
              </a:defRPr>
            </a:lvl6pPr>
            <a:lvl7pPr>
              <a:buNone/>
              <a:defRPr sz="1725" b="0">
                <a:solidFill>
                  <a:srgbClr val="2876A8"/>
                </a:solidFill>
                <a:latin typeface="Yu Gothic"/>
                <a:ea typeface="Yu Gothic"/>
                <a:cs typeface="Yu Gothic"/>
              </a:defRPr>
            </a:lvl7pPr>
            <a:lvl8pPr>
              <a:buNone/>
              <a:defRPr sz="1725" b="0">
                <a:solidFill>
                  <a:srgbClr val="2876A8"/>
                </a:solidFill>
                <a:latin typeface="Yu Gothic"/>
                <a:ea typeface="Yu Gothic"/>
                <a:cs typeface="Yu Gothic"/>
              </a:defRPr>
            </a:lvl8pPr>
            <a:lvl9pPr>
              <a:buNone/>
              <a:defRPr sz="1725" b="0">
                <a:solidFill>
                  <a:srgbClr val="2876A8"/>
                </a:solidFill>
                <a:latin typeface="Yu Gothic"/>
                <a:ea typeface="Yu Gothic"/>
                <a:cs typeface="Yu Gothic"/>
              </a:defRPr>
            </a:lvl9pPr>
          </a:lstStyle>
          <a:p xmlns:a="http://schemas.openxmlformats.org/drawingml/2006/main">
            <a:pPr>
              <a:buNone/>
              <a:defRPr sz="1725" b="0">
                <a:solidFill>
                  <a:srgbClr val="2876A8"/>
                </a:solidFill>
                <a:latin typeface="Yu Gothic"/>
                <a:ea typeface="Yu Gothic"/>
                <a:cs typeface="Yu Gothic"/>
              </a:defRPr>
            </a:pPr>
            <a:r>
              <a:rPr sz="1725" b="0">
                <a:solidFill>
                  <a:srgbClr val="2876A8"/>
                </a:solidFill>
                <a:latin typeface="Yu Gothic"/>
                <a:ea typeface="Yu Gothic"/>
                <a:cs typeface="Yu Gothic"/>
              </a:rPr>
              <a:t>戻る分</a:t>
            </a:r>
          </a:p>
        </p:txBody>
      </p:sp>
      <p:sp>
        <p:nvSpPr>
          <p:cNvPr id="67" name="">
            <a:extLst xmlns:a="http://schemas.openxmlformats.org/drawingml/2006/main">
              <a:ext uri="{FF2B5EF4-FFF2-40B4-BE49-F238E27FC236}">
                <a16:creationId xmlns:a16="http://schemas.microsoft.com/office/drawing/2014/main" id="{9D76824F-6DDD-4B9E-BE35-1A3CA0733038}"/>
              </a:ext>
            </a:extLst>
          </p:cNvPr>
          <p:cNvSpPr>
            <a:spLocks xmlns:a="http://schemas.openxmlformats.org/drawingml/2006/main" noGrp="1"/>
          </p:cNvSpPr>
          <p:nvPr/>
        </p:nvSpPr>
        <p:spPr>
          <a:xfrm xmlns:a="http://schemas.openxmlformats.org/drawingml/2006/main">
            <a:off x="5381625" y="3095625"/>
            <a:ext cx="104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876A8"/>
                </a:solidFill>
                <a:latin typeface="Yu Gothic"/>
                <a:ea typeface="Yu Gothic"/>
                <a:cs typeface="Yu Gothic"/>
              </a:defRPr>
            </a:defPPr>
            <a:lvl1pPr>
              <a:buNone/>
              <a:defRPr sz="2025" b="1">
                <a:solidFill>
                  <a:srgbClr val="2876A8"/>
                </a:solidFill>
                <a:latin typeface="Yu Gothic"/>
                <a:ea typeface="Yu Gothic"/>
                <a:cs typeface="Yu Gothic"/>
              </a:defRPr>
            </a:lvl1pPr>
            <a:lvl2pPr>
              <a:buNone/>
              <a:defRPr sz="2025" b="1">
                <a:solidFill>
                  <a:srgbClr val="2876A8"/>
                </a:solidFill>
                <a:latin typeface="Yu Gothic"/>
                <a:ea typeface="Yu Gothic"/>
                <a:cs typeface="Yu Gothic"/>
              </a:defRPr>
            </a:lvl2pPr>
            <a:lvl3pPr>
              <a:buNone/>
              <a:defRPr sz="2025" b="1">
                <a:solidFill>
                  <a:srgbClr val="2876A8"/>
                </a:solidFill>
                <a:latin typeface="Yu Gothic"/>
                <a:ea typeface="Yu Gothic"/>
                <a:cs typeface="Yu Gothic"/>
              </a:defRPr>
            </a:lvl3pPr>
            <a:lvl4pPr>
              <a:buNone/>
              <a:defRPr sz="2025" b="1">
                <a:solidFill>
                  <a:srgbClr val="2876A8"/>
                </a:solidFill>
                <a:latin typeface="Yu Gothic"/>
                <a:ea typeface="Yu Gothic"/>
                <a:cs typeface="Yu Gothic"/>
              </a:defRPr>
            </a:lvl4pPr>
            <a:lvl5pPr>
              <a:buNone/>
              <a:defRPr sz="2025" b="1">
                <a:solidFill>
                  <a:srgbClr val="2876A8"/>
                </a:solidFill>
                <a:latin typeface="Yu Gothic"/>
                <a:ea typeface="Yu Gothic"/>
                <a:cs typeface="Yu Gothic"/>
              </a:defRPr>
            </a:lvl5pPr>
            <a:lvl6pPr>
              <a:buNone/>
              <a:defRPr sz="2025" b="1">
                <a:solidFill>
                  <a:srgbClr val="2876A8"/>
                </a:solidFill>
                <a:latin typeface="Yu Gothic"/>
                <a:ea typeface="Yu Gothic"/>
                <a:cs typeface="Yu Gothic"/>
              </a:defRPr>
            </a:lvl6pPr>
            <a:lvl7pPr>
              <a:buNone/>
              <a:defRPr sz="2025" b="1">
                <a:solidFill>
                  <a:srgbClr val="2876A8"/>
                </a:solidFill>
                <a:latin typeface="Yu Gothic"/>
                <a:ea typeface="Yu Gothic"/>
                <a:cs typeface="Yu Gothic"/>
              </a:defRPr>
            </a:lvl7pPr>
            <a:lvl8pPr>
              <a:buNone/>
              <a:defRPr sz="2025" b="1">
                <a:solidFill>
                  <a:srgbClr val="2876A8"/>
                </a:solidFill>
                <a:latin typeface="Yu Gothic"/>
                <a:ea typeface="Yu Gothic"/>
                <a:cs typeface="Yu Gothic"/>
              </a:defRPr>
            </a:lvl8pPr>
            <a:lvl9pPr>
              <a:buNone/>
              <a:defRPr sz="2025" b="1">
                <a:solidFill>
                  <a:srgbClr val="2876A8"/>
                </a:solidFill>
                <a:latin typeface="Yu Gothic"/>
                <a:ea typeface="Yu Gothic"/>
                <a:cs typeface="Yu Gothic"/>
              </a:defRPr>
            </a:lvl9pPr>
          </a:lstStyle>
          <a:p xmlns:a="http://schemas.openxmlformats.org/drawingml/2006/main">
            <a:pPr>
              <a:buNone/>
              <a:defRPr sz="2025" b="1">
                <a:solidFill>
                  <a:srgbClr val="2876A8"/>
                </a:solidFill>
                <a:latin typeface="Yu Gothic"/>
                <a:ea typeface="Yu Gothic"/>
                <a:cs typeface="Yu Gothic"/>
              </a:defRPr>
            </a:pPr>
            <a:r>
              <a:rPr sz="2025" b="1">
                <a:solidFill>
                  <a:srgbClr val="2876A8"/>
                </a:solidFill>
                <a:latin typeface="Yu Gothic"/>
                <a:ea typeface="Yu Gothic"/>
                <a:cs typeface="Yu Gothic"/>
              </a:rPr>
              <a:t>除荷</a:t>
            </a:r>
          </a:p>
        </p:txBody>
      </p:sp>
      <p:sp>
        <p:nvSpPr>
          <p:cNvPr id="68" name="">
            <a:extLst xmlns:a="http://schemas.openxmlformats.org/drawingml/2006/main">
              <a:ext uri="{FF2B5EF4-FFF2-40B4-BE49-F238E27FC236}">
                <a16:creationId xmlns:a16="http://schemas.microsoft.com/office/drawing/2014/main" id="{3DCEDA17-FDFD-4042-A6EF-BAFE3D6CE61E}"/>
              </a:ext>
            </a:extLst>
          </p:cNvPr>
          <p:cNvSpPr>
            <a:spLocks xmlns:a="http://schemas.openxmlformats.org/drawingml/2006/main" noGrp="1"/>
          </p:cNvSpPr>
          <p:nvPr/>
        </p:nvSpPr>
        <p:spPr>
          <a:xfrm xmlns:a="http://schemas.openxmlformats.org/drawingml/2006/main">
            <a:off x="7667625" y="1952625"/>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除荷すると戻る部分：弾性</a:t>
            </a:r>
          </a:p>
        </p:txBody>
      </p:sp>
      <p:sp>
        <p:nvSpPr>
          <p:cNvPr id="69" name="">
            <a:extLst xmlns:a="http://schemas.openxmlformats.org/drawingml/2006/main">
              <a:ext uri="{FF2B5EF4-FFF2-40B4-BE49-F238E27FC236}">
                <a16:creationId xmlns:a16="http://schemas.microsoft.com/office/drawing/2014/main" id="{1F543576-E915-45C7-8807-FA0E59333A88}"/>
              </a:ext>
            </a:extLst>
          </p:cNvPr>
          <p:cNvSpPr>
            <a:spLocks xmlns:a="http://schemas.openxmlformats.org/drawingml/2006/main" noGrp="1"/>
          </p:cNvSpPr>
          <p:nvPr/>
        </p:nvSpPr>
        <p:spPr>
          <a:xfrm xmlns:a="http://schemas.openxmlformats.org/drawingml/2006/main">
            <a:off x="7667625" y="314325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除荷して残る部分：塑性</a:t>
            </a:r>
          </a:p>
        </p:txBody>
      </p:sp>
      <p:sp>
        <p:nvSpPr>
          <p:cNvPr id="70" name="">
            <a:extLst xmlns:a="http://schemas.openxmlformats.org/drawingml/2006/main">
              <a:ext uri="{FF2B5EF4-FFF2-40B4-BE49-F238E27FC236}">
                <a16:creationId xmlns:a16="http://schemas.microsoft.com/office/drawing/2014/main" id="{CD6C71CE-BF93-4686-96A0-4155203A79F4}"/>
              </a:ext>
            </a:extLst>
          </p:cNvPr>
          <p:cNvSpPr>
            <a:spLocks xmlns:a="http://schemas.openxmlformats.org/drawingml/2006/main" noGrp="1"/>
          </p:cNvSpPr>
          <p:nvPr/>
        </p:nvSpPr>
        <p:spPr>
          <a:xfrm xmlns:a="http://schemas.openxmlformats.org/drawingml/2006/main">
            <a:off x="7667625" y="42862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σ = Eε は線形弾性の範囲</a:t>
            </a:r>
          </a:p>
        </p:txBody>
      </p:sp>
      <p:sp>
        <p:nvSpPr>
          <p:cNvPr id="71" name="">
            <a:extLst xmlns:a="http://schemas.openxmlformats.org/drawingml/2006/main">
              <a:ext uri="{FF2B5EF4-FFF2-40B4-BE49-F238E27FC236}">
                <a16:creationId xmlns:a16="http://schemas.microsoft.com/office/drawing/2014/main" id="{0FA9E249-5999-413C-B309-B9908258DA1B}"/>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模式図・数値目盛なし。除荷線の傾きは、初期の線形弾性の傾きと等しいモデル。</a:t>
            </a:r>
          </a:p>
        </p:txBody>
      </p:sp>
    </p:spTree>
    <p:extLst>
      <p:ext uri="{BB962C8B-B14F-4D97-AF65-F5344CB8AC3E}">
        <p14:creationId xmlns:p14="http://schemas.microsoft.com/office/powerpoint/2010/main" val="98757972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146BDB6-EB48-4E89-9F79-A78654400654}"/>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許容応力と変形の制限</a:t>
            </a:r>
          </a:p>
        </p:txBody>
      </p:sp>
      <p:cxnSp>
        <p:nvCxnSpPr>
          <p:cNvPr id="2" name="">
            <a:extLst xmlns:a="http://schemas.openxmlformats.org/drawingml/2006/main">
              <a:ext uri="{FF2B5EF4-FFF2-40B4-BE49-F238E27FC236}">
                <a16:creationId xmlns:a16="http://schemas.microsoft.com/office/drawing/2014/main" id="{81DE7A2D-3B76-488F-A8EF-25DEBF34D1A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A2A4FB8B-D144-419F-936E-BA42E17E7F31}"/>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6915A3DA-AD2A-4A55-ADF6-73C9FC15F36E}"/>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44 / 57</a:t>
            </a:r>
          </a:p>
        </p:txBody>
      </p:sp>
      <p:sp>
        <p:nvSpPr>
          <p:cNvPr id="10" name="">
            <a:extLst xmlns:a="http://schemas.openxmlformats.org/drawingml/2006/main">
              <a:ext uri="{FF2B5EF4-FFF2-40B4-BE49-F238E27FC236}">
                <a16:creationId xmlns:a16="http://schemas.microsoft.com/office/drawing/2014/main" id="{6681CF56-955B-416B-BEF3-A07A4849186F}"/>
              </a:ext>
            </a:extLst>
          </p:cNvPr>
          <p:cNvSpPr>
            <a:spLocks xmlns:a="http://schemas.openxmlformats.org/drawingml/2006/main" noGrp="1"/>
          </p:cNvSpPr>
          <p:nvPr/>
        </p:nvSpPr>
        <p:spPr>
          <a:xfrm xmlns:a="http://schemas.openxmlformats.org/drawingml/2006/main">
            <a:off x="809625" y="1619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263D4D"/>
                </a:solidFill>
                <a:latin typeface="Yu Gothic"/>
                <a:ea typeface="Yu Gothic"/>
                <a:cs typeface="Yu Gothic"/>
              </a:defRPr>
            </a:defPPr>
            <a:lvl1pPr>
              <a:buNone/>
              <a:defRPr sz="2625" b="1">
                <a:solidFill>
                  <a:srgbClr val="263D4D"/>
                </a:solidFill>
                <a:latin typeface="Yu Gothic"/>
                <a:ea typeface="Yu Gothic"/>
                <a:cs typeface="Yu Gothic"/>
              </a:defRPr>
            </a:lvl1pPr>
            <a:lvl2pPr>
              <a:buNone/>
              <a:defRPr sz="2625" b="1">
                <a:solidFill>
                  <a:srgbClr val="263D4D"/>
                </a:solidFill>
                <a:latin typeface="Yu Gothic"/>
                <a:ea typeface="Yu Gothic"/>
                <a:cs typeface="Yu Gothic"/>
              </a:defRPr>
            </a:lvl2pPr>
            <a:lvl3pPr>
              <a:buNone/>
              <a:defRPr sz="2625" b="1">
                <a:solidFill>
                  <a:srgbClr val="263D4D"/>
                </a:solidFill>
                <a:latin typeface="Yu Gothic"/>
                <a:ea typeface="Yu Gothic"/>
                <a:cs typeface="Yu Gothic"/>
              </a:defRPr>
            </a:lvl3pPr>
            <a:lvl4pPr>
              <a:buNone/>
              <a:defRPr sz="2625" b="1">
                <a:solidFill>
                  <a:srgbClr val="263D4D"/>
                </a:solidFill>
                <a:latin typeface="Yu Gothic"/>
                <a:ea typeface="Yu Gothic"/>
                <a:cs typeface="Yu Gothic"/>
              </a:defRPr>
            </a:lvl4pPr>
            <a:lvl5pPr>
              <a:buNone/>
              <a:defRPr sz="2625" b="1">
                <a:solidFill>
                  <a:srgbClr val="263D4D"/>
                </a:solidFill>
                <a:latin typeface="Yu Gothic"/>
                <a:ea typeface="Yu Gothic"/>
                <a:cs typeface="Yu Gothic"/>
              </a:defRPr>
            </a:lvl5pPr>
            <a:lvl6pPr>
              <a:buNone/>
              <a:defRPr sz="2625" b="1">
                <a:solidFill>
                  <a:srgbClr val="263D4D"/>
                </a:solidFill>
                <a:latin typeface="Yu Gothic"/>
                <a:ea typeface="Yu Gothic"/>
                <a:cs typeface="Yu Gothic"/>
              </a:defRPr>
            </a:lvl6pPr>
            <a:lvl7pPr>
              <a:buNone/>
              <a:defRPr sz="2625" b="1">
                <a:solidFill>
                  <a:srgbClr val="263D4D"/>
                </a:solidFill>
                <a:latin typeface="Yu Gothic"/>
                <a:ea typeface="Yu Gothic"/>
                <a:cs typeface="Yu Gothic"/>
              </a:defRPr>
            </a:lvl7pPr>
            <a:lvl8pPr>
              <a:buNone/>
              <a:defRPr sz="2625" b="1">
                <a:solidFill>
                  <a:srgbClr val="263D4D"/>
                </a:solidFill>
                <a:latin typeface="Yu Gothic"/>
                <a:ea typeface="Yu Gothic"/>
                <a:cs typeface="Yu Gothic"/>
              </a:defRPr>
            </a:lvl8pPr>
            <a:lvl9pPr>
              <a:buNone/>
              <a:defRPr sz="2625" b="1">
                <a:solidFill>
                  <a:srgbClr val="263D4D"/>
                </a:solidFill>
                <a:latin typeface="Yu Gothic"/>
                <a:ea typeface="Yu Gothic"/>
                <a:cs typeface="Yu Gothic"/>
              </a:defRPr>
            </a:lvl9pPr>
          </a:lstStyle>
          <a:p xmlns:a="http://schemas.openxmlformats.org/drawingml/2006/main">
            <a:pPr>
              <a:buNone/>
              <a:defRPr sz="2625" b="1">
                <a:solidFill>
                  <a:srgbClr val="263D4D"/>
                </a:solidFill>
                <a:latin typeface="Yu Gothic"/>
                <a:ea typeface="Yu Gothic"/>
                <a:cs typeface="Yu Gothic"/>
              </a:defRPr>
            </a:pPr>
            <a:r>
              <a:rPr sz="2625" b="1">
                <a:solidFill>
                  <a:srgbClr val="263D4D"/>
                </a:solidFill>
                <a:latin typeface="Yu Gothic"/>
                <a:ea typeface="Yu Gothic"/>
                <a:cs typeface="Yu Gothic"/>
              </a:rPr>
              <a:t>応力の条件：F ≤ σ許容 A₀</a:t>
            </a:r>
          </a:p>
        </p:txBody>
      </p:sp>
      <p:sp>
        <p:nvSpPr>
          <p:cNvPr id="11" name="">
            <a:extLst xmlns:a="http://schemas.openxmlformats.org/drawingml/2006/main">
              <a:ext uri="{FF2B5EF4-FFF2-40B4-BE49-F238E27FC236}">
                <a16:creationId xmlns:a16="http://schemas.microsoft.com/office/drawing/2014/main" id="{70EC2EB5-7DBD-49E7-B898-76F14C0E6782}"/>
              </a:ext>
            </a:extLst>
          </p:cNvPr>
          <p:cNvSpPr>
            <a:spLocks xmlns:a="http://schemas.openxmlformats.org/drawingml/2006/main" noGrp="1"/>
          </p:cNvSpPr>
          <p:nvPr/>
        </p:nvSpPr>
        <p:spPr>
          <a:xfrm xmlns:a="http://schemas.openxmlformats.org/drawingml/2006/main">
            <a:off x="809625" y="24288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263D4D"/>
                </a:solidFill>
                <a:latin typeface="Yu Gothic"/>
                <a:ea typeface="Yu Gothic"/>
                <a:cs typeface="Yu Gothic"/>
              </a:defRPr>
            </a:defPPr>
            <a:lvl1pPr>
              <a:buNone/>
              <a:defRPr sz="2625" b="1">
                <a:solidFill>
                  <a:srgbClr val="263D4D"/>
                </a:solidFill>
                <a:latin typeface="Yu Gothic"/>
                <a:ea typeface="Yu Gothic"/>
                <a:cs typeface="Yu Gothic"/>
              </a:defRPr>
            </a:lvl1pPr>
            <a:lvl2pPr>
              <a:buNone/>
              <a:defRPr sz="2625" b="1">
                <a:solidFill>
                  <a:srgbClr val="263D4D"/>
                </a:solidFill>
                <a:latin typeface="Yu Gothic"/>
                <a:ea typeface="Yu Gothic"/>
                <a:cs typeface="Yu Gothic"/>
              </a:defRPr>
            </a:lvl2pPr>
            <a:lvl3pPr>
              <a:buNone/>
              <a:defRPr sz="2625" b="1">
                <a:solidFill>
                  <a:srgbClr val="263D4D"/>
                </a:solidFill>
                <a:latin typeface="Yu Gothic"/>
                <a:ea typeface="Yu Gothic"/>
                <a:cs typeface="Yu Gothic"/>
              </a:defRPr>
            </a:lvl3pPr>
            <a:lvl4pPr>
              <a:buNone/>
              <a:defRPr sz="2625" b="1">
                <a:solidFill>
                  <a:srgbClr val="263D4D"/>
                </a:solidFill>
                <a:latin typeface="Yu Gothic"/>
                <a:ea typeface="Yu Gothic"/>
                <a:cs typeface="Yu Gothic"/>
              </a:defRPr>
            </a:lvl4pPr>
            <a:lvl5pPr>
              <a:buNone/>
              <a:defRPr sz="2625" b="1">
                <a:solidFill>
                  <a:srgbClr val="263D4D"/>
                </a:solidFill>
                <a:latin typeface="Yu Gothic"/>
                <a:ea typeface="Yu Gothic"/>
                <a:cs typeface="Yu Gothic"/>
              </a:defRPr>
            </a:lvl5pPr>
            <a:lvl6pPr>
              <a:buNone/>
              <a:defRPr sz="2625" b="1">
                <a:solidFill>
                  <a:srgbClr val="263D4D"/>
                </a:solidFill>
                <a:latin typeface="Yu Gothic"/>
                <a:ea typeface="Yu Gothic"/>
                <a:cs typeface="Yu Gothic"/>
              </a:defRPr>
            </a:lvl6pPr>
            <a:lvl7pPr>
              <a:buNone/>
              <a:defRPr sz="2625" b="1">
                <a:solidFill>
                  <a:srgbClr val="263D4D"/>
                </a:solidFill>
                <a:latin typeface="Yu Gothic"/>
                <a:ea typeface="Yu Gothic"/>
                <a:cs typeface="Yu Gothic"/>
              </a:defRPr>
            </a:lvl7pPr>
            <a:lvl8pPr>
              <a:buNone/>
              <a:defRPr sz="2625" b="1">
                <a:solidFill>
                  <a:srgbClr val="263D4D"/>
                </a:solidFill>
                <a:latin typeface="Yu Gothic"/>
                <a:ea typeface="Yu Gothic"/>
                <a:cs typeface="Yu Gothic"/>
              </a:defRPr>
            </a:lvl8pPr>
            <a:lvl9pPr>
              <a:buNone/>
              <a:defRPr sz="2625" b="1">
                <a:solidFill>
                  <a:srgbClr val="263D4D"/>
                </a:solidFill>
                <a:latin typeface="Yu Gothic"/>
                <a:ea typeface="Yu Gothic"/>
                <a:cs typeface="Yu Gothic"/>
              </a:defRPr>
            </a:lvl9pPr>
          </a:lstStyle>
          <a:p xmlns:a="http://schemas.openxmlformats.org/drawingml/2006/main">
            <a:pPr>
              <a:buNone/>
              <a:defRPr sz="2625" b="1">
                <a:solidFill>
                  <a:srgbClr val="263D4D"/>
                </a:solidFill>
                <a:latin typeface="Yu Gothic"/>
                <a:ea typeface="Yu Gothic"/>
                <a:cs typeface="Yu Gothic"/>
              </a:defRPr>
            </a:pPr>
            <a:r>
              <a:rPr sz="2625" b="1">
                <a:solidFill>
                  <a:srgbClr val="263D4D"/>
                </a:solidFill>
                <a:latin typeface="Yu Gothic"/>
                <a:ea typeface="Yu Gothic"/>
                <a:cs typeface="Yu Gothic"/>
              </a:rPr>
              <a:t>伸びの条件：F ≤ ΔL許容 A₀E/L₀</a:t>
            </a:r>
          </a:p>
        </p:txBody>
      </p:sp>
      <p:sp>
        <p:nvSpPr>
          <p:cNvPr id="12" name="">
            <a:extLst xmlns:a="http://schemas.openxmlformats.org/drawingml/2006/main">
              <a:ext uri="{FF2B5EF4-FFF2-40B4-BE49-F238E27FC236}">
                <a16:creationId xmlns:a16="http://schemas.microsoft.com/office/drawing/2014/main" id="{04322EE8-03B5-41FE-B0AD-14E800FBB60A}"/>
              </a:ext>
            </a:extLst>
          </p:cNvPr>
          <p:cNvSpPr>
            <a:spLocks xmlns:a="http://schemas.openxmlformats.org/drawingml/2006/main" noGrp="1"/>
          </p:cNvSpPr>
          <p:nvPr/>
        </p:nvSpPr>
        <p:spPr>
          <a:xfrm xmlns:a="http://schemas.openxmlformats.org/drawingml/2006/main">
            <a:off x="1714500" y="4476750"/>
            <a:ext cx="8953500" cy="9525"/>
          </a:xfrm>
          <a:custGeom xmlns:a="http://schemas.openxmlformats.org/drawingml/2006/main">
            <a:pathLst>
              <a:path w="8953500" h="9525">
                <a:moveTo>
                  <a:pt x="0" y="0"/>
                </a:moveTo>
                <a:lnTo>
                  <a:pt x="8953500" y="0"/>
                </a:lnTo>
              </a:path>
            </a:pathLst>
          </a:custGeom>
          <a:noFill xmlns:a="http://schemas.openxmlformats.org/drawingml/2006/main"/>
          <a:ln xmlns:a="http://schemas.openxmlformats.org/drawingml/2006/main" w="19050">
            <a:solidFill>
              <a:srgbClr val="71818B"/>
            </a:solidFill>
          </a:ln>
        </p:spPr>
      </p:sp>
      <p:sp>
        <p:nvSpPr>
          <p:cNvPr id="13" name="">
            <a:extLst xmlns:a="http://schemas.openxmlformats.org/drawingml/2006/main">
              <a:ext uri="{FF2B5EF4-FFF2-40B4-BE49-F238E27FC236}">
                <a16:creationId xmlns:a16="http://schemas.microsoft.com/office/drawing/2014/main" id="{D1C2E03E-4C6D-474C-96D5-7564CBA404C1}"/>
              </a:ext>
            </a:extLst>
          </p:cNvPr>
          <p:cNvSpPr>
            <a:spLocks xmlns:a="http://schemas.openxmlformats.org/drawingml/2006/main" noGrp="1"/>
          </p:cNvSpPr>
          <p:nvPr/>
        </p:nvSpPr>
        <p:spPr>
          <a:xfrm xmlns:a="http://schemas.openxmlformats.org/drawingml/2006/main">
            <a:off x="10582275" y="4440746"/>
            <a:ext cx="85725" cy="72009"/>
          </a:xfrm>
          <a:custGeom xmlns:a="http://schemas.openxmlformats.org/drawingml/2006/main">
            <a:pathLst>
              <a:path w="85725" h="72009">
                <a:moveTo>
                  <a:pt x="85725" y="36004"/>
                </a:moveTo>
                <a:lnTo>
                  <a:pt x="0" y="0"/>
                </a:lnTo>
                <a:lnTo>
                  <a:pt x="0" y="72009"/>
                </a:lnTo>
                <a:close/>
              </a:path>
            </a:pathLst>
          </a:custGeom>
          <a:solidFill xmlns:a="http://schemas.openxmlformats.org/drawingml/2006/main">
            <a:srgbClr val="71818B"/>
          </a:solidFill>
          <a:ln xmlns:a="http://schemas.openxmlformats.org/drawingml/2006/main" w="4763">
            <a:solidFill>
              <a:srgbClr val="71818B"/>
            </a:solidFill>
          </a:ln>
        </p:spPr>
      </p:sp>
      <p:sp>
        <p:nvSpPr>
          <p:cNvPr id="14" name="">
            <a:extLst xmlns:a="http://schemas.openxmlformats.org/drawingml/2006/main">
              <a:ext uri="{FF2B5EF4-FFF2-40B4-BE49-F238E27FC236}">
                <a16:creationId xmlns:a16="http://schemas.microsoft.com/office/drawing/2014/main" id="{C5A0283A-53B2-4887-A35B-5C022BE304D9}"/>
              </a:ext>
            </a:extLst>
          </p:cNvPr>
          <p:cNvSpPr>
            <a:spLocks xmlns:a="http://schemas.openxmlformats.org/drawingml/2006/main" noGrp="1"/>
          </p:cNvSpPr>
          <p:nvPr/>
        </p:nvSpPr>
        <p:spPr>
          <a:xfrm xmlns:a="http://schemas.openxmlformats.org/drawingml/2006/main">
            <a:off x="1428750" y="47625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0</a:t>
            </a:r>
          </a:p>
        </p:txBody>
      </p:sp>
      <p:sp>
        <p:nvSpPr>
          <p:cNvPr id="15" name="">
            <a:extLst xmlns:a="http://schemas.openxmlformats.org/drawingml/2006/main">
              <a:ext uri="{FF2B5EF4-FFF2-40B4-BE49-F238E27FC236}">
                <a16:creationId xmlns:a16="http://schemas.microsoft.com/office/drawing/2014/main" id="{D097F087-230C-49E0-8850-B568BB978F8E}"/>
              </a:ext>
            </a:extLst>
          </p:cNvPr>
          <p:cNvSpPr>
            <a:spLocks xmlns:a="http://schemas.openxmlformats.org/drawingml/2006/main" noGrp="1"/>
          </p:cNvSpPr>
          <p:nvPr/>
        </p:nvSpPr>
        <p:spPr>
          <a:xfrm xmlns:a="http://schemas.openxmlformats.org/drawingml/2006/main">
            <a:off x="10715625" y="4714875"/>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F</a:t>
            </a:r>
          </a:p>
        </p:txBody>
      </p:sp>
      <p:sp>
        <p:nvSpPr>
          <p:cNvPr id="16" name="">
            <a:extLst xmlns:a="http://schemas.openxmlformats.org/drawingml/2006/main">
              <a:ext uri="{FF2B5EF4-FFF2-40B4-BE49-F238E27FC236}">
                <a16:creationId xmlns:a16="http://schemas.microsoft.com/office/drawing/2014/main" id="{FD6D1659-B5FF-4255-A76C-66F92879CA51}"/>
              </a:ext>
            </a:extLst>
          </p:cNvPr>
          <p:cNvSpPr>
            <a:spLocks xmlns:a="http://schemas.openxmlformats.org/drawingml/2006/main" noGrp="1"/>
          </p:cNvSpPr>
          <p:nvPr/>
        </p:nvSpPr>
        <p:spPr>
          <a:xfrm xmlns:a="http://schemas.openxmlformats.org/drawingml/2006/main">
            <a:off x="1714500" y="4476750"/>
            <a:ext cx="4476750" cy="9525"/>
          </a:xfrm>
          <a:custGeom xmlns:a="http://schemas.openxmlformats.org/drawingml/2006/main">
            <a:pathLst>
              <a:path w="4476750" h="9525">
                <a:moveTo>
                  <a:pt x="0" y="0"/>
                </a:moveTo>
                <a:lnTo>
                  <a:pt x="4476750" y="0"/>
                </a:lnTo>
              </a:path>
            </a:pathLst>
          </a:custGeom>
          <a:noFill xmlns:a="http://schemas.openxmlformats.org/drawingml/2006/main"/>
          <a:ln xmlns:a="http://schemas.openxmlformats.org/drawingml/2006/main" w="114300">
            <a:solidFill>
              <a:srgbClr val="087E8B"/>
            </a:solidFill>
          </a:ln>
        </p:spPr>
      </p:sp>
      <p:sp>
        <p:nvSpPr>
          <p:cNvPr id="17" name="">
            <a:extLst xmlns:a="http://schemas.openxmlformats.org/drawingml/2006/main">
              <a:ext uri="{FF2B5EF4-FFF2-40B4-BE49-F238E27FC236}">
                <a16:creationId xmlns:a16="http://schemas.microsoft.com/office/drawing/2014/main" id="{B1A354B4-3203-41A9-964D-F3537E1A6584}"/>
              </a:ext>
            </a:extLst>
          </p:cNvPr>
          <p:cNvSpPr>
            <a:spLocks xmlns:a="http://schemas.openxmlformats.org/drawingml/2006/main" noGrp="1"/>
          </p:cNvSpPr>
          <p:nvPr/>
        </p:nvSpPr>
        <p:spPr>
          <a:xfrm xmlns:a="http://schemas.openxmlformats.org/drawingml/2006/main">
            <a:off x="6191250" y="4476750"/>
            <a:ext cx="2667000" cy="9525"/>
          </a:xfrm>
          <a:custGeom xmlns:a="http://schemas.openxmlformats.org/drawingml/2006/main">
            <a:pathLst>
              <a:path w="2667000" h="9525">
                <a:moveTo>
                  <a:pt x="0" y="0"/>
                </a:moveTo>
                <a:lnTo>
                  <a:pt x="2667000" y="0"/>
                </a:lnTo>
              </a:path>
            </a:pathLst>
          </a:custGeom>
          <a:noFill xmlns:a="http://schemas.openxmlformats.org/drawingml/2006/main"/>
          <a:ln xmlns:a="http://schemas.openxmlformats.org/drawingml/2006/main" w="76200">
            <a:solidFill>
              <a:srgbClr val="D5DFE5"/>
            </a:solidFill>
          </a:ln>
        </p:spPr>
      </p:sp>
      <p:sp>
        <p:nvSpPr>
          <p:cNvPr id="18" name="">
            <a:extLst xmlns:a="http://schemas.openxmlformats.org/drawingml/2006/main">
              <a:ext uri="{FF2B5EF4-FFF2-40B4-BE49-F238E27FC236}">
                <a16:creationId xmlns:a16="http://schemas.microsoft.com/office/drawing/2014/main" id="{8AA835E4-7E31-4F1A-BCA7-A94605154AB1}"/>
              </a:ext>
            </a:extLst>
          </p:cNvPr>
          <p:cNvSpPr>
            <a:spLocks xmlns:a="http://schemas.openxmlformats.org/drawingml/2006/main" noGrp="1"/>
          </p:cNvSpPr>
          <p:nvPr/>
        </p:nvSpPr>
        <p:spPr>
          <a:xfrm xmlns:a="http://schemas.openxmlformats.org/drawingml/2006/main">
            <a:off x="6191250" y="4286250"/>
            <a:ext cx="9525" cy="400050"/>
          </a:xfrm>
          <a:custGeom xmlns:a="http://schemas.openxmlformats.org/drawingml/2006/main">
            <a:pathLst>
              <a:path w="9525" h="400050">
                <a:moveTo>
                  <a:pt x="0" y="0"/>
                </a:moveTo>
                <a:lnTo>
                  <a:pt x="0" y="400050"/>
                </a:lnTo>
              </a:path>
            </a:pathLst>
          </a:custGeom>
          <a:noFill xmlns:a="http://schemas.openxmlformats.org/drawingml/2006/main"/>
          <a:ln xmlns:a="http://schemas.openxmlformats.org/drawingml/2006/main" w="28575">
            <a:solidFill>
              <a:srgbClr val="2876A8"/>
            </a:solidFill>
          </a:ln>
        </p:spPr>
      </p:sp>
      <p:sp>
        <p:nvSpPr>
          <p:cNvPr id="19" name="">
            <a:extLst xmlns:a="http://schemas.openxmlformats.org/drawingml/2006/main">
              <a:ext uri="{FF2B5EF4-FFF2-40B4-BE49-F238E27FC236}">
                <a16:creationId xmlns:a16="http://schemas.microsoft.com/office/drawing/2014/main" id="{326E34BB-A535-4586-9BCD-A726A4834073}"/>
              </a:ext>
            </a:extLst>
          </p:cNvPr>
          <p:cNvSpPr>
            <a:spLocks xmlns:a="http://schemas.openxmlformats.org/drawingml/2006/main" noGrp="1"/>
          </p:cNvSpPr>
          <p:nvPr/>
        </p:nvSpPr>
        <p:spPr>
          <a:xfrm xmlns:a="http://schemas.openxmlformats.org/drawingml/2006/main">
            <a:off x="8858250" y="4286250"/>
            <a:ext cx="9525" cy="400050"/>
          </a:xfrm>
          <a:custGeom xmlns:a="http://schemas.openxmlformats.org/drawingml/2006/main">
            <a:pathLst>
              <a:path w="9525" h="400050">
                <a:moveTo>
                  <a:pt x="0" y="0"/>
                </a:moveTo>
                <a:lnTo>
                  <a:pt x="0" y="400050"/>
                </a:lnTo>
              </a:path>
            </a:pathLst>
          </a:custGeom>
          <a:noFill xmlns:a="http://schemas.openxmlformats.org/drawingml/2006/main"/>
          <a:ln xmlns:a="http://schemas.openxmlformats.org/drawingml/2006/main" w="28575">
            <a:solidFill>
              <a:srgbClr val="C4483C"/>
            </a:solidFill>
          </a:ln>
        </p:spPr>
      </p:sp>
      <p:sp>
        <p:nvSpPr>
          <p:cNvPr id="20" name="">
            <a:extLst xmlns:a="http://schemas.openxmlformats.org/drawingml/2006/main">
              <a:ext uri="{FF2B5EF4-FFF2-40B4-BE49-F238E27FC236}">
                <a16:creationId xmlns:a16="http://schemas.microsoft.com/office/drawing/2014/main" id="{1835B6B6-B191-4F3D-82CE-EB33819B260E}"/>
              </a:ext>
            </a:extLst>
          </p:cNvPr>
          <p:cNvSpPr>
            <a:spLocks xmlns:a="http://schemas.openxmlformats.org/drawingml/2006/main" noGrp="1"/>
          </p:cNvSpPr>
          <p:nvPr/>
        </p:nvSpPr>
        <p:spPr>
          <a:xfrm xmlns:a="http://schemas.openxmlformats.org/drawingml/2006/main">
            <a:off x="4667250" y="37623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xmlns:a="http://schemas.openxmlformats.org/drawingml/2006/main">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小さい方の上限</a:t>
            </a:r>
          </a:p>
        </p:txBody>
      </p:sp>
      <p:sp>
        <p:nvSpPr>
          <p:cNvPr id="21" name="">
            <a:extLst xmlns:a="http://schemas.openxmlformats.org/drawingml/2006/main">
              <a:ext uri="{FF2B5EF4-FFF2-40B4-BE49-F238E27FC236}">
                <a16:creationId xmlns:a16="http://schemas.microsoft.com/office/drawing/2014/main" id="{1E407044-06EF-4DA5-8E5A-76E0957E142A}"/>
              </a:ext>
            </a:extLst>
          </p:cNvPr>
          <p:cNvSpPr>
            <a:spLocks xmlns:a="http://schemas.openxmlformats.org/drawingml/2006/main" noGrp="1"/>
          </p:cNvSpPr>
          <p:nvPr/>
        </p:nvSpPr>
        <p:spPr>
          <a:xfrm xmlns:a="http://schemas.openxmlformats.org/drawingml/2006/main">
            <a:off x="8096250" y="50482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C4483C"/>
                </a:solidFill>
                <a:latin typeface="Yu Gothic"/>
                <a:ea typeface="Yu Gothic"/>
                <a:cs typeface="Yu Gothic"/>
              </a:defRPr>
            </a:defPPr>
            <a:lvl1pPr>
              <a:buNone/>
              <a:defRPr sz="2025" b="0">
                <a:solidFill>
                  <a:srgbClr val="C4483C"/>
                </a:solidFill>
                <a:latin typeface="Yu Gothic"/>
                <a:ea typeface="Yu Gothic"/>
                <a:cs typeface="Yu Gothic"/>
              </a:defRPr>
            </a:lvl1pPr>
            <a:lvl2pPr>
              <a:buNone/>
              <a:defRPr sz="2025" b="0">
                <a:solidFill>
                  <a:srgbClr val="C4483C"/>
                </a:solidFill>
                <a:latin typeface="Yu Gothic"/>
                <a:ea typeface="Yu Gothic"/>
                <a:cs typeface="Yu Gothic"/>
              </a:defRPr>
            </a:lvl2pPr>
            <a:lvl3pPr>
              <a:buNone/>
              <a:defRPr sz="2025" b="0">
                <a:solidFill>
                  <a:srgbClr val="C4483C"/>
                </a:solidFill>
                <a:latin typeface="Yu Gothic"/>
                <a:ea typeface="Yu Gothic"/>
                <a:cs typeface="Yu Gothic"/>
              </a:defRPr>
            </a:lvl3pPr>
            <a:lvl4pPr>
              <a:buNone/>
              <a:defRPr sz="2025" b="0">
                <a:solidFill>
                  <a:srgbClr val="C4483C"/>
                </a:solidFill>
                <a:latin typeface="Yu Gothic"/>
                <a:ea typeface="Yu Gothic"/>
                <a:cs typeface="Yu Gothic"/>
              </a:defRPr>
            </a:lvl4pPr>
            <a:lvl5pPr>
              <a:buNone/>
              <a:defRPr sz="2025" b="0">
                <a:solidFill>
                  <a:srgbClr val="C4483C"/>
                </a:solidFill>
                <a:latin typeface="Yu Gothic"/>
                <a:ea typeface="Yu Gothic"/>
                <a:cs typeface="Yu Gothic"/>
              </a:defRPr>
            </a:lvl5pPr>
            <a:lvl6pPr>
              <a:buNone/>
              <a:defRPr sz="2025" b="0">
                <a:solidFill>
                  <a:srgbClr val="C4483C"/>
                </a:solidFill>
                <a:latin typeface="Yu Gothic"/>
                <a:ea typeface="Yu Gothic"/>
                <a:cs typeface="Yu Gothic"/>
              </a:defRPr>
            </a:lvl6pPr>
            <a:lvl7pPr>
              <a:buNone/>
              <a:defRPr sz="2025" b="0">
                <a:solidFill>
                  <a:srgbClr val="C4483C"/>
                </a:solidFill>
                <a:latin typeface="Yu Gothic"/>
                <a:ea typeface="Yu Gothic"/>
                <a:cs typeface="Yu Gothic"/>
              </a:defRPr>
            </a:lvl7pPr>
            <a:lvl8pPr>
              <a:buNone/>
              <a:defRPr sz="2025" b="0">
                <a:solidFill>
                  <a:srgbClr val="C4483C"/>
                </a:solidFill>
                <a:latin typeface="Yu Gothic"/>
                <a:ea typeface="Yu Gothic"/>
                <a:cs typeface="Yu Gothic"/>
              </a:defRPr>
            </a:lvl8pPr>
            <a:lvl9pPr>
              <a:buNone/>
              <a:defRPr sz="2025" b="0">
                <a:solidFill>
                  <a:srgbClr val="C4483C"/>
                </a:solidFill>
                <a:latin typeface="Yu Gothic"/>
                <a:ea typeface="Yu Gothic"/>
                <a:cs typeface="Yu Gothic"/>
              </a:defRPr>
            </a:lvl9pPr>
          </a:lstStyle>
          <a:p xmlns:a="http://schemas.openxmlformats.org/drawingml/2006/main">
            <a:pPr>
              <a:buNone/>
              <a:defRPr sz="2025" b="0">
                <a:solidFill>
                  <a:srgbClr val="C4483C"/>
                </a:solidFill>
                <a:latin typeface="Yu Gothic"/>
                <a:ea typeface="Yu Gothic"/>
                <a:cs typeface="Yu Gothic"/>
              </a:defRPr>
            </a:pPr>
            <a:r>
              <a:rPr sz="2025" b="0">
                <a:solidFill>
                  <a:srgbClr val="C4483C"/>
                </a:solidFill>
                <a:latin typeface="Yu Gothic"/>
                <a:ea typeface="Yu Gothic"/>
                <a:cs typeface="Yu Gothic"/>
              </a:rPr>
              <a:t>もう一方の上限</a:t>
            </a:r>
          </a:p>
        </p:txBody>
      </p:sp>
      <p:sp>
        <p:nvSpPr>
          <p:cNvPr id="22" name="">
            <a:extLst xmlns:a="http://schemas.openxmlformats.org/drawingml/2006/main">
              <a:ext uri="{FF2B5EF4-FFF2-40B4-BE49-F238E27FC236}">
                <a16:creationId xmlns:a16="http://schemas.microsoft.com/office/drawing/2014/main" id="{D25FB1EB-DE2C-4342-8E51-C305526D6E35}"/>
              </a:ext>
            </a:extLst>
          </p:cNvPr>
          <p:cNvSpPr>
            <a:spLocks xmlns:a="http://schemas.openxmlformats.org/drawingml/2006/main" noGrp="1"/>
          </p:cNvSpPr>
          <p:nvPr/>
        </p:nvSpPr>
        <p:spPr>
          <a:xfrm xmlns:a="http://schemas.openxmlformats.org/drawingml/2006/main">
            <a:off x="1905000" y="50482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xmlns:a="http://schemas.openxmlformats.org/drawingml/2006/main">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両方を満たす範囲</a:t>
            </a:r>
          </a:p>
        </p:txBody>
      </p:sp>
      <p:sp>
        <p:nvSpPr>
          <p:cNvPr id="23" name="">
            <a:extLst xmlns:a="http://schemas.openxmlformats.org/drawingml/2006/main">
              <a:ext uri="{FF2B5EF4-FFF2-40B4-BE49-F238E27FC236}">
                <a16:creationId xmlns:a16="http://schemas.microsoft.com/office/drawing/2014/main" id="{DD2C9A5E-BD5A-4170-A6D8-78F528510313}"/>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中心引張り・一様断面・線形弾性のモデル。図は二つの上限の関係を示す模式図。</a:t>
            </a:r>
          </a:p>
        </p:txBody>
      </p:sp>
    </p:spTree>
    <p:extLst>
      <p:ext uri="{BB962C8B-B14F-4D97-AF65-F5344CB8AC3E}">
        <p14:creationId xmlns:p14="http://schemas.microsoft.com/office/powerpoint/2010/main" val="1751192600"/>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E48678-7CC4-4B17-9E9E-AF8E354D4FAF}"/>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表計算とAI：入力・式・出力の点検</a:t>
            </a:r>
          </a:p>
        </p:txBody>
      </p:sp>
      <p:sp>
        <p:nvSpPr>
          <p:cNvPr id="2" name="">
            <a:extLst xmlns:a="http://schemas.openxmlformats.org/drawingml/2006/main">
              <a:ext uri="{FF2B5EF4-FFF2-40B4-BE49-F238E27FC236}">
                <a16:creationId xmlns:a16="http://schemas.microsoft.com/office/drawing/2014/main" id="{5F424D13-3155-4CB2-B98A-264C51F780FD}"/>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CB54CBA-269F-4422-9B0E-C20CBF2CCD4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graphicFrame>
        <p:nvGraphicFramePr>
          <p:cNvPr id="4" name="">
            <a:extLst xmlns:a="http://schemas.openxmlformats.org/drawingml/2006/main">
              <a:ext uri="{FF2B5EF4-FFF2-40B4-BE49-F238E27FC236}">
                <a16:creationId xmlns:a16="http://schemas.microsoft.com/office/drawing/2014/main" id="{86348146-2C92-46A3-8836-00C8AADAFD97}"/>
              </a:ext>
            </a:extLst>
          </p:cNvPr>
          <p:cNvGraphicFramePr/>
          <p:nvPr/>
        </p:nvGraphicFramePr>
        <p:xfrm>
          <a:off xmlns:a="http://schemas.openxmlformats.org/drawingml/2006/main" x="714375" y="1809750"/>
          <a:ext xmlns:a="http://schemas.openxmlformats.org/drawingml/2006/main" cx="10763250" cy="3476625"/>
        </p:xfrm>
        <a:graphic xmlns:a="http://schemas.openxmlformats.org/drawingml/2006/main">
          <a:graphicData uri="http://schemas.openxmlformats.org/drawingml/2006/table">
            <a:tbl>
              <a:tblPr/>
              <a:tblGrid>
                <a:gridCol w="3429000"/>
                <a:gridCol w="7334250"/>
              </a:tblGrid>
              <a:tr h="695325">
                <a:tc>
                  <a:txBody>
                    <a:bodyPr lIns="85725" tIns="85725" rIns="85725" bIns="85725"/>
                    <a:lstStyle/>
                    <a:p>
                      <a:r>
                        <a:rPr sz="2175" b="1">
                          <a:solidFill>
                            <a:srgbClr val="FFFFFF"/>
                          </a:solidFill>
                          <a:latin typeface="Yu Gothic"/>
                          <a:ea typeface="Yu Gothic"/>
                          <a:cs typeface="Yu Gothic"/>
                        </a:rPr>
                        <a:t>段階</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記録する内容</a:t>
                      </a:r>
                    </a:p>
                  </a:txBody>
                  <a:tcPr marL="91440" marR="91440" marT="45720" marB="45720">
                    <a:solidFill>
                      <a:srgbClr val="193B59"/>
                    </a:solidFill>
                  </a:tcPr>
                </a:tc>
              </a:tr>
              <a:tr h="695325">
                <a:tc>
                  <a:txBody>
                    <a:bodyPr lIns="85725" tIns="85725" rIns="85725" bIns="85725"/>
                    <a:lstStyle/>
                    <a:p>
                      <a:r>
                        <a:rPr sz="2175" b="0">
                          <a:solidFill>
                            <a:srgbClr val="263D4D"/>
                          </a:solidFill>
                          <a:latin typeface="Yu Gothic"/>
                          <a:ea typeface="Yu Gothic"/>
                          <a:cs typeface="Yu Gothic"/>
                        </a:rPr>
                        <a:t>入力</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F=1,000 N、A=20 mm²、L₀=1,000 mm</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材料・モデル</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E=200,000 MPa、一様棒・線形弾性</a:t>
                      </a:r>
                    </a:p>
                  </a:txBody>
                  <a:tcPr marL="91440" marR="91440" marT="45720" marB="45720">
                    <a:solidFill>
                      <a:srgbClr val="FFFFFF"/>
                    </a:solidFill>
                  </a:tcPr>
                </a:tc>
              </a:tr>
              <a:tr h="695325">
                <a:tc>
                  <a:txBody>
                    <a:bodyPr lIns="85725" tIns="85725" rIns="85725" bIns="85725"/>
                    <a:lstStyle/>
                    <a:p>
                      <a:r>
                        <a:rPr sz="2175" b="0">
                          <a:solidFill>
                            <a:srgbClr val="263D4D"/>
                          </a:solidFill>
                          <a:latin typeface="Yu Gothic"/>
                          <a:ea typeface="Yu Gothic"/>
                          <a:cs typeface="Yu Gothic"/>
                        </a:rPr>
                        <a:t>出力</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σ=50 MPa、ε=0.00025、ΔL=0.25 mm</a:t>
                      </a:r>
                    </a:p>
                  </a:txBody>
                  <a:tcPr marL="91440" marR="91440" marT="45720" marB="45720">
                    <a:solidFill>
                      <a:srgbClr val="E8F0F4"/>
                    </a:solidFill>
                  </a:tcPr>
                </a:tc>
              </a:tr>
              <a:tr h="695325">
                <a:tc>
                  <a:txBody>
                    <a:bodyPr lIns="85725" tIns="85725" rIns="85725" bIns="85725"/>
                    <a:lstStyle/>
                    <a:p>
                      <a:r>
                        <a:rPr sz="2175" b="0">
                          <a:solidFill>
                            <a:srgbClr val="263D4D"/>
                          </a:solidFill>
                          <a:latin typeface="Yu Gothic"/>
                          <a:ea typeface="Yu Gothic"/>
                          <a:cs typeface="Yu Gothic"/>
                        </a:rPr>
                        <a:t>検算</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Fが2倍ならΔLも2倍。単位・適用範囲も確認</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B222F13-1E15-4708-8805-AEFE4DDEF1C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授業用の仮想計算。自動計算の一致と、現物の性能確認を区別する。</a:t>
            </a:r>
          </a:p>
        </p:txBody>
      </p:sp>
      <p:sp>
        <p:nvSpPr>
          <p:cNvPr id="6" name="">
            <a:extLst xmlns:a="http://schemas.openxmlformats.org/drawingml/2006/main">
              <a:ext uri="{FF2B5EF4-FFF2-40B4-BE49-F238E27FC236}">
                <a16:creationId xmlns:a16="http://schemas.microsoft.com/office/drawing/2014/main" id="{8E07E19D-50EA-40BC-93E9-5A241737243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45 / 57</a:t>
            </a:r>
          </a:p>
        </p:txBody>
      </p:sp>
    </p:spTree>
    <p:extLst>
      <p:ext uri="{BB962C8B-B14F-4D97-AF65-F5344CB8AC3E}">
        <p14:creationId xmlns:p14="http://schemas.microsoft.com/office/powerpoint/2010/main" val="197494465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149DFB9-9A36-41AD-8B9E-4A37D7DE4A57}"/>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演習5　2つの制限を満たす荷重</a:t>
            </a:r>
          </a:p>
        </p:txBody>
      </p:sp>
      <p:cxnSp>
        <p:nvCxnSpPr>
          <p:cNvPr id="2" name="">
            <a:extLst xmlns:a="http://schemas.openxmlformats.org/drawingml/2006/main">
              <a:ext uri="{FF2B5EF4-FFF2-40B4-BE49-F238E27FC236}">
                <a16:creationId xmlns:a16="http://schemas.microsoft.com/office/drawing/2014/main" id="{BAB3C68E-2062-4CB6-8182-52115CD2F712}"/>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4785F5B7-78FB-4611-BFD2-18AB481B4410}"/>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DADD7B98-11BA-4F60-8F47-17453F94D147}"/>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46 / 57</a:t>
            </a:r>
          </a:p>
        </p:txBody>
      </p:sp>
      <p:sp>
        <p:nvSpPr>
          <p:cNvPr id="5" name="text-4">
            <a:extLst xmlns:a="http://schemas.openxmlformats.org/drawingml/2006/main">
              <a:ext uri="{FF2B5EF4-FFF2-40B4-BE49-F238E27FC236}">
                <a16:creationId xmlns:a16="http://schemas.microsoft.com/office/drawing/2014/main" id="{51DCD792-0E43-4C01-B992-CDBFCC74BA36}"/>
              </a:ext>
            </a:extLst>
          </p:cNvPr>
          <p:cNvSpPr>
            <a:spLocks xmlns:a="http://schemas.openxmlformats.org/drawingml/2006/main" noGrp="1"/>
          </p:cNvSpPr>
          <p:nvPr/>
        </p:nvSpPr>
        <p:spPr>
          <a:xfrm xmlns:a="http://schemas.openxmlformats.org/drawingml/2006/main">
            <a:off x="685800" y="1666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8364F"/>
                </a:solidFill>
                <a:latin typeface="Yu Gothic"/>
                <a:ea typeface="Yu Gothic"/>
                <a:cs typeface="Yu Gothic"/>
              </a:defRPr>
            </a:defPPr>
            <a:lvl1pPr algn="l">
              <a:buNone/>
              <a:defRPr sz="2400" b="1">
                <a:solidFill>
                  <a:srgbClr val="18364F"/>
                </a:solidFill>
                <a:latin typeface="Yu Gothic"/>
                <a:ea typeface="Yu Gothic"/>
                <a:cs typeface="Yu Gothic"/>
              </a:defRPr>
            </a:lvl1pPr>
            <a:lvl2pPr algn="l">
              <a:buNone/>
              <a:defRPr sz="2400" b="1">
                <a:solidFill>
                  <a:srgbClr val="18364F"/>
                </a:solidFill>
                <a:latin typeface="Yu Gothic"/>
                <a:ea typeface="Yu Gothic"/>
                <a:cs typeface="Yu Gothic"/>
              </a:defRPr>
            </a:lvl2pPr>
            <a:lvl3pPr algn="l">
              <a:buNone/>
              <a:defRPr sz="2400" b="1">
                <a:solidFill>
                  <a:srgbClr val="18364F"/>
                </a:solidFill>
                <a:latin typeface="Yu Gothic"/>
                <a:ea typeface="Yu Gothic"/>
                <a:cs typeface="Yu Gothic"/>
              </a:defRPr>
            </a:lvl3pPr>
            <a:lvl4pPr algn="l">
              <a:buNone/>
              <a:defRPr sz="2400" b="1">
                <a:solidFill>
                  <a:srgbClr val="18364F"/>
                </a:solidFill>
                <a:latin typeface="Yu Gothic"/>
                <a:ea typeface="Yu Gothic"/>
                <a:cs typeface="Yu Gothic"/>
              </a:defRPr>
            </a:lvl4pPr>
            <a:lvl5pPr algn="l">
              <a:buNone/>
              <a:defRPr sz="2400" b="1">
                <a:solidFill>
                  <a:srgbClr val="18364F"/>
                </a:solidFill>
                <a:latin typeface="Yu Gothic"/>
                <a:ea typeface="Yu Gothic"/>
                <a:cs typeface="Yu Gothic"/>
              </a:defRPr>
            </a:lvl5pPr>
            <a:lvl6pPr algn="l">
              <a:buNone/>
              <a:defRPr sz="2400" b="1">
                <a:solidFill>
                  <a:srgbClr val="18364F"/>
                </a:solidFill>
                <a:latin typeface="Yu Gothic"/>
                <a:ea typeface="Yu Gothic"/>
                <a:cs typeface="Yu Gothic"/>
              </a:defRPr>
            </a:lvl6pPr>
            <a:lvl7pPr algn="l">
              <a:buNone/>
              <a:defRPr sz="2400" b="1">
                <a:solidFill>
                  <a:srgbClr val="18364F"/>
                </a:solidFill>
                <a:latin typeface="Yu Gothic"/>
                <a:ea typeface="Yu Gothic"/>
                <a:cs typeface="Yu Gothic"/>
              </a:defRPr>
            </a:lvl7pPr>
            <a:lvl8pPr algn="l">
              <a:buNone/>
              <a:defRPr sz="2400" b="1">
                <a:solidFill>
                  <a:srgbClr val="18364F"/>
                </a:solidFill>
                <a:latin typeface="Yu Gothic"/>
                <a:ea typeface="Yu Gothic"/>
                <a:cs typeface="Yu Gothic"/>
              </a:defRPr>
            </a:lvl8pPr>
            <a:lvl9pPr algn="l">
              <a:buNone/>
              <a:defRPr sz="2400" b="1">
                <a:solidFill>
                  <a:srgbClr val="18364F"/>
                </a:solidFill>
                <a:latin typeface="Yu Gothic"/>
                <a:ea typeface="Yu Gothic"/>
                <a:cs typeface="Yu Gothic"/>
              </a:defRPr>
            </a:lvl9pPr>
          </a:lstStyle>
          <a:p xmlns:a="http://schemas.openxmlformats.org/drawingml/2006/main">
            <a:pPr algn="l">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L₀ = 1,000 mm　　A₀ = 20 mm²　　E = 206,000 MPa</a:t>
            </a:r>
          </a:p>
        </p:txBody>
      </p:sp>
      <p:sp>
        <p:nvSpPr>
          <p:cNvPr id="6" name="text-5">
            <a:extLst xmlns:a="http://schemas.openxmlformats.org/drawingml/2006/main">
              <a:ext uri="{FF2B5EF4-FFF2-40B4-BE49-F238E27FC236}">
                <a16:creationId xmlns:a16="http://schemas.microsoft.com/office/drawing/2014/main" id="{034CDC93-5062-460B-AFCC-686CCC4BAD15}"/>
              </a:ext>
            </a:extLst>
          </p:cNvPr>
          <p:cNvSpPr>
            <a:spLocks xmlns:a="http://schemas.openxmlformats.org/drawingml/2006/main" noGrp="1"/>
          </p:cNvSpPr>
          <p:nvPr/>
        </p:nvSpPr>
        <p:spPr>
          <a:xfrm xmlns:a="http://schemas.openxmlformats.org/drawingml/2006/main">
            <a:off x="685800" y="2876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許容応力：150 MPa　　許容する伸び：0.500 mm</a:t>
            </a:r>
          </a:p>
        </p:txBody>
      </p:sp>
      <p:sp>
        <p:nvSpPr>
          <p:cNvPr id="7" name="text-6">
            <a:extLst xmlns:a="http://schemas.openxmlformats.org/drawingml/2006/main">
              <a:ext uri="{FF2B5EF4-FFF2-40B4-BE49-F238E27FC236}">
                <a16:creationId xmlns:a16="http://schemas.microsoft.com/office/drawing/2014/main" id="{3C776597-C25A-48AF-B67A-918C681C5D40}"/>
              </a:ext>
            </a:extLst>
          </p:cNvPr>
          <p:cNvSpPr>
            <a:spLocks xmlns:a="http://schemas.openxmlformats.org/drawingml/2006/main" noGrp="1"/>
          </p:cNvSpPr>
          <p:nvPr/>
        </p:nvSpPr>
        <p:spPr>
          <a:xfrm xmlns:a="http://schemas.openxmlformats.org/drawingml/2006/main">
            <a:off x="685800" y="38100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a　応力と伸び、それぞれの条件による荷重上限</a:t>
            </a:r>
          </a:p>
        </p:txBody>
      </p:sp>
      <p:sp>
        <p:nvSpPr>
          <p:cNvPr id="8" name="text-7">
            <a:extLst xmlns:a="http://schemas.openxmlformats.org/drawingml/2006/main">
              <a:ext uri="{FF2B5EF4-FFF2-40B4-BE49-F238E27FC236}">
                <a16:creationId xmlns:a16="http://schemas.microsoft.com/office/drawing/2014/main" id="{CB2D74CB-DF63-4915-BED8-91EEE2016F51}"/>
              </a:ext>
            </a:extLst>
          </p:cNvPr>
          <p:cNvSpPr>
            <a:spLocks xmlns:a="http://schemas.openxmlformats.org/drawingml/2006/main" noGrp="1"/>
          </p:cNvSpPr>
          <p:nvPr/>
        </p:nvSpPr>
        <p:spPr>
          <a:xfrm xmlns:a="http://schemas.openxmlformats.org/drawingml/2006/main">
            <a:off x="685800" y="4743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b　両条件を満たす最大の軸方向荷重と、その理由</a:t>
            </a:r>
          </a:p>
        </p:txBody>
      </p:sp>
      <p:sp>
        <p:nvSpPr>
          <p:cNvPr id="9" name="text-8">
            <a:extLst xmlns:a="http://schemas.openxmlformats.org/drawingml/2006/main">
              <a:ext uri="{FF2B5EF4-FFF2-40B4-BE49-F238E27FC236}">
                <a16:creationId xmlns:a16="http://schemas.microsoft.com/office/drawing/2014/main" id="{65C6AE52-2EE5-489F-B728-F500E2666902}"/>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中心引張り・一様棒・線形弾性の計算モデルに限る</a:t>
            </a:r>
          </a:p>
        </p:txBody>
      </p:sp>
    </p:spTree>
    <p:extLst>
      <p:ext uri="{BB962C8B-B14F-4D97-AF65-F5344CB8AC3E}">
        <p14:creationId xmlns:p14="http://schemas.microsoft.com/office/powerpoint/2010/main" val="127101163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ED5A5BE-E652-4D5F-8B57-C135EA4B1CBA}"/>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演習5の解答</a:t>
            </a:r>
          </a:p>
        </p:txBody>
      </p:sp>
      <p:cxnSp>
        <p:nvCxnSpPr>
          <p:cNvPr id="2" name="">
            <a:extLst xmlns:a="http://schemas.openxmlformats.org/drawingml/2006/main">
              <a:ext uri="{FF2B5EF4-FFF2-40B4-BE49-F238E27FC236}">
                <a16:creationId xmlns:a16="http://schemas.microsoft.com/office/drawing/2014/main" id="{2EA7F30D-C5FC-452A-ADE6-4BC533E23F0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5E30DE09-26D7-489B-9BE2-EF42D636AC22}"/>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1EC4141C-7416-42B0-90A5-5E48A06386A5}"/>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47 / 57</a:t>
            </a:r>
          </a:p>
        </p:txBody>
      </p:sp>
      <p:sp>
        <p:nvSpPr>
          <p:cNvPr id="11" name="">
            <a:extLst xmlns:a="http://schemas.openxmlformats.org/drawingml/2006/main">
              <a:ext uri="{FF2B5EF4-FFF2-40B4-BE49-F238E27FC236}">
                <a16:creationId xmlns:a16="http://schemas.microsoft.com/office/drawing/2014/main" id="{018360FD-2EF0-4A60-AD83-FE7834373CDB}"/>
              </a:ext>
            </a:extLst>
          </p:cNvPr>
          <p:cNvSpPr>
            <a:spLocks xmlns:a="http://schemas.openxmlformats.org/drawingml/2006/main" noGrp="1"/>
          </p:cNvSpPr>
          <p:nvPr/>
        </p:nvSpPr>
        <p:spPr>
          <a:xfrm xmlns:a="http://schemas.openxmlformats.org/drawingml/2006/main">
            <a:off x="809625" y="161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応力の上限：150 × 20 = 3,000 N</a:t>
            </a:r>
          </a:p>
        </p:txBody>
      </p:sp>
      <p:sp>
        <p:nvSpPr>
          <p:cNvPr id="12" name="">
            <a:extLst xmlns:a="http://schemas.openxmlformats.org/drawingml/2006/main">
              <a:ext uri="{FF2B5EF4-FFF2-40B4-BE49-F238E27FC236}">
                <a16:creationId xmlns:a16="http://schemas.microsoft.com/office/drawing/2014/main" id="{892416FC-0E95-4FC8-BFCB-851E0BC514A0}"/>
              </a:ext>
            </a:extLst>
          </p:cNvPr>
          <p:cNvSpPr>
            <a:spLocks xmlns:a="http://schemas.openxmlformats.org/drawingml/2006/main" noGrp="1"/>
          </p:cNvSpPr>
          <p:nvPr/>
        </p:nvSpPr>
        <p:spPr>
          <a:xfrm xmlns:a="http://schemas.openxmlformats.org/drawingml/2006/main">
            <a:off x="809625" y="2333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伸びの上限：0.500 × 20 × 206,000/1,000</a:t>
            </a:r>
          </a:p>
        </p:txBody>
      </p:sp>
      <p:sp>
        <p:nvSpPr>
          <p:cNvPr id="13" name="">
            <a:extLst xmlns:a="http://schemas.openxmlformats.org/drawingml/2006/main">
              <a:ext uri="{FF2B5EF4-FFF2-40B4-BE49-F238E27FC236}">
                <a16:creationId xmlns:a16="http://schemas.microsoft.com/office/drawing/2014/main" id="{C5532B12-87DD-42F3-9973-596D362297B6}"/>
              </a:ext>
            </a:extLst>
          </p:cNvPr>
          <p:cNvSpPr>
            <a:spLocks xmlns:a="http://schemas.openxmlformats.org/drawingml/2006/main" noGrp="1"/>
          </p:cNvSpPr>
          <p:nvPr/>
        </p:nvSpPr>
        <p:spPr>
          <a:xfrm xmlns:a="http://schemas.openxmlformats.org/drawingml/2006/main">
            <a:off x="2952750" y="2905125"/>
            <a:ext cx="857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876A8"/>
                </a:solidFill>
                <a:latin typeface="Yu Gothic"/>
                <a:ea typeface="Yu Gothic"/>
                <a:cs typeface="Yu Gothic"/>
              </a:defRPr>
            </a:defPPr>
            <a:lvl1pPr>
              <a:buNone/>
              <a:defRPr sz="2475" b="1">
                <a:solidFill>
                  <a:srgbClr val="2876A8"/>
                </a:solidFill>
                <a:latin typeface="Yu Gothic"/>
                <a:ea typeface="Yu Gothic"/>
                <a:cs typeface="Yu Gothic"/>
              </a:defRPr>
            </a:lvl1pPr>
            <a:lvl2pPr>
              <a:buNone/>
              <a:defRPr sz="2475" b="1">
                <a:solidFill>
                  <a:srgbClr val="2876A8"/>
                </a:solidFill>
                <a:latin typeface="Yu Gothic"/>
                <a:ea typeface="Yu Gothic"/>
                <a:cs typeface="Yu Gothic"/>
              </a:defRPr>
            </a:lvl2pPr>
            <a:lvl3pPr>
              <a:buNone/>
              <a:defRPr sz="2475" b="1">
                <a:solidFill>
                  <a:srgbClr val="2876A8"/>
                </a:solidFill>
                <a:latin typeface="Yu Gothic"/>
                <a:ea typeface="Yu Gothic"/>
                <a:cs typeface="Yu Gothic"/>
              </a:defRPr>
            </a:lvl3pPr>
            <a:lvl4pPr>
              <a:buNone/>
              <a:defRPr sz="2475" b="1">
                <a:solidFill>
                  <a:srgbClr val="2876A8"/>
                </a:solidFill>
                <a:latin typeface="Yu Gothic"/>
                <a:ea typeface="Yu Gothic"/>
                <a:cs typeface="Yu Gothic"/>
              </a:defRPr>
            </a:lvl4pPr>
            <a:lvl5pPr>
              <a:buNone/>
              <a:defRPr sz="2475" b="1">
                <a:solidFill>
                  <a:srgbClr val="2876A8"/>
                </a:solidFill>
                <a:latin typeface="Yu Gothic"/>
                <a:ea typeface="Yu Gothic"/>
                <a:cs typeface="Yu Gothic"/>
              </a:defRPr>
            </a:lvl5pPr>
            <a:lvl6pPr>
              <a:buNone/>
              <a:defRPr sz="2475" b="1">
                <a:solidFill>
                  <a:srgbClr val="2876A8"/>
                </a:solidFill>
                <a:latin typeface="Yu Gothic"/>
                <a:ea typeface="Yu Gothic"/>
                <a:cs typeface="Yu Gothic"/>
              </a:defRPr>
            </a:lvl6pPr>
            <a:lvl7pPr>
              <a:buNone/>
              <a:defRPr sz="2475" b="1">
                <a:solidFill>
                  <a:srgbClr val="2876A8"/>
                </a:solidFill>
                <a:latin typeface="Yu Gothic"/>
                <a:ea typeface="Yu Gothic"/>
                <a:cs typeface="Yu Gothic"/>
              </a:defRPr>
            </a:lvl7pPr>
            <a:lvl8pPr>
              <a:buNone/>
              <a:defRPr sz="2475" b="1">
                <a:solidFill>
                  <a:srgbClr val="2876A8"/>
                </a:solidFill>
                <a:latin typeface="Yu Gothic"/>
                <a:ea typeface="Yu Gothic"/>
                <a:cs typeface="Yu Gothic"/>
              </a:defRPr>
            </a:lvl8pPr>
            <a:lvl9pPr>
              <a:buNone/>
              <a:defRPr sz="2475" b="1">
                <a:solidFill>
                  <a:srgbClr val="2876A8"/>
                </a:solidFill>
                <a:latin typeface="Yu Gothic"/>
                <a:ea typeface="Yu Gothic"/>
                <a:cs typeface="Yu Gothic"/>
              </a:defRPr>
            </a:lvl9pPr>
          </a:lstStyle>
          <a:p xmlns:a="http://schemas.openxmlformats.org/drawingml/2006/main">
            <a:pPr>
              <a:buNone/>
              <a:defRPr sz="2475" b="1">
                <a:solidFill>
                  <a:srgbClr val="2876A8"/>
                </a:solidFill>
                <a:latin typeface="Yu Gothic"/>
                <a:ea typeface="Yu Gothic"/>
                <a:cs typeface="Yu Gothic"/>
              </a:defRPr>
            </a:pPr>
            <a:r>
              <a:rPr sz="2475" b="1">
                <a:solidFill>
                  <a:srgbClr val="2876A8"/>
                </a:solidFill>
                <a:latin typeface="Yu Gothic"/>
                <a:ea typeface="Yu Gothic"/>
                <a:cs typeface="Yu Gothic"/>
              </a:rPr>
              <a:t>= 2,060 N</a:t>
            </a:r>
          </a:p>
        </p:txBody>
      </p:sp>
      <p:sp>
        <p:nvSpPr>
          <p:cNvPr id="14" name="">
            <a:extLst xmlns:a="http://schemas.openxmlformats.org/drawingml/2006/main">
              <a:ext uri="{FF2B5EF4-FFF2-40B4-BE49-F238E27FC236}">
                <a16:creationId xmlns:a16="http://schemas.microsoft.com/office/drawing/2014/main" id="{7B544D4B-173D-435C-A389-74A6CF2485E6}"/>
              </a:ext>
            </a:extLst>
          </p:cNvPr>
          <p:cNvSpPr>
            <a:spLocks xmlns:a="http://schemas.openxmlformats.org/drawingml/2006/main" noGrp="1"/>
          </p:cNvSpPr>
          <p:nvPr/>
        </p:nvSpPr>
        <p:spPr>
          <a:xfrm xmlns:a="http://schemas.openxmlformats.org/drawingml/2006/main">
            <a:off x="1571625" y="4286250"/>
            <a:ext cx="8801100" cy="9525"/>
          </a:xfrm>
          <a:custGeom xmlns:a="http://schemas.openxmlformats.org/drawingml/2006/main">
            <a:pathLst>
              <a:path w="8801100" h="9525">
                <a:moveTo>
                  <a:pt x="0" y="0"/>
                </a:moveTo>
                <a:lnTo>
                  <a:pt x="8801100" y="0"/>
                </a:lnTo>
              </a:path>
            </a:pathLst>
          </a:custGeom>
          <a:noFill xmlns:a="http://schemas.openxmlformats.org/drawingml/2006/main"/>
          <a:ln xmlns:a="http://schemas.openxmlformats.org/drawingml/2006/main" w="19050">
            <a:solidFill>
              <a:srgbClr val="71818B"/>
            </a:solidFill>
          </a:ln>
        </p:spPr>
      </p:sp>
      <p:sp>
        <p:nvSpPr>
          <p:cNvPr id="15" name="">
            <a:extLst xmlns:a="http://schemas.openxmlformats.org/drawingml/2006/main">
              <a:ext uri="{FF2B5EF4-FFF2-40B4-BE49-F238E27FC236}">
                <a16:creationId xmlns:a16="http://schemas.microsoft.com/office/drawing/2014/main" id="{D79EE304-FF25-4079-A999-8A843A8B4AA3}"/>
              </a:ext>
            </a:extLst>
          </p:cNvPr>
          <p:cNvSpPr>
            <a:spLocks xmlns:a="http://schemas.openxmlformats.org/drawingml/2006/main" noGrp="1"/>
          </p:cNvSpPr>
          <p:nvPr/>
        </p:nvSpPr>
        <p:spPr>
          <a:xfrm xmlns:a="http://schemas.openxmlformats.org/drawingml/2006/main">
            <a:off x="10287000" y="4250246"/>
            <a:ext cx="85725" cy="72009"/>
          </a:xfrm>
          <a:custGeom xmlns:a="http://schemas.openxmlformats.org/drawingml/2006/main">
            <a:pathLst>
              <a:path w="85725" h="72009">
                <a:moveTo>
                  <a:pt x="85725" y="36004"/>
                </a:moveTo>
                <a:lnTo>
                  <a:pt x="0" y="0"/>
                </a:lnTo>
                <a:lnTo>
                  <a:pt x="0" y="72009"/>
                </a:lnTo>
                <a:close/>
              </a:path>
            </a:pathLst>
          </a:custGeom>
          <a:solidFill xmlns:a="http://schemas.openxmlformats.org/drawingml/2006/main">
            <a:srgbClr val="71818B"/>
          </a:solidFill>
          <a:ln xmlns:a="http://schemas.openxmlformats.org/drawingml/2006/main" w="4763">
            <a:solidFill>
              <a:srgbClr val="71818B"/>
            </a:solidFill>
          </a:ln>
        </p:spPr>
      </p:sp>
      <p:sp>
        <p:nvSpPr>
          <p:cNvPr id="16" name="">
            <a:extLst xmlns:a="http://schemas.openxmlformats.org/drawingml/2006/main">
              <a:ext uri="{FF2B5EF4-FFF2-40B4-BE49-F238E27FC236}">
                <a16:creationId xmlns:a16="http://schemas.microsoft.com/office/drawing/2014/main" id="{CEF26CEF-8F48-4DBB-9AA5-F632428CFDBC}"/>
              </a:ext>
            </a:extLst>
          </p:cNvPr>
          <p:cNvSpPr>
            <a:spLocks xmlns:a="http://schemas.openxmlformats.org/drawingml/2006/main" noGrp="1"/>
          </p:cNvSpPr>
          <p:nvPr/>
        </p:nvSpPr>
        <p:spPr>
          <a:xfrm xmlns:a="http://schemas.openxmlformats.org/drawingml/2006/main">
            <a:off x="1571625" y="4286250"/>
            <a:ext cx="5494020" cy="9525"/>
          </a:xfrm>
          <a:custGeom xmlns:a="http://schemas.openxmlformats.org/drawingml/2006/main">
            <a:pathLst>
              <a:path w="5494020" h="9525">
                <a:moveTo>
                  <a:pt x="0" y="0"/>
                </a:moveTo>
                <a:lnTo>
                  <a:pt x="5494020" y="0"/>
                </a:lnTo>
              </a:path>
            </a:pathLst>
          </a:custGeom>
          <a:noFill xmlns:a="http://schemas.openxmlformats.org/drawingml/2006/main"/>
          <a:ln xmlns:a="http://schemas.openxmlformats.org/drawingml/2006/main" w="114300">
            <a:solidFill>
              <a:srgbClr val="087E8B"/>
            </a:solidFill>
          </a:ln>
        </p:spPr>
      </p:sp>
      <p:sp>
        <p:nvSpPr>
          <p:cNvPr id="17" name="">
            <a:extLst xmlns:a="http://schemas.openxmlformats.org/drawingml/2006/main">
              <a:ext uri="{FF2B5EF4-FFF2-40B4-BE49-F238E27FC236}">
                <a16:creationId xmlns:a16="http://schemas.microsoft.com/office/drawing/2014/main" id="{FB173CFD-D7F7-4465-AE84-68E2622907CB}"/>
              </a:ext>
            </a:extLst>
          </p:cNvPr>
          <p:cNvSpPr>
            <a:spLocks xmlns:a="http://schemas.openxmlformats.org/drawingml/2006/main" noGrp="1"/>
          </p:cNvSpPr>
          <p:nvPr/>
        </p:nvSpPr>
        <p:spPr>
          <a:xfrm xmlns:a="http://schemas.openxmlformats.org/drawingml/2006/main">
            <a:off x="1571625" y="4114800"/>
            <a:ext cx="9525" cy="342900"/>
          </a:xfrm>
          <a:custGeom xmlns:a="http://schemas.openxmlformats.org/drawingml/2006/main">
            <a:pathLst>
              <a:path w="9525" h="342900">
                <a:moveTo>
                  <a:pt x="0" y="0"/>
                </a:moveTo>
                <a:lnTo>
                  <a:pt x="0" y="342900"/>
                </a:lnTo>
              </a:path>
            </a:pathLst>
          </a:custGeom>
          <a:noFill xmlns:a="http://schemas.openxmlformats.org/drawingml/2006/main"/>
          <a:ln xmlns:a="http://schemas.openxmlformats.org/drawingml/2006/main" w="28575">
            <a:solidFill>
              <a:srgbClr val="2876A8"/>
            </a:solidFill>
          </a:ln>
        </p:spPr>
      </p:sp>
      <p:sp>
        <p:nvSpPr>
          <p:cNvPr id="18" name="">
            <a:extLst xmlns:a="http://schemas.openxmlformats.org/drawingml/2006/main">
              <a:ext uri="{FF2B5EF4-FFF2-40B4-BE49-F238E27FC236}">
                <a16:creationId xmlns:a16="http://schemas.microsoft.com/office/drawing/2014/main" id="{EAEA60D0-DD2C-4299-A4A1-B6B59A74B0FF}"/>
              </a:ext>
            </a:extLst>
          </p:cNvPr>
          <p:cNvSpPr>
            <a:spLocks xmlns:a="http://schemas.openxmlformats.org/drawingml/2006/main" noGrp="1"/>
          </p:cNvSpPr>
          <p:nvPr/>
        </p:nvSpPr>
        <p:spPr>
          <a:xfrm xmlns:a="http://schemas.openxmlformats.org/drawingml/2006/main">
            <a:off x="952500" y="4572000"/>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0</a:t>
            </a:r>
          </a:p>
        </p:txBody>
      </p:sp>
      <p:sp>
        <p:nvSpPr>
          <p:cNvPr id="19" name="">
            <a:extLst xmlns:a="http://schemas.openxmlformats.org/drawingml/2006/main">
              <a:ext uri="{FF2B5EF4-FFF2-40B4-BE49-F238E27FC236}">
                <a16:creationId xmlns:a16="http://schemas.microsoft.com/office/drawing/2014/main" id="{DA606F74-CB35-441B-8DDC-31EA3905F0FA}"/>
              </a:ext>
            </a:extLst>
          </p:cNvPr>
          <p:cNvSpPr>
            <a:spLocks xmlns:a="http://schemas.openxmlformats.org/drawingml/2006/main" noGrp="1"/>
          </p:cNvSpPr>
          <p:nvPr/>
        </p:nvSpPr>
        <p:spPr>
          <a:xfrm xmlns:a="http://schemas.openxmlformats.org/drawingml/2006/main">
            <a:off x="7065645" y="4114800"/>
            <a:ext cx="9525" cy="342900"/>
          </a:xfrm>
          <a:custGeom xmlns:a="http://schemas.openxmlformats.org/drawingml/2006/main">
            <a:pathLst>
              <a:path w="9525" h="342900">
                <a:moveTo>
                  <a:pt x="0" y="0"/>
                </a:moveTo>
                <a:lnTo>
                  <a:pt x="0" y="342900"/>
                </a:lnTo>
              </a:path>
            </a:pathLst>
          </a:custGeom>
          <a:noFill xmlns:a="http://schemas.openxmlformats.org/drawingml/2006/main"/>
          <a:ln xmlns:a="http://schemas.openxmlformats.org/drawingml/2006/main" w="28575">
            <a:solidFill>
              <a:srgbClr val="2876A8"/>
            </a:solidFill>
          </a:ln>
        </p:spPr>
      </p:sp>
      <p:sp>
        <p:nvSpPr>
          <p:cNvPr id="20" name="">
            <a:extLst xmlns:a="http://schemas.openxmlformats.org/drawingml/2006/main">
              <a:ext uri="{FF2B5EF4-FFF2-40B4-BE49-F238E27FC236}">
                <a16:creationId xmlns:a16="http://schemas.microsoft.com/office/drawing/2014/main" id="{6E9C259A-BE62-4BE2-8D8F-4F9454628806}"/>
              </a:ext>
            </a:extLst>
          </p:cNvPr>
          <p:cNvSpPr>
            <a:spLocks xmlns:a="http://schemas.openxmlformats.org/drawingml/2006/main" noGrp="1"/>
          </p:cNvSpPr>
          <p:nvPr/>
        </p:nvSpPr>
        <p:spPr>
          <a:xfrm xmlns:a="http://schemas.openxmlformats.org/drawingml/2006/main">
            <a:off x="6446520" y="4572000"/>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2,060</a:t>
            </a:r>
          </a:p>
        </p:txBody>
      </p:sp>
      <p:sp>
        <p:nvSpPr>
          <p:cNvPr id="21" name="">
            <a:extLst xmlns:a="http://schemas.openxmlformats.org/drawingml/2006/main">
              <a:ext uri="{FF2B5EF4-FFF2-40B4-BE49-F238E27FC236}">
                <a16:creationId xmlns:a16="http://schemas.microsoft.com/office/drawing/2014/main" id="{698A58F5-9520-46E2-A63D-2CDACB16DCA7}"/>
              </a:ext>
            </a:extLst>
          </p:cNvPr>
          <p:cNvSpPr>
            <a:spLocks xmlns:a="http://schemas.openxmlformats.org/drawingml/2006/main" noGrp="1"/>
          </p:cNvSpPr>
          <p:nvPr/>
        </p:nvSpPr>
        <p:spPr>
          <a:xfrm xmlns:a="http://schemas.openxmlformats.org/drawingml/2006/main">
            <a:off x="9572625" y="4114800"/>
            <a:ext cx="9525" cy="342900"/>
          </a:xfrm>
          <a:custGeom xmlns:a="http://schemas.openxmlformats.org/drawingml/2006/main">
            <a:pathLst>
              <a:path w="9525" h="342900">
                <a:moveTo>
                  <a:pt x="0" y="0"/>
                </a:moveTo>
                <a:lnTo>
                  <a:pt x="0" y="342900"/>
                </a:lnTo>
              </a:path>
            </a:pathLst>
          </a:custGeom>
          <a:noFill xmlns:a="http://schemas.openxmlformats.org/drawingml/2006/main"/>
          <a:ln xmlns:a="http://schemas.openxmlformats.org/drawingml/2006/main" w="28575">
            <a:solidFill>
              <a:srgbClr val="C4483C"/>
            </a:solidFill>
          </a:ln>
        </p:spPr>
      </p:sp>
      <p:sp>
        <p:nvSpPr>
          <p:cNvPr id="22" name="">
            <a:extLst xmlns:a="http://schemas.openxmlformats.org/drawingml/2006/main">
              <a:ext uri="{FF2B5EF4-FFF2-40B4-BE49-F238E27FC236}">
                <a16:creationId xmlns:a16="http://schemas.microsoft.com/office/drawing/2014/main" id="{39473D9F-162F-4CE0-AAFA-CC0BEE1DBB6C}"/>
              </a:ext>
            </a:extLst>
          </p:cNvPr>
          <p:cNvSpPr>
            <a:spLocks xmlns:a="http://schemas.openxmlformats.org/drawingml/2006/main" noGrp="1"/>
          </p:cNvSpPr>
          <p:nvPr/>
        </p:nvSpPr>
        <p:spPr>
          <a:xfrm xmlns:a="http://schemas.openxmlformats.org/drawingml/2006/main">
            <a:off x="8953500" y="4572000"/>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3,000</a:t>
            </a:r>
          </a:p>
        </p:txBody>
      </p:sp>
      <p:sp>
        <p:nvSpPr>
          <p:cNvPr id="23" name="">
            <a:extLst xmlns:a="http://schemas.openxmlformats.org/drawingml/2006/main">
              <a:ext uri="{FF2B5EF4-FFF2-40B4-BE49-F238E27FC236}">
                <a16:creationId xmlns:a16="http://schemas.microsoft.com/office/drawing/2014/main" id="{F1042C14-03F4-430B-8096-3A515F1EECD2}"/>
              </a:ext>
            </a:extLst>
          </p:cNvPr>
          <p:cNvSpPr>
            <a:spLocks xmlns:a="http://schemas.openxmlformats.org/drawingml/2006/main" noGrp="1"/>
          </p:cNvSpPr>
          <p:nvPr/>
        </p:nvSpPr>
        <p:spPr>
          <a:xfrm xmlns:a="http://schemas.openxmlformats.org/drawingml/2006/main">
            <a:off x="10477500" y="4495800"/>
            <a:ext cx="104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F / N</a:t>
            </a:r>
          </a:p>
        </p:txBody>
      </p:sp>
      <p:sp>
        <p:nvSpPr>
          <p:cNvPr id="24" name="">
            <a:extLst xmlns:a="http://schemas.openxmlformats.org/drawingml/2006/main">
              <a:ext uri="{FF2B5EF4-FFF2-40B4-BE49-F238E27FC236}">
                <a16:creationId xmlns:a16="http://schemas.microsoft.com/office/drawing/2014/main" id="{CBB0724C-461D-47D6-8B1B-1F227099EE2D}"/>
              </a:ext>
            </a:extLst>
          </p:cNvPr>
          <p:cNvSpPr>
            <a:spLocks xmlns:a="http://schemas.openxmlformats.org/drawingml/2006/main" noGrp="1"/>
          </p:cNvSpPr>
          <p:nvPr/>
        </p:nvSpPr>
        <p:spPr>
          <a:xfrm xmlns:a="http://schemas.openxmlformats.org/drawingml/2006/main">
            <a:off x="809625" y="51435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087E8B"/>
                </a:solidFill>
                <a:latin typeface="Yu Gothic"/>
                <a:ea typeface="Yu Gothic"/>
                <a:cs typeface="Yu Gothic"/>
              </a:defRPr>
            </a:defPPr>
            <a:lvl1pPr>
              <a:buNone/>
              <a:defRPr sz="2475" b="1">
                <a:solidFill>
                  <a:srgbClr val="087E8B"/>
                </a:solidFill>
                <a:latin typeface="Yu Gothic"/>
                <a:ea typeface="Yu Gothic"/>
                <a:cs typeface="Yu Gothic"/>
              </a:defRPr>
            </a:lvl1pPr>
            <a:lvl2pPr>
              <a:buNone/>
              <a:defRPr sz="2475" b="1">
                <a:solidFill>
                  <a:srgbClr val="087E8B"/>
                </a:solidFill>
                <a:latin typeface="Yu Gothic"/>
                <a:ea typeface="Yu Gothic"/>
                <a:cs typeface="Yu Gothic"/>
              </a:defRPr>
            </a:lvl2pPr>
            <a:lvl3pPr>
              <a:buNone/>
              <a:defRPr sz="2475" b="1">
                <a:solidFill>
                  <a:srgbClr val="087E8B"/>
                </a:solidFill>
                <a:latin typeface="Yu Gothic"/>
                <a:ea typeface="Yu Gothic"/>
                <a:cs typeface="Yu Gothic"/>
              </a:defRPr>
            </a:lvl3pPr>
            <a:lvl4pPr>
              <a:buNone/>
              <a:defRPr sz="2475" b="1">
                <a:solidFill>
                  <a:srgbClr val="087E8B"/>
                </a:solidFill>
                <a:latin typeface="Yu Gothic"/>
                <a:ea typeface="Yu Gothic"/>
                <a:cs typeface="Yu Gothic"/>
              </a:defRPr>
            </a:lvl4pPr>
            <a:lvl5pPr>
              <a:buNone/>
              <a:defRPr sz="2475" b="1">
                <a:solidFill>
                  <a:srgbClr val="087E8B"/>
                </a:solidFill>
                <a:latin typeface="Yu Gothic"/>
                <a:ea typeface="Yu Gothic"/>
                <a:cs typeface="Yu Gothic"/>
              </a:defRPr>
            </a:lvl5pPr>
            <a:lvl6pPr>
              <a:buNone/>
              <a:defRPr sz="2475" b="1">
                <a:solidFill>
                  <a:srgbClr val="087E8B"/>
                </a:solidFill>
                <a:latin typeface="Yu Gothic"/>
                <a:ea typeface="Yu Gothic"/>
                <a:cs typeface="Yu Gothic"/>
              </a:defRPr>
            </a:lvl6pPr>
            <a:lvl7pPr>
              <a:buNone/>
              <a:defRPr sz="2475" b="1">
                <a:solidFill>
                  <a:srgbClr val="087E8B"/>
                </a:solidFill>
                <a:latin typeface="Yu Gothic"/>
                <a:ea typeface="Yu Gothic"/>
                <a:cs typeface="Yu Gothic"/>
              </a:defRPr>
            </a:lvl7pPr>
            <a:lvl8pPr>
              <a:buNone/>
              <a:defRPr sz="2475" b="1">
                <a:solidFill>
                  <a:srgbClr val="087E8B"/>
                </a:solidFill>
                <a:latin typeface="Yu Gothic"/>
                <a:ea typeface="Yu Gothic"/>
                <a:cs typeface="Yu Gothic"/>
              </a:defRPr>
            </a:lvl8pPr>
            <a:lvl9pPr>
              <a:buNone/>
              <a:defRPr sz="2475" b="1">
                <a:solidFill>
                  <a:srgbClr val="087E8B"/>
                </a:solidFill>
                <a:latin typeface="Yu Gothic"/>
                <a:ea typeface="Yu Gothic"/>
                <a:cs typeface="Yu Gothic"/>
              </a:defRPr>
            </a:lvl9pPr>
          </a:lstStyle>
          <a:p xmlns:a="http://schemas.openxmlformats.org/drawingml/2006/main">
            <a:pPr>
              <a:buNone/>
              <a:defRPr sz="2475" b="1">
                <a:solidFill>
                  <a:srgbClr val="087E8B"/>
                </a:solidFill>
                <a:latin typeface="Yu Gothic"/>
                <a:ea typeface="Yu Gothic"/>
                <a:cs typeface="Yu Gothic"/>
              </a:defRPr>
            </a:pPr>
            <a:r>
              <a:rPr sz="2475" b="1">
                <a:solidFill>
                  <a:srgbClr val="087E8B"/>
                </a:solidFill>
                <a:latin typeface="Yu Gothic"/>
                <a:ea typeface="Yu Gothic"/>
                <a:cs typeface="Yu Gothic"/>
              </a:rPr>
              <a:t>両条件を満たす最大荷重：2,060 N</a:t>
            </a:r>
          </a:p>
        </p:txBody>
      </p:sp>
      <p:sp>
        <p:nvSpPr>
          <p:cNvPr id="25" name="">
            <a:extLst xmlns:a="http://schemas.openxmlformats.org/drawingml/2006/main">
              <a:ext uri="{FF2B5EF4-FFF2-40B4-BE49-F238E27FC236}">
                <a16:creationId xmlns:a16="http://schemas.microsoft.com/office/drawing/2014/main" id="{C01ED6E2-20E0-4E34-886C-6AE544499567}"/>
              </a:ext>
            </a:extLst>
          </p:cNvPr>
          <p:cNvSpPr>
            <a:spLocks xmlns:a="http://schemas.openxmlformats.org/drawingml/2006/main" noGrp="1"/>
          </p:cNvSpPr>
          <p:nvPr/>
        </p:nvSpPr>
        <p:spPr>
          <a:xfrm xmlns:a="http://schemas.openxmlformats.org/drawingml/2006/main">
            <a:off x="685800" y="5715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71818B"/>
                </a:solidFill>
                <a:latin typeface="Yu Gothic"/>
                <a:ea typeface="Yu Gothic"/>
                <a:cs typeface="Yu Gothic"/>
              </a:defRPr>
            </a:defPPr>
            <a:lvl1pPr>
              <a:buNone/>
              <a:defRPr sz="1650" b="0">
                <a:solidFill>
                  <a:srgbClr val="71818B"/>
                </a:solidFill>
                <a:latin typeface="Yu Gothic"/>
                <a:ea typeface="Yu Gothic"/>
                <a:cs typeface="Yu Gothic"/>
              </a:defRPr>
            </a:lvl1pPr>
            <a:lvl2pPr>
              <a:buNone/>
              <a:defRPr sz="1650" b="0">
                <a:solidFill>
                  <a:srgbClr val="71818B"/>
                </a:solidFill>
                <a:latin typeface="Yu Gothic"/>
                <a:ea typeface="Yu Gothic"/>
                <a:cs typeface="Yu Gothic"/>
              </a:defRPr>
            </a:lvl2pPr>
            <a:lvl3pPr>
              <a:buNone/>
              <a:defRPr sz="1650" b="0">
                <a:solidFill>
                  <a:srgbClr val="71818B"/>
                </a:solidFill>
                <a:latin typeface="Yu Gothic"/>
                <a:ea typeface="Yu Gothic"/>
                <a:cs typeface="Yu Gothic"/>
              </a:defRPr>
            </a:lvl3pPr>
            <a:lvl4pPr>
              <a:buNone/>
              <a:defRPr sz="1650" b="0">
                <a:solidFill>
                  <a:srgbClr val="71818B"/>
                </a:solidFill>
                <a:latin typeface="Yu Gothic"/>
                <a:ea typeface="Yu Gothic"/>
                <a:cs typeface="Yu Gothic"/>
              </a:defRPr>
            </a:lvl4pPr>
            <a:lvl5pPr>
              <a:buNone/>
              <a:defRPr sz="1650" b="0">
                <a:solidFill>
                  <a:srgbClr val="71818B"/>
                </a:solidFill>
                <a:latin typeface="Yu Gothic"/>
                <a:ea typeface="Yu Gothic"/>
                <a:cs typeface="Yu Gothic"/>
              </a:defRPr>
            </a:lvl5pPr>
            <a:lvl6pPr>
              <a:buNone/>
              <a:defRPr sz="1650" b="0">
                <a:solidFill>
                  <a:srgbClr val="71818B"/>
                </a:solidFill>
                <a:latin typeface="Yu Gothic"/>
                <a:ea typeface="Yu Gothic"/>
                <a:cs typeface="Yu Gothic"/>
              </a:defRPr>
            </a:lvl6pPr>
            <a:lvl7pPr>
              <a:buNone/>
              <a:defRPr sz="1650" b="0">
                <a:solidFill>
                  <a:srgbClr val="71818B"/>
                </a:solidFill>
                <a:latin typeface="Yu Gothic"/>
                <a:ea typeface="Yu Gothic"/>
                <a:cs typeface="Yu Gothic"/>
              </a:defRPr>
            </a:lvl7pPr>
            <a:lvl8pPr>
              <a:buNone/>
              <a:defRPr sz="1650" b="0">
                <a:solidFill>
                  <a:srgbClr val="71818B"/>
                </a:solidFill>
                <a:latin typeface="Yu Gothic"/>
                <a:ea typeface="Yu Gothic"/>
                <a:cs typeface="Yu Gothic"/>
              </a:defRPr>
            </a:lvl8pPr>
            <a:lvl9pPr>
              <a:buNone/>
              <a:defRPr sz="1650" b="0">
                <a:solidFill>
                  <a:srgbClr val="71818B"/>
                </a:solidFill>
                <a:latin typeface="Yu Gothic"/>
                <a:ea typeface="Yu Gothic"/>
                <a:cs typeface="Yu Gothic"/>
              </a:defRPr>
            </a:lvl9pPr>
          </a:lstStyle>
          <a:p xmlns:a="http://schemas.openxmlformats.org/drawingml/2006/main">
            <a:pPr>
              <a:buNone/>
              <a:defRPr sz="1650" b="0">
                <a:solidFill>
                  <a:srgbClr val="71818B"/>
                </a:solidFill>
                <a:latin typeface="Yu Gothic"/>
                <a:ea typeface="Yu Gothic"/>
                <a:cs typeface="Yu Gothic"/>
              </a:defRPr>
            </a:pPr>
            <a:r>
              <a:rPr sz="1650" b="0">
                <a:solidFill>
                  <a:srgbClr val="71818B"/>
                </a:solidFill>
                <a:latin typeface="Yu Gothic"/>
                <a:ea typeface="Yu Gothic"/>
                <a:cs typeface="Yu Gothic"/>
              </a:rPr>
              <a:t>検算：σ = 103 MPa ≤ 150 MPa、ΔL = 0.500 mm。部材の計算モデルに限った上限。</a:t>
            </a:r>
          </a:p>
        </p:txBody>
      </p:sp>
    </p:spTree>
    <p:extLst>
      <p:ext uri="{BB962C8B-B14F-4D97-AF65-F5344CB8AC3E}">
        <p14:creationId xmlns:p14="http://schemas.microsoft.com/office/powerpoint/2010/main" val="114253972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F58E62-B81A-4FAF-B137-71DF29040ED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中学技術・高校工業・情報への接続</a:t>
            </a:r>
          </a:p>
        </p:txBody>
      </p:sp>
      <p:sp>
        <p:nvSpPr>
          <p:cNvPr id="2" name="">
            <a:extLst xmlns:a="http://schemas.openxmlformats.org/drawingml/2006/main">
              <a:ext uri="{FF2B5EF4-FFF2-40B4-BE49-F238E27FC236}">
                <a16:creationId xmlns:a16="http://schemas.microsoft.com/office/drawing/2014/main" id="{280A18BE-84AF-4437-B426-156D953662B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3C821F7-FDB9-407D-975E-D6019C6399C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graphicFrame>
        <p:nvGraphicFramePr>
          <p:cNvPr id="4" name="">
            <a:extLst xmlns:a="http://schemas.openxmlformats.org/drawingml/2006/main">
              <a:ext uri="{FF2B5EF4-FFF2-40B4-BE49-F238E27FC236}">
                <a16:creationId xmlns:a16="http://schemas.microsoft.com/office/drawing/2014/main" id="{2D400B9E-C5DF-4496-A1E3-BED0677A41D0}"/>
              </a:ext>
            </a:extLst>
          </p:cNvPr>
          <p:cNvGraphicFramePr/>
          <p:nvPr/>
        </p:nvGraphicFramePr>
        <p:xfrm>
          <a:off xmlns:a="http://schemas.openxmlformats.org/drawingml/2006/main" x="714375" y="1809750"/>
          <a:ext xmlns:a="http://schemas.openxmlformats.org/drawingml/2006/main" cx="10763250" cy="2971800"/>
        </p:xfrm>
        <a:graphic xmlns:a="http://schemas.openxmlformats.org/drawingml/2006/main">
          <a:graphicData uri="http://schemas.openxmlformats.org/drawingml/2006/table">
            <a:tbl>
              <a:tblPr/>
              <a:tblGrid>
                <a:gridCol w="3429000"/>
                <a:gridCol w="7334250"/>
              </a:tblGrid>
              <a:tr h="742950">
                <a:tc>
                  <a:txBody>
                    <a:bodyPr lIns="85725" tIns="85725" rIns="85725" bIns="85725"/>
                    <a:lstStyle/>
                    <a:p>
                      <a:r>
                        <a:rPr sz="2175" b="1">
                          <a:solidFill>
                            <a:srgbClr val="FFFFFF"/>
                          </a:solidFill>
                          <a:latin typeface="Yu Gothic"/>
                          <a:ea typeface="Yu Gothic"/>
                          <a:cs typeface="Yu Gothic"/>
                        </a:rPr>
                        <a:t>教科・科目</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この回からつながる学習</a:t>
                      </a:r>
                    </a:p>
                  </a:txBody>
                  <a:tcPr marL="91440" marR="91440" marT="45720" marB="45720">
                    <a:solidFill>
                      <a:srgbClr val="193B59"/>
                    </a:solidFill>
                  </a:tcPr>
                </a:tc>
              </a:tr>
              <a:tr h="742950">
                <a:tc>
                  <a:txBody>
                    <a:bodyPr lIns="85725" tIns="85725" rIns="85725" bIns="85725"/>
                    <a:lstStyle/>
                    <a:p>
                      <a:r>
                        <a:rPr sz="2175" b="0">
                          <a:solidFill>
                            <a:srgbClr val="263D4D"/>
                          </a:solidFill>
                          <a:latin typeface="Yu Gothic"/>
                          <a:ea typeface="Yu Gothic"/>
                          <a:cs typeface="Yu Gothic"/>
                        </a:rPr>
                        <a:t>中学校 技術分野A</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材料と寸法、荷重のかかり方を説明</a:t>
                      </a:r>
                    </a:p>
                  </a:txBody>
                  <a:tcPr marL="91440" marR="91440" marT="45720" marB="45720">
                    <a:solidFill>
                      <a:srgbClr val="E8F0F4"/>
                    </a:solidFill>
                  </a:tcPr>
                </a:tc>
              </a:tr>
              <a:tr h="742950">
                <a:tc>
                  <a:txBody>
                    <a:bodyPr lIns="85725" tIns="85725" rIns="85725" bIns="85725"/>
                    <a:lstStyle/>
                    <a:p>
                      <a:r>
                        <a:rPr sz="2175" b="0">
                          <a:solidFill>
                            <a:srgbClr val="263D4D"/>
                          </a:solidFill>
                          <a:latin typeface="Yu Gothic"/>
                          <a:ea typeface="Yu Gothic"/>
                          <a:cs typeface="Yu Gothic"/>
                        </a:rPr>
                        <a:t>高校工業「機械設計」</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力、応力・ひずみ、部材の寸法を計算</a:t>
                      </a:r>
                    </a:p>
                  </a:txBody>
                  <a:tcPr marL="91440" marR="91440" marT="45720" marB="45720">
                    <a:solidFill>
                      <a:srgbClr val="FFFFFF"/>
                    </a:solidFill>
                  </a:tcPr>
                </a:tc>
              </a:tr>
              <a:tr h="742950">
                <a:tc>
                  <a:txBody>
                    <a:bodyPr lIns="85725" tIns="85725" rIns="85725" bIns="85725"/>
                    <a:lstStyle/>
                    <a:p>
                      <a:r>
                        <a:rPr sz="2175" b="0">
                          <a:solidFill>
                            <a:srgbClr val="263D4D"/>
                          </a:solidFill>
                          <a:latin typeface="Yu Gothic"/>
                          <a:ea typeface="Yu Gothic"/>
                          <a:cs typeface="Yu Gothic"/>
                        </a:rPr>
                        <a:t>高校「情報Ⅰ」への題材提案</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量と単位をそろえ、モデルを計算・検証</a:t>
                      </a:r>
                    </a:p>
                  </a:txBody>
                  <a:tcPr marL="91440" marR="91440" marT="45720" marB="45720">
                    <a:solidFill>
                      <a:srgbClr val="E8F0F4"/>
                    </a:solidFill>
                  </a:tcPr>
                </a:tc>
              </a:tr>
            </a:tbl>
          </a:graphicData>
        </a:graphic>
      </p:graphicFrame>
      <p:sp>
        <p:nvSpPr>
          <p:cNvPr id="5" name="">
            <a:extLst xmlns:a="http://schemas.openxmlformats.org/drawingml/2006/main">
              <a:ext uri="{FF2B5EF4-FFF2-40B4-BE49-F238E27FC236}">
                <a16:creationId xmlns:a16="http://schemas.microsoft.com/office/drawing/2014/main" id="{0D09B3EB-0AC4-44CB-83E5-5556D8D8DB5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現行学習指導要領との対応と、本講義からの授業提案を分けて示す。</a:t>
            </a:r>
          </a:p>
        </p:txBody>
      </p:sp>
      <p:sp>
        <p:nvSpPr>
          <p:cNvPr id="6" name="">
            <a:extLst xmlns:a="http://schemas.openxmlformats.org/drawingml/2006/main">
              <a:ext uri="{FF2B5EF4-FFF2-40B4-BE49-F238E27FC236}">
                <a16:creationId xmlns:a16="http://schemas.microsoft.com/office/drawing/2014/main" id="{449DD07E-9528-4A88-8A20-EC93E7D67092}"/>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48 / 57</a:t>
            </a:r>
          </a:p>
        </p:txBody>
      </p:sp>
    </p:spTree>
    <p:extLst>
      <p:ext uri="{BB962C8B-B14F-4D97-AF65-F5344CB8AC3E}">
        <p14:creationId xmlns:p14="http://schemas.microsoft.com/office/powerpoint/2010/main" val="593238839"/>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B0BB40-EBA2-48E9-8F21-EE89119EFD4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接続・想定問題1　AIの単位換算を点検する</a:t>
            </a:r>
          </a:p>
        </p:txBody>
      </p:sp>
      <p:sp>
        <p:nvSpPr>
          <p:cNvPr id="2" name="">
            <a:extLst xmlns:a="http://schemas.openxmlformats.org/drawingml/2006/main">
              <a:ext uri="{FF2B5EF4-FFF2-40B4-BE49-F238E27FC236}">
                <a16:creationId xmlns:a16="http://schemas.microsoft.com/office/drawing/2014/main" id="{8F28E499-D967-4E70-A2B3-99D7F9034D4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6D683A7-2E57-41A4-A117-AE7CE6DA890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4" name="">
            <a:extLst xmlns:a="http://schemas.openxmlformats.org/drawingml/2006/main">
              <a:ext uri="{FF2B5EF4-FFF2-40B4-BE49-F238E27FC236}">
                <a16:creationId xmlns:a16="http://schemas.microsoft.com/office/drawing/2014/main" id="{EA38901F-FC23-4376-AD61-7302ABA05DD0}"/>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AIが「1 MPa = 1,000 N/mm²」と回答した。正しい換算を、m²とmm²の関係から説明する。</a:t>
            </a:r>
          </a:p>
        </p:txBody>
      </p:sp>
      <p:sp>
        <p:nvSpPr>
          <p:cNvPr id="5" name="">
            <a:extLst xmlns:a="http://schemas.openxmlformats.org/drawingml/2006/main">
              <a:ext uri="{FF2B5EF4-FFF2-40B4-BE49-F238E27FC236}">
                <a16:creationId xmlns:a16="http://schemas.microsoft.com/office/drawing/2014/main" id="{8E7C5FA6-6078-43F0-A25B-444772D30127}"/>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180FC7A6-4DCF-4B87-99D9-B244AA5B061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7A3917B7-30CD-41E3-B709-6EF76AFE908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49 / 57</a:t>
            </a:r>
          </a:p>
        </p:txBody>
      </p:sp>
    </p:spTree>
    <p:extLst>
      <p:ext uri="{BB962C8B-B14F-4D97-AF65-F5344CB8AC3E}">
        <p14:creationId xmlns:p14="http://schemas.microsoft.com/office/powerpoint/2010/main" val="131300740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983138-64C2-47C6-AE0D-3C68E4CF0A53}"/>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接続・想定問題1　解説：AIの単位換算を点検する</a:t>
            </a:r>
          </a:p>
        </p:txBody>
      </p:sp>
      <p:sp>
        <p:nvSpPr>
          <p:cNvPr id="2" name="">
            <a:extLst xmlns:a="http://schemas.openxmlformats.org/drawingml/2006/main">
              <a:ext uri="{FF2B5EF4-FFF2-40B4-BE49-F238E27FC236}">
                <a16:creationId xmlns:a16="http://schemas.microsoft.com/office/drawing/2014/main" id="{14242A60-8BC0-49ED-86CE-53172C829D2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D45D78E-65B2-4A41-AA63-C54BC7ADA6B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4" name="">
            <a:extLst xmlns:a="http://schemas.openxmlformats.org/drawingml/2006/main">
              <a:ext uri="{FF2B5EF4-FFF2-40B4-BE49-F238E27FC236}">
                <a16:creationId xmlns:a16="http://schemas.microsoft.com/office/drawing/2014/main" id="{2B56CDA0-9AC9-4C27-9177-617C04CC4F74}"/>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1 m² = 10⁶ mm²</a:t>
            </a:r>
          </a:p>
        </p:txBody>
      </p:sp>
      <p:sp>
        <p:nvSpPr>
          <p:cNvPr id="5" name="">
            <a:extLst xmlns:a="http://schemas.openxmlformats.org/drawingml/2006/main">
              <a:ext uri="{FF2B5EF4-FFF2-40B4-BE49-F238E27FC236}">
                <a16:creationId xmlns:a16="http://schemas.microsoft.com/office/drawing/2014/main" id="{7FE86353-693C-451F-B541-2A8D8FE3663D}"/>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1 N/mm² = 10⁶ N/m² = 1 MPa</a:t>
            </a:r>
          </a:p>
        </p:txBody>
      </p:sp>
      <p:sp>
        <p:nvSpPr>
          <p:cNvPr id="6" name="">
            <a:extLst xmlns:a="http://schemas.openxmlformats.org/drawingml/2006/main">
              <a:ext uri="{FF2B5EF4-FFF2-40B4-BE49-F238E27FC236}">
                <a16:creationId xmlns:a16="http://schemas.microsoft.com/office/drawing/2014/main" id="{6CFA2439-3274-4857-BD51-AB6AAF8E2C95}"/>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正しくは 1 MPa = 1 N/mm²</a:t>
            </a:r>
          </a:p>
        </p:txBody>
      </p:sp>
      <p:sp>
        <p:nvSpPr>
          <p:cNvPr id="7" name="">
            <a:extLst xmlns:a="http://schemas.openxmlformats.org/drawingml/2006/main">
              <a:ext uri="{FF2B5EF4-FFF2-40B4-BE49-F238E27FC236}">
                <a16:creationId xmlns:a16="http://schemas.microsoft.com/office/drawing/2014/main" id="{03E51139-A95F-473C-8024-D77282F424E3}"/>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数値だけでなく、面積の換算を確認する</a:t>
            </a:r>
          </a:p>
        </p:txBody>
      </p:sp>
      <p:sp>
        <p:nvSpPr>
          <p:cNvPr id="8" name="">
            <a:extLst xmlns:a="http://schemas.openxmlformats.org/drawingml/2006/main">
              <a:ext uri="{FF2B5EF4-FFF2-40B4-BE49-F238E27FC236}">
                <a16:creationId xmlns:a16="http://schemas.microsoft.com/office/drawing/2014/main" id="{882AE0B2-735F-4D9A-AEF0-D393F0708EA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本編の参照スライド：9・11</a:t>
            </a:r>
          </a:p>
        </p:txBody>
      </p:sp>
      <p:sp>
        <p:nvSpPr>
          <p:cNvPr id="9" name="">
            <a:extLst xmlns:a="http://schemas.openxmlformats.org/drawingml/2006/main">
              <a:ext uri="{FF2B5EF4-FFF2-40B4-BE49-F238E27FC236}">
                <a16:creationId xmlns:a16="http://schemas.microsoft.com/office/drawing/2014/main" id="{EA7AE5B8-EB74-4AF0-9132-16F45F62A7C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50 / 57</a:t>
            </a:r>
          </a:p>
        </p:txBody>
      </p:sp>
    </p:spTree>
    <p:extLst>
      <p:ext uri="{BB962C8B-B14F-4D97-AF65-F5344CB8AC3E}">
        <p14:creationId xmlns:p14="http://schemas.microsoft.com/office/powerpoint/2010/main" val="881782450"/>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881347-3976-4B7C-A7C0-09213DE2A4B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接続・想定問題2　材料の係数と棒の寸法</a:t>
            </a:r>
          </a:p>
        </p:txBody>
      </p:sp>
      <p:sp>
        <p:nvSpPr>
          <p:cNvPr id="2" name="">
            <a:extLst xmlns:a="http://schemas.openxmlformats.org/drawingml/2006/main">
              <a:ext uri="{FF2B5EF4-FFF2-40B4-BE49-F238E27FC236}">
                <a16:creationId xmlns:a16="http://schemas.microsoft.com/office/drawing/2014/main" id="{C0A1927C-1511-49C8-80EA-DEB7B63BADD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14C95ED-5C56-48C3-B89D-449D75926A2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4" name="">
            <a:extLst xmlns:a="http://schemas.openxmlformats.org/drawingml/2006/main">
              <a:ext uri="{FF2B5EF4-FFF2-40B4-BE49-F238E27FC236}">
                <a16:creationId xmlns:a16="http://schemas.microsoft.com/office/drawing/2014/main" id="{C25285C5-87B5-407C-A730-21F68C9E9E3C}"/>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E=200,000 MPaの一様棒。A=20 mm²、L₀=1,000 mm。①剛性kを求める。②Aだけ2倍、L₀だけ2倍にした各場合のkと、同じ力での伸びの倍率を求める。</a:t>
            </a:r>
          </a:p>
        </p:txBody>
      </p:sp>
      <p:sp>
        <p:nvSpPr>
          <p:cNvPr id="5" name="">
            <a:extLst xmlns:a="http://schemas.openxmlformats.org/drawingml/2006/main">
              <a:ext uri="{FF2B5EF4-FFF2-40B4-BE49-F238E27FC236}">
                <a16:creationId xmlns:a16="http://schemas.microsoft.com/office/drawing/2014/main" id="{0A051083-91FA-4F1B-8CFA-D25BFF4663D9}"/>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9706DE06-576E-41DD-B2C0-B4904461E62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451F13CE-B0F7-4F43-8AAE-DE1BA79DB78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51 / 57</a:t>
            </a:r>
          </a:p>
        </p:txBody>
      </p:sp>
    </p:spTree>
    <p:extLst>
      <p:ext uri="{BB962C8B-B14F-4D97-AF65-F5344CB8AC3E}">
        <p14:creationId xmlns:p14="http://schemas.microsoft.com/office/powerpoint/2010/main" val="75468074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63F79D-636B-4E82-A580-C2A261C7E165}"/>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接続・想定問題2　解説：材料の係数と棒の寸法</a:t>
            </a:r>
          </a:p>
        </p:txBody>
      </p:sp>
      <p:sp>
        <p:nvSpPr>
          <p:cNvPr id="2" name="">
            <a:extLst xmlns:a="http://schemas.openxmlformats.org/drawingml/2006/main">
              <a:ext uri="{FF2B5EF4-FFF2-40B4-BE49-F238E27FC236}">
                <a16:creationId xmlns:a16="http://schemas.microsoft.com/office/drawing/2014/main" id="{F1A91AEE-C101-4C2F-A3AD-0DEBE1790F6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99D329D-D491-472B-B621-B3D0DE1AB64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4" name="">
            <a:extLst xmlns:a="http://schemas.openxmlformats.org/drawingml/2006/main">
              <a:ext uri="{FF2B5EF4-FFF2-40B4-BE49-F238E27FC236}">
                <a16:creationId xmlns:a16="http://schemas.microsoft.com/office/drawing/2014/main" id="{1A1938D5-6437-494E-80A7-F585FBF0B276}"/>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基準：k = EA/L₀ = 4,000 N/mm</a:t>
            </a:r>
          </a:p>
        </p:txBody>
      </p:sp>
      <p:sp>
        <p:nvSpPr>
          <p:cNvPr id="5" name="">
            <a:extLst xmlns:a="http://schemas.openxmlformats.org/drawingml/2006/main">
              <a:ext uri="{FF2B5EF4-FFF2-40B4-BE49-F238E27FC236}">
                <a16:creationId xmlns:a16="http://schemas.microsoft.com/office/drawing/2014/main" id="{A5585A6D-E380-4A66-AA3C-D53EF6D46241}"/>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Aだけ2倍：kは2倍、伸びは1/2</a:t>
            </a:r>
          </a:p>
        </p:txBody>
      </p:sp>
      <p:sp>
        <p:nvSpPr>
          <p:cNvPr id="6" name="">
            <a:extLst xmlns:a="http://schemas.openxmlformats.org/drawingml/2006/main">
              <a:ext uri="{FF2B5EF4-FFF2-40B4-BE49-F238E27FC236}">
                <a16:creationId xmlns:a16="http://schemas.microsoft.com/office/drawing/2014/main" id="{BD2F109C-EDE7-4E81-9156-FCF8CEA106DE}"/>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L₀だけ2倍：kは1/2、伸びは2倍</a:t>
            </a:r>
          </a:p>
        </p:txBody>
      </p:sp>
      <p:sp>
        <p:nvSpPr>
          <p:cNvPr id="7" name="">
            <a:extLst xmlns:a="http://schemas.openxmlformats.org/drawingml/2006/main">
              <a:ext uri="{FF2B5EF4-FFF2-40B4-BE49-F238E27FC236}">
                <a16:creationId xmlns:a16="http://schemas.microsoft.com/office/drawing/2014/main" id="{0BC73AAB-B6E9-4582-AF82-E51243825B51}"/>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三つの棒でEは同じ</a:t>
            </a:r>
          </a:p>
        </p:txBody>
      </p:sp>
      <p:sp>
        <p:nvSpPr>
          <p:cNvPr id="8" name="">
            <a:extLst xmlns:a="http://schemas.openxmlformats.org/drawingml/2006/main">
              <a:ext uri="{FF2B5EF4-FFF2-40B4-BE49-F238E27FC236}">
                <a16:creationId xmlns:a16="http://schemas.microsoft.com/office/drawing/2014/main" id="{49094B15-B268-4A26-A78C-BCF5EB4DAC0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本編の参照スライド：27・28・29・30</a:t>
            </a:r>
          </a:p>
        </p:txBody>
      </p:sp>
      <p:sp>
        <p:nvSpPr>
          <p:cNvPr id="9" name="">
            <a:extLst xmlns:a="http://schemas.openxmlformats.org/drawingml/2006/main">
              <a:ext uri="{FF2B5EF4-FFF2-40B4-BE49-F238E27FC236}">
                <a16:creationId xmlns:a16="http://schemas.microsoft.com/office/drawing/2014/main" id="{325D8307-8BC7-4687-854A-0FE5C7D154A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52 / 57</a:t>
            </a:r>
          </a:p>
        </p:txBody>
      </p:sp>
    </p:spTree>
    <p:extLst>
      <p:ext uri="{BB962C8B-B14F-4D97-AF65-F5344CB8AC3E}">
        <p14:creationId xmlns:p14="http://schemas.microsoft.com/office/powerpoint/2010/main" val="154206451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17D575-445B-4608-A427-69302DE8B81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接続・想定問題3　ゼロ点のずれとグラフの傾き</a:t>
            </a:r>
          </a:p>
        </p:txBody>
      </p:sp>
      <p:sp>
        <p:nvSpPr>
          <p:cNvPr id="2" name="">
            <a:extLst xmlns:a="http://schemas.openxmlformats.org/drawingml/2006/main">
              <a:ext uri="{FF2B5EF4-FFF2-40B4-BE49-F238E27FC236}">
                <a16:creationId xmlns:a16="http://schemas.microsoft.com/office/drawing/2014/main" id="{416FDB03-14CD-4AA1-B2AD-8B255010421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889E416-683F-4A73-B2CD-55A5C4DE7D7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4" name="">
            <a:extLst xmlns:a="http://schemas.openxmlformats.org/drawingml/2006/main">
              <a:ext uri="{FF2B5EF4-FFF2-40B4-BE49-F238E27FC236}">
                <a16:creationId xmlns:a16="http://schemas.microsoft.com/office/drawing/2014/main" id="{FA67F92B-4AD4-4CC6-8D1B-6DC19FE46305}"/>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仮想データ：F=100,500,900 Nに対し表示ΔL=0.03,0.13,0.23 mm。L₀=500 mm、A=10 mm²。この範囲の傾きからkとEを求める。表示の原点を通る比例と扱えるか。</a:t>
            </a:r>
          </a:p>
        </p:txBody>
      </p:sp>
      <p:sp>
        <p:nvSpPr>
          <p:cNvPr id="5" name="">
            <a:extLst xmlns:a="http://schemas.openxmlformats.org/drawingml/2006/main">
              <a:ext uri="{FF2B5EF4-FFF2-40B4-BE49-F238E27FC236}">
                <a16:creationId xmlns:a16="http://schemas.microsoft.com/office/drawing/2014/main" id="{D4667D95-4884-46A4-937C-241ABE626448}"/>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D28A41EC-299C-4895-B075-54FE9D6D4AA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076D016B-2CC8-455C-8935-B36C5EB2727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53 / 57</a:t>
            </a:r>
          </a:p>
        </p:txBody>
      </p:sp>
    </p:spTree>
    <p:extLst>
      <p:ext uri="{BB962C8B-B14F-4D97-AF65-F5344CB8AC3E}">
        <p14:creationId xmlns:p14="http://schemas.microsoft.com/office/powerpoint/2010/main" val="184197995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1CE3450-2BB9-46A1-A348-E4B8313F538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接続・想定問題3　解説：ゼロ点のずれとグラフの傾き</a:t>
            </a:r>
          </a:p>
        </p:txBody>
      </p:sp>
      <p:sp>
        <p:nvSpPr>
          <p:cNvPr id="2" name="">
            <a:extLst xmlns:a="http://schemas.openxmlformats.org/drawingml/2006/main">
              <a:ext uri="{FF2B5EF4-FFF2-40B4-BE49-F238E27FC236}">
                <a16:creationId xmlns:a16="http://schemas.microsoft.com/office/drawing/2014/main" id="{487F9347-4839-4305-9C7A-DC45A0C5744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BE59A26-5E51-4138-8509-6B21F4D56AD9}"/>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4" name="">
            <a:extLst xmlns:a="http://schemas.openxmlformats.org/drawingml/2006/main">
              <a:ext uri="{FF2B5EF4-FFF2-40B4-BE49-F238E27FC236}">
                <a16:creationId xmlns:a16="http://schemas.microsoft.com/office/drawing/2014/main" id="{13E830AC-7A60-49A2-A331-31A9CE15AC6C}"/>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k = (900−100)/(0.23−0.03) = 4,000 N/mm</a:t>
            </a:r>
          </a:p>
        </p:txBody>
      </p:sp>
      <p:sp>
        <p:nvSpPr>
          <p:cNvPr id="5" name="">
            <a:extLst xmlns:a="http://schemas.openxmlformats.org/drawingml/2006/main">
              <a:ext uri="{FF2B5EF4-FFF2-40B4-BE49-F238E27FC236}">
                <a16:creationId xmlns:a16="http://schemas.microsoft.com/office/drawing/2014/main" id="{F8ED7906-4397-4F01-A277-5DB648FCAA9F}"/>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E = kL₀/A = 200,000 MPa</a:t>
            </a:r>
          </a:p>
        </p:txBody>
      </p:sp>
      <p:sp>
        <p:nvSpPr>
          <p:cNvPr id="6" name="">
            <a:extLst xmlns:a="http://schemas.openxmlformats.org/drawingml/2006/main">
              <a:ext uri="{FF2B5EF4-FFF2-40B4-BE49-F238E27FC236}">
                <a16:creationId xmlns:a16="http://schemas.microsoft.com/office/drawing/2014/main" id="{839EC4C7-B882-4B7C-B8B6-906AB7C1037B}"/>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この表示値は、そのまま原点を通らない</a:t>
            </a:r>
          </a:p>
        </p:txBody>
      </p:sp>
      <p:sp>
        <p:nvSpPr>
          <p:cNvPr id="7" name="">
            <a:extLst xmlns:a="http://schemas.openxmlformats.org/drawingml/2006/main">
              <a:ext uri="{FF2B5EF4-FFF2-40B4-BE49-F238E27FC236}">
                <a16:creationId xmlns:a16="http://schemas.microsoft.com/office/drawing/2014/main" id="{67C2ED61-5CB2-470E-A92F-7958C0E29CC1}"/>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傾き・切片・ゼロ点の確認を分ける</a:t>
            </a:r>
          </a:p>
        </p:txBody>
      </p:sp>
      <p:sp>
        <p:nvSpPr>
          <p:cNvPr id="8" name="">
            <a:extLst xmlns:a="http://schemas.openxmlformats.org/drawingml/2006/main">
              <a:ext uri="{FF2B5EF4-FFF2-40B4-BE49-F238E27FC236}">
                <a16:creationId xmlns:a16="http://schemas.microsoft.com/office/drawing/2014/main" id="{38A38599-DE36-4776-B976-E34C959C3C3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本編の参照スライド：27・28・29</a:t>
            </a:r>
          </a:p>
        </p:txBody>
      </p:sp>
      <p:sp>
        <p:nvSpPr>
          <p:cNvPr id="9" name="">
            <a:extLst xmlns:a="http://schemas.openxmlformats.org/drawingml/2006/main">
              <a:ext uri="{FF2B5EF4-FFF2-40B4-BE49-F238E27FC236}">
                <a16:creationId xmlns:a16="http://schemas.microsoft.com/office/drawing/2014/main" id="{E8076B3A-3171-4130-9FE7-930EB96F8630}"/>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54 / 57</a:t>
            </a:r>
          </a:p>
        </p:txBody>
      </p:sp>
    </p:spTree>
    <p:extLst>
      <p:ext uri="{BB962C8B-B14F-4D97-AF65-F5344CB8AC3E}">
        <p14:creationId xmlns:p14="http://schemas.microsoft.com/office/powerpoint/2010/main" val="170193142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AD6A79-66B7-46B6-96C3-F31009D90CE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接続・想定問題4　二つの条件と材料選択</a:t>
            </a:r>
          </a:p>
        </p:txBody>
      </p:sp>
      <p:sp>
        <p:nvSpPr>
          <p:cNvPr id="2" name="">
            <a:extLst xmlns:a="http://schemas.openxmlformats.org/drawingml/2006/main">
              <a:ext uri="{FF2B5EF4-FFF2-40B4-BE49-F238E27FC236}">
                <a16:creationId xmlns:a16="http://schemas.microsoft.com/office/drawing/2014/main" id="{8E619259-FE68-4F8B-AF25-8C756501CFE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54C09DF-79E7-4B23-8DE5-42930EF2F478}"/>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4" name="">
            <a:extLst xmlns:a="http://schemas.openxmlformats.org/drawingml/2006/main">
              <a:ext uri="{FF2B5EF4-FFF2-40B4-BE49-F238E27FC236}">
                <a16:creationId xmlns:a16="http://schemas.microsoft.com/office/drawing/2014/main" id="{BBE7F03D-487F-4CDD-8FED-DF76309DB332}"/>
              </a:ext>
            </a:extLst>
          </p:cNvPr>
          <p:cNvSpPr>
            <a:spLocks xmlns:a="http://schemas.openxmlformats.org/drawingml/2006/main" noGrp="1"/>
          </p:cNvSpPr>
          <p:nvPr/>
        </p:nvSpPr>
        <p:spPr>
          <a:xfrm xmlns:a="http://schemas.openxmlformats.org/drawingml/2006/main">
            <a:off x="809625" y="1666875"/>
            <a:ext cx="10572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仮想の棒A/B：共にF=800 N、断面20 mm²、長さ1,000 mm。EはA=200,000、B=100,000 MPa。許容応力はA=30、B=60 MPa、許容伸びは共に0.30 mm。各条件を満たすか。</a:t>
            </a:r>
          </a:p>
        </p:txBody>
      </p:sp>
      <p:sp>
        <p:nvSpPr>
          <p:cNvPr id="5" name="">
            <a:extLst xmlns:a="http://schemas.openxmlformats.org/drawingml/2006/main">
              <a:ext uri="{FF2B5EF4-FFF2-40B4-BE49-F238E27FC236}">
                <a16:creationId xmlns:a16="http://schemas.microsoft.com/office/drawing/2014/main" id="{D51214E2-DB81-4AE0-92BB-FA3186F1E2CA}"/>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図・途中式・条件・判断の理由を記録する</a:t>
            </a:r>
          </a:p>
        </p:txBody>
      </p:sp>
      <p:sp>
        <p:nvSpPr>
          <p:cNvPr id="6" name="">
            <a:extLst xmlns:a="http://schemas.openxmlformats.org/drawingml/2006/main">
              <a:ext uri="{FF2B5EF4-FFF2-40B4-BE49-F238E27FC236}">
                <a16:creationId xmlns:a16="http://schemas.microsoft.com/office/drawing/2014/main" id="{A1C47B27-5A97-417E-9180-066BE8BF3D4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本講義のオリジナル問題。過去問の転載・出題予測・正式な提出課題とは別。</a:t>
            </a:r>
          </a:p>
        </p:txBody>
      </p:sp>
      <p:sp>
        <p:nvSpPr>
          <p:cNvPr id="7" name="">
            <a:extLst xmlns:a="http://schemas.openxmlformats.org/drawingml/2006/main">
              <a:ext uri="{FF2B5EF4-FFF2-40B4-BE49-F238E27FC236}">
                <a16:creationId xmlns:a16="http://schemas.microsoft.com/office/drawing/2014/main" id="{34911338-C6C3-44AF-8E22-67EFB22E7100}"/>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55 / 57</a:t>
            </a:r>
          </a:p>
        </p:txBody>
      </p:sp>
    </p:spTree>
    <p:extLst>
      <p:ext uri="{BB962C8B-B14F-4D97-AF65-F5344CB8AC3E}">
        <p14:creationId xmlns:p14="http://schemas.microsoft.com/office/powerpoint/2010/main" val="1327521166"/>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0A61214-AD64-485A-8CD0-39F25251E07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defRPr sz="2925" b="1">
                <a:solidFill>
                  <a:srgbClr val="193B59"/>
                </a:solidFill>
                <a:latin typeface="Yu Gothic"/>
                <a:ea typeface="Yu Gothic"/>
                <a:cs typeface="Yu Gothic"/>
              </a:defRPr>
            </a:lvl1pPr>
            <a:lvl2pPr>
              <a:defRPr sz="2925" b="1">
                <a:solidFill>
                  <a:srgbClr val="193B59"/>
                </a:solidFill>
                <a:latin typeface="Yu Gothic"/>
                <a:ea typeface="Yu Gothic"/>
                <a:cs typeface="Yu Gothic"/>
              </a:defRPr>
            </a:lvl2pPr>
            <a:lvl3pPr>
              <a:defRPr sz="2925" b="1">
                <a:solidFill>
                  <a:srgbClr val="193B59"/>
                </a:solidFill>
                <a:latin typeface="Yu Gothic"/>
                <a:ea typeface="Yu Gothic"/>
                <a:cs typeface="Yu Gothic"/>
              </a:defRPr>
            </a:lvl3pPr>
            <a:lvl4pPr>
              <a:defRPr sz="2925" b="1">
                <a:solidFill>
                  <a:srgbClr val="193B59"/>
                </a:solidFill>
                <a:latin typeface="Yu Gothic"/>
                <a:ea typeface="Yu Gothic"/>
                <a:cs typeface="Yu Gothic"/>
              </a:defRPr>
            </a:lvl4pPr>
            <a:lvl5pPr>
              <a:defRPr sz="2925" b="1">
                <a:solidFill>
                  <a:srgbClr val="193B59"/>
                </a:solidFill>
                <a:latin typeface="Yu Gothic"/>
                <a:ea typeface="Yu Gothic"/>
                <a:cs typeface="Yu Gothic"/>
              </a:defRPr>
            </a:lvl5pPr>
            <a:lvl6pPr>
              <a:defRPr sz="2925" b="1">
                <a:solidFill>
                  <a:srgbClr val="193B59"/>
                </a:solidFill>
                <a:latin typeface="Yu Gothic"/>
                <a:ea typeface="Yu Gothic"/>
                <a:cs typeface="Yu Gothic"/>
              </a:defRPr>
            </a:lvl6pPr>
            <a:lvl7pPr>
              <a:defRPr sz="2925" b="1">
                <a:solidFill>
                  <a:srgbClr val="193B59"/>
                </a:solidFill>
                <a:latin typeface="Yu Gothic"/>
                <a:ea typeface="Yu Gothic"/>
                <a:cs typeface="Yu Gothic"/>
              </a:defRPr>
            </a:lvl7pPr>
            <a:lvl8pPr>
              <a:defRPr sz="2925" b="1">
                <a:solidFill>
                  <a:srgbClr val="193B59"/>
                </a:solidFill>
                <a:latin typeface="Yu Gothic"/>
                <a:ea typeface="Yu Gothic"/>
                <a:cs typeface="Yu Gothic"/>
              </a:defRPr>
            </a:lvl8pPr>
            <a:lvl9pPr>
              <a:defRPr sz="2925" b="1">
                <a:solidFill>
                  <a:srgbClr val="193B59"/>
                </a:solidFill>
                <a:latin typeface="Yu Gothic"/>
                <a:ea typeface="Yu Gothic"/>
                <a:cs typeface="Yu Gothic"/>
              </a:defRPr>
            </a:lvl9pPr>
          </a:lstStyle>
          <a:p xmlns:a="http://schemas.openxmlformats.org/drawingml/2006/main">
            <a:pPr>
              <a:defRPr sz="2925" b="1">
                <a:solidFill>
                  <a:srgbClr val="193B59"/>
                </a:solidFill>
                <a:latin typeface="Yu Gothic"/>
                <a:ea typeface="Yu Gothic"/>
                <a:cs typeface="Yu Gothic"/>
              </a:defRPr>
            </a:pPr>
            <a:r>
              <a:rPr sz="2925" b="1">
                <a:solidFill>
                  <a:srgbClr val="193B59"/>
                </a:solidFill>
                <a:latin typeface="Yu Gothic"/>
                <a:ea typeface="Yu Gothic"/>
                <a:cs typeface="Yu Gothic"/>
              </a:rPr>
              <a:t>接続・想定問題4　解説：二つの条件と材料選択</a:t>
            </a:r>
          </a:p>
        </p:txBody>
      </p:sp>
      <p:sp>
        <p:nvSpPr>
          <p:cNvPr id="2" name="">
            <a:extLst xmlns:a="http://schemas.openxmlformats.org/drawingml/2006/main">
              <a:ext uri="{FF2B5EF4-FFF2-40B4-BE49-F238E27FC236}">
                <a16:creationId xmlns:a16="http://schemas.microsoft.com/office/drawing/2014/main" id="{8F98FFCA-5393-42DE-8EAD-FCD3D2DFF83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20D6197-A89B-418C-98C4-BD1D42C6CB89}"/>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第2回</a:t>
            </a:r>
          </a:p>
        </p:txBody>
      </p:sp>
      <p:sp>
        <p:nvSpPr>
          <p:cNvPr id="4" name="">
            <a:extLst xmlns:a="http://schemas.openxmlformats.org/drawingml/2006/main">
              <a:ext uri="{FF2B5EF4-FFF2-40B4-BE49-F238E27FC236}">
                <a16:creationId xmlns:a16="http://schemas.microsoft.com/office/drawing/2014/main" id="{A9901096-6B74-4AAD-9657-164D3C941ACF}"/>
              </a:ext>
            </a:extLst>
          </p:cNvPr>
          <p:cNvSpPr>
            <a:spLocks xmlns:a="http://schemas.openxmlformats.org/drawingml/2006/main" noGrp="1"/>
          </p:cNvSpPr>
          <p:nvPr/>
        </p:nvSpPr>
        <p:spPr>
          <a:xfrm xmlns:a="http://schemas.openxmlformats.org/drawingml/2006/main">
            <a:off x="809625" y="1714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応力：どちらも40 MPa</a:t>
            </a:r>
          </a:p>
        </p:txBody>
      </p:sp>
      <p:sp>
        <p:nvSpPr>
          <p:cNvPr id="5" name="">
            <a:extLst xmlns:a="http://schemas.openxmlformats.org/drawingml/2006/main">
              <a:ext uri="{FF2B5EF4-FFF2-40B4-BE49-F238E27FC236}">
                <a16:creationId xmlns:a16="http://schemas.microsoft.com/office/drawing/2014/main" id="{3DEADECF-E2A6-4F7D-997C-7094EF9F4177}"/>
              </a:ext>
            </a:extLst>
          </p:cNvPr>
          <p:cNvSpPr>
            <a:spLocks xmlns:a="http://schemas.openxmlformats.org/drawingml/2006/main" noGrp="1"/>
          </p:cNvSpPr>
          <p:nvPr/>
        </p:nvSpPr>
        <p:spPr>
          <a:xfrm xmlns:a="http://schemas.openxmlformats.org/drawingml/2006/main">
            <a:off x="809625" y="26098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伸び：Aは0.20 mm、Bは0.40 mm</a:t>
            </a:r>
          </a:p>
        </p:txBody>
      </p:sp>
      <p:sp>
        <p:nvSpPr>
          <p:cNvPr id="6" name="">
            <a:extLst xmlns:a="http://schemas.openxmlformats.org/drawingml/2006/main">
              <a:ext uri="{FF2B5EF4-FFF2-40B4-BE49-F238E27FC236}">
                <a16:creationId xmlns:a16="http://schemas.microsoft.com/office/drawing/2014/main" id="{C06BE502-F2B0-4F75-B8C4-3B46EE4D7AB2}"/>
              </a:ext>
            </a:extLst>
          </p:cNvPr>
          <p:cNvSpPr>
            <a:spLocks xmlns:a="http://schemas.openxmlformats.org/drawingml/2006/main" noGrp="1"/>
          </p:cNvSpPr>
          <p:nvPr/>
        </p:nvSpPr>
        <p:spPr>
          <a:xfrm xmlns:a="http://schemas.openxmlformats.org/drawingml/2006/main">
            <a:off x="809625" y="3505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Aは応力条件を、Bは伸び条件を満たさない</a:t>
            </a:r>
          </a:p>
        </p:txBody>
      </p:sp>
      <p:sp>
        <p:nvSpPr>
          <p:cNvPr id="7" name="">
            <a:extLst xmlns:a="http://schemas.openxmlformats.org/drawingml/2006/main">
              <a:ext uri="{FF2B5EF4-FFF2-40B4-BE49-F238E27FC236}">
                <a16:creationId xmlns:a16="http://schemas.microsoft.com/office/drawing/2014/main" id="{9B615346-CEE5-4777-A1CF-5004A4D51C16}"/>
              </a:ext>
            </a:extLst>
          </p:cNvPr>
          <p:cNvSpPr>
            <a:spLocks xmlns:a="http://schemas.openxmlformats.org/drawingml/2006/main" noGrp="1"/>
          </p:cNvSpPr>
          <p:nvPr/>
        </p:nvSpPr>
        <p:spPr>
          <a:xfrm xmlns:a="http://schemas.openxmlformats.org/drawingml/2006/main">
            <a:off x="809625" y="44005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Eだけでは、この二条件の判断はできない</a:t>
            </a:r>
          </a:p>
        </p:txBody>
      </p:sp>
      <p:sp>
        <p:nvSpPr>
          <p:cNvPr id="8" name="">
            <a:extLst xmlns:a="http://schemas.openxmlformats.org/drawingml/2006/main">
              <a:ext uri="{FF2B5EF4-FFF2-40B4-BE49-F238E27FC236}">
                <a16:creationId xmlns:a16="http://schemas.microsoft.com/office/drawing/2014/main" id="{18F9A731-5D52-4FCA-978D-EE3AF84FEC0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t>本編の参照スライド：41・42・44・46・47</a:t>
            </a:r>
          </a:p>
        </p:txBody>
      </p:sp>
      <p:sp>
        <p:nvSpPr>
          <p:cNvPr id="9" name="">
            <a:extLst xmlns:a="http://schemas.openxmlformats.org/drawingml/2006/main">
              <a:ext uri="{FF2B5EF4-FFF2-40B4-BE49-F238E27FC236}">
                <a16:creationId xmlns:a16="http://schemas.microsoft.com/office/drawing/2014/main" id="{0CFEF106-7042-479F-BEDA-62D0D793327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56 / 57</a:t>
            </a:r>
          </a:p>
        </p:txBody>
      </p:sp>
    </p:spTree>
    <p:extLst>
      <p:ext uri="{BB962C8B-B14F-4D97-AF65-F5344CB8AC3E}">
        <p14:creationId xmlns:p14="http://schemas.microsoft.com/office/powerpoint/2010/main" val="25806167"/>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10A2277-D141-4689-A05E-51A7507B4AF2}"/>
              </a:ext>
            </a:extLst>
          </p:cNvPr>
          <p:cNvSpPr>
            <a:spLocks xmlns:a="http://schemas.openxmlformats.org/drawingml/2006/main" noGrp="1"/>
          </p:cNvSpPr>
          <p:nvPr/>
        </p:nvSpPr>
        <p:spPr>
          <a:xfrm xmlns:a="http://schemas.openxmlformats.org/drawingml/2006/main">
            <a:off x="685800" y="371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8364F"/>
                </a:solidFill>
                <a:latin typeface="Yu Gothic"/>
                <a:ea typeface="Yu Gothic"/>
                <a:cs typeface="Yu Gothic"/>
              </a:defRPr>
            </a:defPPr>
            <a:lvl1pPr algn="l">
              <a:buNone/>
              <a:defRPr sz="3300" b="1">
                <a:solidFill>
                  <a:srgbClr val="18364F"/>
                </a:solidFill>
                <a:latin typeface="Yu Gothic"/>
                <a:ea typeface="Yu Gothic"/>
                <a:cs typeface="Yu Gothic"/>
              </a:defRPr>
            </a:lvl1pPr>
            <a:lvl2pPr algn="l">
              <a:buNone/>
              <a:defRPr sz="3300" b="1">
                <a:solidFill>
                  <a:srgbClr val="18364F"/>
                </a:solidFill>
                <a:latin typeface="Yu Gothic"/>
                <a:ea typeface="Yu Gothic"/>
                <a:cs typeface="Yu Gothic"/>
              </a:defRPr>
            </a:lvl2pPr>
            <a:lvl3pPr algn="l">
              <a:buNone/>
              <a:defRPr sz="3300" b="1">
                <a:solidFill>
                  <a:srgbClr val="18364F"/>
                </a:solidFill>
                <a:latin typeface="Yu Gothic"/>
                <a:ea typeface="Yu Gothic"/>
                <a:cs typeface="Yu Gothic"/>
              </a:defRPr>
            </a:lvl3pPr>
            <a:lvl4pPr algn="l">
              <a:buNone/>
              <a:defRPr sz="3300" b="1">
                <a:solidFill>
                  <a:srgbClr val="18364F"/>
                </a:solidFill>
                <a:latin typeface="Yu Gothic"/>
                <a:ea typeface="Yu Gothic"/>
                <a:cs typeface="Yu Gothic"/>
              </a:defRPr>
            </a:lvl4pPr>
            <a:lvl5pPr algn="l">
              <a:buNone/>
              <a:defRPr sz="3300" b="1">
                <a:solidFill>
                  <a:srgbClr val="18364F"/>
                </a:solidFill>
                <a:latin typeface="Yu Gothic"/>
                <a:ea typeface="Yu Gothic"/>
                <a:cs typeface="Yu Gothic"/>
              </a:defRPr>
            </a:lvl5pPr>
            <a:lvl6pPr algn="l">
              <a:buNone/>
              <a:defRPr sz="3300" b="1">
                <a:solidFill>
                  <a:srgbClr val="18364F"/>
                </a:solidFill>
                <a:latin typeface="Yu Gothic"/>
                <a:ea typeface="Yu Gothic"/>
                <a:cs typeface="Yu Gothic"/>
              </a:defRPr>
            </a:lvl6pPr>
            <a:lvl7pPr algn="l">
              <a:buNone/>
              <a:defRPr sz="3300" b="1">
                <a:solidFill>
                  <a:srgbClr val="18364F"/>
                </a:solidFill>
                <a:latin typeface="Yu Gothic"/>
                <a:ea typeface="Yu Gothic"/>
                <a:cs typeface="Yu Gothic"/>
              </a:defRPr>
            </a:lvl7pPr>
            <a:lvl8pPr algn="l">
              <a:buNone/>
              <a:defRPr sz="3300" b="1">
                <a:solidFill>
                  <a:srgbClr val="18364F"/>
                </a:solidFill>
                <a:latin typeface="Yu Gothic"/>
                <a:ea typeface="Yu Gothic"/>
                <a:cs typeface="Yu Gothic"/>
              </a:defRPr>
            </a:lvl8pPr>
            <a:lvl9pPr algn="l">
              <a:buNone/>
              <a:defRPr sz="3300" b="1">
                <a:solidFill>
                  <a:srgbClr val="18364F"/>
                </a:solidFill>
                <a:latin typeface="Yu Gothic"/>
                <a:ea typeface="Yu Gothic"/>
                <a:cs typeface="Yu Gothic"/>
              </a:defRPr>
            </a:lvl9pPr>
          </a:lstStyle>
          <a:p xmlns:a="http://schemas.openxmlformats.org/drawingml/2006/main">
            <a:pPr algn="l">
              <a:buNone/>
              <a:defRPr sz="3300" b="1">
                <a:solidFill>
                  <a:srgbClr val="18364F"/>
                </a:solidFill>
                <a:latin typeface="Yu Gothic"/>
                <a:ea typeface="Yu Gothic"/>
                <a:cs typeface="Yu Gothic"/>
              </a:defRPr>
            </a:pPr>
            <a:r>
              <a:rPr sz="3300" b="1">
                <a:solidFill>
                  <a:srgbClr val="18364F"/>
                </a:solidFill>
                <a:latin typeface="Yu Gothic"/>
                <a:ea typeface="Yu Gothic"/>
                <a:cs typeface="Yu Gothic"/>
              </a:rPr>
              <a:t>まとめと出口確認</a:t>
            </a:r>
          </a:p>
        </p:txBody>
      </p:sp>
      <p:cxnSp>
        <p:nvCxnSpPr>
          <p:cNvPr id="2" name="">
            <a:extLst xmlns:a="http://schemas.openxmlformats.org/drawingml/2006/main">
              <a:ext uri="{FF2B5EF4-FFF2-40B4-BE49-F238E27FC236}">
                <a16:creationId xmlns:a16="http://schemas.microsoft.com/office/drawing/2014/main" id="{B412A65A-795D-45ED-9BA4-7DAB5A9B74C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prstDash val="solid"/>
          </a:ln>
        </p:spPr>
      </p:cxnSp>
      <p:sp>
        <p:nvSpPr>
          <p:cNvPr id="3" name="text-2">
            <a:extLst xmlns:a="http://schemas.openxmlformats.org/drawingml/2006/main">
              <a:ext uri="{FF2B5EF4-FFF2-40B4-BE49-F238E27FC236}">
                <a16:creationId xmlns:a16="http://schemas.microsoft.com/office/drawing/2014/main" id="{3618D292-E5F7-438B-90E2-388D7C60BE13}"/>
              </a:ext>
            </a:extLst>
          </p:cNvPr>
          <p:cNvSpPr>
            <a:spLocks xmlns:a="http://schemas.openxmlformats.org/drawingml/2006/main" noGrp="1"/>
          </p:cNvSpPr>
          <p:nvPr/>
        </p:nvSpPr>
        <p:spPr>
          <a:xfrm xmlns:a="http://schemas.openxmlformats.org/drawingml/2006/main">
            <a:off x="685800" y="6410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第2回</a:t>
            </a:r>
          </a:p>
        </p:txBody>
      </p:sp>
      <p:sp>
        <p:nvSpPr>
          <p:cNvPr id="4" name="text-3">
            <a:extLst xmlns:a="http://schemas.openxmlformats.org/drawingml/2006/main">
              <a:ext uri="{FF2B5EF4-FFF2-40B4-BE49-F238E27FC236}">
                <a16:creationId xmlns:a16="http://schemas.microsoft.com/office/drawing/2014/main" id="{100142C3-40FA-418A-B0AE-0CBCFAB01618}"/>
              </a:ext>
            </a:extLst>
          </p:cNvPr>
          <p:cNvSpPr>
            <a:spLocks xmlns:a="http://schemas.openxmlformats.org/drawingml/2006/main" noGrp="1"/>
          </p:cNvSpPr>
          <p:nvPr/>
        </p:nvSpPr>
        <p:spPr>
          <a:xfrm xmlns:a="http://schemas.openxmlformats.org/drawingml/2006/main">
            <a:off x="10858500" y="6410325"/>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57 / 57</a:t>
            </a:r>
          </a:p>
        </p:txBody>
      </p:sp>
      <p:sp>
        <p:nvSpPr>
          <p:cNvPr id="5" name="text-4">
            <a:extLst xmlns:a="http://schemas.openxmlformats.org/drawingml/2006/main">
              <a:ext uri="{FF2B5EF4-FFF2-40B4-BE49-F238E27FC236}">
                <a16:creationId xmlns:a16="http://schemas.microsoft.com/office/drawing/2014/main" id="{C6EC1AEB-C713-4129-849B-890DEA4D9BA8}"/>
              </a:ext>
            </a:extLst>
          </p:cNvPr>
          <p:cNvSpPr>
            <a:spLocks xmlns:a="http://schemas.openxmlformats.org/drawingml/2006/main" noGrp="1"/>
          </p:cNvSpPr>
          <p:nvPr/>
        </p:nvSpPr>
        <p:spPr>
          <a:xfrm xmlns:a="http://schemas.openxmlformats.org/drawingml/2006/main">
            <a:off x="685800" y="1581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8364F"/>
                </a:solidFill>
                <a:latin typeface="Yu Gothic"/>
                <a:ea typeface="Yu Gothic"/>
                <a:cs typeface="Yu Gothic"/>
              </a:defRPr>
            </a:defPPr>
            <a:lvl1pPr algn="l">
              <a:buNone/>
              <a:defRPr sz="3450" b="1">
                <a:solidFill>
                  <a:srgbClr val="18364F"/>
                </a:solidFill>
                <a:latin typeface="Yu Gothic"/>
                <a:ea typeface="Yu Gothic"/>
                <a:cs typeface="Yu Gothic"/>
              </a:defRPr>
            </a:lvl1pPr>
            <a:lvl2pPr algn="l">
              <a:buNone/>
              <a:defRPr sz="3450" b="1">
                <a:solidFill>
                  <a:srgbClr val="18364F"/>
                </a:solidFill>
                <a:latin typeface="Yu Gothic"/>
                <a:ea typeface="Yu Gothic"/>
                <a:cs typeface="Yu Gothic"/>
              </a:defRPr>
            </a:lvl2pPr>
            <a:lvl3pPr algn="l">
              <a:buNone/>
              <a:defRPr sz="3450" b="1">
                <a:solidFill>
                  <a:srgbClr val="18364F"/>
                </a:solidFill>
                <a:latin typeface="Yu Gothic"/>
                <a:ea typeface="Yu Gothic"/>
                <a:cs typeface="Yu Gothic"/>
              </a:defRPr>
            </a:lvl3pPr>
            <a:lvl4pPr algn="l">
              <a:buNone/>
              <a:defRPr sz="3450" b="1">
                <a:solidFill>
                  <a:srgbClr val="18364F"/>
                </a:solidFill>
                <a:latin typeface="Yu Gothic"/>
                <a:ea typeface="Yu Gothic"/>
                <a:cs typeface="Yu Gothic"/>
              </a:defRPr>
            </a:lvl4pPr>
            <a:lvl5pPr algn="l">
              <a:buNone/>
              <a:defRPr sz="3450" b="1">
                <a:solidFill>
                  <a:srgbClr val="18364F"/>
                </a:solidFill>
                <a:latin typeface="Yu Gothic"/>
                <a:ea typeface="Yu Gothic"/>
                <a:cs typeface="Yu Gothic"/>
              </a:defRPr>
            </a:lvl5pPr>
            <a:lvl6pPr algn="l">
              <a:buNone/>
              <a:defRPr sz="3450" b="1">
                <a:solidFill>
                  <a:srgbClr val="18364F"/>
                </a:solidFill>
                <a:latin typeface="Yu Gothic"/>
                <a:ea typeface="Yu Gothic"/>
                <a:cs typeface="Yu Gothic"/>
              </a:defRPr>
            </a:lvl6pPr>
            <a:lvl7pPr algn="l">
              <a:buNone/>
              <a:defRPr sz="3450" b="1">
                <a:solidFill>
                  <a:srgbClr val="18364F"/>
                </a:solidFill>
                <a:latin typeface="Yu Gothic"/>
                <a:ea typeface="Yu Gothic"/>
                <a:cs typeface="Yu Gothic"/>
              </a:defRPr>
            </a:lvl7pPr>
            <a:lvl8pPr algn="l">
              <a:buNone/>
              <a:defRPr sz="3450" b="1">
                <a:solidFill>
                  <a:srgbClr val="18364F"/>
                </a:solidFill>
                <a:latin typeface="Yu Gothic"/>
                <a:ea typeface="Yu Gothic"/>
                <a:cs typeface="Yu Gothic"/>
              </a:defRPr>
            </a:lvl8pPr>
            <a:lvl9pPr algn="l">
              <a:buNone/>
              <a:defRPr sz="3450" b="1">
                <a:solidFill>
                  <a:srgbClr val="18364F"/>
                </a:solidFill>
                <a:latin typeface="Yu Gothic"/>
                <a:ea typeface="Yu Gothic"/>
                <a:cs typeface="Yu Gothic"/>
              </a:defRPr>
            </a:lvl9pPr>
          </a:lstStyle>
          <a:p xmlns:a="http://schemas.openxmlformats.org/drawingml/2006/main">
            <a:pPr algn="l">
              <a:buNone/>
              <a:defRPr sz="3450" b="1">
                <a:solidFill>
                  <a:srgbClr val="18364F"/>
                </a:solidFill>
                <a:latin typeface="Yu Gothic"/>
                <a:ea typeface="Yu Gothic"/>
                <a:cs typeface="Yu Gothic"/>
              </a:defRPr>
            </a:pPr>
            <a:r>
              <a:rPr sz="3450" b="1">
                <a:solidFill>
                  <a:srgbClr val="18364F"/>
                </a:solidFill>
                <a:latin typeface="Yu Gothic"/>
                <a:ea typeface="Yu Gothic"/>
                <a:cs typeface="Yu Gothic"/>
              </a:rPr>
              <a:t>σ = F/A₀　　 ε = ΔL/L₀</a:t>
            </a:r>
          </a:p>
        </p:txBody>
      </p:sp>
      <p:sp>
        <p:nvSpPr>
          <p:cNvPr id="6" name="text-5">
            <a:extLst xmlns:a="http://schemas.openxmlformats.org/drawingml/2006/main">
              <a:ext uri="{FF2B5EF4-FFF2-40B4-BE49-F238E27FC236}">
                <a16:creationId xmlns:a16="http://schemas.microsoft.com/office/drawing/2014/main" id="{26F3E2FB-C516-4FA0-A5AE-598F880E83A6}"/>
              </a:ext>
            </a:extLst>
          </p:cNvPr>
          <p:cNvSpPr>
            <a:spLocks xmlns:a="http://schemas.openxmlformats.org/drawingml/2006/main" noGrp="1"/>
          </p:cNvSpPr>
          <p:nvPr/>
        </p:nvSpPr>
        <p:spPr>
          <a:xfrm xmlns:a="http://schemas.openxmlformats.org/drawingml/2006/main">
            <a:off x="685800" y="27432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8364F"/>
                </a:solidFill>
                <a:latin typeface="Yu Gothic"/>
                <a:ea typeface="Yu Gothic"/>
                <a:cs typeface="Yu Gothic"/>
              </a:defRPr>
            </a:defPPr>
            <a:lvl1pPr algn="l">
              <a:buNone/>
              <a:defRPr sz="3450" b="1">
                <a:solidFill>
                  <a:srgbClr val="18364F"/>
                </a:solidFill>
                <a:latin typeface="Yu Gothic"/>
                <a:ea typeface="Yu Gothic"/>
                <a:cs typeface="Yu Gothic"/>
              </a:defRPr>
            </a:lvl1pPr>
            <a:lvl2pPr algn="l">
              <a:buNone/>
              <a:defRPr sz="3450" b="1">
                <a:solidFill>
                  <a:srgbClr val="18364F"/>
                </a:solidFill>
                <a:latin typeface="Yu Gothic"/>
                <a:ea typeface="Yu Gothic"/>
                <a:cs typeface="Yu Gothic"/>
              </a:defRPr>
            </a:lvl2pPr>
            <a:lvl3pPr algn="l">
              <a:buNone/>
              <a:defRPr sz="3450" b="1">
                <a:solidFill>
                  <a:srgbClr val="18364F"/>
                </a:solidFill>
                <a:latin typeface="Yu Gothic"/>
                <a:ea typeface="Yu Gothic"/>
                <a:cs typeface="Yu Gothic"/>
              </a:defRPr>
            </a:lvl3pPr>
            <a:lvl4pPr algn="l">
              <a:buNone/>
              <a:defRPr sz="3450" b="1">
                <a:solidFill>
                  <a:srgbClr val="18364F"/>
                </a:solidFill>
                <a:latin typeface="Yu Gothic"/>
                <a:ea typeface="Yu Gothic"/>
                <a:cs typeface="Yu Gothic"/>
              </a:defRPr>
            </a:lvl4pPr>
            <a:lvl5pPr algn="l">
              <a:buNone/>
              <a:defRPr sz="3450" b="1">
                <a:solidFill>
                  <a:srgbClr val="18364F"/>
                </a:solidFill>
                <a:latin typeface="Yu Gothic"/>
                <a:ea typeface="Yu Gothic"/>
                <a:cs typeface="Yu Gothic"/>
              </a:defRPr>
            </a:lvl5pPr>
            <a:lvl6pPr algn="l">
              <a:buNone/>
              <a:defRPr sz="3450" b="1">
                <a:solidFill>
                  <a:srgbClr val="18364F"/>
                </a:solidFill>
                <a:latin typeface="Yu Gothic"/>
                <a:ea typeface="Yu Gothic"/>
                <a:cs typeface="Yu Gothic"/>
              </a:defRPr>
            </a:lvl6pPr>
            <a:lvl7pPr algn="l">
              <a:buNone/>
              <a:defRPr sz="3450" b="1">
                <a:solidFill>
                  <a:srgbClr val="18364F"/>
                </a:solidFill>
                <a:latin typeface="Yu Gothic"/>
                <a:ea typeface="Yu Gothic"/>
                <a:cs typeface="Yu Gothic"/>
              </a:defRPr>
            </a:lvl7pPr>
            <a:lvl8pPr algn="l">
              <a:buNone/>
              <a:defRPr sz="3450" b="1">
                <a:solidFill>
                  <a:srgbClr val="18364F"/>
                </a:solidFill>
                <a:latin typeface="Yu Gothic"/>
                <a:ea typeface="Yu Gothic"/>
                <a:cs typeface="Yu Gothic"/>
              </a:defRPr>
            </a:lvl8pPr>
            <a:lvl9pPr algn="l">
              <a:buNone/>
              <a:defRPr sz="3450" b="1">
                <a:solidFill>
                  <a:srgbClr val="18364F"/>
                </a:solidFill>
                <a:latin typeface="Yu Gothic"/>
                <a:ea typeface="Yu Gothic"/>
                <a:cs typeface="Yu Gothic"/>
              </a:defRPr>
            </a:lvl9pPr>
          </a:lstStyle>
          <a:p xmlns:a="http://schemas.openxmlformats.org/drawingml/2006/main">
            <a:pPr algn="l">
              <a:buNone/>
              <a:defRPr sz="3450" b="1">
                <a:solidFill>
                  <a:srgbClr val="18364F"/>
                </a:solidFill>
                <a:latin typeface="Yu Gothic"/>
                <a:ea typeface="Yu Gothic"/>
                <a:cs typeface="Yu Gothic"/>
              </a:defRPr>
            </a:pPr>
            <a:r>
              <a:rPr sz="3450" b="1">
                <a:solidFill>
                  <a:srgbClr val="18364F"/>
                </a:solidFill>
                <a:latin typeface="Yu Gothic"/>
                <a:ea typeface="Yu Gothic"/>
                <a:cs typeface="Yu Gothic"/>
              </a:rPr>
              <a:t>σ = Eε　　 ΔL = FL₀/(A₀E)</a:t>
            </a:r>
          </a:p>
        </p:txBody>
      </p:sp>
      <p:sp>
        <p:nvSpPr>
          <p:cNvPr id="7" name="text-6">
            <a:extLst xmlns:a="http://schemas.openxmlformats.org/drawingml/2006/main">
              <a:ext uri="{FF2B5EF4-FFF2-40B4-BE49-F238E27FC236}">
                <a16:creationId xmlns:a16="http://schemas.microsoft.com/office/drawing/2014/main" id="{D6FB0926-3904-4787-8F05-0FFC4847742A}"/>
              </a:ext>
            </a:extLst>
          </p:cNvPr>
          <p:cNvSpPr>
            <a:spLocks xmlns:a="http://schemas.openxmlformats.org/drawingml/2006/main" noGrp="1"/>
          </p:cNvSpPr>
          <p:nvPr/>
        </p:nvSpPr>
        <p:spPr>
          <a:xfrm xmlns:a="http://schemas.openxmlformats.org/drawingml/2006/main">
            <a:off x="685800" y="4000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18364F"/>
                </a:solidFill>
                <a:latin typeface="Yu Gothic"/>
                <a:ea typeface="Yu Gothic"/>
                <a:cs typeface="Yu Gothic"/>
              </a:defRPr>
            </a:defPPr>
            <a:lvl1pPr algn="l">
              <a:buNone/>
              <a:defRPr sz="2700" b="1">
                <a:solidFill>
                  <a:srgbClr val="18364F"/>
                </a:solidFill>
                <a:latin typeface="Yu Gothic"/>
                <a:ea typeface="Yu Gothic"/>
                <a:cs typeface="Yu Gothic"/>
              </a:defRPr>
            </a:lvl1pPr>
            <a:lvl2pPr algn="l">
              <a:buNone/>
              <a:defRPr sz="2700" b="1">
                <a:solidFill>
                  <a:srgbClr val="18364F"/>
                </a:solidFill>
                <a:latin typeface="Yu Gothic"/>
                <a:ea typeface="Yu Gothic"/>
                <a:cs typeface="Yu Gothic"/>
              </a:defRPr>
            </a:lvl2pPr>
            <a:lvl3pPr algn="l">
              <a:buNone/>
              <a:defRPr sz="2700" b="1">
                <a:solidFill>
                  <a:srgbClr val="18364F"/>
                </a:solidFill>
                <a:latin typeface="Yu Gothic"/>
                <a:ea typeface="Yu Gothic"/>
                <a:cs typeface="Yu Gothic"/>
              </a:defRPr>
            </a:lvl3pPr>
            <a:lvl4pPr algn="l">
              <a:buNone/>
              <a:defRPr sz="2700" b="1">
                <a:solidFill>
                  <a:srgbClr val="18364F"/>
                </a:solidFill>
                <a:latin typeface="Yu Gothic"/>
                <a:ea typeface="Yu Gothic"/>
                <a:cs typeface="Yu Gothic"/>
              </a:defRPr>
            </a:lvl4pPr>
            <a:lvl5pPr algn="l">
              <a:buNone/>
              <a:defRPr sz="2700" b="1">
                <a:solidFill>
                  <a:srgbClr val="18364F"/>
                </a:solidFill>
                <a:latin typeface="Yu Gothic"/>
                <a:ea typeface="Yu Gothic"/>
                <a:cs typeface="Yu Gothic"/>
              </a:defRPr>
            </a:lvl5pPr>
            <a:lvl6pPr algn="l">
              <a:buNone/>
              <a:defRPr sz="2700" b="1">
                <a:solidFill>
                  <a:srgbClr val="18364F"/>
                </a:solidFill>
                <a:latin typeface="Yu Gothic"/>
                <a:ea typeface="Yu Gothic"/>
                <a:cs typeface="Yu Gothic"/>
              </a:defRPr>
            </a:lvl6pPr>
            <a:lvl7pPr algn="l">
              <a:buNone/>
              <a:defRPr sz="2700" b="1">
                <a:solidFill>
                  <a:srgbClr val="18364F"/>
                </a:solidFill>
                <a:latin typeface="Yu Gothic"/>
                <a:ea typeface="Yu Gothic"/>
                <a:cs typeface="Yu Gothic"/>
              </a:defRPr>
            </a:lvl7pPr>
            <a:lvl8pPr algn="l">
              <a:buNone/>
              <a:defRPr sz="2700" b="1">
                <a:solidFill>
                  <a:srgbClr val="18364F"/>
                </a:solidFill>
                <a:latin typeface="Yu Gothic"/>
                <a:ea typeface="Yu Gothic"/>
                <a:cs typeface="Yu Gothic"/>
              </a:defRPr>
            </a:lvl8pPr>
            <a:lvl9pPr algn="l">
              <a:buNone/>
              <a:defRPr sz="2700" b="1">
                <a:solidFill>
                  <a:srgbClr val="18364F"/>
                </a:solidFill>
                <a:latin typeface="Yu Gothic"/>
                <a:ea typeface="Yu Gothic"/>
                <a:cs typeface="Yu Gothic"/>
              </a:defRPr>
            </a:lvl9pPr>
          </a:lstStyle>
          <a:p xmlns:a="http://schemas.openxmlformats.org/drawingml/2006/main">
            <a:pPr algn="l">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力の通り道、単位、式の条件を一緒に説明する</a:t>
            </a:r>
          </a:p>
        </p:txBody>
      </p:sp>
      <p:sp>
        <p:nvSpPr>
          <p:cNvPr id="8" name="text-7">
            <a:extLst xmlns:a="http://schemas.openxmlformats.org/drawingml/2006/main">
              <a:ext uri="{FF2B5EF4-FFF2-40B4-BE49-F238E27FC236}">
                <a16:creationId xmlns:a16="http://schemas.microsoft.com/office/drawing/2014/main" id="{6EC66BFC-741A-4062-A384-E0A88973EA0F}"/>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D6C78"/>
                </a:solidFill>
                <a:latin typeface="Yu Gothic"/>
                <a:ea typeface="Yu Gothic"/>
                <a:cs typeface="Yu Gothic"/>
              </a:defRPr>
            </a:defPPr>
            <a:lvl1pPr algn="l">
              <a:buNone/>
              <a:defRPr sz="1875" b="0">
                <a:solidFill>
                  <a:srgbClr val="5D6C78"/>
                </a:solidFill>
                <a:latin typeface="Yu Gothic"/>
                <a:ea typeface="Yu Gothic"/>
                <a:cs typeface="Yu Gothic"/>
              </a:defRPr>
            </a:lvl1pPr>
            <a:lvl2pPr algn="l">
              <a:buNone/>
              <a:defRPr sz="1875" b="0">
                <a:solidFill>
                  <a:srgbClr val="5D6C78"/>
                </a:solidFill>
                <a:latin typeface="Yu Gothic"/>
                <a:ea typeface="Yu Gothic"/>
                <a:cs typeface="Yu Gothic"/>
              </a:defRPr>
            </a:lvl2pPr>
            <a:lvl3pPr algn="l">
              <a:buNone/>
              <a:defRPr sz="1875" b="0">
                <a:solidFill>
                  <a:srgbClr val="5D6C78"/>
                </a:solidFill>
                <a:latin typeface="Yu Gothic"/>
                <a:ea typeface="Yu Gothic"/>
                <a:cs typeface="Yu Gothic"/>
              </a:defRPr>
            </a:lvl3pPr>
            <a:lvl4pPr algn="l">
              <a:buNone/>
              <a:defRPr sz="1875" b="0">
                <a:solidFill>
                  <a:srgbClr val="5D6C78"/>
                </a:solidFill>
                <a:latin typeface="Yu Gothic"/>
                <a:ea typeface="Yu Gothic"/>
                <a:cs typeface="Yu Gothic"/>
              </a:defRPr>
            </a:lvl4pPr>
            <a:lvl5pPr algn="l">
              <a:buNone/>
              <a:defRPr sz="1875" b="0">
                <a:solidFill>
                  <a:srgbClr val="5D6C78"/>
                </a:solidFill>
                <a:latin typeface="Yu Gothic"/>
                <a:ea typeface="Yu Gothic"/>
                <a:cs typeface="Yu Gothic"/>
              </a:defRPr>
            </a:lvl5pPr>
            <a:lvl6pPr algn="l">
              <a:buNone/>
              <a:defRPr sz="1875" b="0">
                <a:solidFill>
                  <a:srgbClr val="5D6C78"/>
                </a:solidFill>
                <a:latin typeface="Yu Gothic"/>
                <a:ea typeface="Yu Gothic"/>
                <a:cs typeface="Yu Gothic"/>
              </a:defRPr>
            </a:lvl6pPr>
            <a:lvl7pPr algn="l">
              <a:buNone/>
              <a:defRPr sz="1875" b="0">
                <a:solidFill>
                  <a:srgbClr val="5D6C78"/>
                </a:solidFill>
                <a:latin typeface="Yu Gothic"/>
                <a:ea typeface="Yu Gothic"/>
                <a:cs typeface="Yu Gothic"/>
              </a:defRPr>
            </a:lvl7pPr>
            <a:lvl8pPr algn="l">
              <a:buNone/>
              <a:defRPr sz="1875" b="0">
                <a:solidFill>
                  <a:srgbClr val="5D6C78"/>
                </a:solidFill>
                <a:latin typeface="Yu Gothic"/>
                <a:ea typeface="Yu Gothic"/>
                <a:cs typeface="Yu Gothic"/>
              </a:defRPr>
            </a:lvl8pPr>
            <a:lvl9pPr algn="l">
              <a:buNone/>
              <a:defRPr sz="1875" b="0">
                <a:solidFill>
                  <a:srgbClr val="5D6C78"/>
                </a:solidFill>
                <a:latin typeface="Yu Gothic"/>
                <a:ea typeface="Yu Gothic"/>
                <a:cs typeface="Yu Gothic"/>
              </a:defRPr>
            </a:lvl9pPr>
          </a:lstStyle>
          <a:p xmlns:a="http://schemas.openxmlformats.org/drawingml/2006/main">
            <a:pPr algn="l">
              <a:buNone/>
              <a:defRPr sz="1875" b="0">
                <a:solidFill>
                  <a:srgbClr val="5D6C78"/>
                </a:solidFill>
                <a:latin typeface="Yu Gothic"/>
                <a:ea typeface="Yu Gothic"/>
                <a:cs typeface="Yu Gothic"/>
              </a:defRPr>
            </a:pPr>
            <a:r>
              <a:rPr sz="1875" b="0">
                <a:solidFill>
                  <a:srgbClr val="5D6C78"/>
                </a:solidFill>
                <a:latin typeface="Yu Gothic"/>
                <a:ea typeface="Yu Gothic"/>
                <a:cs typeface="Yu Gothic"/>
              </a:rPr>
              <a:t>出口確認：面積換算／応力の計算／E と強度の違い</a:t>
            </a:r>
          </a:p>
        </p:txBody>
      </p:sp>
    </p:spTree>
    <p:extLst>
      <p:ext uri="{BB962C8B-B14F-4D97-AF65-F5344CB8AC3E}">
        <p14:creationId xmlns:p14="http://schemas.microsoft.com/office/powerpoint/2010/main" val="1889272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2026-10-29T00:17:01.7860000Z</dcterms:created>
  <dcterms:modified xsi:type="dcterms:W3CDTF">2026-10-29T00:17:01.7860000Z</dcterms:modified>
</coreProperties>
</file>