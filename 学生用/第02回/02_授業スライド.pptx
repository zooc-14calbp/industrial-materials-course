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1.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2.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3.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d009e1e9a364695" /><Relationship Type="http://schemas.openxmlformats.org/officeDocument/2006/relationships/extended-properties" Target="/docProps/app.xml" Id="Rff2b831c7daf42d8" /><Relationship Type="http://schemas.openxmlformats.org/officeDocument/2006/relationships/officeDocument" Target="/ppt/presentation.xml" Id="R38f2f49dce6642e4" /></Relationships>
</file>

<file path=ppt/presentation.xml><?xml version="1.0" encoding="utf-8"?>
<p:presentation xmlns:p="http://schemas.openxmlformats.org/presentationml/2006/main">
  <p:sldMasterIdLst>
    <p:sldMasterId xmlns:r="http://schemas.openxmlformats.org/officeDocument/2006/relationships" id="2147483648" r:id="Rda32c2ecc03548e7"/>
  </p:sldMasterIdLst>
  <p:notesMasterIdLst>
    <p:notesMasterId xmlns:r="http://schemas.openxmlformats.org/officeDocument/2006/relationships" r:id="R601caa6dca704bde"/>
  </p:notesMasterIdLst>
  <p:sldIdLst>
    <p:sldId xmlns:r="http://schemas.openxmlformats.org/officeDocument/2006/relationships" id="256" r:id="R4ba12c14edcb479e"/>
    <p:sldId xmlns:r="http://schemas.openxmlformats.org/officeDocument/2006/relationships" id="257" r:id="R1e007209dee148cc"/>
    <p:sldId xmlns:r="http://schemas.openxmlformats.org/officeDocument/2006/relationships" id="258" r:id="Rc81d48dabd7c41bc"/>
    <p:sldId xmlns:r="http://schemas.openxmlformats.org/officeDocument/2006/relationships" id="259" r:id="R339c40708da14258"/>
    <p:sldId xmlns:r="http://schemas.openxmlformats.org/officeDocument/2006/relationships" id="260" r:id="R70254b52b1534eb9"/>
    <p:sldId xmlns:r="http://schemas.openxmlformats.org/officeDocument/2006/relationships" id="261" r:id="Re6cffb39f13d437d"/>
    <p:sldId xmlns:r="http://schemas.openxmlformats.org/officeDocument/2006/relationships" id="262" r:id="Rd2c5ed43bfc64192"/>
    <p:sldId xmlns:r="http://schemas.openxmlformats.org/officeDocument/2006/relationships" id="263" r:id="Rf4e75382d82c45e1"/>
    <p:sldId xmlns:r="http://schemas.openxmlformats.org/officeDocument/2006/relationships" id="264" r:id="R79ef9005fb504204"/>
    <p:sldId xmlns:r="http://schemas.openxmlformats.org/officeDocument/2006/relationships" id="265" r:id="R5a4df854e9754728"/>
    <p:sldId xmlns:r="http://schemas.openxmlformats.org/officeDocument/2006/relationships" id="266" r:id="Rfa6579f6bc244bea"/>
    <p:sldId xmlns:r="http://schemas.openxmlformats.org/officeDocument/2006/relationships" id="267" r:id="R504df2293bc74b3c"/>
    <p:sldId xmlns:r="http://schemas.openxmlformats.org/officeDocument/2006/relationships" id="268" r:id="R088c8f6b43254b18"/>
    <p:sldId xmlns:r="http://schemas.openxmlformats.org/officeDocument/2006/relationships" id="269" r:id="Ree0157859b874040"/>
    <p:sldId xmlns:r="http://schemas.openxmlformats.org/officeDocument/2006/relationships" id="270" r:id="R638e0ec2a62d4023"/>
    <p:sldId xmlns:r="http://schemas.openxmlformats.org/officeDocument/2006/relationships" id="271" r:id="R6fa1b433564b43b4"/>
    <p:sldId xmlns:r="http://schemas.openxmlformats.org/officeDocument/2006/relationships" id="272" r:id="R7326f91f7fe2461c"/>
    <p:sldId xmlns:r="http://schemas.openxmlformats.org/officeDocument/2006/relationships" id="273" r:id="R1b3ab09bfbbd40b1"/>
    <p:sldId xmlns:r="http://schemas.openxmlformats.org/officeDocument/2006/relationships" id="274" r:id="R8306153c01fe41c5"/>
    <p:sldId xmlns:r="http://schemas.openxmlformats.org/officeDocument/2006/relationships" id="275" r:id="R5e64bb7b90f44ff6"/>
    <p:sldId xmlns:r="http://schemas.openxmlformats.org/officeDocument/2006/relationships" id="276" r:id="R4bff1aff4aca4e4e"/>
    <p:sldId xmlns:r="http://schemas.openxmlformats.org/officeDocument/2006/relationships" id="277" r:id="R00e57e35a3064a00"/>
    <p:sldId xmlns:r="http://schemas.openxmlformats.org/officeDocument/2006/relationships" id="278" r:id="Ra56a566a40b84a46"/>
    <p:sldId xmlns:r="http://schemas.openxmlformats.org/officeDocument/2006/relationships" id="279" r:id="R15c2e33e2ebc4216"/>
    <p:sldId xmlns:r="http://schemas.openxmlformats.org/officeDocument/2006/relationships" id="280" r:id="Rb09bb173c43a4df4"/>
    <p:sldId xmlns:r="http://schemas.openxmlformats.org/officeDocument/2006/relationships" id="281" r:id="R4c75e0079b0644f9"/>
    <p:sldId xmlns:r="http://schemas.openxmlformats.org/officeDocument/2006/relationships" id="282" r:id="R22bb72915c96417e"/>
    <p:sldId xmlns:r="http://schemas.openxmlformats.org/officeDocument/2006/relationships" id="283" r:id="R433257bbd6324a80"/>
    <p:sldId xmlns:r="http://schemas.openxmlformats.org/officeDocument/2006/relationships" id="284" r:id="Rfd6614c5cd514685"/>
    <p:sldId xmlns:r="http://schemas.openxmlformats.org/officeDocument/2006/relationships" id="285" r:id="R14ba6884b0a04bd9"/>
    <p:sldId xmlns:r="http://schemas.openxmlformats.org/officeDocument/2006/relationships" id="286" r:id="R82070da7d2294607"/>
    <p:sldId xmlns:r="http://schemas.openxmlformats.org/officeDocument/2006/relationships" id="287" r:id="R7959f155e7be4f47"/>
    <p:sldId xmlns:r="http://schemas.openxmlformats.org/officeDocument/2006/relationships" id="288" r:id="R5ae77c3bb733451c"/>
    <p:sldId xmlns:r="http://schemas.openxmlformats.org/officeDocument/2006/relationships" id="289" r:id="R3df95640c9814534"/>
    <p:sldId xmlns:r="http://schemas.openxmlformats.org/officeDocument/2006/relationships" id="290" r:id="R5de2ae21c8704bb1"/>
    <p:sldId xmlns:r="http://schemas.openxmlformats.org/officeDocument/2006/relationships" id="291" r:id="Rfed989223571496f"/>
    <p:sldId xmlns:r="http://schemas.openxmlformats.org/officeDocument/2006/relationships" id="292" r:id="R29222b7e8d794b28"/>
    <p:sldId xmlns:r="http://schemas.openxmlformats.org/officeDocument/2006/relationships" id="293" r:id="R0c8754d59e374b18"/>
    <p:sldId xmlns:r="http://schemas.openxmlformats.org/officeDocument/2006/relationships" id="294" r:id="R3ee8749c794e415c"/>
    <p:sldId xmlns:r="http://schemas.openxmlformats.org/officeDocument/2006/relationships" id="295" r:id="R09bcc46d34b54077"/>
    <p:sldId xmlns:r="http://schemas.openxmlformats.org/officeDocument/2006/relationships" id="296" r:id="R595fd5b257d24c1a"/>
    <p:sldId xmlns:r="http://schemas.openxmlformats.org/officeDocument/2006/relationships" id="297" r:id="Rb8591aa904184802"/>
    <p:sldId xmlns:r="http://schemas.openxmlformats.org/officeDocument/2006/relationships" id="298" r:id="Rc3f750fb73d34720"/>
    <p:sldId xmlns:r="http://schemas.openxmlformats.org/officeDocument/2006/relationships" id="299" r:id="Rc5c4ce6e436a43a6"/>
    <p:sldId xmlns:r="http://schemas.openxmlformats.org/officeDocument/2006/relationships" id="300" r:id="R5dd3c5d4360f4905"/>
    <p:sldId xmlns:r="http://schemas.openxmlformats.org/officeDocument/2006/relationships" id="301" r:id="R501c9502494a41b5"/>
    <p:sldId xmlns:r="http://schemas.openxmlformats.org/officeDocument/2006/relationships" id="302" r:id="Rb61563c49eee4a03"/>
    <p:sldId xmlns:r="http://schemas.openxmlformats.org/officeDocument/2006/relationships" id="303" r:id="R30e1f654a1f94236"/>
    <p:sldId xmlns:r="http://schemas.openxmlformats.org/officeDocument/2006/relationships" id="304" r:id="Ra748c7353fe24838"/>
    <p:sldId xmlns:r="http://schemas.openxmlformats.org/officeDocument/2006/relationships" id="305" r:id="Rc687ce67921a44ea"/>
    <p:sldId xmlns:r="http://schemas.openxmlformats.org/officeDocument/2006/relationships" id="306" r:id="Rcb59d1f5e11244ca"/>
    <p:sldId xmlns:r="http://schemas.openxmlformats.org/officeDocument/2006/relationships" id="307" r:id="R7d5973c38f3349e1"/>
    <p:sldId xmlns:r="http://schemas.openxmlformats.org/officeDocument/2006/relationships" id="308" r:id="R4f868e4b46f949fa"/>
    <p:sldId xmlns:r="http://schemas.openxmlformats.org/officeDocument/2006/relationships" id="309" r:id="R162c1fe57fcd408a"/>
    <p:sldId xmlns:r="http://schemas.openxmlformats.org/officeDocument/2006/relationships" id="310" r:id="Rb893f0cdb154405b"/>
    <p:sldId xmlns:r="http://schemas.openxmlformats.org/officeDocument/2006/relationships" id="311" r:id="Rd814debe431946f2"/>
    <p:sldId xmlns:r="http://schemas.openxmlformats.org/officeDocument/2006/relationships" id="312" r:id="Rdf00858170d8456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c68a9828314172" /><Relationship Type="http://schemas.openxmlformats.org/officeDocument/2006/relationships/slideMaster" Target="/ppt/slideMasters/slideMaster1.xml" Id="Rda32c2ecc03548e7" /><Relationship Type="http://schemas.openxmlformats.org/officeDocument/2006/relationships/notesMaster" Target="/ppt/notesMasters/notesMaster1.xml" Id="R601caa6dca704bde" /><Relationship Type="http://schemas.openxmlformats.org/officeDocument/2006/relationships/presProps" Target="/ppt/presProps.xml" Id="R9b6061513def4387" /><Relationship Type="http://schemas.openxmlformats.org/officeDocument/2006/relationships/tableStyles" Target="/ppt/tableStyles.xml" Id="R53eb5093c0c54e12" /><Relationship Type="http://schemas.openxmlformats.org/officeDocument/2006/relationships/slide" Target="/ppt/slides/slide1.xml" Id="R4ba12c14edcb479e" /><Relationship Type="http://schemas.openxmlformats.org/officeDocument/2006/relationships/slide" Target="/ppt/slides/slide2.xml" Id="R1e007209dee148cc" /><Relationship Type="http://schemas.openxmlformats.org/officeDocument/2006/relationships/slide" Target="/ppt/slides/slide3.xml" Id="Rc81d48dabd7c41bc" /><Relationship Type="http://schemas.openxmlformats.org/officeDocument/2006/relationships/slide" Target="/ppt/slides/slide4.xml" Id="R339c40708da14258" /><Relationship Type="http://schemas.openxmlformats.org/officeDocument/2006/relationships/slide" Target="/ppt/slides/slide5.xml" Id="R70254b52b1534eb9" /><Relationship Type="http://schemas.openxmlformats.org/officeDocument/2006/relationships/slide" Target="/ppt/slides/slide6.xml" Id="Re6cffb39f13d437d" /><Relationship Type="http://schemas.openxmlformats.org/officeDocument/2006/relationships/slide" Target="/ppt/slides/slide7.xml" Id="Rd2c5ed43bfc64192" /><Relationship Type="http://schemas.openxmlformats.org/officeDocument/2006/relationships/slide" Target="/ppt/slides/slide8.xml" Id="Rf4e75382d82c45e1" /><Relationship Type="http://schemas.openxmlformats.org/officeDocument/2006/relationships/slide" Target="/ppt/slides/slide9.xml" Id="R79ef9005fb504204" /><Relationship Type="http://schemas.openxmlformats.org/officeDocument/2006/relationships/slide" Target="/ppt/slides/slide10.xml" Id="R5a4df854e9754728" /><Relationship Type="http://schemas.openxmlformats.org/officeDocument/2006/relationships/slide" Target="/ppt/slides/slide11.xml" Id="Rfa6579f6bc244bea" /><Relationship Type="http://schemas.openxmlformats.org/officeDocument/2006/relationships/slide" Target="/ppt/slides/slide12.xml" Id="R504df2293bc74b3c" /><Relationship Type="http://schemas.openxmlformats.org/officeDocument/2006/relationships/slide" Target="/ppt/slides/slide13.xml" Id="R088c8f6b43254b18" /><Relationship Type="http://schemas.openxmlformats.org/officeDocument/2006/relationships/slide" Target="/ppt/slides/slide14.xml" Id="Ree0157859b874040" /><Relationship Type="http://schemas.openxmlformats.org/officeDocument/2006/relationships/slide" Target="/ppt/slides/slide15.xml" Id="R638e0ec2a62d4023" /><Relationship Type="http://schemas.openxmlformats.org/officeDocument/2006/relationships/slide" Target="/ppt/slides/slide16.xml" Id="R6fa1b433564b43b4" /><Relationship Type="http://schemas.openxmlformats.org/officeDocument/2006/relationships/slide" Target="/ppt/slides/slide17.xml" Id="R7326f91f7fe2461c" /><Relationship Type="http://schemas.openxmlformats.org/officeDocument/2006/relationships/slide" Target="/ppt/slides/slide18.xml" Id="R1b3ab09bfbbd40b1" /><Relationship Type="http://schemas.openxmlformats.org/officeDocument/2006/relationships/slide" Target="/ppt/slides/slide19.xml" Id="R8306153c01fe41c5" /><Relationship Type="http://schemas.openxmlformats.org/officeDocument/2006/relationships/slide" Target="/ppt/slides/slide20.xml" Id="R5e64bb7b90f44ff6" /><Relationship Type="http://schemas.openxmlformats.org/officeDocument/2006/relationships/slide" Target="/ppt/slides/slide21.xml" Id="R4bff1aff4aca4e4e" /><Relationship Type="http://schemas.openxmlformats.org/officeDocument/2006/relationships/slide" Target="/ppt/slides/slide22.xml" Id="R00e57e35a3064a00" /><Relationship Type="http://schemas.openxmlformats.org/officeDocument/2006/relationships/slide" Target="/ppt/slides/slide23.xml" Id="Ra56a566a40b84a46" /><Relationship Type="http://schemas.openxmlformats.org/officeDocument/2006/relationships/slide" Target="/ppt/slides/slide24.xml" Id="R15c2e33e2ebc4216" /><Relationship Type="http://schemas.openxmlformats.org/officeDocument/2006/relationships/slide" Target="/ppt/slides/slide25.xml" Id="Rb09bb173c43a4df4" /><Relationship Type="http://schemas.openxmlformats.org/officeDocument/2006/relationships/slide" Target="/ppt/slides/slide26.xml" Id="R4c75e0079b0644f9" /><Relationship Type="http://schemas.openxmlformats.org/officeDocument/2006/relationships/slide" Target="/ppt/slides/slide27.xml" Id="R22bb72915c96417e" /><Relationship Type="http://schemas.openxmlformats.org/officeDocument/2006/relationships/slide" Target="/ppt/slides/slide28.xml" Id="R433257bbd6324a80" /><Relationship Type="http://schemas.openxmlformats.org/officeDocument/2006/relationships/slide" Target="/ppt/slides/slide29.xml" Id="Rfd6614c5cd514685" /><Relationship Type="http://schemas.openxmlformats.org/officeDocument/2006/relationships/slide" Target="/ppt/slides/slide30.xml" Id="R14ba6884b0a04bd9" /><Relationship Type="http://schemas.openxmlformats.org/officeDocument/2006/relationships/slide" Target="/ppt/slides/slide31.xml" Id="R82070da7d2294607" /><Relationship Type="http://schemas.openxmlformats.org/officeDocument/2006/relationships/slide" Target="/ppt/slides/slide32.xml" Id="R7959f155e7be4f47" /><Relationship Type="http://schemas.openxmlformats.org/officeDocument/2006/relationships/slide" Target="/ppt/slides/slide33.xml" Id="R5ae77c3bb733451c" /><Relationship Type="http://schemas.openxmlformats.org/officeDocument/2006/relationships/slide" Target="/ppt/slides/slide34.xml" Id="R3df95640c9814534" /><Relationship Type="http://schemas.openxmlformats.org/officeDocument/2006/relationships/slide" Target="/ppt/slides/slide35.xml" Id="R5de2ae21c8704bb1" /><Relationship Type="http://schemas.openxmlformats.org/officeDocument/2006/relationships/slide" Target="/ppt/slides/slide36.xml" Id="Rfed989223571496f" /><Relationship Type="http://schemas.openxmlformats.org/officeDocument/2006/relationships/slide" Target="/ppt/slides/slide37.xml" Id="R29222b7e8d794b28" /><Relationship Type="http://schemas.openxmlformats.org/officeDocument/2006/relationships/slide" Target="/ppt/slides/slide38.xml" Id="R0c8754d59e374b18" /><Relationship Type="http://schemas.openxmlformats.org/officeDocument/2006/relationships/slide" Target="/ppt/slides/slide39.xml" Id="R3ee8749c794e415c" /><Relationship Type="http://schemas.openxmlformats.org/officeDocument/2006/relationships/slide" Target="/ppt/slides/slide40.xml" Id="R09bcc46d34b54077" /><Relationship Type="http://schemas.openxmlformats.org/officeDocument/2006/relationships/slide" Target="/ppt/slides/slide41.xml" Id="R595fd5b257d24c1a" /><Relationship Type="http://schemas.openxmlformats.org/officeDocument/2006/relationships/slide" Target="/ppt/slides/slide42.xml" Id="Rb8591aa904184802" /><Relationship Type="http://schemas.openxmlformats.org/officeDocument/2006/relationships/slide" Target="/ppt/slides/slide43.xml" Id="Rc3f750fb73d34720" /><Relationship Type="http://schemas.openxmlformats.org/officeDocument/2006/relationships/slide" Target="/ppt/slides/slide44.xml" Id="Rc5c4ce6e436a43a6" /><Relationship Type="http://schemas.openxmlformats.org/officeDocument/2006/relationships/slide" Target="/ppt/slides/slide45.xml" Id="R5dd3c5d4360f4905" /><Relationship Type="http://schemas.openxmlformats.org/officeDocument/2006/relationships/slide" Target="/ppt/slides/slide46.xml" Id="R501c9502494a41b5" /><Relationship Type="http://schemas.openxmlformats.org/officeDocument/2006/relationships/slide" Target="/ppt/slides/slide47.xml" Id="Rb61563c49eee4a03" /><Relationship Type="http://schemas.openxmlformats.org/officeDocument/2006/relationships/slide" Target="/ppt/slides/slide48.xml" Id="R30e1f654a1f94236" /><Relationship Type="http://schemas.openxmlformats.org/officeDocument/2006/relationships/slide" Target="/ppt/slides/slide49.xml" Id="Ra748c7353fe24838" /><Relationship Type="http://schemas.openxmlformats.org/officeDocument/2006/relationships/slide" Target="/ppt/slides/slide50.xml" Id="Rc687ce67921a44ea" /><Relationship Type="http://schemas.openxmlformats.org/officeDocument/2006/relationships/slide" Target="/ppt/slides/slide51.xml" Id="Rcb59d1f5e11244ca" /><Relationship Type="http://schemas.openxmlformats.org/officeDocument/2006/relationships/slide" Target="/ppt/slides/slide52.xml" Id="R7d5973c38f3349e1" /><Relationship Type="http://schemas.openxmlformats.org/officeDocument/2006/relationships/slide" Target="/ppt/slides/slide53.xml" Id="R4f868e4b46f949fa" /><Relationship Type="http://schemas.openxmlformats.org/officeDocument/2006/relationships/slide" Target="/ppt/slides/slide54.xml" Id="R162c1fe57fcd408a" /><Relationship Type="http://schemas.openxmlformats.org/officeDocument/2006/relationships/slide" Target="/ppt/slides/slide55.xml" Id="Rb893f0cdb154405b" /><Relationship Type="http://schemas.openxmlformats.org/officeDocument/2006/relationships/slide" Target="/ppt/slides/slide56.xml" Id="Rd814debe431946f2" /><Relationship Type="http://schemas.openxmlformats.org/officeDocument/2006/relationships/slide" Target="/ppt/slides/slide57.xml" Id="Rdf00858170d8456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bf08be1d2a4f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4108024f3d4c06" /><Relationship Type="http://schemas.openxmlformats.org/officeDocument/2006/relationships/notesMaster" Target="/ppt/notesMasters/notesMaster1.xml" Id="R1a1dca561b7649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fdf56585c0407e" /><Relationship Type="http://schemas.openxmlformats.org/officeDocument/2006/relationships/notesMaster" Target="/ppt/notesMasters/notesMaster1.xml" Id="R6cd6bb9aebb948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065d9713084c81" /><Relationship Type="http://schemas.openxmlformats.org/officeDocument/2006/relationships/notesMaster" Target="/ppt/notesMasters/notesMaster1.xml" Id="Rac1de86902b14b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230927f1454090" /><Relationship Type="http://schemas.openxmlformats.org/officeDocument/2006/relationships/notesMaster" Target="/ppt/notesMasters/notesMaster1.xml" Id="Ra93843e655e94a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3c6e1133c744e9" /><Relationship Type="http://schemas.openxmlformats.org/officeDocument/2006/relationships/notesMaster" Target="/ppt/notesMasters/notesMaster1.xml" Id="R8b3fb0572d914f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bf6a3315ef4444" /><Relationship Type="http://schemas.openxmlformats.org/officeDocument/2006/relationships/notesMaster" Target="/ppt/notesMasters/notesMaster1.xml" Id="R6b81d570cc55483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a9248b6b254cd0" /><Relationship Type="http://schemas.openxmlformats.org/officeDocument/2006/relationships/notesMaster" Target="/ppt/notesMasters/notesMaster1.xml" Id="R9c12bf5040b24f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0582e2a5924bd4" /><Relationship Type="http://schemas.openxmlformats.org/officeDocument/2006/relationships/notesMaster" Target="/ppt/notesMasters/notesMaster1.xml" Id="Rdc8381da5bd84f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ea0cc99df04003" /><Relationship Type="http://schemas.openxmlformats.org/officeDocument/2006/relationships/notesMaster" Target="/ppt/notesMasters/notesMaster1.xml" Id="Rec72a7f1e190496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c39fa02c8f40a7" /><Relationship Type="http://schemas.openxmlformats.org/officeDocument/2006/relationships/notesMaster" Target="/ppt/notesMasters/notesMaster1.xml" Id="R323fef37d9ae43d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347c4d5c4b467c" /><Relationship Type="http://schemas.openxmlformats.org/officeDocument/2006/relationships/notesMaster" Target="/ppt/notesMasters/notesMaster1.xml" Id="Ra7f64ebd9c71414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3118bb5fae84e5d" /><Relationship Type="http://schemas.openxmlformats.org/officeDocument/2006/relationships/notesMaster" Target="/ppt/notesMasters/notesMaster1.xml" Id="Rc60c3afda0924a4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5f0226bfd6b47ab" /><Relationship Type="http://schemas.openxmlformats.org/officeDocument/2006/relationships/notesMaster" Target="/ppt/notesMasters/notesMaster1.xml" Id="R151dcb3c615a4ba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4584243e3214fed" /><Relationship Type="http://schemas.openxmlformats.org/officeDocument/2006/relationships/notesMaster" Target="/ppt/notesMasters/notesMaster1.xml" Id="R259f71c209de463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22de541549840de" /><Relationship Type="http://schemas.openxmlformats.org/officeDocument/2006/relationships/notesMaster" Target="/ppt/notesMasters/notesMaster1.xml" Id="Rb6069137391b45b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7c0a1587e2d43a0" /><Relationship Type="http://schemas.openxmlformats.org/officeDocument/2006/relationships/notesMaster" Target="/ppt/notesMasters/notesMaster1.xml" Id="Rf89d665b896445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1073c188d234327" /><Relationship Type="http://schemas.openxmlformats.org/officeDocument/2006/relationships/notesMaster" Target="/ppt/notesMasters/notesMaster1.xml" Id="R32083d72a8af46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43ff7f65c94bd6" /><Relationship Type="http://schemas.openxmlformats.org/officeDocument/2006/relationships/notesMaster" Target="/ppt/notesMasters/notesMaster1.xml" Id="Ra85187fa18434b6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3001249f4a46f2" /><Relationship Type="http://schemas.openxmlformats.org/officeDocument/2006/relationships/notesMaster" Target="/ppt/notesMasters/notesMaster1.xml" Id="R20a291aa02bd4d4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29a5f5e3b145cd" /><Relationship Type="http://schemas.openxmlformats.org/officeDocument/2006/relationships/notesMaster" Target="/ppt/notesMasters/notesMaster1.xml" Id="R3fa715c631e8496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7e565154d3841cb" /><Relationship Type="http://schemas.openxmlformats.org/officeDocument/2006/relationships/notesMaster" Target="/ppt/notesMasters/notesMaster1.xml" Id="R8b5a3736525c423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254193194824621" /><Relationship Type="http://schemas.openxmlformats.org/officeDocument/2006/relationships/notesMaster" Target="/ppt/notesMasters/notesMaster1.xml" Id="Ra81b7427c17d4ea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30a4eb61b964f0b" /><Relationship Type="http://schemas.openxmlformats.org/officeDocument/2006/relationships/notesMaster" Target="/ppt/notesMasters/notesMaster1.xml" Id="R4b73236cdd76466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a6fce2068344cf0" /><Relationship Type="http://schemas.openxmlformats.org/officeDocument/2006/relationships/notesMaster" Target="/ppt/notesMasters/notesMaster1.xml" Id="Raf24f0a39be0488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387c219debe4cf2" /><Relationship Type="http://schemas.openxmlformats.org/officeDocument/2006/relationships/notesMaster" Target="/ppt/notesMasters/notesMaster1.xml" Id="Ra6c348066ff9477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fc956beda1645af" /><Relationship Type="http://schemas.openxmlformats.org/officeDocument/2006/relationships/notesMaster" Target="/ppt/notesMasters/notesMaster1.xml" Id="Rf969a7b0e71c47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1b53277710b4feb" /><Relationship Type="http://schemas.openxmlformats.org/officeDocument/2006/relationships/notesMaster" Target="/ppt/notesMasters/notesMaster1.xml" Id="Re18a024eeada4d5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a0cc44fc4664876" /><Relationship Type="http://schemas.openxmlformats.org/officeDocument/2006/relationships/notesMaster" Target="/ppt/notesMasters/notesMaster1.xml" Id="Rd840abc022ef4ca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493ca22fc4b470a" /><Relationship Type="http://schemas.openxmlformats.org/officeDocument/2006/relationships/notesMaster" Target="/ppt/notesMasters/notesMaster1.xml" Id="Rc19fd5eacd27429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dcaf723d7de44e2" /><Relationship Type="http://schemas.openxmlformats.org/officeDocument/2006/relationships/notesMaster" Target="/ppt/notesMasters/notesMaster1.xml" Id="R52aeb0f5f8d042a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e1d5013dc964940" /><Relationship Type="http://schemas.openxmlformats.org/officeDocument/2006/relationships/notesMaster" Target="/ppt/notesMasters/notesMaster1.xml" Id="Rb21ee561789b489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d9dc3ce77bc45a4" /><Relationship Type="http://schemas.openxmlformats.org/officeDocument/2006/relationships/notesMaster" Target="/ppt/notesMasters/notesMaster1.xml" Id="Rd41a38a6bb7b485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9b778873d9948e8" /><Relationship Type="http://schemas.openxmlformats.org/officeDocument/2006/relationships/notesMaster" Target="/ppt/notesMasters/notesMaster1.xml" Id="Rb061fb1eda784f0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a77146db9f940f6" /><Relationship Type="http://schemas.openxmlformats.org/officeDocument/2006/relationships/notesMaster" Target="/ppt/notesMasters/notesMaster1.xml" Id="Rf04beabd68d94b2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aaffdb118be448b" /><Relationship Type="http://schemas.openxmlformats.org/officeDocument/2006/relationships/notesMaster" Target="/ppt/notesMasters/notesMaster1.xml" Id="R011b7cd285dd43b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8e8e4eedcc1430b" /><Relationship Type="http://schemas.openxmlformats.org/officeDocument/2006/relationships/notesMaster" Target="/ppt/notesMasters/notesMaster1.xml" Id="R8de188511f434b4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6da55ff13384a67" /><Relationship Type="http://schemas.openxmlformats.org/officeDocument/2006/relationships/notesMaster" Target="/ppt/notesMasters/notesMaster1.xml" Id="R841fe658bb3c458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26c997587114592" /><Relationship Type="http://schemas.openxmlformats.org/officeDocument/2006/relationships/notesMaster" Target="/ppt/notesMasters/notesMaster1.xml" Id="Rd30b5f6e34f24d2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849ddcb85024f20" /><Relationship Type="http://schemas.openxmlformats.org/officeDocument/2006/relationships/notesMaster" Target="/ppt/notesMasters/notesMaster1.xml" Id="R729ac8cca9fc429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a2837900e3e46d8" /><Relationship Type="http://schemas.openxmlformats.org/officeDocument/2006/relationships/notesMaster" Target="/ppt/notesMasters/notesMaster1.xml" Id="Rc4a6e965db95486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b04cfa73b20409b" /><Relationship Type="http://schemas.openxmlformats.org/officeDocument/2006/relationships/notesMaster" Target="/ppt/notesMasters/notesMaster1.xml" Id="R95138cb3c8434a8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898cc594c664c36" /><Relationship Type="http://schemas.openxmlformats.org/officeDocument/2006/relationships/notesMaster" Target="/ppt/notesMasters/notesMaster1.xml" Id="R6e9326bb0dcc43d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559878b2edb4dfe" /><Relationship Type="http://schemas.openxmlformats.org/officeDocument/2006/relationships/notesMaster" Target="/ppt/notesMasters/notesMaster1.xml" Id="R5490edd3704141d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ac171e1be554035" /><Relationship Type="http://schemas.openxmlformats.org/officeDocument/2006/relationships/notesMaster" Target="/ppt/notesMasters/notesMaster1.xml" Id="R3082a436fd63415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4d457f266f44f45" /><Relationship Type="http://schemas.openxmlformats.org/officeDocument/2006/relationships/notesMaster" Target="/ppt/notesMasters/notesMaster1.xml" Id="R9aef5c9e2cff455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1641b7465ca4912" /><Relationship Type="http://schemas.openxmlformats.org/officeDocument/2006/relationships/notesMaster" Target="/ppt/notesMasters/notesMaster1.xml" Id="Rf851ed02142443a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c00f7fa00954899" /><Relationship Type="http://schemas.openxmlformats.org/officeDocument/2006/relationships/notesMaster" Target="/ppt/notesMasters/notesMaster1.xml" Id="R4e6f79bb911a4e4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19c47678c694ccb" /><Relationship Type="http://schemas.openxmlformats.org/officeDocument/2006/relationships/notesMaster" Target="/ppt/notesMasters/notesMaster1.xml" Id="R94a7e78b36a946b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e2203e701494937" /><Relationship Type="http://schemas.openxmlformats.org/officeDocument/2006/relationships/notesMaster" Target="/ppt/notesMasters/notesMaster1.xml" Id="R033c9f5208504de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961a6cb6ab74eae" /><Relationship Type="http://schemas.openxmlformats.org/officeDocument/2006/relationships/notesMaster" Target="/ppt/notesMasters/notesMaster1.xml" Id="R2a5595a18161433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add28e54f164418" /><Relationship Type="http://schemas.openxmlformats.org/officeDocument/2006/relationships/notesMaster" Target="/ppt/notesMasters/notesMaster1.xml" Id="R19644e09c42a4a1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e5d79b36ef2415c" /><Relationship Type="http://schemas.openxmlformats.org/officeDocument/2006/relationships/notesMaster" Target="/ppt/notesMasters/notesMaster1.xml" Id="Ra8be82319c8c41a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84b541410c9410d" /><Relationship Type="http://schemas.openxmlformats.org/officeDocument/2006/relationships/notesMaster" Target="/ppt/notesMasters/notesMaster1.xml" Id="R5575d326de544f5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379be85b480446c" /><Relationship Type="http://schemas.openxmlformats.org/officeDocument/2006/relationships/notesMaster" Target="/ppt/notesMasters/notesMaster1.xml" Id="Rf9808a4a51d64d5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7611234f415462d" /><Relationship Type="http://schemas.openxmlformats.org/officeDocument/2006/relationships/notesMaster" Target="/ppt/notesMasters/notesMaster1.xml" Id="Rd47619b8dc55438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8732bd4e8924ed8" /><Relationship Type="http://schemas.openxmlformats.org/officeDocument/2006/relationships/notesMaster" Target="/ppt/notesMasters/notesMaster1.xml" Id="R67f978fa34e4415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57d783707234dc5" /><Relationship Type="http://schemas.openxmlformats.org/officeDocument/2006/relationships/notesMaster" Target="/ppt/notesMasters/notesMaster1.xml" Id="Rde9106bc114346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質量と力、応力とひずみを図と単位で区別します。ばねの実測関係から棒の線形弾性へ進み、力、長さ、断面積、材料の係数を分けて伸びを予測します。強度と変形の制限も別々に判断します。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質量と力、応力とひずみを図と単位で区別します。ばねの実測関係から棒の線形弾性へ進み、力、長さ、断面積、材料の係数を分けて伸びを予測します。強度と変形の制限も別々に判断し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式を記憶するだけでなく、どの量を測り、何と何を比較した式かを説明します。中学生が日常の言葉で話した内容を、量と条件の明確な説明へ導くことが教師の役割です。高校工業の計算、情報のデータ処理やモデル化へ進むときも、この区別が土台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や高校の学習内容にも、量の定義や物質の構造、モデルを正確に理解して初めて説明できる内容があります。これらの意味を理解するには、学校で示す範囲を超えて原理と関係を学ぶことが必要です。大学では、既習の用語として省略せず、その背後を体系的に学び直します。例えば、太いから丈夫と言われたとき、同じ材料か、同じ力か、何をもって丈夫と呼んでいるかを問うことができます。変形が小さいことと、破壊の限界が高いことが別だと分かれば、どのデータを追加すべきかも見えてきます。専門知識は、すぐに使う知識だけで完結しません。次に未知の材料や新しい計測方法へ出会ったとき、その説明を読み解く基礎にもなります。生成AIが式や答えを提案する場面でも、量や単位、前提に誤りがないかを確かめる役割は残ります。授業ではまず図を見て言葉で予想し、その後で式と計算を使って確かめます。計算が苦手と感じる場合も、何を数え、何で割ったかという意味から一段ずつ進め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質量と力を分けます。一キログラムは物体の質量です。そこへ重力が働くと、地表付近では約九・八ニュートンの力になります。重力の大きさは質量に重力加速度を掛けたものです。質量をそのまま力の単位として書かないようにします。キログラム重とニュートンは同じ力を違う単位で表しています。図の質量、重力、単位を順に指して確認してください。古い資料のキログラムという表記では、量が質量なのか力なのかを文脈から読み分ける必要があります。</a:t>
            </a:r>
          </a:p>
          <a:p xmlns:a="http://schemas.openxmlformats.org/drawingml/2006/main">
            <a:r>
              <a:t>例えば、同じ質量のおもりを別の重力環境へ持っていけば、重力の大きさは変わります。質量と力が同じ量なら、この違いを説明できません。体重計がキログラムで表示することと、構造物へ加わる荷重をニュートンで記録することを区別しましょう。表示の数字に加えて、何を量として表しているかを読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百グラムは〇・一キログラムです。重力加速度を九・八メートル毎秒毎秒とすると、重力の大きさは〇・九八ニュートンになります。約一ニュートンという大きさの感覚を、おもりと結び付けます。ただし、一ニュートンが常に百グラムという定義ではありません。質量を力へ変換する条件として、ここでは地表付近の重力を考えています。計算では、グラムをキログラムへ直してから掛けます。値の目安と、定義を区別しましょう。</a:t>
            </a:r>
          </a:p>
          <a:p xmlns:a="http://schemas.openxmlformats.org/drawingml/2006/main">
            <a:r>
              <a:t>一ニュートンは日常のどの程度の力かをつかむための近似です。百グラムという質量と、一ニュートンという力を等号で直接つながないようにします。質量をキログラムへ直し、重力加速度を掛けた結果を力として表します。近似の目的を言葉で添えると、感覚的な理解と定義の正確さを両立で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キログラム重は、標準重力の下で一キログラムの物体が受ける重力の大きさです。正確な換算は画面に示す九・八〇六六五ニュートンですが、この授業の多くの演習では九・八を使います。値を途中で勝手に九・八と十へ入れ替えると答えがずれます。与えられた近似を最初に記録してください。単位の関係を書いて掛ければ、キログラム重が消え、ニュートンが残ることを確かめられます。逆換算では同じ係数で割ります。</a:t>
            </a:r>
          </a:p>
          <a:p xmlns:a="http://schemas.openxmlformats.org/drawingml/2006/main">
            <a:r>
              <a:t>換算では物理的な力は変わらず、それを表す数値と単位が変わります。数字が九・八倍になったから、実際に力が九・八倍になったのではありません。古い資料に重量キログラムの表記があったときは、その量の意味を確認してから換算します。試験問題が重力加速度を指定した場合は、その指定で一貫して解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キロ、メガ、ギガは、量の種類を変えるものではなく倍率を示す接頭語です。小さい側にもミリ、マイクロ、ナノがあります。大文字と小文字で意味が変わるものがあるため、記号を区別します。例えばメガの大文字エムと、ミリの小文字エムは違います。まず一つの単位で何倍かを書き、その後に数値を換算すると、桁の誤りを見付けやすくなります。長さ、力、周波数など、違う量にも同じ倍率の仕組みを使います。</a:t>
            </a:r>
          </a:p>
          <a:p xmlns:a="http://schemas.openxmlformats.org/drawingml/2006/main">
            <a:r>
              <a:t>接頭語は、単位の前に付ける倍率の約束です。メガとミリは、同じ文字を大文字と小文字で書き分けています。表計算の見出しや手書きの答案でも、この区別を省略すると百万倍と千分の一を取り違えます。数値だけをコピーせず、見出しに量と単位を残すことが、データを他の人に渡すときの基本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情報や計測にも同じ接頭語が使われます。画面のギガバイト、ギガヘルツ、ナノ秒は、それぞれ量の単位が違いますが、ギガやナノが示す倍率は共通です。一方、ビットとバイトは別の単位です。一バイトは八ビットであり、接頭語の換算だけで済ませてはいけません。また二進接頭語のGiBなどとは区別します。材料の単位換算を別分野にも使えるよう、倍率、量、単位の三つを順に確かめてください。</a:t>
            </a:r>
          </a:p>
          <a:p xmlns:a="http://schemas.openxmlformats.org/drawingml/2006/main">
            <a:r>
              <a:t>通信の速度とファイルの容量は別の量で、容量を速度で割ると時間になります。速度に含まれる毎秒という意味まで読めば、掛け算か割り算かを判断できます。また、理想時間は通信上の付加情報や待ち時間を省いたモデル値です。実測の転送時間と違ったら、計算の失敗と決める前に、省いた条件を点検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積の換算では、長さの倍率を二乗します。一メートルが千ミリメートルなので、一平方メートルは百万平方ミリメートルです。辺が十ミリメートルの正方形を見て、横にも縦にも長さがあることを確かめます。平方を付けたまま千倍する誤りがよく起こります。計算用紙では、一メートルの換算を括弧に入れて二乗してみましょう。体積なら三乗になります。応力の単位換算へ進む前に、この面積の関係を確かめます。</a:t>
            </a:r>
          </a:p>
          <a:p xmlns:a="http://schemas.openxmlformats.org/drawingml/2006/main">
            <a:r>
              <a:t>一辺の単位を直す倍率は、面積では二回掛かります。図の小さな正方形を縦横に並べて数えることと、千の二乗という式は同じ内容です。体積では三方向、断面二次モーメントでは長さの四乗という別の単位が現れます。今回の平方の理解を曖昧にすると、後の断面計算でも大きな桁違いが生じ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力を同じ面積へ均等に加えた場合を、キログラム重とニュートンで表します。面積一平方メートルへ約九・八ニュートンを分布させたら、平均の圧力は約九・八パスカルです。圧力は面積当たりの力として表します。力の単位を変えたら、面積まで変えたことにはなりません。力、面積、割り算の順を追ってください。一キログラム重毎平方メートルを一パスカルと同一視しないことが、次の換算に必要です。</a:t>
            </a:r>
          </a:p>
          <a:p xmlns:a="http://schemas.openxmlformats.org/drawingml/2006/main">
            <a:r>
              <a:t>ここでは、おもりの力が板全体へ均等に分布するモデルを置いています。実物のおもりを直接置いた場合の接触面の圧力分布を計算した図ではありません。面積当たりの質量という量と、面積当たりの力という量も区別します。表の見出しがキログラム毎平方メートルなら、そのままパスカルと読み替えることはでき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パスカルは一平方メートル当たり一ニュートンです。一メガパスカルは百万パスカルなので、一平方ミリメートル当たり一ニュートンと等しくなります。材料の計算ではニュートン、ミリメートル、平方ミリメートル、メガパスカルを組み合わせると換算を整理しやすくなります。圧力と応力は単位が同じでも対象が違います。外から面へ押す作用と、材料内部の断面に働く力の分布を区別します。単位が同じだから意味も同じとは限りません。</a:t>
            </a:r>
          </a:p>
          <a:p xmlns:a="http://schemas.openxmlformats.org/drawingml/2006/main">
            <a:r>
              <a:t>パスカルとニュートン毎平方ミリメートルの換算では、分母の面積が百万倍違うことに注目します。小さな面積一平方ミリメートルへ一ニュートンが働くと、一平方メートル当たりに換算した数値は大きくなります。分母が小さいほど値が大きくなるという関係を、換算前の予想に使っ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
            </a:r>
          </a:p>
          <a:p xmlns:a="http://schemas.openxmlformats.org/drawingml/2006/main">
            <a:r>
              <a:t>数値をデータとして扱うとき、値だけを集めた表では意味が失われます。この例の百と二十は、力と断面積という違う量です。百を二十で割った五という計算が正しくても、答えを五ニュートンと書けば求めた量を取り違えています。ニュートンを平方ミリメートルで割るので、答えはニュートン毎平方ミリメートル、すなわちメガパスカルです。データ表では列の見出しに量と単位を書きます。異なる単位のデータを一つの列へ混ぜると、数値だけの比較や平均には意味がなくなります。AIへ計算を依頼する場合も、五という結果だけを受け取らず、どの式と単位を使ったかを確認します。単位が整っていることは誤りを見つける強い手がかりですが、正しい式を選んだ証明にはなりません。曲げを軸方向の伸びとして計算した誤りなどは、対象の図へ戻って点検します。数値、量の名前、単位、測定や計算の条件が一緒に残って初めて、別の人が検証できる記録になります。</a:t>
            </a:r>
          </a:p>
          <a:p xmlns:a="http://schemas.openxmlformats.org/drawingml/2006/main">
            <a:r>
              <a:t/>
            </a:r>
          </a:p>
          <a:p xmlns:a="http://schemas.openxmlformats.org/drawingml/2006/main">
            <a:r>
              <a:t>【改訂前の出典・記録を含むノート】</a:t>
            </a:r>
          </a:p>
          <a:p xmlns:a="http://schemas.openxmlformats.org/drawingml/2006/main">
            <a:r>
              <a:t>数値をデータとして扱うとき、値だけを集めた表では意味が失われます。この例の百と二十は、力と断面積という違う量です。百を二十で割った五という計算が正しくても、答えを五ニュートンと書けば求めた量を取り違えています。ニュートンを平方ミリメートルで割るので、答えはニュートン毎平方ミリメートル、すなわちメガパスカルです。データ表では列の見出しに量と単位を書きます。異なる単位のデータを一つの列へ混ぜると、数値だけの比較や平均には意味がなくなります。AIへ計算を依頼する場合も、五という結果だけを受け取らず、どの式と単位を使ったかを確認します。単位が整っていることは誤りを見つける強い手がかりですが、正しい式を選んだ証明にはなりません。曲げを軸方向の伸びとして計算した誤りなどは、対象の図へ戻って点検します。数値、量の名前、単位、測定や計算の条件が一緒に残って初めて、別の人が検証できる記録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のかかり方を五つに分けます。引張り、圧縮、せん断、曲げ、ねじりです。名称と一緒に、どの方向の力がどんな変形を生むかを図で確かめます。実物では複数が組み合わさります。椅子全体に一つの名前を付けるのではなく、脚、座面、接合部を分けて考えます。まず対象を決めるという手順は、後のつり合いでも同じです。今は代表的な働き方を、身近な道具や製品の部分へ対応させましょう。</a:t>
            </a:r>
          </a:p>
          <a:p xmlns:a="http://schemas.openxmlformats.org/drawingml/2006/main">
            <a:r>
              <a:t>五分類は、製品を五種類に分ける表ではありません。一つの製品の中でも、見る部分や荷重によって複数の作用が生じます。椅子だから圧縮、という一語だけで終えず、座面、脚、接合部を分けて見ます。材料を選ぶときは、どの部分がどの作用を受けるかを確かめ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引張りでは軸方向に伸ばし、圧縮では軸方向に縮めます。図は両側から同じ大きさで逆向きに作用する力を示しています。棒の内部の力を求めるときに、両端の力を足して二倍にしないようにします。切断して片側だけを取り出したとき、その側に作用する外力と内力をつり合わせます。細長い棒の圧縮では座屈なども問題になりますが、ここで導く一様な軸力の式は、あらゆる圧縮部材の破壊を予測する式ではありません。</a:t>
            </a:r>
          </a:p>
          <a:p xmlns:a="http://schemas.openxmlformats.org/drawingml/2006/main">
            <a:r>
              <a:t>図の左右の力は、棒を引く状態を二方向から表しています。両端に千ニュートンずつ描いた場合、内部の軸力を二千ニュートンと足すのは誤りです。片側を切り出し、その部分のつり合いを考えると理由が分かります。圧縮でも同じ手順を使えますが、細長い棒の座屈などは今回の一様な伸縮の式の外に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ここで一分ほど休憩します。無理のない範囲で姿勢を変えましょう。再開したら、せん断へ進みます。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せん断では、断面に沿ってずらす作用を考えます。接合部のピンやボルト、はさみで板を切る場面が例になります。引張りとせん断では、断面に対する力の方向が異なります。せん断応力にはタウという記号を使いますが、今回の計算の中心は垂直応力です。名前だけを暗記せず、切断面と力の向きを図で確かめてください。実際の接合部には一様でない応力や他の作用もあり、ここでは代表的な作用を模式化しています。</a:t>
            </a:r>
          </a:p>
          <a:p xmlns:a="http://schemas.openxmlformats.org/drawingml/2006/main">
            <a:r>
              <a:t>せん断では、力が作用する面を先に指定します。板の面に沿う方向か、板を貫く方向かは、図の見た目の左右上下だけでは決まりません。接合部のピンを考えるときも、どの断面でずれが起きるかを描きます。材料を切る工具の運動と、材料内部の応力の方向を区別して説明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下向きの荷重を二点で支える板では、曲げが生じます。図のたわみは見やすく誇張しています。この曲がり方なら、上側は縮み、下側は伸びる側になります。荷重や支持が逆なら関係も変わります。曲げでは、断面の全体へ同じ引張応力が働くとは考えません。はりの内部にどんなモーメントが生じるかを求め、その後で断面の応力へ進みます。今日は引張りとの違いを押さえ、第3回と第4回で計算につなげます。</a:t>
            </a:r>
          </a:p>
          <a:p xmlns:a="http://schemas.openxmlformats.org/drawingml/2006/main">
            <a:r>
              <a:t>曲げを受けるはりでは、上側と下側で伸縮の向きが違います。中央で下がるこの例では上側が圧縮、下側が引張りです。支持や荷重を変えれば、曲がり方や符号も変わります。図の上下を丸暗記するより、曲がったときにどちらの側が長くなるかを追うと、別の形にも説明を広げられ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ねじりは、軸の周りに回す作用です。ドライバーの軸を考えると、柄で加えた回転の作用が先端へ伝わります。図の両側の向きと、どの軸の周りに回すかを確認してください。トルクの単位はニュートンメートルですが、同じ単位の形を持つ仕事とは物理量が異なります。内部にはせん断応力が生じます。この回では公式を増やさず、軸方向に引く作用、曲げる作用、ねじる作用を図から見分けることを目標にします。</a:t>
            </a:r>
          </a:p>
          <a:p xmlns:a="http://schemas.openxmlformats.org/drawingml/2006/main">
            <a:r>
              <a:t>ねじりと曲げは、どちらも回転という日常語で表すことがありますが、回す軸の関係が違います。ドライバーの軸では長さ方向の軸の周りにねじり、棚板では長さ方向の形が曲がります。力のモーメントは同じニュートンメートルで表しても、対象と向きが違えば同じ応力計算は使え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人が椅子に座ったときの力の伝わり方を見ます。座面から接合部、脚、床へたどります。座面では曲げ、脚では主に圧縮、接合部ではせん断などが関係します。床は脚を上向きに支えます。実物の四本の脚がいつも均等に支えるとは限りませんが、均等という条件を置けば単純な計算ができます。条件を明示したモデルの結果と、実際の不均等な接触を区別しましょう。材料名だけでは椅子全体の性能を説明できないことが分かります。</a:t>
            </a:r>
          </a:p>
          <a:p xmlns:a="http://schemas.openxmlformats.org/drawingml/2006/main">
            <a:r>
              <a:t>荷重経路を追うとは、力がどの部材と接合を通って支持へ届くかを考えることです。座面だけの材料を頑丈にしても、接合部や脚に問題があれば製品全体の要求は満たせません。中学校で製作品を点検する場面では、荷重を受ける部分を順に指し示し、材料名に加えて形と接合の理由を説明させ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橋も同じように、荷重が支える場所へ伝わります。橋面や桁から支承、橋脚や橋台、地盤へと順に見ます。桁の一部を取り出すと、曲げとせん断を考えます。構造全体を一度に計算しようとするより、対象を決めて外力を描く準備が重要です。この図は鉛直荷重の代表的な経路を示す模式図で、全ての橋の構造を表したものではありません。棚板で学んだ見方を、大きい構造にも広げて使えると理解してください。</a:t>
            </a:r>
          </a:p>
          <a:p xmlns:a="http://schemas.openxmlformats.org/drawingml/2006/main">
            <a:r>
              <a:t>橋の図は荷重経路を理解するための簡略化です。すべての橋が同じ構造を持つわけではなく、実際の設計値を読み取る図でもありません。橋面から主桁、支承、橋脚や橋台へ、対象を一つずつ移して力の受け渡しを説明します。全体と一部分を分けて扱う考え方は、次回の反力と内力の計算につなが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物には自重や人・物による鉛直荷重のほか、風や地震などに伴う横の作用もあります。図では柱、筋かい、基礎へ力が伝わる道筋を見ます。どの部材にも同じ種類の力が働くと決めつけず、位置と向きから考えます。この講義で扱う基本の静的モデルだけで、実際の建物の安全を設計することはできません。しかし、力を受ける対象と経路を明らかにする考え方は共通です。複雑な実物を見たときも、まず図にできる部分から考えます。</a:t>
            </a:r>
          </a:p>
          <a:p xmlns:a="http://schemas.openxmlformats.org/drawingml/2006/main">
            <a:r>
              <a:t>横向きの力では、左右へ移動する作用に加え、転倒する向きの作用も考えます。斜め材の役割を説明する際は、三角形だから強いという言葉に、どの変形を抑える構成かという説明を添えます。接合をどのようにモデル化したかによっても挙動は変わるため、図の形だけで耐荷重を決めることはでき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棒の全体がつり合っているとき、一部を切り出してもつり合いを保つように、切断面の内力を考えます。画面では左半分を取り出しています。切断面の内力が外力とつり合うため、軸方向の力の大きさは外力と等しくなります。両端の外力を二倍にすることではありません。内部を切って考える操作は、第3回のせん断力と曲げモーメントでも使います。断面にどのくらいの力が分布するかを平均で表したものが、次の応力です。</a:t>
            </a:r>
          </a:p>
          <a:p xmlns:a="http://schemas.openxmlformats.org/drawingml/2006/main">
            <a:r>
              <a:t>切断面の力は、実際に切ってから新しい力を加えたという意味ではありません。もとの材料の片側が、もう片側へ及ぼしていた作用を図に置き換えています。左右を別々に取り出すと切断面の力の向きは逆ですが、大きさは対応します。このように対象を区切って考える操作は、複雑な系をモデルにする際にも使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
            </a:r>
          </a:p>
          <a:p xmlns:a="http://schemas.openxmlformats.org/drawingml/2006/main">
            <a:r>
              <a:t>平均垂直応力は、軸方向の力を変形前の断面積で割ります。図の例では千ニュートンを二十平方ミリメートルで割り、五十メガパスカルです。ニュートン毎平方ミリメートルがメガパスカルと等しいことを使っています。同じ力なら、断面積が小さいほど平均応力は大きくなります。軸の中心へ力を加える一様な棒の、端部から離れた部分を考えています。穴やつかみ部の近くまで、どこでも完全に一様と決めるものではありません。</a:t>
            </a:r>
          </a:p>
          <a:p xmlns:a="http://schemas.openxmlformats.org/drawingml/2006/main">
            <a:r>
              <a:t>平均応力は断面全体についての平均で、各場所が必ず同じ応力になると保証する値ではありません。穴や切欠き、荷重を伝える部分の近くでは分布の検討が必要です。計算結果に平均という言葉を残せば、求めた量と、まだ分かっていない量を区別できます。細い側の平均応力が大きいことも、力が増えたこととは区別します。</a:t>
            </a:r>
          </a:p>
          <a:p xmlns:a="http://schemas.openxmlformats.org/drawingml/2006/main">
            <a:r>
              <a:t/>
            </a:r>
          </a:p>
          <a:p xmlns:a="http://schemas.openxmlformats.org/drawingml/2006/main">
            <a:r>
              <a:t>【改訂前の出典・記録を含むノート】</a:t>
            </a:r>
          </a:p>
          <a:p xmlns:a="http://schemas.openxmlformats.org/drawingml/2006/main">
            <a:r>
              <a:t>平均垂直応力は、軸方向の力を変形前の断面積で割ります。図の例では千ニュートンを二十平方ミリメートルで割り、五十メガパスカルです。ニュートン毎平方ミリメートルがメガパスカルと等しいことを使っています。同じ力なら、断面積が小さいほど平均応力は大きくなります。軸の中心へ力を加える一様な棒の、端部から離れた部分を考えています。穴やつかみ部の近くまで、どこでも完全に一様と決めるものではありません。</a:t>
            </a:r>
          </a:p>
          <a:p xmlns:a="http://schemas.openxmlformats.org/drawingml/2006/main">
            <a:r>
              <a:t>平均応力は断面全体についての平均で、各場所が必ず同じ応力になると保証する値ではありません。穴や切欠き、荷重を伝える部分の近くでは分布の検討が必要です。計算結果に平均という言葉を残せば、求めた量と、まだ分かっていない量を区別できます。細い側の平均応力が大きいことも、力が増えたこととは区別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画面のイプシロンは、縦ひずみです。比なので単位を持ちません。</a:t>
            </a:r>
          </a:p>
          <a:p xmlns:a="http://schemas.openxmlformats.org/drawingml/2006/main">
            <a:r>
              <a:t/>
            </a:r>
          </a:p>
          <a:p xmlns:a="http://schemas.openxmlformats.org/drawingml/2006/main">
            <a:r>
              <a:t>伸びは元の長さから増えた長さで、ミリメートルなどの単位を持ちます。ひずみは伸びを元の長さで割った比です。元の長さが違う二本の棒では、伸びだけを比べても変形の割合は分かりません。画面の〇・五ミリメートルを千ミリメートルで割ると、〇・〇〇〇五です。百分率なら〇・〇五パーセントになります。単位が消える比と、伸びの長さを分けましょう。百分率へ直さずパーセントの記号だけ付ける誤りにも注意します。</a:t>
            </a:r>
          </a:p>
          <a:p xmlns:a="http://schemas.openxmlformats.org/drawingml/2006/main">
            <a:r>
              <a:t>ひずみを求める二つの長さは、同じ単位でそろえます。一メートルと〇・五ミリメートルを、その数値のまま割らないようにします。また、ひずみ〇・〇〇〇五と〇・〇五パーセントは同じ量です。百分率の数値をそのままフックの法則へ代入すると百倍違う結果になるので、式に用いる比と表示の百分率を分けましょう。</a:t>
            </a:r>
          </a:p>
          <a:p xmlns:a="http://schemas.openxmlformats.org/drawingml/2006/main">
            <a:r>
              <a:t/>
            </a:r>
          </a:p>
          <a:p xmlns:a="http://schemas.openxmlformats.org/drawingml/2006/main">
            <a:r>
              <a:t>【改訂前の出典・記録を含むノート】</a:t>
            </a:r>
          </a:p>
          <a:p xmlns:a="http://schemas.openxmlformats.org/drawingml/2006/main">
            <a:r>
              <a:t>伸びは元の長さから増えた長さで、ミリメートルなどの単位を持ちます。ひずみは伸びを元の長さで割った比です。元の長さが違う二本の棒では、伸びだけを比べても変形の割合は分かりません。画面の〇・五ミリメートルを千ミリメートルで割ると、〇・〇〇〇五です。百分率なら〇・〇五パーセントになります。単位が消える比と、伸びの長さを分けましょう。百分率へ直さずパーセントの記号だけ付ける誤りにも注意します。</a:t>
            </a:r>
          </a:p>
          <a:p xmlns:a="http://schemas.openxmlformats.org/drawingml/2006/main">
            <a:r>
              <a:t>ひずみを求める二つの長さは、同じ単位でそろえます。一メートルと〇・五ミリメートルを、その数値のまま割らないようにします。また、ひずみ〇・〇〇〇五と〇・〇五パーセントは同じ量です。百分率の数値をそのままフックの法則へ代入すると百倍違う結果になるので、式に用いる比と表示の百分率を分けましょう。</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小さな変形を測るときは、測定器の表示の刻みも確認します。表は、千ミリメートルの標点間で、伸びの表示が〇・四九、〇・五〇、〇・五一ミリメートルだった場合の計算例です。それぞれ千で割ると、ひずみは〇・〇〇〇四九、〇・〇〇〇五〇、〇・〇〇〇五一です。長い小数になりましたが、元の測定値より新しい情報が増えたわけではありません。小数の桁を増やして出力できることと、その精度で測定できたことを区別します。また、〇・〇一ミリメートル刻みで表示されることだけから、測定の正確さが〇・〇一ミリメートルだとは決められません。ゼロ点の調整、取付け、どこからどこまでの変形を測ったかも関係します。データ処理でひずみへ換算しても、こうした測定上の条件は消えません。グラフのわずかな差を材質の違いだと判断する前に、表示の刻みや繰り返した値の範囲を確かめてください。ここで扱う数値は測定の考え方を説明する仮想例で、特定の測定器の性能を示してい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ここで一分ほど休憩します。無理のない範囲で姿勢を変えましょう。再開したら、中学校のばねのフックの法則へ進みます。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で学んだばねの関係から出発します。ある範囲では、力と伸びが比例します。その傾きをばね定数と呼びます。横軸と縦軸の量と単位を確かめ、表の数値を点にして線を読みます。ばねの式はばね一本の形や寸法を含んだ関係です。棒でも力と伸びの関係を測れますが、その傾きがそのまま材料だけの特徴になるわけではありません。ここから形状の影響を分けるため、応力とひずみへ換算します。</a:t>
            </a:r>
          </a:p>
          <a:p xmlns:a="http://schemas.openxmlformats.org/drawingml/2006/main">
            <a:r>
              <a:t>この図では横軸が伸び、縦軸が荷重なので、傾きの単位はニュートン毎ミリメートルです。軸を入れ替えれば傾きはその逆の単位になります。同じデータからグラフを作っても、軸を読まずに傾きの数字を比較することはできません。比例という言葉には、どの範囲で、どの二量が比例するかを添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棒の荷重と伸びの仮想測定値を見ます。力を増やすと伸びが増え、ここで示した範囲では比例するデータになっています。先に材料の式を仮定して同じ式を証明するのではなく、測定された関係を出発点にします。この棒の力と伸びの傾きには、長さと断面積の影響が含まれます。長い棒や細い棒へ変えたら、同じ材質でも傾きは変わります。次の画面で、力を断面積で、伸びを元の長さで割り、材料として比較する量へ置き換えます。</a:t>
            </a:r>
          </a:p>
          <a:p xmlns:a="http://schemas.openxmlformats.org/drawingml/2006/main">
            <a:r>
              <a:t>棒の長さや太さを変えたとき、荷重と伸びのグラフの傾きも変わります。したがって、傾きが大きい棒を見ただけで材質を特定することはできません。材料の違いと寸法の違いを切り分けるため、力を面積で、伸びを元の長さで割ります。データの正規化は、比較したい性質と、そろえる条件を明確にする操作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力を断面積で割ると応力、伸びを元の長さで割るとひずみになります。先ほどの比例関係をこの二つの量で表すと、線形域の傾きとしてヤング率を定義できます。同じ材質・方向・温度などの条件をそろえた一様棒で、寸法の影響を分けて考えられます。画面の二百六ギガパスカルは演習の近似値です。ヤング率は変形のしにくさに関わり、破壊までの強さとは異なる量です。木材では方向による違いも、後の回で確認します。</a:t>
            </a:r>
          </a:p>
          <a:p xmlns:a="http://schemas.openxmlformats.org/drawingml/2006/main">
            <a:r>
              <a:t>応力ひずみの直線の傾きを使うときも、試験の温度、方向、範囲は必要な条件です。木材では繊維方向を変えると同じ値にはならず、樹脂では温度や時間にも注意します。正規化したから、すべての材料が同じ関係へそろうのではありません。寸法の影響を整理した上で、材料の状態の違いを比較します。</a:t>
            </a:r>
          </a:p>
          <a:p xmlns:a="http://schemas.openxmlformats.org/drawingml/2006/main">
            <a:r>
              <a:t/>
            </a:r>
          </a:p>
          <a:p xmlns:a="http://schemas.openxmlformats.org/drawingml/2006/main">
            <a:r>
              <a:t>【改訂前の出典・記録を含むノート】</a:t>
            </a:r>
          </a:p>
          <a:p xmlns:a="http://schemas.openxmlformats.org/drawingml/2006/main">
            <a:r>
              <a:t>力を断面積で割ると応力、伸びを元の長さで割るとひずみになります。先ほどの比例関係をこの二つの量で表すと、線形域の傾きとしてヤング率を定義できます。同じ材質・方向・温度などの条件をそろえた一様棒で、寸法の影響を分けて考えられます。画面の二百六ギガパスカルは演習の近似値です。ヤング率は変形のしにくさに関わり、破壊までの強さとは異なる量です。木材では方向による違いも、後の回で確認します。</a:t>
            </a:r>
          </a:p>
          <a:p xmlns:a="http://schemas.openxmlformats.org/drawingml/2006/main">
            <a:r>
              <a:t>応力ひずみの直線の傾きを使うときも、試験の温度、方向、範囲は必要な条件です。木材では繊維方向を変えると同じ値にはならず、樹脂では温度や時間にも注意します。正規化したから、すべての材料が同じ関係へそろうのではありません。寸法の影響を整理した上で、材料の状態の違いを比較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とひずみの定義を、フックの法則へ代入し、伸びを表す式へ整理します。伸びは力と元の長さに比例し、断面積とヤング率に反比例します。ニュートンとミリメートル、平方ミリメートルとメガパスカルを使い、単位が長さとして残ることを確認します。式の形だけを覚えるより、力を大きくすると伸びが増える、太くすると減る、と予想してから計算します。使えるのは、中心軸力・一様断面・小変形・線形弾性を考える範囲です。</a:t>
            </a:r>
          </a:p>
          <a:p xmlns:a="http://schemas.openxmlformats.org/drawingml/2006/main">
            <a:r>
              <a:t>式の分子にある力と長さは、増えると伸びを大きくします。分母の断面積とヤング率は、増えると伸びを小さくします。数値を入れる前にこの方向を確認すると、計算後の検算ができます。ただし、同時に二つ以上の条件が変わる場合は、各倍率をまとめて比較す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ヤング率を二十万メガパスカルと仮定し、三本の棒を比べます。これまでの二十万六千という演習値とは別の計算例です。材料は同じでも、断面積と長さを変えると棒の荷重と伸びの傾きは変わります。基準の棒では、ヤング率に面積二十を掛け、長さ千で割って、剛性は四千ニュートン毎ミリメートルです。面積だけを二倍にすれば八千、長さだけを二倍にすれば二千になります。同じ力を加えるなら、伸びは力をこの剛性で割って求められます。太い棒ほど伸びにくく、長い棒ほど伸びやすいという予想と対応します。ここでヤング率、イーは三本とも同じです。棒の剛性の違いを、そのまま材料のヤング率の違いと説明することはできません。ばねの実測から材料の性質へ進むときに、寸法で正規化する意味がここにあります。中学校の観察では、同じ材質で寸法を一つだけ変えて比較する課題を作れます。高校工業では、要求する伸びに合わせて寸法を決める計算へつながります。</a:t>
            </a:r>
          </a:p>
          <a:p xmlns:a="http://schemas.openxmlformats.org/drawingml/2006/main">
            <a:r>
              <a:t/>
            </a:r>
          </a:p>
          <a:p xmlns:a="http://schemas.openxmlformats.org/drawingml/2006/main">
            <a:r>
              <a:t>【改訂前の出典・記録を含むノート】</a:t>
            </a:r>
          </a:p>
          <a:p xmlns:a="http://schemas.openxmlformats.org/drawingml/2006/main">
            <a:r>
              <a:t>ここではヤング率を二十万メガパスカルと仮定し、三本の棒を比べます。これまでの二十万六千という演習値とは別の計算例です。材料は同じでも、断面積と長さを変えると棒の荷重と伸びの傾きは変わります。基準の棒では、ヤング率に面積二十を掛け、長さ千で割って、剛性は四千ニュートン毎ミリメートルです。面積だけを二倍にすれば八千、長さだけを二倍にすれば二千になります。同じ力を加えるなら、伸びは力をこの剛性で割って求められます。太い棒ほど伸びにくく、長い棒ほど伸びやすいという予想と対応します。ここで材料の係数イーは三本とも同じです。棒の剛性の違いを、そのまま材料のイーの違いと説明することはできません。ばねの実測から材料の性質へ進むときに、寸法で正規化する意味がここにあります。中学校の観察では、同じ材質で寸法を一つだけ変えて比較する課題を作れます。高校工業では、要求する伸びに合わせて寸法を決める計算へつなが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計算の条件を先に書きます。今回の演習ではヤング率を二百六ギガパスカルとし、メガパスカルへ直すと二十万六千です。数値を代入する前に、何を求めるか、どの条件が一定かを確認してください。単位をそろえ、増減を予想し、式へ代入し、最後に単位と大きさを検算します。圧縮で細長い部材が座屈する場合などは、この一様な伸縮の式だけでは扱えません。以下は引張りの大きさを比較する計算モデルです。</a:t>
            </a:r>
          </a:p>
          <a:p xmlns:a="http://schemas.openxmlformats.org/drawingml/2006/main">
            <a:r>
              <a:t>答えの単位がミリメートルになったことは必要な確認ですが、それだけでモデルの選択が正しいとはいえません。曲げを受ける棚板へ、軸方向の伸びの式を使っても、途中の単位だけは整って見えることがあります。対象の図、力の向き、支持の条件、式の単位を一組で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単位の自己確認です。面積、キログラム重とパスカル、情報量の単位の三つを扱います。どれも換算ですが、倍率の理由は同じではありません。面積では長さの倍率の二乗、力ではキログラム重からニュートンへの係数、情報量ではバイトとビットの八倍を使います。三分間、途中の換算式と単位を書いて解いてください。答えだけでなく、何倍したかを一行ずつ残すことが大切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積は一万倍でも千倍でもなく、平方メートルから平方ミリメートルへ百万倍です。力の換算では九・八ニュートン毎キログラム重を掛けます。情報量では、まず接頭語の倍率をそろえ、バイトからビットへ八倍します。異なる量の換算をまとめて暗記するのではなく、単位が消える向きへ係数を置けたかを確かめます。間違えた場合は、計算の桁だけでなく、量と単位の対応へ戻って直してください。</a:t>
            </a:r>
          </a:p>
          <a:p xmlns:a="http://schemas.openxmlformats.org/drawingml/2006/main">
            <a:r>
              <a:t>通信時間の計算では、メガバイトをメガビットへ換算してから速度で割りました。材料の応力の計算でも、面積の単位をそろえてから力で割ります。分野が違っても、比べる量の意味を決め、換算し、最後に単位で確かめる手順は共通です。途中式を残せば、誤りが換算か計算かを特定で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画面のイプシロンは、縦ひずみです。比なので単位を持ちません。</a:t>
            </a:r>
          </a:p>
          <a:p xmlns:a="http://schemas.openxmlformats.org/drawingml/2006/main">
            <a:r>
              <a:t/>
            </a:r>
          </a:p>
          <a:p xmlns:a="http://schemas.openxmlformats.org/drawingml/2006/main">
            <a:r>
              <a:t>仮想測定値から、定義だけで応力とひずみを計算します。力は二千六十ニュートン、断面積は二十平方ミリメートル、元の長さは千ミリメートル、伸びは〇・五ミリメートルです。応力には力と断面積、ひずみには伸びと元の長さを使います。この二つを求めるためにヤング率は不要です。三分間、式と単位を残し、ひずみを比と百分率の両方で書いてください。</a:t>
            </a:r>
          </a:p>
          <a:p xmlns:a="http://schemas.openxmlformats.org/drawingml/2006/main">
            <a:r>
              <a:t/>
            </a:r>
          </a:p>
          <a:p xmlns:a="http://schemas.openxmlformats.org/drawingml/2006/main">
            <a:r>
              <a:t>【改訂前の出典・記録を含むノート】</a:t>
            </a:r>
          </a:p>
          <a:p xmlns:a="http://schemas.openxmlformats.org/drawingml/2006/main">
            <a:r>
              <a:t>仮想測定値から、定義だけで応力とひずみを計算します。力は二千六十ニュートン、断面積は二十平方ミリメートル、元の長さは千ミリメートル、伸びは〇・五ミリメートルです。応力には力と断面積、ひずみには伸びと元の長さを使います。この二つを求めるためにヤング率は不要です。三分間、式と単位を残し、ひずみを比と百分率の両方で書い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は二千六十を二十で割って百三メガパスカルです。ひずみは〇・五を千で割って〇・〇〇〇五、百分率なら〇・〇五パーセントです。伸びの〇・五ミリメートルと、ひずみの比を区別してください。発展としてこの応力をひずみで割れば、二十万六千メガパスカルのヤング率になります。測定した量を定義に従って換算し、その後に材料の関係を読むという順序です。</a:t>
            </a:r>
          </a:p>
          <a:p xmlns:a="http://schemas.openxmlformats.org/drawingml/2006/main">
            <a:r>
              <a:t>この問題では変形を測った値が既に与えられているので、ひずみを求めるためにヤング率は使いません。定義から求められる量と、材料の関係式を使って予測する量を区別します。与えられた数字をすべて使うという方針ではなく、求める量の定義から必要な情報を選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ここで一分ほど休憩します。無理のない範囲で姿勢を変えましょう。再開したら、演習4　E から伸びを予測へ進みます。</a:t>
            </a:r>
          </a:p>
          <a:p xmlns:a="http://schemas.openxmlformats.org/drawingml/2006/main">
            <a:r>
              <a:t/>
            </a:r>
          </a:p>
          <a:p xmlns:a="http://schemas.openxmlformats.org/drawingml/2006/main">
            <a:r>
              <a:t>【改訂前の出典・記録を含むノート】</a:t>
            </a:r>
          </a:p>
          <a:p xmlns:a="http://schemas.openxmlformats.org/drawingml/2006/main">
            <a:r>
              <a:t>ここで一分ほど休憩します。無理のない範囲で姿勢を変えましょう。再開したら、演習4　E から伸びを予測へ進みます。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ヤング率から伸びを予測します。今度は変形を測っていないため、定義だけでは求まりません。応力とひずみを結び付ける線形弾性の関係を使います。力千ニュートン、断面積二十平方ミリメートル、長さ千ミリメートルという条件を図へ対応させます。三分間、自分で応力、ひずみ、伸びを順に計算してください。直接の伸びの式を使ってもよいですが、途中で求めている量の意味を説明できる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は五十メガパスカルです。これをヤング率で割るとひずみが求まり、元の長さを掛けると伸びになります。直接の式でも同じ値になることを確かめます。式の結果がミリメートルになったか、力を増やせば伸びも増える形になっているかを見ます。小数の桁数だけが合っていても、単位や量を間違えていれば解釈できません。計算結果と、棒がどれくらい伸びたかという図の意味を結び付けましょう。</a:t>
            </a:r>
          </a:p>
          <a:p xmlns:a="http://schemas.openxmlformats.org/drawingml/2006/main">
            <a:r>
              <a:t>先ほど測定した二千六十ニュートンの場合に比べ、今回は荷重が小さく、同じ棒の線形範囲なら伸びも小さくなります。約〇・二四三ミリメートルという結果は、この予想に合います。計算器の小数をそのまま長く並べることと、測定でその桁まで確かめたことは別なので、演習では示した桁で整理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条件を一つずつ変えます。力だけ二倍、長さだけ二倍、断面積だけ二倍、ヤング率だけ二倍という四つの場合です。応力は力を断面積で割る量なので、長さやヤング率を変えても、同じ力と断面積なら変わりません。一方、伸びには四つとも関係します。二分間、数値を全て代入し直す前に、式の分子と分母から倍率を考えて表を埋めてください。材質の効果と形状の効果を分ける練習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だけ二倍にすると応力と伸びは二倍です。長さだけ二倍なら応力は同じで伸びは二倍です。断面積だけ二倍なら両方が半分です。ヤング率だけ二倍なら応力は同じで伸びは半分です。太くしたからヤング率まで変わった、とは説明しません。材質と条件をそろえたとき、寸法と材料の係数は式の異なる場所にあります。値が違った場合は、変えた条件以外も同時に変えていないかを確認しましょう。</a:t>
            </a:r>
          </a:p>
          <a:p xmlns:a="http://schemas.openxmlformats.org/drawingml/2006/main">
            <a:r>
              <a:t>比較の表では、長さを二倍にしても応力の式の分母と分子は変わりません。一方、伸びは長さに比例します。すべての量を同じ倍率で変えてしまう誤答は、応力、ひずみ、伸びを一つの量のように扱ったことから生じます。どの式に変更した変数が含まれるかを指し示して説明しましょう。</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軟鋼の公称応力と公称ひずみの模式図です。初めの直線部分の傾きがヤング率です。降伏後には塑性変形が進み、最大の公称応力を引張強さと呼びます。その後のくびれや破断も別の位置にあります。ヤング率と引張強さを、同じ高さや同じ値として読まないでください。図は理解のため縮尺をそろえていません。全ての材料が軟鋼と同じ形や明瞭な降伏点を示すわけでもありません。実データは材種と試験条件を確認して読みます。</a:t>
            </a:r>
          </a:p>
          <a:p xmlns:a="http://schemas.openxmlformats.org/drawingml/2006/main">
            <a:r>
              <a:t>傾きが大きいこと、降伏が始まる応力が高いこと、破断まで大きく伸びることは、グラフの別の特徴です。一つの強いという言葉でまとめると、要求する性質を選べません。また、最大荷重を元の面積で割る公称応力と、変形中の実際の断面を使う応力を区別す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画面のイプシロンは、縦ひずみです。比なので単位を持ちません。</a:t>
            </a:r>
          </a:p>
          <a:p xmlns:a="http://schemas.openxmlformats.org/drawingml/2006/main">
            <a:r>
              <a:t/>
            </a:r>
          </a:p>
          <a:p xmlns:a="http://schemas.openxmlformats.org/drawingml/2006/main">
            <a:r>
              <a:t>荷重を除いたときに戻る部分が弾性変形、残る部分が塑性変形です。荷重を加えている途中の伸び全体が、そのまま永久に残るわけではありません。除荷すると戻る分と、残る分を図で分けます。塑性変形は使用中に残って困る場合もありますが、形を作る加工では利用します。同じ現象でも、製品の使用と製造で意味が変わります。第6回の塑性加工へつながる基礎です。</a:t>
            </a:r>
          </a:p>
          <a:p xmlns:a="http://schemas.openxmlformats.org/drawingml/2006/main">
            <a:r>
              <a:t>除荷して戻る分と残る分を図で分けると、材料を使用する場面と加工する場面を比べられます。部品として形を保ちたい場合には残る変形が問題になり、塑性加工では残る形の変化を利用します。塑性変形が起きたから直ちに材料全体が破断した、という説明にはなりません。</a:t>
            </a:r>
          </a:p>
          <a:p xmlns:a="http://schemas.openxmlformats.org/drawingml/2006/main">
            <a:r>
              <a:t/>
            </a:r>
          </a:p>
          <a:p xmlns:a="http://schemas.openxmlformats.org/drawingml/2006/main">
            <a:r>
              <a:t>【改訂前の出典・記録を含むノート】</a:t>
            </a:r>
          </a:p>
          <a:p xmlns:a="http://schemas.openxmlformats.org/drawingml/2006/main">
            <a:r>
              <a:t>荷重を除いたときに戻る部分が弾性変形、残る部分が塑性変形です。荷重を加えている途中の伸び全体が、そのまま永久に残るわけではありません。除荷すると戻る分と、残る分を図で分けます。塑性変形は使用中に残って困る場合もありますが、形を作る加工では利用します。同じ現象でも、製品の使用と製造で意味が変わります。第6回の塑性加工へつながる基礎です。</a:t>
            </a:r>
          </a:p>
          <a:p xmlns:a="http://schemas.openxmlformats.org/drawingml/2006/main">
            <a:r>
              <a:t>除荷して戻る分と残る分を図で分けると、材料を使用する場面と加工する場面を比べられます。部品として形を保ちたい場合には残る変形が問題になり、塑性加工では残る形の変化を利用します。塑性変形が起きたから直ちに材料全体が破断した、という説明にはなり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使用の判断では、応力の上限だけでなく、変形の上限も考えます。与えられた許容応力から荷重を求める条件と、許容する伸びから荷重を求める条件を別々に計算し、両方を満たす範囲を選びます。ヤング率を強度の値として使ったり、許容応力を破壊試験値と同一視したりしないようにします。ここでは中心引張りの棒だけのモデルで、接合や座屈などは含めていません。モデルの限界も結論に添えます。</a:t>
            </a:r>
          </a:p>
          <a:p xmlns:a="http://schemas.openxmlformats.org/drawingml/2006/main">
            <a:r>
              <a:t>許容応力と許容伸びは、このモデルで満たすよう指定された条件です。二つの上限の平均を取ると、小さい方を超えてしまうことがあります。自動計算やAIの回答を点検する際にも、条件ごとの上限を残しておけば、選択した値が両方を満たすかを機械的にも確かめられ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計算を自動化するときは、入力する量、使う関係式、出力する量を分けます。この表では、力千ニュートン、面積二十平方ミリメートル、長さ千ミリメートル、ヤング率二十万メガパスカルを与えています。力を面積で割ると応力五十メガパスカル、それをヤング率で割るとひずみ〇・〇〇〇二五、長さを掛けると伸び〇・二五ミリメートルです。表計算でもプログラムでも、この順番を確認できるようにします。断面積をゼロと入力した場合、式を実行して出たエラーを消すだけでは不十分です。入力条件そのものを確認する案内が必要です。生成AIに式を書かせた場合も、既に答えが分かる例で計算し、荷重を二倍にしたら伸びも二倍になるかを試します。ただし、その確認に通ったから、材料の非線形な領域や曲げにも正しく使えるとはいえません。計算手順の正しさと、現象に選んだモデルの適切さをそれぞれ評価します。AIの説明に不足する条件を質問し直すためにも、材料と力学の基礎が必要になります。</a:t>
            </a:r>
          </a:p>
          <a:p xmlns:a="http://schemas.openxmlformats.org/drawingml/2006/main">
            <a:r>
              <a:t/>
            </a:r>
          </a:p>
          <a:p xmlns:a="http://schemas.openxmlformats.org/drawingml/2006/main">
            <a:r>
              <a:t>【改訂前の出典・記録を含むノート】</a:t>
            </a:r>
          </a:p>
          <a:p xmlns:a="http://schemas.openxmlformats.org/drawingml/2006/main">
            <a:r>
              <a:t>計算を自動化するときは、入力する量、使う関係式、出力する量を分けます。この表では、力千ニュートン、面積二十平方ミリメートル、長さ千ミリメートル、ヤング率二十万メガパスカルを与えています。力を面積で割ると応力五十メガパスカル、それをヤング率で割るとひずみ〇・〇〇〇二五、長さを掛けると伸び〇・二五ミリメートルです。表計算でもプログラムでも、この順番を確認できるようにします。断面積をゼロと入力した場合、式を実行して出たエラーを消すだけでは不十分です。入力条件そのものを確認する案内が必要です。生成AIに式を書かせた場合も、既に答えが分かる例で計算し、荷重を二倍にしたら伸びも二倍になるかを試します。ただし、その確認に通ったから、材料の非線形な領域や曲げにも正しく使えるとはいえません。計算手順の正しさと、現象に選んだモデルの適切さをそれぞれ評価します。AIの説明に不足する条件を質問し直すためにも、材料と力学の基礎が必要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制限を満たす最大荷重を求めます。応力の制限と、伸びの制限から、それぞれ別の上限が出ます。大きい方を選ぶと、一方の条件を破ることがあるので注意してください。四分間、二つの計算と、どちらを採用するかの理由を書きます。単に小さい方と暗記せず、各上限より小さい範囲を数直線で重ねて考えてみましょう。与えた許容応力へ、さらに勝手な係数を掛けて条件を変え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からは三千ニュートン、伸びからは二千六十ニュートンが上限になります。両方を満たす最大値は二千六十ニュートンです。もし三千ニュートンを採ると、伸びは約〇・七二八ミリメートルとなり、〇・五ミリメートルの条件を超えます。壊れないことだけでは、使える変形に収まるとは限らないという意味です。計算の結論は、今回の仮定を満たす軸方向荷重に限ると書き添えてください。</a:t>
            </a:r>
          </a:p>
          <a:p xmlns:a="http://schemas.openxmlformats.org/drawingml/2006/main">
            <a:r>
              <a:t>採用した二千六十ニュートンを元の二式へ戻し、応力が百五十メガパスカル以下、伸びが〇・五ミリメートル以下になっていることを確認します。上限を求めた式と、条件へ戻す検算は役割が違います。この二段階を答案に残すと、式を変形した途中での誤りを発見しやすく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回の内容が教科でどう使われるかを整理します。中学校技術分野では、材料の力学的な性質や部材の形状と、製品に必要な機能を結び付けて考えます。観察や製作で現れる現象の意味を理解するため、大学では力の定義とモデル、式の導出と限界まで踏み込んで学びます。学校の範囲を超えた理解が、教科の内容を正確に説明し、新しい条件へ応用する土台になります。高校工業の機械設計では、機械に働く力、応力とひずみ、部材の形状や寸法の計算との直接の対応があります。一方、情報Ⅰとの接続は、この材料の計算をモデル化やシミュレーションの題材として使うという授業提案です。材料力学の各式が情報Ⅰの必修項目だという意味ではありません。入力と出力の関係を明確にし、単位をそろえ、計算結果を予想や測定と照合する活動を設計できます。教員採用試験に向けては、用語や計算を確認した後、生徒の誤答をどう見つけ、どう説明するかまで考えます。専門の深い理解を、授業の説明や新しい題材の検討へ使えるようにすることが、ここでの接続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自己確認の問題です。AIが「1 MPa = 1,000 N/mm²」と回答した。正しい換算を、m²とmm²の関係から説明する。図、途中式、条件と判断の理由を記録します。必要なら本編へ戻り、自分の説明を作ってから解説へ進んでください。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しくは、一メガパスカルは一ニュートン毎平方ミリメートルです。一メートルは千ミリメートルなので、一平方メートルは百万平方ミリメートルになります。一ニュートンを一平方ミリメートルで割った値は、一平方メートル当たりへ直すと百万ニュートンとなり、百万パスカル、すなわち一メガパスカルです。AIの回答では、長さの換算と面積の換算、あるいは接頭語の倍率を混同した可能性があります。ただし、回答だけから誤りの生成過程を断定することはできません。教師の説明では、どの倍率を何回掛けたかを図や途中式で示します。AIに正しいですかと聞き直して同意を得るだけで検算を終えず、単位の定義に戻って自分でも確認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自己確認の問題です。E=200,000 MPaの一様棒。A=20 mm²、L₀=1,000 mm。①剛性kを求める。②Aだけ2倍、L₀だけ2倍にした各場合のkと、同じ力での伸びの倍率を求め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剛性はヤング率と断面積を掛けて、元の長さで割ります。二十万に二十を掛け、千で割るので、四千ニュートン毎ミリメートルです。面積だけを二倍にすると剛性は八千で、同じ力に対する伸びは半分です。長さだけを二倍にすると剛性は二千で、伸びは二倍になります。ここではイーを変えていません。棒の変形の違いを、全て材質の違いで説明することはできません。問題文で何を一定にし、何を変えたかを確認します。中学生の比較実験なら、同じ材から作った棒の寸法を一つずつ変える計画へつなげられます。その際、形状を変えたことで荷重の方向や支持方法まで変わっていないかも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自己確認の問題です。仮想データ：F=100,500,900 Nに対し表示ΔL=0.03,0.13,0.23 mm。L₀=500 mm、A=10 mm²。この範囲の傾きからkとEを求める。表示の原点を通る比例と扱えるか。図、途中式、条件と判断の理由を記録します。必要なら本編へ戻り、自分の説明を作ってから解説へ進んでください。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【改訂前の出典・記録を含むノート】</a:t>
            </a:r>
          </a:p>
          <a:p xmlns:a="http://schemas.openxmlformats.org/drawingml/2006/main">
            <a:r>
              <a:t>自己確認の問題です。仮想データ：F=100,500,900 Nに対し表示ΔL=0.03,0.13,0.23 mm。L₀=500 mm、A=10 mm²。この範囲の傾きからkとEを求める。表示の原点を通る比例と扱えるか。図、途中式、条件と判断の理由を記録します。必要なら本編へ戻り、自分の説明を作ってから解説へ進んでください。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離れた二点の変化量を使います。力の増加は八百ニュートン、表示された伸びの増加は〇・二〇ミリメートルなので、傾きは四千ニュートン毎ミリメートルです。これに元の長さ五百を掛け、面積十で割ると、ヤング率は二十万メガパスカルになります。一点の力を表示値で割る方法では、この傾きとは違う値になります。表の表示値はそのまま原点を通る比例にはなっていないためです。切片があることから、ゼロ点のずれなどを確認する必要がありますが、三点だけから原因を特定したとはいえません。また、三点で直線的に見えたことを、全ての荷重範囲へ広げることもできません。回帰直線やAIのグラフ説明を利用する場合も、軸と単位、対象範囲、測定の原点を確かめ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自己確認の問題です。仮想の棒A/B：共にF=800 N、断面20 mm²、長さ1,000 mm。EはA=200,000、B=100,000 MPa。許容応力はA=30、B=60 MPa、許容伸びは共に0.30 mm。各条件を満たすか。図、途中式、条件と判断の理由を記録します。必要なら本編へ戻り、自分の説明を作ってから解説へ進んでください。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と断面積が共通なので、平均応力はどちらも四十メガパスカルです。伸びは力と長さを掛け、面積とヤング率を掛けた値で割ります。エーは〇・二〇ミリメートル、ビーは〇・四〇ミリメートルです。エーは伸びの条件を満たしますが、指定された許容応力三十を超えます。ビーは応力の条件を満たしますが、伸びの〇・三〇を超えます。したがって、この荷重と寸法では、どちらも両方の指定条件を満たしません。ヤング率が大きい材料を選べば必ずよい、という判断が成り立たない例です。荷重や寸法を変更するなら、条件ごとに再計算します。これは仮想の条件による計算演習であり、実在製品の使用可否を認定する値ではありません。生徒へ説明するときは、強いという一語を、変形と限界の別々の基準へ分けて説明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画面のイプシロンは、縦ひずみです。比なので単位を持ちません。</a:t>
            </a:r>
          </a:p>
          <a:p xmlns:a="http://schemas.openxmlformats.org/drawingml/2006/main">
            <a:r>
              <a:t/>
            </a:r>
          </a:p>
          <a:p xmlns:a="http://schemas.openxmlformats.org/drawingml/2006/main">
            <a:r>
              <a:t>まとめます。力と応力、伸びとひずみ、材料のヤング率と棒の寸法を分けました。応力は力を断面積で割り、ひずみは伸びを元の長さで割ります。線形域の関係を用いれば伸びを予測できます。最後に、強度と変形の両条件を満たすかを確かめました。次回は軸方向の棒から、支える板へ進みます。力と回そうとする作用をつり合わせ、はりの内部のせん断力と曲げモーメントを求めます。</a:t>
            </a:r>
          </a:p>
          <a:p xmlns:a="http://schemas.openxmlformats.org/drawingml/2006/main">
            <a:r>
              <a:t>教師としては、生徒がどの量を混同しているかを見つけ、必要なところまで戻って説明できることを目指します。質量と力なら量の定義、平方の換算なら面積の図、ヤング率と強度ならグラフのどこを読んだかを確認します。今日の専門内容は、その診断と説明を支えるための知識です。</a:t>
            </a:r>
          </a:p>
          <a:p xmlns:a="http://schemas.openxmlformats.org/drawingml/2006/main">
            <a:r>
              <a:t/>
            </a:r>
          </a:p>
          <a:p xmlns:a="http://schemas.openxmlformats.org/drawingml/2006/main">
            <a:r>
              <a:t>【改訂前の出典・記録を含むノート】</a:t>
            </a:r>
          </a:p>
          <a:p xmlns:a="http://schemas.openxmlformats.org/drawingml/2006/main">
            <a:r>
              <a:t>まとめます。力と応力、伸びとひずみ、材料のヤング率と棒の寸法を分けました。応力は力を断面積で割り、ひずみは伸びを元の長さで割ります。線形域の関係を用いれば伸びを予測できます。最後に、強度と変形の両条件を満たすかを確かめました。次回は軸方向の棒から、支える板へ進みます。力と回そうとする作用をつり合わせ、はりの内部のせん断力と曲げモーメントを求めます。</a:t>
            </a:r>
          </a:p>
          <a:p xmlns:a="http://schemas.openxmlformats.org/drawingml/2006/main">
            <a:r>
              <a:t>教師としては、生徒がどの量を混同しているかを見つけ、必要なところまで戻って説明できることを目指します。質量と力なら量の定義、平方の換算なら面積の図、ヤング率と強度ならグラフのどこを読んだかを確認します。今日の専門内容は、その診断と説明を支えるための知識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332b33649a4e9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8998876219b46b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babab58096425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9248958c2941f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43376da285e4ee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402235c5dc40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195c3aa16764ebf" /><Relationship Type="http://schemas.openxmlformats.org/officeDocument/2006/relationships/slideLayout" Target="/ppt/slideLayouts/slideLayout1.xml" Id="R0f33ef0005364960" /><Relationship Type="http://schemas.openxmlformats.org/officeDocument/2006/relationships/slideLayout" Target="/ppt/slideLayouts/slideLayout2.xml" Id="Rba3fbe76ee6d4f2f" /><Relationship Type="http://schemas.openxmlformats.org/officeDocument/2006/relationships/slideLayout" Target="/ppt/slideLayouts/slideLayout3.xml" Id="R0f36ce5dbb2c4935" /><Relationship Type="http://schemas.openxmlformats.org/officeDocument/2006/relationships/slideLayout" Target="/ppt/slideLayouts/slideLayout4.xml" Id="R57b961fb64244666" /><Relationship Type="http://schemas.openxmlformats.org/officeDocument/2006/relationships/slideLayout" Target="/ppt/slideLayouts/slideLayout5.xml" Id="R3260c643d3ab4ef6" /><Relationship Type="http://schemas.openxmlformats.org/officeDocument/2006/relationships/slideLayout" Target="/ppt/slideLayouts/slideLayout6.xml" Id="R8386730a55d347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33ef0005364960"/>
    <p:sldLayoutId xmlns:r="http://schemas.openxmlformats.org/officeDocument/2006/relationships" id="2147483650" r:id="Rba3fbe76ee6d4f2f"/>
    <p:sldLayoutId xmlns:r="http://schemas.openxmlformats.org/officeDocument/2006/relationships" id="2147483651" r:id="R0f36ce5dbb2c4935"/>
    <p:sldLayoutId xmlns:r="http://schemas.openxmlformats.org/officeDocument/2006/relationships" id="2147483652" r:id="R57b961fb64244666"/>
    <p:sldLayoutId xmlns:r="http://schemas.openxmlformats.org/officeDocument/2006/relationships" id="2147483653" r:id="R3260c643d3ab4ef6"/>
    <p:sldLayoutId xmlns:r="http://schemas.openxmlformats.org/officeDocument/2006/relationships" id="2147483654" r:id="R8386730a55d347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2bdad410c3c457e" /><Relationship Type="http://schemas.openxmlformats.org/officeDocument/2006/relationships/notesSlide" Target="/ppt/notesSlides/notesSlide1.xml" Id="R25c763cdedbe4c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4829dcf4404b56" /><Relationship Type="http://schemas.openxmlformats.org/officeDocument/2006/relationships/notesSlide" Target="/ppt/notesSlides/notesSlide2.xml" Id="R9a7d811bbd7f40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fa70fe0ad0c4b72" /><Relationship Type="http://schemas.openxmlformats.org/officeDocument/2006/relationships/notesSlide" Target="/ppt/notesSlides/notesSlide3.xml" Id="Rd132bc84d3d543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7118ab1fe48443c" /><Relationship Type="http://schemas.openxmlformats.org/officeDocument/2006/relationships/notesSlide" Target="/ppt/notesSlides/notesSlide4.xml" Id="R688dd991465442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768907b240c4982" /><Relationship Type="http://schemas.openxmlformats.org/officeDocument/2006/relationships/notesSlide" Target="/ppt/notesSlides/notesSlide5.xml" Id="R8b5d4813b939499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ffe67320d554b36" /><Relationship Type="http://schemas.openxmlformats.org/officeDocument/2006/relationships/notesSlide" Target="/ppt/notesSlides/notesSlide6.xml" Id="R9babb9aa96f641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9bb88f912394fc5" /><Relationship Type="http://schemas.openxmlformats.org/officeDocument/2006/relationships/notesSlide" Target="/ppt/notesSlides/notesSlide7.xml" Id="R82158e1dfe74412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1db038beed94128" /><Relationship Type="http://schemas.openxmlformats.org/officeDocument/2006/relationships/notesSlide" Target="/ppt/notesSlides/notesSlide8.xml" Id="R0137cf1f10ee4f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fbd3b31f530444c" /><Relationship Type="http://schemas.openxmlformats.org/officeDocument/2006/relationships/notesSlide" Target="/ppt/notesSlides/notesSlide9.xml" Id="Rb5a715e072c043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9c02cd8f70642e9" /><Relationship Type="http://schemas.openxmlformats.org/officeDocument/2006/relationships/notesSlide" Target="/ppt/notesSlides/notesSlide10.xml" Id="R000757dd9f5e4a2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bf644fa33a14504" /><Relationship Type="http://schemas.openxmlformats.org/officeDocument/2006/relationships/notesSlide" Target="/ppt/notesSlides/notesSlide11.xml" Id="Rea71df21cb2542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d3d0b0b808d4e25" /><Relationship Type="http://schemas.openxmlformats.org/officeDocument/2006/relationships/notesSlide" Target="/ppt/notesSlides/notesSlide12.xml" Id="Rb2a206bc67bf499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32f13a1803a4c06" /><Relationship Type="http://schemas.openxmlformats.org/officeDocument/2006/relationships/notesSlide" Target="/ppt/notesSlides/notesSlide13.xml" Id="R6578cafb2577419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226d6e0abd74272" /><Relationship Type="http://schemas.openxmlformats.org/officeDocument/2006/relationships/notesSlide" Target="/ppt/notesSlides/notesSlide14.xml" Id="R108741b34d9143d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a02fa79a92d4a79" /><Relationship Type="http://schemas.openxmlformats.org/officeDocument/2006/relationships/notesSlide" Target="/ppt/notesSlides/notesSlide15.xml" Id="Re0c71112775f49d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bc9b0627b7e4044" /><Relationship Type="http://schemas.openxmlformats.org/officeDocument/2006/relationships/notesSlide" Target="/ppt/notesSlides/notesSlide16.xml" Id="Refb3cee5809d40f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03c62b8374e4931" /><Relationship Type="http://schemas.openxmlformats.org/officeDocument/2006/relationships/notesSlide" Target="/ppt/notesSlides/notesSlide17.xml" Id="R526e7a45a82e4fc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441ad6c2418435f" /><Relationship Type="http://schemas.openxmlformats.org/officeDocument/2006/relationships/notesSlide" Target="/ppt/notesSlides/notesSlide18.xml" Id="Red7b562b816c4de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1708239001c423d" /><Relationship Type="http://schemas.openxmlformats.org/officeDocument/2006/relationships/notesSlide" Target="/ppt/notesSlides/notesSlide19.xml" Id="R7144de9081af48d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cbfd45ee35442e9" /><Relationship Type="http://schemas.openxmlformats.org/officeDocument/2006/relationships/notesSlide" Target="/ppt/notesSlides/notesSlide20.xml" Id="Re4d9899b31e24b1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244429855fa4371" /><Relationship Type="http://schemas.openxmlformats.org/officeDocument/2006/relationships/notesSlide" Target="/ppt/notesSlides/notesSlide21.xml" Id="Rff634b519463479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b77bccf6c3a470b" /><Relationship Type="http://schemas.openxmlformats.org/officeDocument/2006/relationships/notesSlide" Target="/ppt/notesSlides/notesSlide22.xml" Id="R1c042f1a41ae439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5cce4ec92da488e" /><Relationship Type="http://schemas.openxmlformats.org/officeDocument/2006/relationships/notesSlide" Target="/ppt/notesSlides/notesSlide23.xml" Id="R7ded4b84cbc446c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5c5feaec1c241dd" /><Relationship Type="http://schemas.openxmlformats.org/officeDocument/2006/relationships/notesSlide" Target="/ppt/notesSlides/notesSlide24.xml" Id="R716a5fcd099946d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bae45128fd54173" /><Relationship Type="http://schemas.openxmlformats.org/officeDocument/2006/relationships/notesSlide" Target="/ppt/notesSlides/notesSlide25.xml" Id="R6f8f2df523914f3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2422911e7fb4aef" /><Relationship Type="http://schemas.openxmlformats.org/officeDocument/2006/relationships/notesSlide" Target="/ppt/notesSlides/notesSlide26.xml" Id="R51b90bd378d045b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c6cb9575a2340c6" /><Relationship Type="http://schemas.openxmlformats.org/officeDocument/2006/relationships/chart" Target="/ppt/slides/charts/chart1.xml" Id="Ra0da6240ed2444d4" /><Relationship Type="http://schemas.openxmlformats.org/officeDocument/2006/relationships/notesSlide" Target="/ppt/notesSlides/notesSlide27.xml" Id="R915b0e4e9e274a1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67dea4753cc4d4b" /><Relationship Type="http://schemas.openxmlformats.org/officeDocument/2006/relationships/chart" Target="/ppt/slides/charts/chart2.xml" Id="R83a8601d2b774774" /><Relationship Type="http://schemas.openxmlformats.org/officeDocument/2006/relationships/notesSlide" Target="/ppt/notesSlides/notesSlide28.xml" Id="R9975fae031a040d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96b138102984f3f" /><Relationship Type="http://schemas.openxmlformats.org/officeDocument/2006/relationships/chart" Target="/ppt/slides/charts/chart3.xml" Id="Rb67af1cd7f9b4195" /><Relationship Type="http://schemas.openxmlformats.org/officeDocument/2006/relationships/notesSlide" Target="/ppt/notesSlides/notesSlide29.xml" Id="Rffb834e297cb438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e62bf30de044d80" /><Relationship Type="http://schemas.openxmlformats.org/officeDocument/2006/relationships/notesSlide" Target="/ppt/notesSlides/notesSlide30.xml" Id="Rd51f8279fb4446c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f8817b1d35f42cb" /><Relationship Type="http://schemas.openxmlformats.org/officeDocument/2006/relationships/notesSlide" Target="/ppt/notesSlides/notesSlide31.xml" Id="R8160871b37f4451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da6522f0a704dbc" /><Relationship Type="http://schemas.openxmlformats.org/officeDocument/2006/relationships/notesSlide" Target="/ppt/notesSlides/notesSlide32.xml" Id="R5918781ce3f5408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080e5dcc1ba4032" /><Relationship Type="http://schemas.openxmlformats.org/officeDocument/2006/relationships/notesSlide" Target="/ppt/notesSlides/notesSlide33.xml" Id="Rfc3a7d7082d04b1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5b1021b85a34a05" /><Relationship Type="http://schemas.openxmlformats.org/officeDocument/2006/relationships/notesSlide" Target="/ppt/notesSlides/notesSlide34.xml" Id="R0da576ecc68e4fc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f45b4a73f4c4849" /><Relationship Type="http://schemas.openxmlformats.org/officeDocument/2006/relationships/notesSlide" Target="/ppt/notesSlides/notesSlide35.xml" Id="R687ad172237d418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0911ebcc1024cd3" /><Relationship Type="http://schemas.openxmlformats.org/officeDocument/2006/relationships/notesSlide" Target="/ppt/notesSlides/notesSlide36.xml" Id="Re60d8965393d4a7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ea93a56edb5425e" /><Relationship Type="http://schemas.openxmlformats.org/officeDocument/2006/relationships/notesSlide" Target="/ppt/notesSlides/notesSlide37.xml" Id="Rf92c92ee91f745b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8d45867d5004cd4" /><Relationship Type="http://schemas.openxmlformats.org/officeDocument/2006/relationships/notesSlide" Target="/ppt/notesSlides/notesSlide38.xml" Id="Raa97f5b7b79f4da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4f3559c673240ff" /><Relationship Type="http://schemas.openxmlformats.org/officeDocument/2006/relationships/notesSlide" Target="/ppt/notesSlides/notesSlide39.xml" Id="R88c842f624e7480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4d31c40367147c6" /><Relationship Type="http://schemas.openxmlformats.org/officeDocument/2006/relationships/notesSlide" Target="/ppt/notesSlides/notesSlide40.xml" Id="R399c93468fae43e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e07aeac93894991" /><Relationship Type="http://schemas.openxmlformats.org/officeDocument/2006/relationships/notesSlide" Target="/ppt/notesSlides/notesSlide41.xml" Id="R4c78b7636a32482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a78d87b505a4041" /><Relationship Type="http://schemas.openxmlformats.org/officeDocument/2006/relationships/notesSlide" Target="/ppt/notesSlides/notesSlide42.xml" Id="R683fee7503b847c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90f8f9722be46fc" /><Relationship Type="http://schemas.openxmlformats.org/officeDocument/2006/relationships/notesSlide" Target="/ppt/notesSlides/notesSlide43.xml" Id="Rf617d30a65634c6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33cb2e13b144bbf" /><Relationship Type="http://schemas.openxmlformats.org/officeDocument/2006/relationships/notesSlide" Target="/ppt/notesSlides/notesSlide44.xml" Id="R4814972e524a46a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6acc79eedb2467b" /><Relationship Type="http://schemas.openxmlformats.org/officeDocument/2006/relationships/notesSlide" Target="/ppt/notesSlides/notesSlide45.xml" Id="R0504ac05e8a7407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83e7604e3c34b08" /><Relationship Type="http://schemas.openxmlformats.org/officeDocument/2006/relationships/notesSlide" Target="/ppt/notesSlides/notesSlide46.xml" Id="Rb53eb6c16e004cf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7a819272f0448d2" /><Relationship Type="http://schemas.openxmlformats.org/officeDocument/2006/relationships/notesSlide" Target="/ppt/notesSlides/notesSlide47.xml" Id="R69c4acf78cd0413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d6bc4d4918545a1" /><Relationship Type="http://schemas.openxmlformats.org/officeDocument/2006/relationships/notesSlide" Target="/ppt/notesSlides/notesSlide48.xml" Id="Rc4a17ec3338e49f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78c7d11c1cb443fc" /><Relationship Type="http://schemas.openxmlformats.org/officeDocument/2006/relationships/notesSlide" Target="/ppt/notesSlides/notesSlide49.xml" Id="R7bacf8727823426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9a85724c6f44508" /><Relationship Type="http://schemas.openxmlformats.org/officeDocument/2006/relationships/notesSlide" Target="/ppt/notesSlides/notesSlide50.xml" Id="Rb6a141c9670b4b0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383c65f5dfb4326" /><Relationship Type="http://schemas.openxmlformats.org/officeDocument/2006/relationships/notesSlide" Target="/ppt/notesSlides/notesSlide51.xml" Id="Rbce63608bd774d8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fd7a778dfa34efb" /><Relationship Type="http://schemas.openxmlformats.org/officeDocument/2006/relationships/notesSlide" Target="/ppt/notesSlides/notesSlide52.xml" Id="Rb36371087a3e45c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4035ae26363471f" /><Relationship Type="http://schemas.openxmlformats.org/officeDocument/2006/relationships/notesSlide" Target="/ppt/notesSlides/notesSlide53.xml" Id="R39794c55405248f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f649d21867244819" /><Relationship Type="http://schemas.openxmlformats.org/officeDocument/2006/relationships/notesSlide" Target="/ppt/notesSlides/notesSlide54.xml" Id="Ra2bc9d40e5394ab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c340ee84d4d43b5" /><Relationship Type="http://schemas.openxmlformats.org/officeDocument/2006/relationships/notesSlide" Target="/ppt/notesSlides/notesSlide55.xml" Id="R8b86840e070b4cc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f6d7751e85074064" /><Relationship Type="http://schemas.openxmlformats.org/officeDocument/2006/relationships/notesSlide" Target="/ppt/notesSlides/notesSlide56.xml" Id="R2736eef343a7478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9d65b42475f4e86" /><Relationship Type="http://schemas.openxmlformats.org/officeDocument/2006/relationships/notesSlide" Target="/ppt/notesSlides/notesSlide57.xml" Id="Rb9ef25533ee8408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授業用の仮想測定値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Data'!$A$2:$A$5</c:f>
              <c:numCache>
                <c:formatCode>General</c:formatCode>
                <c:ptCount val="4"/>
                <c:pt idx="0">
                  <c:v>0</c:v>
                </c:pt>
                <c:pt idx="1">
                  <c:v>10</c:v>
                </c:pt>
                <c:pt idx="2">
                  <c:v>20</c:v>
                </c:pt>
                <c:pt idx="3">
                  <c:v>30</c:v>
                </c:pt>
              </c:numCache>
            </c:numRef>
          </c:xVal>
          <c:yVal>
            <c:numRef>
              <c:f>'Chart Data'!$B$2:$B$5</c:f>
              <c:numCache>
                <c:formatCode>General</c:formatCode>
                <c:ptCount val="4"/>
                <c:pt idx="0">
                  <c:v>0</c:v>
                </c:pt>
                <c:pt idx="1">
                  <c:v>1</c:v>
                </c:pt>
                <c:pt idx="2">
                  <c:v>2</c:v>
                </c:pt>
                <c:pt idx="3">
                  <c:v>3</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3"/>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1"/>
      </c:valAx>
      <c:valAx>
        <c:axId val="48650112"/>
        <c:scaling>
          <c:orientation val="minMax"/>
          <c:max val="30"/>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伸び x / mm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10"/>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授業用の仮想測定値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Data'!$A$2:$A$4</c:f>
              <c:numCache>
                <c:formatCode>General</c:formatCode>
                <c:ptCount val="3"/>
                <c:pt idx="0">
                  <c:v>0</c:v>
                </c:pt>
                <c:pt idx="1">
                  <c:v>0.25</c:v>
                </c:pt>
                <c:pt idx="2">
                  <c:v>0.5</c:v>
                </c:pt>
              </c:numCache>
            </c:numRef>
          </c:xVal>
          <c:yVal>
            <c:numRef>
              <c:f>'Chart Data'!$B$2:$B$4</c:f>
              <c:numCache>
                <c:formatCode>General</c:formatCode>
                <c:ptCount val="3"/>
                <c:pt idx="0">
                  <c:v>0</c:v>
                </c:pt>
                <c:pt idx="1">
                  <c:v>1030</c:v>
                </c:pt>
                <c:pt idx="2">
                  <c:v>2060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206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1030"/>
      </c:valAx>
      <c:valAx>
        <c:axId val="48650112"/>
        <c:scaling>
          <c:orientation val="minMax"/>
          <c:max val="0.5"/>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伸び ΔL / mm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25"/>
      </c:valAx>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授業用の仮想測定値</c:v>
          </c:tx>
          <c:spPr>
            <a:ln xmlns:a="http://schemas.openxmlformats.org/drawingml/2006/main" w="28575">
              <a:solidFill>
                <a:srgbClr val="2876A8"/>
              </a:solidFill>
            </a:ln>
          </c:spPr>
          <c:marker>
            <c:symbol val="circle"/>
            <c:size val="9"/>
            <c:spPr>
              <a:solidFill xmlns:a="http://schemas.openxmlformats.org/drawingml/2006/main">
                <a:srgbClr val="2876A8"/>
              </a:solidFill>
            </c:spPr>
          </c:marker>
          <c:xVal>
            <c:numRef>
              <c:f>'Chart Data'!$A$2:$A$4</c:f>
              <c:numCache>
                <c:formatCode>General</c:formatCode>
                <c:ptCount val="3"/>
                <c:pt idx="0">
                  <c:v>0</c:v>
                </c:pt>
                <c:pt idx="1">
                  <c:v>0.00025</c:v>
                </c:pt>
                <c:pt idx="2">
                  <c:v>0.0005</c:v>
                </c:pt>
              </c:numCache>
            </c:numRef>
          </c:xVal>
          <c:yVal>
            <c:numRef>
              <c:f>'Chart Data'!$B$2:$B$4</c:f>
              <c:numCache>
                <c:formatCode>0.0</c:formatCode>
                <c:ptCount val="3"/>
                <c:pt idx="0">
                  <c:v>0</c:v>
                </c:pt>
                <c:pt idx="1">
                  <c:v>51.5</c:v>
                </c:pt>
                <c:pt idx="2">
                  <c:v>103</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103"/>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応力 σ / MPa</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51.5"/>
      </c:valAx>
      <c:valAx>
        <c:axId val="48650112"/>
        <c:scaling>
          <c:orientation val="minMax"/>
          <c:max val="0.0005"/>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ひずみ ε</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00025"/>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6DA552-CE5C-47E9-B379-B8F316BAA71A}"/>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第2回</a:t>
            </a:r>
          </a:p>
        </p:txBody>
      </p:sp>
      <p:sp>
        <p:nvSpPr>
          <p:cNvPr id="2" name="">
            <a:extLst xmlns:a="http://schemas.openxmlformats.org/drawingml/2006/main">
              <a:ext uri="{FF2B5EF4-FFF2-40B4-BE49-F238E27FC236}">
                <a16:creationId xmlns:a16="http://schemas.microsoft.com/office/drawing/2014/main" id="{320BC554-6303-4C92-B2CA-53C6ED1EE41A}"/>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単位・力・応力・ひずみ</a:t>
            </a:r>
          </a:p>
        </p:txBody>
      </p:sp>
      <p:sp>
        <p:nvSpPr>
          <p:cNvPr id="3" name="">
            <a:extLst xmlns:a="http://schemas.openxmlformats.org/drawingml/2006/main">
              <a:ext uri="{FF2B5EF4-FFF2-40B4-BE49-F238E27FC236}">
                <a16:creationId xmlns:a16="http://schemas.microsoft.com/office/drawing/2014/main" id="{B534FC6A-4B80-4CF4-B99D-18F6271B56A1}"/>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図・式・単位をつないで説明する</a:t>
            </a:r>
          </a:p>
        </p:txBody>
      </p:sp>
      <p:sp>
        <p:nvSpPr>
          <p:cNvPr id="4" name="">
            <a:extLst xmlns:a="http://schemas.openxmlformats.org/drawingml/2006/main">
              <a:ext uri="{FF2B5EF4-FFF2-40B4-BE49-F238E27FC236}">
                <a16:creationId xmlns:a16="http://schemas.microsoft.com/office/drawing/2014/main" id="{E0E2F6C6-337F-4889-8793-6BE437C836ED}"/>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5414E955-84A9-4D06-9FF1-951FDD69DBF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6" name="">
            <a:extLst xmlns:a="http://schemas.openxmlformats.org/drawingml/2006/main">
              <a:ext uri="{FF2B5EF4-FFF2-40B4-BE49-F238E27FC236}">
                <a16:creationId xmlns:a16="http://schemas.microsoft.com/office/drawing/2014/main" id="{6D90C5A1-3D57-44A1-875D-3D51D89CB8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57</a:t>
            </a:r>
          </a:p>
        </p:txBody>
      </p:sp>
    </p:spTree>
    <p:extLst>
      <p:ext uri="{BB962C8B-B14F-4D97-AF65-F5344CB8AC3E}">
        <p14:creationId xmlns:p14="http://schemas.microsoft.com/office/powerpoint/2010/main" val="4579786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5B4C12-CA93-4AE2-B5A5-16EF0E4045E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E67CDB81-B841-4EC9-9D64-402EA943830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9ED1D9B-300F-4C67-B431-D937202DC3E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kg・kgf・N・Pa・MPaを換算する</a:t>
            </a:r>
          </a:p>
        </p:txBody>
      </p:sp>
      <p:sp>
        <p:nvSpPr>
          <p:cNvPr id="4" name="">
            <a:extLst xmlns:a="http://schemas.openxmlformats.org/drawingml/2006/main">
              <a:ext uri="{FF2B5EF4-FFF2-40B4-BE49-F238E27FC236}">
                <a16:creationId xmlns:a16="http://schemas.microsoft.com/office/drawing/2014/main" id="{C6A49FCC-331B-4B3C-9EB6-3E1ABF11B9A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力の分類と荷重経路を図で説明する</a:t>
            </a:r>
          </a:p>
        </p:txBody>
      </p:sp>
      <p:sp>
        <p:nvSpPr>
          <p:cNvPr id="5" name="">
            <a:extLst xmlns:a="http://schemas.openxmlformats.org/drawingml/2006/main">
              <a:ext uri="{FF2B5EF4-FFF2-40B4-BE49-F238E27FC236}">
                <a16:creationId xmlns:a16="http://schemas.microsoft.com/office/drawing/2014/main" id="{CC215633-185C-424C-A937-05B6FED8B2B9}"/>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応力・ひずみ・伸びを計算し区別する</a:t>
            </a:r>
          </a:p>
        </p:txBody>
      </p:sp>
      <p:sp>
        <p:nvSpPr>
          <p:cNvPr id="6" name="">
            <a:extLst xmlns:a="http://schemas.openxmlformats.org/drawingml/2006/main">
              <a:ext uri="{FF2B5EF4-FFF2-40B4-BE49-F238E27FC236}">
                <a16:creationId xmlns:a16="http://schemas.microsoft.com/office/drawing/2014/main" id="{8A52100C-62CF-41DA-87E2-66670A5EB71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使用条件とモデルの限界を添える</a:t>
            </a:r>
          </a:p>
        </p:txBody>
      </p:sp>
      <p:sp>
        <p:nvSpPr>
          <p:cNvPr id="7" name="">
            <a:extLst xmlns:a="http://schemas.openxmlformats.org/drawingml/2006/main">
              <a:ext uri="{FF2B5EF4-FFF2-40B4-BE49-F238E27FC236}">
                <a16:creationId xmlns:a16="http://schemas.microsoft.com/office/drawing/2014/main" id="{EEC4A469-DEA1-4830-9267-E2CD08CAD3A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8" name="">
            <a:extLst xmlns:a="http://schemas.openxmlformats.org/drawingml/2006/main">
              <a:ext uri="{FF2B5EF4-FFF2-40B4-BE49-F238E27FC236}">
                <a16:creationId xmlns:a16="http://schemas.microsoft.com/office/drawing/2014/main" id="{0EFE0E8A-5D32-4417-8A52-869F2DD6269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57</a:t>
            </a:r>
          </a:p>
        </p:txBody>
      </p:sp>
    </p:spTree>
    <p:extLst>
      <p:ext uri="{BB962C8B-B14F-4D97-AF65-F5344CB8AC3E}">
        <p14:creationId xmlns:p14="http://schemas.microsoft.com/office/powerpoint/2010/main" val="107839449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24B4E1-E2B3-4CB6-8E13-EFB6AA5D81B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中高の学習内容を支える専門性</a:t>
            </a:r>
          </a:p>
        </p:txBody>
      </p:sp>
      <p:sp>
        <p:nvSpPr>
          <p:cNvPr id="2" name="">
            <a:extLst xmlns:a="http://schemas.openxmlformats.org/drawingml/2006/main">
              <a:ext uri="{FF2B5EF4-FFF2-40B4-BE49-F238E27FC236}">
                <a16:creationId xmlns:a16="http://schemas.microsoft.com/office/drawing/2014/main" id="{23544F0A-8D1C-4412-809D-21B2105584E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F90E326-92D2-4F14-8CBE-243718A86FE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graphicFrame>
        <p:nvGraphicFramePr>
          <p:cNvPr id="4" name="">
            <a:extLst xmlns:a="http://schemas.openxmlformats.org/drawingml/2006/main">
              <a:ext uri="{FF2B5EF4-FFF2-40B4-BE49-F238E27FC236}">
                <a16:creationId xmlns:a16="http://schemas.microsoft.com/office/drawing/2014/main" id="{D0D32A74-70D2-4CBC-982D-218F8E346423}"/>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生徒の言葉</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教師が確かめること</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「重いから大きな力」</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質量・重力・支持の状態</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「太いから丈夫」</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断面・荷重・変形・破壊の区別</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「AIが計算したから正しい」</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量・単位・式の適用条件・検算</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4560A116-06C7-4221-98D4-76E88ACEF6C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学校内容の背後にある原理と体系を学び、条件が変わっても考えられる理解へ。</a:t>
            </a:r>
          </a:p>
        </p:txBody>
      </p:sp>
      <p:sp>
        <p:nvSpPr>
          <p:cNvPr id="6" name="">
            <a:extLst xmlns:a="http://schemas.openxmlformats.org/drawingml/2006/main">
              <a:ext uri="{FF2B5EF4-FFF2-40B4-BE49-F238E27FC236}">
                <a16:creationId xmlns:a16="http://schemas.microsoft.com/office/drawing/2014/main" id="{56C13D81-A273-4625-ACB0-41FCE131031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57</a:t>
            </a:r>
          </a:p>
        </p:txBody>
      </p:sp>
    </p:spTree>
    <p:extLst>
      <p:ext uri="{BB962C8B-B14F-4D97-AF65-F5344CB8AC3E}">
        <p14:creationId xmlns:p14="http://schemas.microsoft.com/office/powerpoint/2010/main" val="7569986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73948069-26CA-43E2-B1CD-4277995D134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質量 kg と、重力の大きさ kgf・N</a:t>
            </a:r>
          </a:p>
        </p:txBody>
      </p:sp>
      <p:cxnSp>
        <p:nvCxnSpPr>
          <p:cNvPr id="2" name="">
            <a:extLst xmlns:a="http://schemas.openxmlformats.org/drawingml/2006/main">
              <a:ext uri="{FF2B5EF4-FFF2-40B4-BE49-F238E27FC236}">
                <a16:creationId xmlns:a16="http://schemas.microsoft.com/office/drawing/2014/main" id="{B22AE152-68CC-447A-AF1B-BC42B0774EE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A3CA0B46-3C2C-4779-A663-59A479D39A4B}"/>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D4E8BF3F-1436-4655-8DF4-DB624D52C4F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 / 57</a:t>
            </a:r>
          </a:p>
        </p:txBody>
      </p:sp>
      <p:sp>
        <p:nvSpPr>
          <p:cNvPr id="14" name="">
            <a:extLst xmlns:a="http://schemas.openxmlformats.org/drawingml/2006/main">
              <a:ext uri="{FF2B5EF4-FFF2-40B4-BE49-F238E27FC236}">
                <a16:creationId xmlns:a16="http://schemas.microsoft.com/office/drawing/2014/main" id="{03C1698D-D34D-4AEB-8D13-A3726181380E}"/>
              </a:ext>
            </a:extLst>
          </p:cNvPr>
          <p:cNvSpPr>
            <a:spLocks xmlns:a="http://schemas.openxmlformats.org/drawingml/2006/main" noGrp="1"/>
          </p:cNvSpPr>
          <p:nvPr/>
        </p:nvSpPr>
        <p:spPr>
          <a:xfrm xmlns:a="http://schemas.openxmlformats.org/drawingml/2006/main">
            <a:off x="809625" y="16002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物体が持つ量</a:t>
            </a:r>
          </a:p>
        </p:txBody>
      </p:sp>
      <p:sp>
        <p:nvSpPr>
          <p:cNvPr id="15" name="">
            <a:extLst xmlns:a="http://schemas.openxmlformats.org/drawingml/2006/main">
              <a:ext uri="{FF2B5EF4-FFF2-40B4-BE49-F238E27FC236}">
                <a16:creationId xmlns:a16="http://schemas.microsoft.com/office/drawing/2014/main" id="{C43ACA77-DF12-411A-B088-854F597B61CA}"/>
              </a:ext>
            </a:extLst>
          </p:cNvPr>
          <p:cNvSpPr>
            <a:spLocks xmlns:a="http://schemas.openxmlformats.org/drawingml/2006/main" noGrp="1"/>
          </p:cNvSpPr>
          <p:nvPr/>
        </p:nvSpPr>
        <p:spPr>
          <a:xfrm xmlns:a="http://schemas.openxmlformats.org/drawingml/2006/main">
            <a:off x="1143000" y="2762250"/>
            <a:ext cx="20955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6" name="">
            <a:extLst xmlns:a="http://schemas.openxmlformats.org/drawingml/2006/main">
              <a:ext uri="{FF2B5EF4-FFF2-40B4-BE49-F238E27FC236}">
                <a16:creationId xmlns:a16="http://schemas.microsoft.com/office/drawing/2014/main" id="{B1A16606-EC04-4951-A29E-A2E6A3749AD9}"/>
              </a:ext>
            </a:extLst>
          </p:cNvPr>
          <p:cNvSpPr>
            <a:spLocks xmlns:a="http://schemas.openxmlformats.org/drawingml/2006/main" noGrp="1"/>
          </p:cNvSpPr>
          <p:nvPr/>
        </p:nvSpPr>
        <p:spPr>
          <a:xfrm xmlns:a="http://schemas.openxmlformats.org/drawingml/2006/main">
            <a:off x="1285875" y="3048000"/>
            <a:ext cx="1952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63D4D"/>
                </a:solidFill>
                <a:latin typeface="Yu Gothic"/>
                <a:ea typeface="Yu Gothic"/>
                <a:cs typeface="Yu Gothic"/>
              </a:defRPr>
            </a:defPPr>
            <a:lvl1pPr>
              <a:buNone/>
              <a:defRPr sz="2550" b="1">
                <a:solidFill>
                  <a:srgbClr val="263D4D"/>
                </a:solidFill>
                <a:latin typeface="Yu Gothic"/>
                <a:ea typeface="Yu Gothic"/>
                <a:cs typeface="Yu Gothic"/>
              </a:defRPr>
            </a:lvl1pPr>
            <a:lvl2pPr>
              <a:buNone/>
              <a:defRPr sz="2550" b="1">
                <a:solidFill>
                  <a:srgbClr val="263D4D"/>
                </a:solidFill>
                <a:latin typeface="Yu Gothic"/>
                <a:ea typeface="Yu Gothic"/>
                <a:cs typeface="Yu Gothic"/>
              </a:defRPr>
            </a:lvl2pPr>
            <a:lvl3pPr>
              <a:buNone/>
              <a:defRPr sz="2550" b="1">
                <a:solidFill>
                  <a:srgbClr val="263D4D"/>
                </a:solidFill>
                <a:latin typeface="Yu Gothic"/>
                <a:ea typeface="Yu Gothic"/>
                <a:cs typeface="Yu Gothic"/>
              </a:defRPr>
            </a:lvl3pPr>
            <a:lvl4pPr>
              <a:buNone/>
              <a:defRPr sz="2550" b="1">
                <a:solidFill>
                  <a:srgbClr val="263D4D"/>
                </a:solidFill>
                <a:latin typeface="Yu Gothic"/>
                <a:ea typeface="Yu Gothic"/>
                <a:cs typeface="Yu Gothic"/>
              </a:defRPr>
            </a:lvl4pPr>
            <a:lvl5pPr>
              <a:buNone/>
              <a:defRPr sz="2550" b="1">
                <a:solidFill>
                  <a:srgbClr val="263D4D"/>
                </a:solidFill>
                <a:latin typeface="Yu Gothic"/>
                <a:ea typeface="Yu Gothic"/>
                <a:cs typeface="Yu Gothic"/>
              </a:defRPr>
            </a:lvl5pPr>
            <a:lvl6pPr>
              <a:buNone/>
              <a:defRPr sz="2550" b="1">
                <a:solidFill>
                  <a:srgbClr val="263D4D"/>
                </a:solidFill>
                <a:latin typeface="Yu Gothic"/>
                <a:ea typeface="Yu Gothic"/>
                <a:cs typeface="Yu Gothic"/>
              </a:defRPr>
            </a:lvl6pPr>
            <a:lvl7pPr>
              <a:buNone/>
              <a:defRPr sz="2550" b="1">
                <a:solidFill>
                  <a:srgbClr val="263D4D"/>
                </a:solidFill>
                <a:latin typeface="Yu Gothic"/>
                <a:ea typeface="Yu Gothic"/>
                <a:cs typeface="Yu Gothic"/>
              </a:defRPr>
            </a:lvl7pPr>
            <a:lvl8pPr>
              <a:buNone/>
              <a:defRPr sz="2550" b="1">
                <a:solidFill>
                  <a:srgbClr val="263D4D"/>
                </a:solidFill>
                <a:latin typeface="Yu Gothic"/>
                <a:ea typeface="Yu Gothic"/>
                <a:cs typeface="Yu Gothic"/>
              </a:defRPr>
            </a:lvl8pPr>
            <a:lvl9pPr>
              <a:buNone/>
              <a:defRPr sz="2550" b="1">
                <a:solidFill>
                  <a:srgbClr val="263D4D"/>
                </a:solidFill>
                <a:latin typeface="Yu Gothic"/>
                <a:ea typeface="Yu Gothic"/>
                <a:cs typeface="Yu Gothic"/>
              </a:defRPr>
            </a:lvl9pPr>
          </a:lstStyle>
          <a:p xmlns:a="http://schemas.openxmlformats.org/drawingml/2006/main">
            <a:pPr>
              <a:buNone/>
              <a:defRPr sz="2550" b="1">
                <a:solidFill>
                  <a:srgbClr val="263D4D"/>
                </a:solidFill>
                <a:latin typeface="Yu Gothic"/>
                <a:ea typeface="Yu Gothic"/>
                <a:cs typeface="Yu Gothic"/>
              </a:defRPr>
            </a:pPr>
            <a:r>
              <a:rPr sz="2550" b="1">
                <a:solidFill>
                  <a:srgbClr val="263D4D"/>
                </a:solidFill>
                <a:latin typeface="Yu Gothic"/>
                <a:ea typeface="Yu Gothic"/>
                <a:cs typeface="Yu Gothic"/>
              </a:rPr>
              <a:t>m = 1 kg</a:t>
            </a:r>
          </a:p>
        </p:txBody>
      </p:sp>
      <p:sp>
        <p:nvSpPr>
          <p:cNvPr id="17" name="">
            <a:extLst xmlns:a="http://schemas.openxmlformats.org/drawingml/2006/main">
              <a:ext uri="{FF2B5EF4-FFF2-40B4-BE49-F238E27FC236}">
                <a16:creationId xmlns:a16="http://schemas.microsoft.com/office/drawing/2014/main" id="{0501844D-FD63-447A-B4B7-24CF4B96BB2E}"/>
              </a:ext>
            </a:extLst>
          </p:cNvPr>
          <p:cNvSpPr>
            <a:spLocks xmlns:a="http://schemas.openxmlformats.org/drawingml/2006/main" noGrp="1"/>
          </p:cNvSpPr>
          <p:nvPr/>
        </p:nvSpPr>
        <p:spPr>
          <a:xfrm xmlns:a="http://schemas.openxmlformats.org/drawingml/2006/main">
            <a:off x="809625" y="4333875"/>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質量を kg で表す</a:t>
            </a:r>
          </a:p>
        </p:txBody>
      </p:sp>
      <p:sp>
        <p:nvSpPr>
          <p:cNvPr id="18" name="">
            <a:extLst xmlns:a="http://schemas.openxmlformats.org/drawingml/2006/main">
              <a:ext uri="{FF2B5EF4-FFF2-40B4-BE49-F238E27FC236}">
                <a16:creationId xmlns:a16="http://schemas.microsoft.com/office/drawing/2014/main" id="{380849DB-8083-48EC-B10D-1D55D69C0D8F}"/>
              </a:ext>
            </a:extLst>
          </p:cNvPr>
          <p:cNvSpPr>
            <a:spLocks xmlns:a="http://schemas.openxmlformats.org/drawingml/2006/main" noGrp="1"/>
          </p:cNvSpPr>
          <p:nvPr/>
        </p:nvSpPr>
        <p:spPr>
          <a:xfrm xmlns:a="http://schemas.openxmlformats.org/drawingml/2006/main">
            <a:off x="4143375" y="3333750"/>
            <a:ext cx="1190625" cy="9525"/>
          </a:xfrm>
          <a:custGeom xmlns:a="http://schemas.openxmlformats.org/drawingml/2006/main">
            <a:pathLst>
              <a:path w="1190625" h="9525">
                <a:moveTo>
                  <a:pt x="0" y="0"/>
                </a:moveTo>
                <a:lnTo>
                  <a:pt x="1190625" y="0"/>
                </a:lnTo>
              </a:path>
            </a:pathLst>
          </a:custGeom>
          <a:noFill xmlns:a="http://schemas.openxmlformats.org/drawingml/2006/main"/>
          <a:ln xmlns:a="http://schemas.openxmlformats.org/drawingml/2006/main" w="28575">
            <a:solidFill>
              <a:srgbClr val="71818B"/>
            </a:solidFill>
          </a:ln>
        </p:spPr>
      </p:sp>
      <p:sp>
        <p:nvSpPr>
          <p:cNvPr id="19" name="">
            <a:extLst xmlns:a="http://schemas.openxmlformats.org/drawingml/2006/main">
              <a:ext uri="{FF2B5EF4-FFF2-40B4-BE49-F238E27FC236}">
                <a16:creationId xmlns:a16="http://schemas.microsoft.com/office/drawing/2014/main" id="{1F5E3DDC-7D64-4901-8966-E29EECE4A83A}"/>
              </a:ext>
            </a:extLst>
          </p:cNvPr>
          <p:cNvSpPr>
            <a:spLocks xmlns:a="http://schemas.openxmlformats.org/drawingml/2006/main" noGrp="1"/>
          </p:cNvSpPr>
          <p:nvPr/>
        </p:nvSpPr>
        <p:spPr>
          <a:xfrm xmlns:a="http://schemas.openxmlformats.org/drawingml/2006/main">
            <a:off x="5210175" y="32817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905F72D2-16D3-4010-9F47-C9B12A287B3D}"/>
              </a:ext>
            </a:extLst>
          </p:cNvPr>
          <p:cNvSpPr>
            <a:spLocks xmlns:a="http://schemas.openxmlformats.org/drawingml/2006/main" noGrp="1"/>
          </p:cNvSpPr>
          <p:nvPr/>
        </p:nvSpPr>
        <p:spPr>
          <a:xfrm xmlns:a="http://schemas.openxmlformats.org/drawingml/2006/main">
            <a:off x="4048125" y="2609850"/>
            <a:ext cx="1857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g を掛ける</a:t>
            </a:r>
          </a:p>
        </p:txBody>
      </p:sp>
      <p:sp>
        <p:nvSpPr>
          <p:cNvPr id="21" name="">
            <a:extLst xmlns:a="http://schemas.openxmlformats.org/drawingml/2006/main">
              <a:ext uri="{FF2B5EF4-FFF2-40B4-BE49-F238E27FC236}">
                <a16:creationId xmlns:a16="http://schemas.microsoft.com/office/drawing/2014/main" id="{C35F6E92-8E35-4322-8ED1-824C39A42D4F}"/>
              </a:ext>
            </a:extLst>
          </p:cNvPr>
          <p:cNvSpPr>
            <a:spLocks xmlns:a="http://schemas.openxmlformats.org/drawingml/2006/main" noGrp="1"/>
          </p:cNvSpPr>
          <p:nvPr/>
        </p:nvSpPr>
        <p:spPr>
          <a:xfrm xmlns:a="http://schemas.openxmlformats.org/drawingml/2006/main">
            <a:off x="6762750" y="2714625"/>
            <a:ext cx="1476375" cy="1000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B473B463-F0C2-4081-8229-96751D0DF745}"/>
              </a:ext>
            </a:extLst>
          </p:cNvPr>
          <p:cNvSpPr>
            <a:spLocks xmlns:a="http://schemas.openxmlformats.org/drawingml/2006/main" noGrp="1"/>
          </p:cNvSpPr>
          <p:nvPr/>
        </p:nvSpPr>
        <p:spPr>
          <a:xfrm xmlns:a="http://schemas.openxmlformats.org/drawingml/2006/main">
            <a:off x="7000875" y="2981325"/>
            <a:ext cx="1095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1 kg</a:t>
            </a:r>
          </a:p>
        </p:txBody>
      </p:sp>
      <p:sp>
        <p:nvSpPr>
          <p:cNvPr id="23" name="">
            <a:extLst xmlns:a="http://schemas.openxmlformats.org/drawingml/2006/main">
              <a:ext uri="{FF2B5EF4-FFF2-40B4-BE49-F238E27FC236}">
                <a16:creationId xmlns:a16="http://schemas.microsoft.com/office/drawing/2014/main" id="{B77B7B5B-9A54-4086-916D-E7FD365C1FED}"/>
              </a:ext>
            </a:extLst>
          </p:cNvPr>
          <p:cNvSpPr>
            <a:spLocks xmlns:a="http://schemas.openxmlformats.org/drawingml/2006/main" noGrp="1"/>
          </p:cNvSpPr>
          <p:nvPr/>
        </p:nvSpPr>
        <p:spPr>
          <a:xfrm xmlns:a="http://schemas.openxmlformats.org/drawingml/2006/main">
            <a:off x="7477125" y="3714750"/>
            <a:ext cx="9525" cy="1333500"/>
          </a:xfrm>
          <a:custGeom xmlns:a="http://schemas.openxmlformats.org/drawingml/2006/main">
            <a:pathLst>
              <a:path w="9525" h="1333500">
                <a:moveTo>
                  <a:pt x="0" y="0"/>
                </a:moveTo>
                <a:lnTo>
                  <a:pt x="0" y="1333500"/>
                </a:lnTo>
              </a:path>
            </a:pathLst>
          </a:custGeom>
          <a:noFill xmlns:a="http://schemas.openxmlformats.org/drawingml/2006/main"/>
          <a:ln xmlns:a="http://schemas.openxmlformats.org/drawingml/2006/main" w="38100">
            <a:solidFill>
              <a:srgbClr val="C4483C"/>
            </a:solidFill>
          </a:ln>
        </p:spPr>
      </p:sp>
      <p:sp>
        <p:nvSpPr>
          <p:cNvPr id="24" name="">
            <a:extLst xmlns:a="http://schemas.openxmlformats.org/drawingml/2006/main">
              <a:ext uri="{FF2B5EF4-FFF2-40B4-BE49-F238E27FC236}">
                <a16:creationId xmlns:a16="http://schemas.microsoft.com/office/drawing/2014/main" id="{1FB8EB49-0467-406F-98FD-E1537E40301A}"/>
              </a:ext>
            </a:extLst>
          </p:cNvPr>
          <p:cNvSpPr>
            <a:spLocks xmlns:a="http://schemas.openxmlformats.org/drawingml/2006/main" noGrp="1"/>
          </p:cNvSpPr>
          <p:nvPr/>
        </p:nvSpPr>
        <p:spPr>
          <a:xfrm xmlns:a="http://schemas.openxmlformats.org/drawingml/2006/main">
            <a:off x="7425119" y="4924425"/>
            <a:ext cx="104013" cy="123825"/>
          </a:xfrm>
          <a:custGeom xmlns:a="http://schemas.openxmlformats.org/drawingml/2006/main">
            <a:pathLst>
              <a:path w="104013" h="123825">
                <a:moveTo>
                  <a:pt x="52007" y="123825"/>
                </a:moveTo>
                <a:lnTo>
                  <a:pt x="104013"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EF6221D1-34F8-4F76-9656-FFE6DDB997DC}"/>
              </a:ext>
            </a:extLst>
          </p:cNvPr>
          <p:cNvSpPr>
            <a:spLocks xmlns:a="http://schemas.openxmlformats.org/drawingml/2006/main" noGrp="1"/>
          </p:cNvSpPr>
          <p:nvPr/>
        </p:nvSpPr>
        <p:spPr>
          <a:xfrm xmlns:a="http://schemas.openxmlformats.org/drawingml/2006/main">
            <a:off x="7477125" y="1381125"/>
            <a:ext cx="9525" cy="1333500"/>
          </a:xfrm>
          <a:custGeom xmlns:a="http://schemas.openxmlformats.org/drawingml/2006/main">
            <a:pathLst>
              <a:path w="9525" h="1333500">
                <a:moveTo>
                  <a:pt x="0" y="1333500"/>
                </a:moveTo>
                <a:lnTo>
                  <a:pt x="0" y="0"/>
                </a:lnTo>
              </a:path>
            </a:pathLst>
          </a:custGeom>
          <a:noFill xmlns:a="http://schemas.openxmlformats.org/drawingml/2006/main"/>
          <a:ln xmlns:a="http://schemas.openxmlformats.org/drawingml/2006/main" w="38100">
            <a:solidFill>
              <a:srgbClr val="2876A8"/>
            </a:solidFill>
          </a:ln>
        </p:spPr>
      </p:sp>
      <p:sp>
        <p:nvSpPr>
          <p:cNvPr id="26" name="">
            <a:extLst xmlns:a="http://schemas.openxmlformats.org/drawingml/2006/main">
              <a:ext uri="{FF2B5EF4-FFF2-40B4-BE49-F238E27FC236}">
                <a16:creationId xmlns:a16="http://schemas.microsoft.com/office/drawing/2014/main" id="{E2910355-63BC-4B40-8EAB-6B9B8E28EFB7}"/>
              </a:ext>
            </a:extLst>
          </p:cNvPr>
          <p:cNvSpPr>
            <a:spLocks xmlns:a="http://schemas.openxmlformats.org/drawingml/2006/main" noGrp="1"/>
          </p:cNvSpPr>
          <p:nvPr/>
        </p:nvSpPr>
        <p:spPr>
          <a:xfrm xmlns:a="http://schemas.openxmlformats.org/drawingml/2006/main">
            <a:off x="7425119" y="1381125"/>
            <a:ext cx="104013" cy="123825"/>
          </a:xfrm>
          <a:custGeom xmlns:a="http://schemas.openxmlformats.org/drawingml/2006/main">
            <a:pathLst>
              <a:path w="104013" h="123825">
                <a:moveTo>
                  <a:pt x="52007" y="0"/>
                </a:moveTo>
                <a:lnTo>
                  <a:pt x="0" y="123825"/>
                </a:lnTo>
                <a:lnTo>
                  <a:pt x="104013" y="123825"/>
                </a:lnTo>
                <a:close/>
              </a:path>
            </a:pathLst>
          </a:custGeom>
          <a:solidFill xmlns:a="http://schemas.openxmlformats.org/drawingml/2006/main">
            <a:srgbClr val="2876A8"/>
          </a:solidFill>
          <a:ln xmlns:a="http://schemas.openxmlformats.org/drawingml/2006/main" w="4763">
            <a:solidFill>
              <a:srgbClr val="2876A8"/>
            </a:solidFill>
          </a:ln>
        </p:spPr>
      </p:sp>
      <p:sp>
        <p:nvSpPr>
          <p:cNvPr id="27" name="">
            <a:extLst xmlns:a="http://schemas.openxmlformats.org/drawingml/2006/main">
              <a:ext uri="{FF2B5EF4-FFF2-40B4-BE49-F238E27FC236}">
                <a16:creationId xmlns:a16="http://schemas.microsoft.com/office/drawing/2014/main" id="{2435D7FC-6FD5-448C-B150-8017A357A12D}"/>
              </a:ext>
            </a:extLst>
          </p:cNvPr>
          <p:cNvSpPr>
            <a:spLocks xmlns:a="http://schemas.openxmlformats.org/drawingml/2006/main" noGrp="1"/>
          </p:cNvSpPr>
          <p:nvPr/>
        </p:nvSpPr>
        <p:spPr>
          <a:xfrm xmlns:a="http://schemas.openxmlformats.org/drawingml/2006/main">
            <a:off x="6334125" y="3771900"/>
            <a:ext cx="2333625" cy="9525"/>
          </a:xfrm>
          <a:custGeom xmlns:a="http://schemas.openxmlformats.org/drawingml/2006/main">
            <a:pathLst>
              <a:path w="2333625" h="9525">
                <a:moveTo>
                  <a:pt x="0" y="0"/>
                </a:moveTo>
                <a:lnTo>
                  <a:pt x="2333625" y="0"/>
                </a:lnTo>
              </a:path>
            </a:pathLst>
          </a:custGeom>
          <a:noFill xmlns:a="http://schemas.openxmlformats.org/drawingml/2006/main"/>
          <a:ln xmlns:a="http://schemas.openxmlformats.org/drawingml/2006/main" w="28575">
            <a:solidFill>
              <a:srgbClr val="71818B"/>
            </a:solidFill>
          </a:ln>
        </p:spPr>
      </p:sp>
      <p:sp>
        <p:nvSpPr>
          <p:cNvPr id="28" name="">
            <a:extLst xmlns:a="http://schemas.openxmlformats.org/drawingml/2006/main">
              <a:ext uri="{FF2B5EF4-FFF2-40B4-BE49-F238E27FC236}">
                <a16:creationId xmlns:a16="http://schemas.microsoft.com/office/drawing/2014/main" id="{1156FFFE-0AB5-43D7-B06B-711B33EB9C95}"/>
              </a:ext>
            </a:extLst>
          </p:cNvPr>
          <p:cNvSpPr>
            <a:spLocks xmlns:a="http://schemas.openxmlformats.org/drawingml/2006/main" noGrp="1"/>
          </p:cNvSpPr>
          <p:nvPr/>
        </p:nvSpPr>
        <p:spPr>
          <a:xfrm xmlns:a="http://schemas.openxmlformats.org/drawingml/2006/main">
            <a:off x="8858250" y="1666875"/>
            <a:ext cx="2333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支持力</a:t>
            </a:r>
          </a:p>
        </p:txBody>
      </p:sp>
      <p:sp>
        <p:nvSpPr>
          <p:cNvPr id="29" name="">
            <a:extLst xmlns:a="http://schemas.openxmlformats.org/drawingml/2006/main">
              <a:ext uri="{FF2B5EF4-FFF2-40B4-BE49-F238E27FC236}">
                <a16:creationId xmlns:a16="http://schemas.microsoft.com/office/drawing/2014/main" id="{79611D89-DCEC-48E9-9A77-BA3CE4DF7941}"/>
              </a:ext>
            </a:extLst>
          </p:cNvPr>
          <p:cNvSpPr>
            <a:spLocks xmlns:a="http://schemas.openxmlformats.org/drawingml/2006/main" noGrp="1"/>
          </p:cNvSpPr>
          <p:nvPr/>
        </p:nvSpPr>
        <p:spPr>
          <a:xfrm xmlns:a="http://schemas.openxmlformats.org/drawingml/2006/main">
            <a:off x="8810625" y="3857625"/>
            <a:ext cx="276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重力 W = mg</a:t>
            </a:r>
          </a:p>
        </p:txBody>
      </p:sp>
      <p:sp>
        <p:nvSpPr>
          <p:cNvPr id="30" name="">
            <a:extLst xmlns:a="http://schemas.openxmlformats.org/drawingml/2006/main">
              <a:ext uri="{FF2B5EF4-FFF2-40B4-BE49-F238E27FC236}">
                <a16:creationId xmlns:a16="http://schemas.microsoft.com/office/drawing/2014/main" id="{FBA9E1B4-65D4-42AA-877C-61F206CAA515}"/>
              </a:ext>
            </a:extLst>
          </p:cNvPr>
          <p:cNvSpPr>
            <a:spLocks xmlns:a="http://schemas.openxmlformats.org/drawingml/2006/main" noGrp="1"/>
          </p:cNvSpPr>
          <p:nvPr/>
        </p:nvSpPr>
        <p:spPr>
          <a:xfrm xmlns:a="http://schemas.openxmlformats.org/drawingml/2006/main">
            <a:off x="8667750" y="4524375"/>
            <a:ext cx="2905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約1 kgf = 約9.8 N</a:t>
            </a:r>
          </a:p>
        </p:txBody>
      </p:sp>
      <p:sp>
        <p:nvSpPr>
          <p:cNvPr id="31" name="">
            <a:extLst xmlns:a="http://schemas.openxmlformats.org/drawingml/2006/main">
              <a:ext uri="{FF2B5EF4-FFF2-40B4-BE49-F238E27FC236}">
                <a16:creationId xmlns:a16="http://schemas.microsoft.com/office/drawing/2014/main" id="{22F53B8E-7DC7-467F-86A5-C3DF7A602ADA}"/>
              </a:ext>
            </a:extLst>
          </p:cNvPr>
          <p:cNvSpPr>
            <a:spLocks xmlns:a="http://schemas.openxmlformats.org/drawingml/2006/main" noGrp="1"/>
          </p:cNvSpPr>
          <p:nvPr/>
        </p:nvSpPr>
        <p:spPr>
          <a:xfrm xmlns:a="http://schemas.openxmlformats.org/drawingml/2006/main">
            <a:off x="6191250" y="51435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同じ力を、異なる単位で表す</a:t>
            </a:r>
          </a:p>
        </p:txBody>
      </p:sp>
      <p:sp>
        <p:nvSpPr>
          <p:cNvPr id="32" name="">
            <a:extLst xmlns:a="http://schemas.openxmlformats.org/drawingml/2006/main">
              <a:ext uri="{FF2B5EF4-FFF2-40B4-BE49-F238E27FC236}">
                <a16:creationId xmlns:a16="http://schemas.microsoft.com/office/drawing/2014/main" id="{B947A4E3-AFC9-40EB-B4C8-C4D5CC3176C5}"/>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地表付近で g = 9.8 m/s² とする。静止中は重力と支持力がつり合う。</a:t>
            </a:r>
          </a:p>
        </p:txBody>
      </p:sp>
    </p:spTree>
    <p:extLst>
      <p:ext uri="{BB962C8B-B14F-4D97-AF65-F5344CB8AC3E}">
        <p14:creationId xmlns:p14="http://schemas.microsoft.com/office/powerpoint/2010/main" val="19003363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0">
            <a:extLst xmlns:a="http://schemas.openxmlformats.org/drawingml/2006/main">
              <a:ext uri="{FF2B5EF4-FFF2-40B4-BE49-F238E27FC236}">
                <a16:creationId xmlns:a16="http://schemas.microsoft.com/office/drawing/2014/main" id="{3F35162A-EFAC-4656-A07A-B9463C2D50F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ニュートンの大きさとおもり</a:t>
            </a:r>
          </a:p>
        </p:txBody>
      </p:sp>
      <p:cxnSp>
        <p:nvCxnSpPr>
          <p:cNvPr id="2" name="">
            <a:extLst xmlns:a="http://schemas.openxmlformats.org/drawingml/2006/main">
              <a:ext uri="{FF2B5EF4-FFF2-40B4-BE49-F238E27FC236}">
                <a16:creationId xmlns:a16="http://schemas.microsoft.com/office/drawing/2014/main" id="{13ECF46D-4C45-4085-8D69-9E5B98F782D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DC495C56-3084-42EF-87E5-BEFB58C09F4A}"/>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3D3E34C2-57E5-464F-94BF-2AA81951C67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5 / 57</a:t>
            </a:r>
          </a:p>
        </p:txBody>
      </p:sp>
      <p:sp>
        <p:nvSpPr>
          <p:cNvPr id="5" name="text-4">
            <a:extLst xmlns:a="http://schemas.openxmlformats.org/drawingml/2006/main">
              <a:ext uri="{FF2B5EF4-FFF2-40B4-BE49-F238E27FC236}">
                <a16:creationId xmlns:a16="http://schemas.microsoft.com/office/drawing/2014/main" id="{C82FFC18-9EEB-47C2-A7CF-713B2B8EAE72}"/>
              </a:ext>
            </a:extLst>
          </p:cNvPr>
          <p:cNvSpPr>
            <a:spLocks xmlns:a="http://schemas.openxmlformats.org/drawingml/2006/main" noGrp="1"/>
          </p:cNvSpPr>
          <p:nvPr/>
        </p:nvSpPr>
        <p:spPr>
          <a:xfrm xmlns:a="http://schemas.openxmlformats.org/drawingml/2006/main">
            <a:off x="685800" y="1609725"/>
            <a:ext cx="7810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約100 gのおもりの重力が、約1 N</a:t>
            </a:r>
          </a:p>
        </p:txBody>
      </p:sp>
      <p:sp>
        <p:nvSpPr>
          <p:cNvPr id="6" name="text-5">
            <a:extLst xmlns:a="http://schemas.openxmlformats.org/drawingml/2006/main">
              <a:ext uri="{FF2B5EF4-FFF2-40B4-BE49-F238E27FC236}">
                <a16:creationId xmlns:a16="http://schemas.microsoft.com/office/drawing/2014/main" id="{4250FF49-5977-428B-BDD0-06C768BE3D3B}"/>
              </a:ext>
            </a:extLst>
          </p:cNvPr>
          <p:cNvSpPr>
            <a:spLocks xmlns:a="http://schemas.openxmlformats.org/drawingml/2006/main" noGrp="1"/>
          </p:cNvSpPr>
          <p:nvPr/>
        </p:nvSpPr>
        <p:spPr>
          <a:xfrm xmlns:a="http://schemas.openxmlformats.org/drawingml/2006/main">
            <a:off x="685800" y="2619375"/>
            <a:ext cx="7810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W = 0.100 × 9.8 = 0.980 N ≈ 1 N</a:t>
            </a:r>
          </a:p>
        </p:txBody>
      </p:sp>
      <p:sp>
        <p:nvSpPr>
          <p:cNvPr id="7" name="text-6">
            <a:extLst xmlns:a="http://schemas.openxmlformats.org/drawingml/2006/main">
              <a:ext uri="{FF2B5EF4-FFF2-40B4-BE49-F238E27FC236}">
                <a16:creationId xmlns:a16="http://schemas.microsoft.com/office/drawing/2014/main" id="{8C845EA5-C1F3-41F4-84B1-560A72FA2135}"/>
              </a:ext>
            </a:extLst>
          </p:cNvPr>
          <p:cNvSpPr>
            <a:spLocks xmlns:a="http://schemas.openxmlformats.org/drawingml/2006/main" noGrp="1"/>
          </p:cNvSpPr>
          <p:nvPr/>
        </p:nvSpPr>
        <p:spPr>
          <a:xfrm xmlns:a="http://schemas.openxmlformats.org/drawingml/2006/main">
            <a:off x="685800" y="3781425"/>
            <a:ext cx="7620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8364F"/>
                </a:solidFill>
                <a:latin typeface="Yu Gothic"/>
                <a:ea typeface="Yu Gothic"/>
                <a:cs typeface="Yu Gothic"/>
              </a:defRPr>
            </a:defPPr>
            <a:lvl1pPr algn="l">
              <a:buNone/>
              <a:defRPr sz="2625" b="1">
                <a:solidFill>
                  <a:srgbClr val="18364F"/>
                </a:solidFill>
                <a:latin typeface="Yu Gothic"/>
                <a:ea typeface="Yu Gothic"/>
                <a:cs typeface="Yu Gothic"/>
              </a:defRPr>
            </a:lvl1pPr>
            <a:lvl2pPr algn="l">
              <a:buNone/>
              <a:defRPr sz="2625" b="1">
                <a:solidFill>
                  <a:srgbClr val="18364F"/>
                </a:solidFill>
                <a:latin typeface="Yu Gothic"/>
                <a:ea typeface="Yu Gothic"/>
                <a:cs typeface="Yu Gothic"/>
              </a:defRPr>
            </a:lvl2pPr>
            <a:lvl3pPr algn="l">
              <a:buNone/>
              <a:defRPr sz="2625" b="1">
                <a:solidFill>
                  <a:srgbClr val="18364F"/>
                </a:solidFill>
                <a:latin typeface="Yu Gothic"/>
                <a:ea typeface="Yu Gothic"/>
                <a:cs typeface="Yu Gothic"/>
              </a:defRPr>
            </a:lvl3pPr>
            <a:lvl4pPr algn="l">
              <a:buNone/>
              <a:defRPr sz="2625" b="1">
                <a:solidFill>
                  <a:srgbClr val="18364F"/>
                </a:solidFill>
                <a:latin typeface="Yu Gothic"/>
                <a:ea typeface="Yu Gothic"/>
                <a:cs typeface="Yu Gothic"/>
              </a:defRPr>
            </a:lvl4pPr>
            <a:lvl5pPr algn="l">
              <a:buNone/>
              <a:defRPr sz="2625" b="1">
                <a:solidFill>
                  <a:srgbClr val="18364F"/>
                </a:solidFill>
                <a:latin typeface="Yu Gothic"/>
                <a:ea typeface="Yu Gothic"/>
                <a:cs typeface="Yu Gothic"/>
              </a:defRPr>
            </a:lvl5pPr>
            <a:lvl6pPr algn="l">
              <a:buNone/>
              <a:defRPr sz="2625" b="1">
                <a:solidFill>
                  <a:srgbClr val="18364F"/>
                </a:solidFill>
                <a:latin typeface="Yu Gothic"/>
                <a:ea typeface="Yu Gothic"/>
                <a:cs typeface="Yu Gothic"/>
              </a:defRPr>
            </a:lvl6pPr>
            <a:lvl7pPr algn="l">
              <a:buNone/>
              <a:defRPr sz="2625" b="1">
                <a:solidFill>
                  <a:srgbClr val="18364F"/>
                </a:solidFill>
                <a:latin typeface="Yu Gothic"/>
                <a:ea typeface="Yu Gothic"/>
                <a:cs typeface="Yu Gothic"/>
              </a:defRPr>
            </a:lvl7pPr>
            <a:lvl8pPr algn="l">
              <a:buNone/>
              <a:defRPr sz="2625" b="1">
                <a:solidFill>
                  <a:srgbClr val="18364F"/>
                </a:solidFill>
                <a:latin typeface="Yu Gothic"/>
                <a:ea typeface="Yu Gothic"/>
                <a:cs typeface="Yu Gothic"/>
              </a:defRPr>
            </a:lvl8pPr>
            <a:lvl9pPr algn="l">
              <a:buNone/>
              <a:defRPr sz="2625" b="1">
                <a:solidFill>
                  <a:srgbClr val="18364F"/>
                </a:solidFill>
                <a:latin typeface="Yu Gothic"/>
                <a:ea typeface="Yu Gothic"/>
                <a:cs typeface="Yu Gothic"/>
              </a:defRPr>
            </a:lvl9pPr>
          </a:lstStyle>
          <a:p xmlns:a="http://schemas.openxmlformats.org/drawingml/2006/main">
            <a:pPr algn="l">
              <a:buNone/>
              <a:defRPr sz="2625" b="1">
                <a:solidFill>
                  <a:srgbClr val="18364F"/>
                </a:solidFill>
                <a:latin typeface="Yu Gothic"/>
                <a:ea typeface="Yu Gothic"/>
                <a:cs typeface="Yu Gothic"/>
              </a:defRPr>
            </a:pPr>
            <a:r>
              <a:rPr sz="2625" b="1">
                <a:solidFill>
                  <a:srgbClr val="18364F"/>
                </a:solidFill>
                <a:latin typeface="Yu Gothic"/>
                <a:ea typeface="Yu Gothic"/>
                <a:cs typeface="Yu Gothic"/>
              </a:rPr>
              <a:t>質量1 kgなら、W = mg = 9.8 N</a:t>
            </a:r>
          </a:p>
        </p:txBody>
      </p:sp>
      <p:sp>
        <p:nvSpPr>
          <p:cNvPr id="8" name="text-7">
            <a:extLst xmlns:a="http://schemas.openxmlformats.org/drawingml/2006/main">
              <a:ext uri="{FF2B5EF4-FFF2-40B4-BE49-F238E27FC236}">
                <a16:creationId xmlns:a16="http://schemas.microsoft.com/office/drawing/2014/main" id="{414E16E4-EB3B-4784-B14E-5B33CFE4021F}"/>
              </a:ext>
            </a:extLst>
          </p:cNvPr>
          <p:cNvSpPr>
            <a:spLocks xmlns:a="http://schemas.openxmlformats.org/drawingml/2006/main" noGrp="1"/>
          </p:cNvSpPr>
          <p:nvPr/>
        </p:nvSpPr>
        <p:spPr>
          <a:xfrm xmlns:a="http://schemas.openxmlformats.org/drawingml/2006/main">
            <a:off x="685800" y="4819650"/>
            <a:ext cx="809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g = 9.8 m/s² とする。Nは押す力・引く力にも使う</a:t>
            </a:r>
          </a:p>
        </p:txBody>
      </p:sp>
      <p:sp>
        <p:nvSpPr>
          <p:cNvPr id="9" name="">
            <a:extLst xmlns:a="http://schemas.openxmlformats.org/drawingml/2006/main">
              <a:ext uri="{FF2B5EF4-FFF2-40B4-BE49-F238E27FC236}">
                <a16:creationId xmlns:a16="http://schemas.microsoft.com/office/drawing/2014/main" id="{68EC1303-7722-4782-BBAC-F0B26AE0D87C}"/>
              </a:ext>
            </a:extLst>
          </p:cNvPr>
          <p:cNvSpPr>
            <a:spLocks xmlns:a="http://schemas.openxmlformats.org/drawingml/2006/main" noGrp="1"/>
          </p:cNvSpPr>
          <p:nvPr/>
        </p:nvSpPr>
        <p:spPr>
          <a:xfrm xmlns:a="http://schemas.openxmlformats.org/drawingml/2006/main">
            <a:off x="9334500" y="2857500"/>
            <a:ext cx="952500" cy="9334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0" name="text-9">
            <a:extLst xmlns:a="http://schemas.openxmlformats.org/drawingml/2006/main">
              <a:ext uri="{FF2B5EF4-FFF2-40B4-BE49-F238E27FC236}">
                <a16:creationId xmlns:a16="http://schemas.microsoft.com/office/drawing/2014/main" id="{89DAB196-1B3A-4021-A836-2C4F6E9F5DE7}"/>
              </a:ext>
            </a:extLst>
          </p:cNvPr>
          <p:cNvSpPr>
            <a:spLocks xmlns:a="http://schemas.openxmlformats.org/drawingml/2006/main" noGrp="1"/>
          </p:cNvSpPr>
          <p:nvPr/>
        </p:nvSpPr>
        <p:spPr>
          <a:xfrm xmlns:a="http://schemas.openxmlformats.org/drawingml/2006/main">
            <a:off x="9048750" y="2247900"/>
            <a:ext cx="157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100 g</a:t>
            </a:r>
          </a:p>
        </p:txBody>
      </p:sp>
      <p:cxnSp>
        <p:nvCxnSpPr>
          <p:cNvPr id="11" name="">
            <a:extLst xmlns:a="http://schemas.openxmlformats.org/drawingml/2006/main">
              <a:ext uri="{FF2B5EF4-FFF2-40B4-BE49-F238E27FC236}">
                <a16:creationId xmlns:a16="http://schemas.microsoft.com/office/drawing/2014/main" id="{D7F7FFEA-79EC-4C36-AD5D-0FEE366934E4}"/>
              </a:ext>
            </a:extLst>
          </p:cNvPr>
          <p:cNvCxnSpPr/>
          <p:nvPr/>
        </p:nvCxnSpPr>
        <p:spPr>
          <a:xfrm xmlns:a="http://schemas.openxmlformats.org/drawingml/2006/main" flipH="0" flipV="0">
            <a:off x="9810750" y="3790950"/>
            <a:ext cx="0" cy="1266825"/>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2" name="">
            <a:extLst xmlns:a="http://schemas.openxmlformats.org/drawingml/2006/main">
              <a:ext uri="{FF2B5EF4-FFF2-40B4-BE49-F238E27FC236}">
                <a16:creationId xmlns:a16="http://schemas.microsoft.com/office/drawing/2014/main" id="{BFF87D6A-E485-4BF4-BE8D-46ABDAECECDF}"/>
              </a:ext>
            </a:extLst>
          </p:cNvPr>
          <p:cNvCxnSpPr/>
          <p:nvPr/>
        </p:nvCxnSpPr>
        <p:spPr>
          <a:xfrm xmlns:a="http://schemas.openxmlformats.org/drawingml/2006/main" flipH="0" flipV="1">
            <a:off x="9810750" y="1581150"/>
            <a:ext cx="0" cy="1266825"/>
          </a:xfrm>
          <a:prstGeom xmlns:a="http://schemas.openxmlformats.org/drawingml/2006/main" prst="straightConnector1">
            <a:avLst/>
          </a:prstGeom>
          <a:ln xmlns:a="http://schemas.openxmlformats.org/drawingml/2006/main" w="47625">
            <a:solidFill>
              <a:srgbClr val="245C98"/>
            </a:solidFill>
            <a:tailEnd type="triangle" w="med" len="med"/>
          </a:ln>
        </p:spPr>
      </p:cxnSp>
      <p:sp>
        <p:nvSpPr>
          <p:cNvPr id="13" name="text-12">
            <a:extLst xmlns:a="http://schemas.openxmlformats.org/drawingml/2006/main">
              <a:ext uri="{FF2B5EF4-FFF2-40B4-BE49-F238E27FC236}">
                <a16:creationId xmlns:a16="http://schemas.microsoft.com/office/drawing/2014/main" id="{52F69989-D163-475B-B46D-D1DB856641E6}"/>
              </a:ext>
            </a:extLst>
          </p:cNvPr>
          <p:cNvSpPr>
            <a:spLocks xmlns:a="http://schemas.openxmlformats.org/drawingml/2006/main" noGrp="1"/>
          </p:cNvSpPr>
          <p:nvPr/>
        </p:nvSpPr>
        <p:spPr>
          <a:xfrm xmlns:a="http://schemas.openxmlformats.org/drawingml/2006/main">
            <a:off x="10477500" y="1838325"/>
            <a:ext cx="1028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245C98"/>
                </a:solidFill>
                <a:latin typeface="Yu Gothic"/>
                <a:ea typeface="Yu Gothic"/>
                <a:cs typeface="Yu Gothic"/>
              </a:defRPr>
            </a:defPPr>
            <a:lvl1pPr algn="l">
              <a:buNone/>
              <a:defRPr sz="1800" b="1">
                <a:solidFill>
                  <a:srgbClr val="245C98"/>
                </a:solidFill>
                <a:latin typeface="Yu Gothic"/>
                <a:ea typeface="Yu Gothic"/>
                <a:cs typeface="Yu Gothic"/>
              </a:defRPr>
            </a:lvl1pPr>
            <a:lvl2pPr algn="l">
              <a:buNone/>
              <a:defRPr sz="1800" b="1">
                <a:solidFill>
                  <a:srgbClr val="245C98"/>
                </a:solidFill>
                <a:latin typeface="Yu Gothic"/>
                <a:ea typeface="Yu Gothic"/>
                <a:cs typeface="Yu Gothic"/>
              </a:defRPr>
            </a:lvl2pPr>
            <a:lvl3pPr algn="l">
              <a:buNone/>
              <a:defRPr sz="1800" b="1">
                <a:solidFill>
                  <a:srgbClr val="245C98"/>
                </a:solidFill>
                <a:latin typeface="Yu Gothic"/>
                <a:ea typeface="Yu Gothic"/>
                <a:cs typeface="Yu Gothic"/>
              </a:defRPr>
            </a:lvl3pPr>
            <a:lvl4pPr algn="l">
              <a:buNone/>
              <a:defRPr sz="1800" b="1">
                <a:solidFill>
                  <a:srgbClr val="245C98"/>
                </a:solidFill>
                <a:latin typeface="Yu Gothic"/>
                <a:ea typeface="Yu Gothic"/>
                <a:cs typeface="Yu Gothic"/>
              </a:defRPr>
            </a:lvl4pPr>
            <a:lvl5pPr algn="l">
              <a:buNone/>
              <a:defRPr sz="1800" b="1">
                <a:solidFill>
                  <a:srgbClr val="245C98"/>
                </a:solidFill>
                <a:latin typeface="Yu Gothic"/>
                <a:ea typeface="Yu Gothic"/>
                <a:cs typeface="Yu Gothic"/>
              </a:defRPr>
            </a:lvl5pPr>
            <a:lvl6pPr algn="l">
              <a:buNone/>
              <a:defRPr sz="1800" b="1">
                <a:solidFill>
                  <a:srgbClr val="245C98"/>
                </a:solidFill>
                <a:latin typeface="Yu Gothic"/>
                <a:ea typeface="Yu Gothic"/>
                <a:cs typeface="Yu Gothic"/>
              </a:defRPr>
            </a:lvl6pPr>
            <a:lvl7pPr algn="l">
              <a:buNone/>
              <a:defRPr sz="1800" b="1">
                <a:solidFill>
                  <a:srgbClr val="245C98"/>
                </a:solidFill>
                <a:latin typeface="Yu Gothic"/>
                <a:ea typeface="Yu Gothic"/>
                <a:cs typeface="Yu Gothic"/>
              </a:defRPr>
            </a:lvl7pPr>
            <a:lvl8pPr algn="l">
              <a:buNone/>
              <a:defRPr sz="1800" b="1">
                <a:solidFill>
                  <a:srgbClr val="245C98"/>
                </a:solidFill>
                <a:latin typeface="Yu Gothic"/>
                <a:ea typeface="Yu Gothic"/>
                <a:cs typeface="Yu Gothic"/>
              </a:defRPr>
            </a:lvl8pPr>
            <a:lvl9pPr algn="l">
              <a:buNone/>
              <a:defRPr sz="1800" b="1">
                <a:solidFill>
                  <a:srgbClr val="245C98"/>
                </a:solidFill>
                <a:latin typeface="Yu Gothic"/>
                <a:ea typeface="Yu Gothic"/>
                <a:cs typeface="Yu Gothic"/>
              </a:defRPr>
            </a:lvl9pPr>
          </a:lstStyle>
          <a:p xmlns:a="http://schemas.openxmlformats.org/drawingml/2006/main">
            <a:pPr algn="l">
              <a:buNone/>
              <a:defRPr sz="1800" b="1">
                <a:solidFill>
                  <a:srgbClr val="245C98"/>
                </a:solidFill>
                <a:latin typeface="Yu Gothic"/>
                <a:ea typeface="Yu Gothic"/>
                <a:cs typeface="Yu Gothic"/>
              </a:defRPr>
            </a:pPr>
            <a:r>
              <a:rPr sz="1800" b="1">
                <a:solidFill>
                  <a:srgbClr val="245C98"/>
                </a:solidFill>
                <a:latin typeface="Yu Gothic"/>
                <a:ea typeface="Yu Gothic"/>
                <a:cs typeface="Yu Gothic"/>
              </a:rPr>
              <a:t>支持力</a:t>
            </a:r>
          </a:p>
        </p:txBody>
      </p:sp>
      <p:sp>
        <p:nvSpPr>
          <p:cNvPr id="14" name="text-13">
            <a:extLst xmlns:a="http://schemas.openxmlformats.org/drawingml/2006/main">
              <a:ext uri="{FF2B5EF4-FFF2-40B4-BE49-F238E27FC236}">
                <a16:creationId xmlns:a16="http://schemas.microsoft.com/office/drawing/2014/main" id="{696531A4-6A6E-4D2D-830A-C2FB18B3F9D4}"/>
              </a:ext>
            </a:extLst>
          </p:cNvPr>
          <p:cNvSpPr>
            <a:spLocks xmlns:a="http://schemas.openxmlformats.org/drawingml/2006/main" noGrp="1"/>
          </p:cNvSpPr>
          <p:nvPr/>
        </p:nvSpPr>
        <p:spPr>
          <a:xfrm xmlns:a="http://schemas.openxmlformats.org/drawingml/2006/main">
            <a:off x="10448925" y="4267200"/>
            <a:ext cx="10572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C53D3D"/>
                </a:solidFill>
                <a:latin typeface="Yu Gothic"/>
                <a:ea typeface="Yu Gothic"/>
                <a:cs typeface="Yu Gothic"/>
              </a:defRPr>
            </a:defPPr>
            <a:lvl1pPr algn="l">
              <a:buNone/>
              <a:defRPr sz="1800" b="1">
                <a:solidFill>
                  <a:srgbClr val="C53D3D"/>
                </a:solidFill>
                <a:latin typeface="Yu Gothic"/>
                <a:ea typeface="Yu Gothic"/>
                <a:cs typeface="Yu Gothic"/>
              </a:defRPr>
            </a:lvl1pPr>
            <a:lvl2pPr algn="l">
              <a:buNone/>
              <a:defRPr sz="1800" b="1">
                <a:solidFill>
                  <a:srgbClr val="C53D3D"/>
                </a:solidFill>
                <a:latin typeface="Yu Gothic"/>
                <a:ea typeface="Yu Gothic"/>
                <a:cs typeface="Yu Gothic"/>
              </a:defRPr>
            </a:lvl2pPr>
            <a:lvl3pPr algn="l">
              <a:buNone/>
              <a:defRPr sz="1800" b="1">
                <a:solidFill>
                  <a:srgbClr val="C53D3D"/>
                </a:solidFill>
                <a:latin typeface="Yu Gothic"/>
                <a:ea typeface="Yu Gothic"/>
                <a:cs typeface="Yu Gothic"/>
              </a:defRPr>
            </a:lvl3pPr>
            <a:lvl4pPr algn="l">
              <a:buNone/>
              <a:defRPr sz="1800" b="1">
                <a:solidFill>
                  <a:srgbClr val="C53D3D"/>
                </a:solidFill>
                <a:latin typeface="Yu Gothic"/>
                <a:ea typeface="Yu Gothic"/>
                <a:cs typeface="Yu Gothic"/>
              </a:defRPr>
            </a:lvl4pPr>
            <a:lvl5pPr algn="l">
              <a:buNone/>
              <a:defRPr sz="1800" b="1">
                <a:solidFill>
                  <a:srgbClr val="C53D3D"/>
                </a:solidFill>
                <a:latin typeface="Yu Gothic"/>
                <a:ea typeface="Yu Gothic"/>
                <a:cs typeface="Yu Gothic"/>
              </a:defRPr>
            </a:lvl5pPr>
            <a:lvl6pPr algn="l">
              <a:buNone/>
              <a:defRPr sz="1800" b="1">
                <a:solidFill>
                  <a:srgbClr val="C53D3D"/>
                </a:solidFill>
                <a:latin typeface="Yu Gothic"/>
                <a:ea typeface="Yu Gothic"/>
                <a:cs typeface="Yu Gothic"/>
              </a:defRPr>
            </a:lvl6pPr>
            <a:lvl7pPr algn="l">
              <a:buNone/>
              <a:defRPr sz="1800" b="1">
                <a:solidFill>
                  <a:srgbClr val="C53D3D"/>
                </a:solidFill>
                <a:latin typeface="Yu Gothic"/>
                <a:ea typeface="Yu Gothic"/>
                <a:cs typeface="Yu Gothic"/>
              </a:defRPr>
            </a:lvl7pPr>
            <a:lvl8pPr algn="l">
              <a:buNone/>
              <a:defRPr sz="1800" b="1">
                <a:solidFill>
                  <a:srgbClr val="C53D3D"/>
                </a:solidFill>
                <a:latin typeface="Yu Gothic"/>
                <a:ea typeface="Yu Gothic"/>
                <a:cs typeface="Yu Gothic"/>
              </a:defRPr>
            </a:lvl8pPr>
            <a:lvl9pPr algn="l">
              <a:buNone/>
              <a:defRPr sz="1800" b="1">
                <a:solidFill>
                  <a:srgbClr val="C53D3D"/>
                </a:solidFill>
                <a:latin typeface="Yu Gothic"/>
                <a:ea typeface="Yu Gothic"/>
                <a:cs typeface="Yu Gothic"/>
              </a:defRPr>
            </a:lvl9pPr>
          </a:lstStyle>
          <a:p xmlns:a="http://schemas.openxmlformats.org/drawingml/2006/main">
            <a:pPr algn="l">
              <a:buNone/>
              <a:defRPr sz="1800" b="1">
                <a:solidFill>
                  <a:srgbClr val="C53D3D"/>
                </a:solidFill>
                <a:latin typeface="Yu Gothic"/>
                <a:ea typeface="Yu Gothic"/>
                <a:cs typeface="Yu Gothic"/>
              </a:defRPr>
            </a:pPr>
            <a:r>
              <a:rPr sz="1800" b="1">
                <a:solidFill>
                  <a:srgbClr val="C53D3D"/>
                </a:solidFill>
                <a:latin typeface="Yu Gothic"/>
                <a:ea typeface="Yu Gothic"/>
                <a:cs typeface="Yu Gothic"/>
              </a:rPr>
              <a:t>0.980 N</a:t>
            </a:r>
          </a:p>
        </p:txBody>
      </p:sp>
      <p:sp>
        <p:nvSpPr>
          <p:cNvPr id="15" name="text-14">
            <a:extLst xmlns:a="http://schemas.openxmlformats.org/drawingml/2006/main">
              <a:ext uri="{FF2B5EF4-FFF2-40B4-BE49-F238E27FC236}">
                <a16:creationId xmlns:a16="http://schemas.microsoft.com/office/drawing/2014/main" id="{8E29680A-3D6F-4242-8355-61B623489A57}"/>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定義：1 kgに1 m/s²の加速度を与える力が1 N（1 N = 1 kg·m/s²）</a:t>
            </a:r>
          </a:p>
        </p:txBody>
      </p:sp>
    </p:spTree>
    <p:extLst>
      <p:ext uri="{BB962C8B-B14F-4D97-AF65-F5344CB8AC3E}">
        <p14:creationId xmlns:p14="http://schemas.microsoft.com/office/powerpoint/2010/main" val="8825809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F76BB6C-B796-4930-BF4A-7554DD63FB2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kgf と N の換算</a:t>
            </a:r>
          </a:p>
        </p:txBody>
      </p:sp>
      <p:cxnSp>
        <p:nvCxnSpPr>
          <p:cNvPr id="2" name="">
            <a:extLst xmlns:a="http://schemas.openxmlformats.org/drawingml/2006/main">
              <a:ext uri="{FF2B5EF4-FFF2-40B4-BE49-F238E27FC236}">
                <a16:creationId xmlns:a16="http://schemas.microsoft.com/office/drawing/2014/main" id="{61FB0E87-19B7-4A37-8D2E-4B9E9EBC67E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10A756C5-1B6E-436E-8696-F71F3673D48B}"/>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5E205A62-1EC7-4181-BF14-5385A4622CD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6 / 57</a:t>
            </a:r>
          </a:p>
        </p:txBody>
      </p:sp>
      <p:sp>
        <p:nvSpPr>
          <p:cNvPr id="5" name="text-4">
            <a:extLst xmlns:a="http://schemas.openxmlformats.org/drawingml/2006/main">
              <a:ext uri="{FF2B5EF4-FFF2-40B4-BE49-F238E27FC236}">
                <a16:creationId xmlns:a16="http://schemas.microsoft.com/office/drawing/2014/main" id="{EFAADDD7-D84F-4EEA-B985-728ED7B18545}"/>
              </a:ext>
            </a:extLst>
          </p:cNvPr>
          <p:cNvSpPr>
            <a:spLocks xmlns:a="http://schemas.openxmlformats.org/drawingml/2006/main" noGrp="1"/>
          </p:cNvSpPr>
          <p:nvPr/>
        </p:nvSpPr>
        <p:spPr>
          <a:xfrm xmlns:a="http://schemas.openxmlformats.org/drawingml/2006/main">
            <a:off x="685800" y="1619250"/>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1 kgに標準重力が働くときの力が、1 kgf</a:t>
            </a:r>
          </a:p>
        </p:txBody>
      </p:sp>
      <p:sp>
        <p:nvSpPr>
          <p:cNvPr id="6" name="text-5">
            <a:extLst xmlns:a="http://schemas.openxmlformats.org/drawingml/2006/main">
              <a:ext uri="{FF2B5EF4-FFF2-40B4-BE49-F238E27FC236}">
                <a16:creationId xmlns:a16="http://schemas.microsoft.com/office/drawing/2014/main" id="{A77E5E04-D0CE-4A46-86BC-E38D6109D924}"/>
              </a:ext>
            </a:extLst>
          </p:cNvPr>
          <p:cNvSpPr>
            <a:spLocks xmlns:a="http://schemas.openxmlformats.org/drawingml/2006/main" noGrp="1"/>
          </p:cNvSpPr>
          <p:nvPr/>
        </p:nvSpPr>
        <p:spPr>
          <a:xfrm xmlns:a="http://schemas.openxmlformats.org/drawingml/2006/main">
            <a:off x="685800" y="23907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050" b="1">
                <a:solidFill>
                  <a:srgbClr val="18364F"/>
                </a:solidFill>
                <a:latin typeface="Yu Gothic"/>
                <a:ea typeface="Yu Gothic"/>
                <a:cs typeface="Yu Gothic"/>
              </a:defRPr>
            </a:defPPr>
            <a:lvl1pPr algn="l">
              <a:buNone/>
              <a:defRPr sz="4050" b="1">
                <a:solidFill>
                  <a:srgbClr val="18364F"/>
                </a:solidFill>
                <a:latin typeface="Yu Gothic"/>
                <a:ea typeface="Yu Gothic"/>
                <a:cs typeface="Yu Gothic"/>
              </a:defRPr>
            </a:lvl1pPr>
            <a:lvl2pPr algn="l">
              <a:buNone/>
              <a:defRPr sz="4050" b="1">
                <a:solidFill>
                  <a:srgbClr val="18364F"/>
                </a:solidFill>
                <a:latin typeface="Yu Gothic"/>
                <a:ea typeface="Yu Gothic"/>
                <a:cs typeface="Yu Gothic"/>
              </a:defRPr>
            </a:lvl2pPr>
            <a:lvl3pPr algn="l">
              <a:buNone/>
              <a:defRPr sz="4050" b="1">
                <a:solidFill>
                  <a:srgbClr val="18364F"/>
                </a:solidFill>
                <a:latin typeface="Yu Gothic"/>
                <a:ea typeface="Yu Gothic"/>
                <a:cs typeface="Yu Gothic"/>
              </a:defRPr>
            </a:lvl3pPr>
            <a:lvl4pPr algn="l">
              <a:buNone/>
              <a:defRPr sz="4050" b="1">
                <a:solidFill>
                  <a:srgbClr val="18364F"/>
                </a:solidFill>
                <a:latin typeface="Yu Gothic"/>
                <a:ea typeface="Yu Gothic"/>
                <a:cs typeface="Yu Gothic"/>
              </a:defRPr>
            </a:lvl4pPr>
            <a:lvl5pPr algn="l">
              <a:buNone/>
              <a:defRPr sz="4050" b="1">
                <a:solidFill>
                  <a:srgbClr val="18364F"/>
                </a:solidFill>
                <a:latin typeface="Yu Gothic"/>
                <a:ea typeface="Yu Gothic"/>
                <a:cs typeface="Yu Gothic"/>
              </a:defRPr>
            </a:lvl5pPr>
            <a:lvl6pPr algn="l">
              <a:buNone/>
              <a:defRPr sz="4050" b="1">
                <a:solidFill>
                  <a:srgbClr val="18364F"/>
                </a:solidFill>
                <a:latin typeface="Yu Gothic"/>
                <a:ea typeface="Yu Gothic"/>
                <a:cs typeface="Yu Gothic"/>
              </a:defRPr>
            </a:lvl6pPr>
            <a:lvl7pPr algn="l">
              <a:buNone/>
              <a:defRPr sz="4050" b="1">
                <a:solidFill>
                  <a:srgbClr val="18364F"/>
                </a:solidFill>
                <a:latin typeface="Yu Gothic"/>
                <a:ea typeface="Yu Gothic"/>
                <a:cs typeface="Yu Gothic"/>
              </a:defRPr>
            </a:lvl7pPr>
            <a:lvl8pPr algn="l">
              <a:buNone/>
              <a:defRPr sz="4050" b="1">
                <a:solidFill>
                  <a:srgbClr val="18364F"/>
                </a:solidFill>
                <a:latin typeface="Yu Gothic"/>
                <a:ea typeface="Yu Gothic"/>
                <a:cs typeface="Yu Gothic"/>
              </a:defRPr>
            </a:lvl8pPr>
            <a:lvl9pPr algn="l">
              <a:buNone/>
              <a:defRPr sz="4050" b="1">
                <a:solidFill>
                  <a:srgbClr val="18364F"/>
                </a:solidFill>
                <a:latin typeface="Yu Gothic"/>
                <a:ea typeface="Yu Gothic"/>
                <a:cs typeface="Yu Gothic"/>
              </a:defRPr>
            </a:lvl9pPr>
          </a:lstStyle>
          <a:p xmlns:a="http://schemas.openxmlformats.org/drawingml/2006/main">
            <a:pPr algn="l">
              <a:buNone/>
              <a:defRPr sz="4050" b="1">
                <a:solidFill>
                  <a:srgbClr val="18364F"/>
                </a:solidFill>
                <a:latin typeface="Yu Gothic"/>
                <a:ea typeface="Yu Gothic"/>
                <a:cs typeface="Yu Gothic"/>
              </a:defRPr>
            </a:pPr>
            <a:r>
              <a:rPr sz="4050" b="1">
                <a:solidFill>
                  <a:srgbClr val="18364F"/>
                </a:solidFill>
                <a:latin typeface="Yu Gothic"/>
                <a:ea typeface="Yu Gothic"/>
                <a:cs typeface="Yu Gothic"/>
              </a:rPr>
              <a:t>1 kgf = 9.80665 N</a:t>
            </a:r>
          </a:p>
        </p:txBody>
      </p:sp>
      <p:sp>
        <p:nvSpPr>
          <p:cNvPr id="7" name="text-6">
            <a:extLst xmlns:a="http://schemas.openxmlformats.org/drawingml/2006/main">
              <a:ext uri="{FF2B5EF4-FFF2-40B4-BE49-F238E27FC236}">
                <a16:creationId xmlns:a16="http://schemas.microsoft.com/office/drawing/2014/main" id="{29041AB4-EB78-45D0-850B-5DEA35400428}"/>
              </a:ext>
            </a:extLst>
          </p:cNvPr>
          <p:cNvSpPr>
            <a:spLocks xmlns:a="http://schemas.openxmlformats.org/drawingml/2006/main" noGrp="1"/>
          </p:cNvSpPr>
          <p:nvPr/>
        </p:nvSpPr>
        <p:spPr>
          <a:xfrm xmlns:a="http://schemas.openxmlformats.org/drawingml/2006/main">
            <a:off x="685800" y="3495675"/>
            <a:ext cx="10820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この授業では</a:t>
            </a:r>
          </a:p>
        </p:txBody>
      </p:sp>
      <p:sp>
        <p:nvSpPr>
          <p:cNvPr id="8" name="text-7">
            <a:extLst xmlns:a="http://schemas.openxmlformats.org/drawingml/2006/main">
              <a:ext uri="{FF2B5EF4-FFF2-40B4-BE49-F238E27FC236}">
                <a16:creationId xmlns:a16="http://schemas.microsoft.com/office/drawing/2014/main" id="{8C6DDAD4-0E04-4C8D-A946-FC3283EEA57E}"/>
              </a:ext>
            </a:extLst>
          </p:cNvPr>
          <p:cNvSpPr>
            <a:spLocks xmlns:a="http://schemas.openxmlformats.org/drawingml/2006/main" noGrp="1"/>
          </p:cNvSpPr>
          <p:nvPr/>
        </p:nvSpPr>
        <p:spPr>
          <a:xfrm xmlns:a="http://schemas.openxmlformats.org/drawingml/2006/main">
            <a:off x="685800" y="40671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18364F"/>
                </a:solidFill>
                <a:latin typeface="Yu Gothic"/>
                <a:ea typeface="Yu Gothic"/>
                <a:cs typeface="Yu Gothic"/>
              </a:defRPr>
            </a:defPPr>
            <a:lvl1pPr algn="l">
              <a:buNone/>
              <a:defRPr sz="4350" b="1">
                <a:solidFill>
                  <a:srgbClr val="18364F"/>
                </a:solidFill>
                <a:latin typeface="Yu Gothic"/>
                <a:ea typeface="Yu Gothic"/>
                <a:cs typeface="Yu Gothic"/>
              </a:defRPr>
            </a:lvl1pPr>
            <a:lvl2pPr algn="l">
              <a:buNone/>
              <a:defRPr sz="4350" b="1">
                <a:solidFill>
                  <a:srgbClr val="18364F"/>
                </a:solidFill>
                <a:latin typeface="Yu Gothic"/>
                <a:ea typeface="Yu Gothic"/>
                <a:cs typeface="Yu Gothic"/>
              </a:defRPr>
            </a:lvl2pPr>
            <a:lvl3pPr algn="l">
              <a:buNone/>
              <a:defRPr sz="4350" b="1">
                <a:solidFill>
                  <a:srgbClr val="18364F"/>
                </a:solidFill>
                <a:latin typeface="Yu Gothic"/>
                <a:ea typeface="Yu Gothic"/>
                <a:cs typeface="Yu Gothic"/>
              </a:defRPr>
            </a:lvl3pPr>
            <a:lvl4pPr algn="l">
              <a:buNone/>
              <a:defRPr sz="4350" b="1">
                <a:solidFill>
                  <a:srgbClr val="18364F"/>
                </a:solidFill>
                <a:latin typeface="Yu Gothic"/>
                <a:ea typeface="Yu Gothic"/>
                <a:cs typeface="Yu Gothic"/>
              </a:defRPr>
            </a:lvl4pPr>
            <a:lvl5pPr algn="l">
              <a:buNone/>
              <a:defRPr sz="4350" b="1">
                <a:solidFill>
                  <a:srgbClr val="18364F"/>
                </a:solidFill>
                <a:latin typeface="Yu Gothic"/>
                <a:ea typeface="Yu Gothic"/>
                <a:cs typeface="Yu Gothic"/>
              </a:defRPr>
            </a:lvl5pPr>
            <a:lvl6pPr algn="l">
              <a:buNone/>
              <a:defRPr sz="4350" b="1">
                <a:solidFill>
                  <a:srgbClr val="18364F"/>
                </a:solidFill>
                <a:latin typeface="Yu Gothic"/>
                <a:ea typeface="Yu Gothic"/>
                <a:cs typeface="Yu Gothic"/>
              </a:defRPr>
            </a:lvl6pPr>
            <a:lvl7pPr algn="l">
              <a:buNone/>
              <a:defRPr sz="4350" b="1">
                <a:solidFill>
                  <a:srgbClr val="18364F"/>
                </a:solidFill>
                <a:latin typeface="Yu Gothic"/>
                <a:ea typeface="Yu Gothic"/>
                <a:cs typeface="Yu Gothic"/>
              </a:defRPr>
            </a:lvl7pPr>
            <a:lvl8pPr algn="l">
              <a:buNone/>
              <a:defRPr sz="4350" b="1">
                <a:solidFill>
                  <a:srgbClr val="18364F"/>
                </a:solidFill>
                <a:latin typeface="Yu Gothic"/>
                <a:ea typeface="Yu Gothic"/>
                <a:cs typeface="Yu Gothic"/>
              </a:defRPr>
            </a:lvl8pPr>
            <a:lvl9pPr algn="l">
              <a:buNone/>
              <a:defRPr sz="4350" b="1">
                <a:solidFill>
                  <a:srgbClr val="18364F"/>
                </a:solidFill>
                <a:latin typeface="Yu Gothic"/>
                <a:ea typeface="Yu Gothic"/>
                <a:cs typeface="Yu Gothic"/>
              </a:defRPr>
            </a:lvl9pPr>
          </a:lstStyle>
          <a:p xmlns:a="http://schemas.openxmlformats.org/drawingml/2006/main">
            <a:pPr algn="l">
              <a:buNone/>
              <a:defRPr sz="4350" b="1">
                <a:solidFill>
                  <a:srgbClr val="18364F"/>
                </a:solidFill>
                <a:latin typeface="Yu Gothic"/>
                <a:ea typeface="Yu Gothic"/>
                <a:cs typeface="Yu Gothic"/>
              </a:defRPr>
            </a:pPr>
            <a:r>
              <a:rPr sz="4350" b="1">
                <a:solidFill>
                  <a:srgbClr val="18364F"/>
                </a:solidFill>
                <a:latin typeface="Yu Gothic"/>
                <a:ea typeface="Yu Gothic"/>
                <a:cs typeface="Yu Gothic"/>
              </a:rPr>
              <a:t>1 kgf ≈ 9.8 N</a:t>
            </a:r>
          </a:p>
        </p:txBody>
      </p:sp>
      <p:sp>
        <p:nvSpPr>
          <p:cNvPr id="9" name="text-8">
            <a:extLst xmlns:a="http://schemas.openxmlformats.org/drawingml/2006/main">
              <a:ext uri="{FF2B5EF4-FFF2-40B4-BE49-F238E27FC236}">
                <a16:creationId xmlns:a16="http://schemas.microsoft.com/office/drawing/2014/main" id="{2726B40E-09E9-4F4B-A5FC-8359950C2055}"/>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kgは質量。kgf（キログラム重）とNは、力の単位</a:t>
            </a:r>
          </a:p>
        </p:txBody>
      </p:sp>
    </p:spTree>
    <p:extLst>
      <p:ext uri="{BB962C8B-B14F-4D97-AF65-F5344CB8AC3E}">
        <p14:creationId xmlns:p14="http://schemas.microsoft.com/office/powerpoint/2010/main" val="4094834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7EFFB370-52C4-4C3B-923D-AF61BA02259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SI接頭語の読み方</a:t>
            </a:r>
          </a:p>
        </p:txBody>
      </p:sp>
      <p:cxnSp>
        <p:nvCxnSpPr>
          <p:cNvPr id="2" name="">
            <a:extLst xmlns:a="http://schemas.openxmlformats.org/drawingml/2006/main">
              <a:ext uri="{FF2B5EF4-FFF2-40B4-BE49-F238E27FC236}">
                <a16:creationId xmlns:a16="http://schemas.microsoft.com/office/drawing/2014/main" id="{954DC92A-7D1A-40AB-AFB0-EB9A54AF1B3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04D8C9BD-FB60-4395-8941-8652C06262BD}"/>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A1BFB268-EC14-49C9-AB4A-C84D4331E85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7 / 57</a:t>
            </a:r>
          </a:p>
        </p:txBody>
      </p:sp>
      <p:graphicFrame>
        <p:nvGraphicFramePr>
          <p:cNvPr id="5" name="">
            <a:extLst xmlns:a="http://schemas.openxmlformats.org/drawingml/2006/main">
              <a:ext uri="{FF2B5EF4-FFF2-40B4-BE49-F238E27FC236}">
                <a16:creationId xmlns:a16="http://schemas.microsoft.com/office/drawing/2014/main" id="{3C25AA1A-ED04-443A-A1FC-29BA98A46CCE}"/>
              </a:ext>
            </a:extLst>
          </p:cNvPr>
          <p:cNvGraphicFramePr/>
          <p:nvPr/>
        </p:nvGraphicFramePr>
        <p:xfrm>
          <a:off xmlns:a="http://schemas.openxmlformats.org/drawingml/2006/main" x="685800" y="1590675"/>
          <a:ext xmlns:a="http://schemas.openxmlformats.org/drawingml/2006/main" cx="10820400" cy="3619500"/>
        </p:xfrm>
        <a:graphic xmlns:a="http://schemas.openxmlformats.org/drawingml/2006/main">
          <a:graphicData uri="http://schemas.openxmlformats.org/drawingml/2006/table">
            <a:tbl>
              <a:tblPr/>
              <a:tblGrid>
                <a:gridCol w="3238500"/>
                <a:gridCol w="2171700"/>
                <a:gridCol w="3238500"/>
                <a:gridCol w="2171700"/>
              </a:tblGrid>
              <a:tr h="723900">
                <a:tc>
                  <a:txBody>
                    <a:bodyPr lIns="114300" tIns="114300" rIns="114300" bIns="114300"/>
                    <a:lstStyle/>
                    <a:p>
                      <a:r>
                        <a:rPr sz="1950" b="1">
                          <a:solidFill>
                            <a:srgbClr val="FFFFFF"/>
                          </a:solidFill>
                          <a:latin typeface="Yu Gothic"/>
                          <a:ea typeface="Yu Gothic"/>
                          <a:cs typeface="Yu Gothic"/>
                        </a:rPr>
                        <a:t>大きい側</a:t>
                      </a:r>
                    </a:p>
                  </a:txBody>
                  <a:tcPr marL="91440" marR="91440" marT="45720" marB="45720" anchor="ctr">
                    <a:lnL w="9525">
                      <a:solidFill>
                        <a:srgbClr val="C8D3DD"/>
                      </a:solidFill>
                    </a:lnL>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倍率</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小さい側</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倍率</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r>
              <a:tr h="723900">
                <a:tc>
                  <a:txBody>
                    <a:bodyPr lIns="114300" tIns="114300" rIns="114300" bIns="114300"/>
                    <a:lstStyle/>
                    <a:p>
                      <a:r>
                        <a:rPr sz="1950" b="0">
                          <a:solidFill>
                            <a:srgbClr val="253C4D"/>
                          </a:solidFill>
                          <a:latin typeface="Yu Gothic"/>
                          <a:ea typeface="Yu Gothic"/>
                          <a:cs typeface="Yu Gothic"/>
                        </a:rPr>
                        <a:t>k  キロ</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10³</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m  ミリ</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10⁻³</a:t>
                      </a:r>
                    </a:p>
                  </a:txBody>
                  <a:tcPr marL="91440" marR="91440" marT="45720" marB="45720" anchor="ctr">
                    <a:lnR w="9525">
                      <a:solidFill>
                        <a:srgbClr val="C8D3DD"/>
                      </a:solidFill>
                    </a:lnR>
                    <a:lnB w="9525">
                      <a:solidFill>
                        <a:srgbClr val="C8D3DD"/>
                      </a:solidFill>
                    </a:lnB>
                    <a:solidFill>
                      <a:srgbClr val="F1F5F8"/>
                    </a:solidFill>
                  </a:tcPr>
                </a:tc>
              </a:tr>
              <a:tr h="723900">
                <a:tc>
                  <a:txBody>
                    <a:bodyPr lIns="114300" tIns="114300" rIns="114300" bIns="114300"/>
                    <a:lstStyle/>
                    <a:p>
                      <a:r>
                        <a:rPr sz="1950" b="0">
                          <a:solidFill>
                            <a:srgbClr val="253C4D"/>
                          </a:solidFill>
                          <a:latin typeface="Yu Gothic"/>
                          <a:ea typeface="Yu Gothic"/>
                          <a:cs typeface="Yu Gothic"/>
                        </a:rPr>
                        <a:t>M  メガ</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10⁶</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μ  マイクロ</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10⁻⁶</a:t>
                      </a:r>
                    </a:p>
                  </a:txBody>
                  <a:tcPr marL="91440" marR="91440" marT="45720" marB="45720" anchor="ctr">
                    <a:lnR w="9525">
                      <a:solidFill>
                        <a:srgbClr val="C8D3DD"/>
                      </a:solidFill>
                    </a:lnR>
                    <a:lnB w="9525">
                      <a:solidFill>
                        <a:srgbClr val="C8D3DD"/>
                      </a:solidFill>
                    </a:lnB>
                    <a:solidFill>
                      <a:srgbClr val="FFFFFF"/>
                    </a:solidFill>
                  </a:tcPr>
                </a:tc>
              </a:tr>
              <a:tr h="723900">
                <a:tc>
                  <a:txBody>
                    <a:bodyPr lIns="114300" tIns="114300" rIns="114300" bIns="114300"/>
                    <a:lstStyle/>
                    <a:p>
                      <a:r>
                        <a:rPr sz="1950" b="0">
                          <a:solidFill>
                            <a:srgbClr val="253C4D"/>
                          </a:solidFill>
                          <a:latin typeface="Yu Gothic"/>
                          <a:ea typeface="Yu Gothic"/>
                          <a:cs typeface="Yu Gothic"/>
                        </a:rPr>
                        <a:t>G  ギガ</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10⁹</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n  ナノ</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10⁻⁹</a:t>
                      </a:r>
                    </a:p>
                  </a:txBody>
                  <a:tcPr marL="91440" marR="91440" marT="45720" marB="45720" anchor="ctr">
                    <a:lnR w="9525">
                      <a:solidFill>
                        <a:srgbClr val="C8D3DD"/>
                      </a:solidFill>
                    </a:lnR>
                    <a:lnB w="9525">
                      <a:solidFill>
                        <a:srgbClr val="C8D3DD"/>
                      </a:solidFill>
                    </a:lnB>
                    <a:solidFill>
                      <a:srgbClr val="F1F5F8"/>
                    </a:solidFill>
                  </a:tcPr>
                </a:tc>
              </a:tr>
              <a:tr h="723900">
                <a:tc>
                  <a:txBody>
                    <a:bodyPr lIns="114300" tIns="114300" rIns="114300" bIns="114300"/>
                    <a:lstStyle/>
                    <a:p>
                      <a:r>
                        <a:rPr sz="1950" b="0">
                          <a:solidFill>
                            <a:srgbClr val="253C4D"/>
                          </a:solidFill>
                          <a:latin typeface="Yu Gothic"/>
                          <a:ea typeface="Yu Gothic"/>
                          <a:cs typeface="Yu Gothic"/>
                        </a:rPr>
                        <a:t>T  テラ</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10¹²</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p  ピコ</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10⁻¹²</a:t>
                      </a:r>
                    </a:p>
                  </a:txBody>
                  <a:tcPr marL="91440" marR="91440" marT="45720" marB="45720" anchor="ctr">
                    <a:lnR w="9525">
                      <a:solidFill>
                        <a:srgbClr val="C8D3DD"/>
                      </a:solidFill>
                    </a:lnR>
                    <a:lnB w="9525">
                      <a:solidFill>
                        <a:srgbClr val="C8D3DD"/>
                      </a:solidFill>
                    </a:lnB>
                    <a:solidFill>
                      <a:srgbClr val="FFFFFF"/>
                    </a:solidFill>
                  </a:tcPr>
                </a:tc>
              </a:tr>
            </a:tbl>
          </a:graphicData>
        </a:graphic>
      </p:graphicFrame>
      <p:sp>
        <p:nvSpPr>
          <p:cNvPr id="6" name="text-4">
            <a:extLst xmlns:a="http://schemas.openxmlformats.org/drawingml/2006/main">
              <a:ext uri="{FF2B5EF4-FFF2-40B4-BE49-F238E27FC236}">
                <a16:creationId xmlns:a16="http://schemas.microsoft.com/office/drawing/2014/main" id="{F8D31D13-CC69-40F5-9770-5A2858AF36A0}"/>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8364F"/>
                </a:solidFill>
                <a:latin typeface="Yu Gothic"/>
                <a:ea typeface="Yu Gothic"/>
                <a:cs typeface="Yu Gothic"/>
              </a:defRPr>
            </a:defPPr>
            <a:lvl1pPr algn="l">
              <a:buNone/>
              <a:defRPr sz="1875" b="0">
                <a:solidFill>
                  <a:srgbClr val="18364F"/>
                </a:solidFill>
                <a:latin typeface="Yu Gothic"/>
                <a:ea typeface="Yu Gothic"/>
                <a:cs typeface="Yu Gothic"/>
              </a:defRPr>
            </a:lvl1pPr>
            <a:lvl2pPr algn="l">
              <a:buNone/>
              <a:defRPr sz="1875" b="0">
                <a:solidFill>
                  <a:srgbClr val="18364F"/>
                </a:solidFill>
                <a:latin typeface="Yu Gothic"/>
                <a:ea typeface="Yu Gothic"/>
                <a:cs typeface="Yu Gothic"/>
              </a:defRPr>
            </a:lvl2pPr>
            <a:lvl3pPr algn="l">
              <a:buNone/>
              <a:defRPr sz="1875" b="0">
                <a:solidFill>
                  <a:srgbClr val="18364F"/>
                </a:solidFill>
                <a:latin typeface="Yu Gothic"/>
                <a:ea typeface="Yu Gothic"/>
                <a:cs typeface="Yu Gothic"/>
              </a:defRPr>
            </a:lvl3pPr>
            <a:lvl4pPr algn="l">
              <a:buNone/>
              <a:defRPr sz="1875" b="0">
                <a:solidFill>
                  <a:srgbClr val="18364F"/>
                </a:solidFill>
                <a:latin typeface="Yu Gothic"/>
                <a:ea typeface="Yu Gothic"/>
                <a:cs typeface="Yu Gothic"/>
              </a:defRPr>
            </a:lvl4pPr>
            <a:lvl5pPr algn="l">
              <a:buNone/>
              <a:defRPr sz="1875" b="0">
                <a:solidFill>
                  <a:srgbClr val="18364F"/>
                </a:solidFill>
                <a:latin typeface="Yu Gothic"/>
                <a:ea typeface="Yu Gothic"/>
                <a:cs typeface="Yu Gothic"/>
              </a:defRPr>
            </a:lvl5pPr>
            <a:lvl6pPr algn="l">
              <a:buNone/>
              <a:defRPr sz="1875" b="0">
                <a:solidFill>
                  <a:srgbClr val="18364F"/>
                </a:solidFill>
                <a:latin typeface="Yu Gothic"/>
                <a:ea typeface="Yu Gothic"/>
                <a:cs typeface="Yu Gothic"/>
              </a:defRPr>
            </a:lvl6pPr>
            <a:lvl7pPr algn="l">
              <a:buNone/>
              <a:defRPr sz="1875" b="0">
                <a:solidFill>
                  <a:srgbClr val="18364F"/>
                </a:solidFill>
                <a:latin typeface="Yu Gothic"/>
                <a:ea typeface="Yu Gothic"/>
                <a:cs typeface="Yu Gothic"/>
              </a:defRPr>
            </a:lvl7pPr>
            <a:lvl8pPr algn="l">
              <a:buNone/>
              <a:defRPr sz="1875" b="0">
                <a:solidFill>
                  <a:srgbClr val="18364F"/>
                </a:solidFill>
                <a:latin typeface="Yu Gothic"/>
                <a:ea typeface="Yu Gothic"/>
                <a:cs typeface="Yu Gothic"/>
              </a:defRPr>
            </a:lvl8pPr>
            <a:lvl9pPr algn="l">
              <a:buNone/>
              <a:defRPr sz="1875" b="0">
                <a:solidFill>
                  <a:srgbClr val="18364F"/>
                </a:solidFill>
                <a:latin typeface="Yu Gothic"/>
                <a:ea typeface="Yu Gothic"/>
                <a:cs typeface="Yu Gothic"/>
              </a:defRPr>
            </a:lvl9pPr>
          </a:lstStyle>
          <a:p xmlns:a="http://schemas.openxmlformats.org/drawingml/2006/main">
            <a:pPr algn="l">
              <a:buNone/>
              <a:defRPr sz="1875" b="0">
                <a:solidFill>
                  <a:srgbClr val="18364F"/>
                </a:solidFill>
                <a:latin typeface="Yu Gothic"/>
                <a:ea typeface="Yu Gothic"/>
                <a:cs typeface="Yu Gothic"/>
              </a:defRPr>
            </a:pPr>
            <a:r>
              <a:rPr sz="1875" b="0">
                <a:solidFill>
                  <a:srgbClr val="18364F"/>
                </a:solidFill>
                <a:latin typeface="Yu Gothic"/>
                <a:ea typeface="Yu Gothic"/>
                <a:cs typeface="Yu Gothic"/>
              </a:rPr>
              <a:t>1 GPa = 1,000 MPa　　M と m、μ は別の記号</a:t>
            </a:r>
          </a:p>
        </p:txBody>
      </p:sp>
    </p:spTree>
    <p:extLst>
      <p:ext uri="{BB962C8B-B14F-4D97-AF65-F5344CB8AC3E}">
        <p14:creationId xmlns:p14="http://schemas.microsoft.com/office/powerpoint/2010/main" val="71680078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2E175AF-D5B2-4254-A818-EB7E8A92B5E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ICTでも同じ接頭語を使う</a:t>
            </a:r>
          </a:p>
        </p:txBody>
      </p:sp>
      <p:cxnSp>
        <p:nvCxnSpPr>
          <p:cNvPr id="2" name="">
            <a:extLst xmlns:a="http://schemas.openxmlformats.org/drawingml/2006/main">
              <a:ext uri="{FF2B5EF4-FFF2-40B4-BE49-F238E27FC236}">
                <a16:creationId xmlns:a16="http://schemas.microsoft.com/office/drawing/2014/main" id="{46F7EAE7-6840-4A1E-9371-7FAB52EEE59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BDB90329-4522-49BD-8CEE-CF5C2BAD3B6A}"/>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16EF9BAF-D4CA-443E-8346-7FC57A9E453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8 / 57</a:t>
            </a:r>
          </a:p>
        </p:txBody>
      </p:sp>
      <p:sp>
        <p:nvSpPr>
          <p:cNvPr id="5" name="text-4">
            <a:extLst xmlns:a="http://schemas.openxmlformats.org/drawingml/2006/main">
              <a:ext uri="{FF2B5EF4-FFF2-40B4-BE49-F238E27FC236}">
                <a16:creationId xmlns:a16="http://schemas.microsoft.com/office/drawing/2014/main" id="{D8B77C7D-F06B-411A-A71E-0E9113F6E99F}"/>
              </a:ext>
            </a:extLst>
          </p:cNvPr>
          <p:cNvSpPr>
            <a:spLocks xmlns:a="http://schemas.openxmlformats.org/drawingml/2006/main" noGrp="1"/>
          </p:cNvSpPr>
          <p:nvPr/>
        </p:nvSpPr>
        <p:spPr>
          <a:xfrm xmlns:a="http://schemas.openxmlformats.org/drawingml/2006/main">
            <a:off x="685800" y="16383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1 GB = 10⁹ B　　　1 GHz = 10⁹ Hz</a:t>
            </a:r>
          </a:p>
        </p:txBody>
      </p:sp>
      <p:sp>
        <p:nvSpPr>
          <p:cNvPr id="6" name="text-5">
            <a:extLst xmlns:a="http://schemas.openxmlformats.org/drawingml/2006/main">
              <a:ext uri="{FF2B5EF4-FFF2-40B4-BE49-F238E27FC236}">
                <a16:creationId xmlns:a16="http://schemas.microsoft.com/office/drawing/2014/main" id="{D426B17C-CE29-4C58-B77B-C0D387BFECAE}"/>
              </a:ext>
            </a:extLst>
          </p:cNvPr>
          <p:cNvSpPr>
            <a:spLocks xmlns:a="http://schemas.openxmlformats.org/drawingml/2006/main" noGrp="1"/>
          </p:cNvSpPr>
          <p:nvPr/>
        </p:nvSpPr>
        <p:spPr>
          <a:xfrm xmlns:a="http://schemas.openxmlformats.org/drawingml/2006/main">
            <a:off x="685800" y="23241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1 ns = 10⁻⁹ s　　　1 B = 8 bit</a:t>
            </a:r>
          </a:p>
        </p:txBody>
      </p:sp>
      <p:sp>
        <p:nvSpPr>
          <p:cNvPr id="7" name="text-6">
            <a:extLst xmlns:a="http://schemas.openxmlformats.org/drawingml/2006/main">
              <a:ext uri="{FF2B5EF4-FFF2-40B4-BE49-F238E27FC236}">
                <a16:creationId xmlns:a16="http://schemas.microsoft.com/office/drawing/2014/main" id="{445B271E-FB7F-4711-99E3-08F8B86CD510}"/>
              </a:ext>
            </a:extLst>
          </p:cNvPr>
          <p:cNvSpPr>
            <a:spLocks xmlns:a="http://schemas.openxmlformats.org/drawingml/2006/main" noGrp="1"/>
          </p:cNvSpPr>
          <p:nvPr/>
        </p:nvSpPr>
        <p:spPr>
          <a:xfrm xmlns:a="http://schemas.openxmlformats.org/drawingml/2006/main">
            <a:off x="685800" y="32575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8364F"/>
                </a:solidFill>
                <a:latin typeface="Yu Gothic"/>
                <a:ea typeface="Yu Gothic"/>
                <a:cs typeface="Yu Gothic"/>
              </a:defRPr>
            </a:defPPr>
            <a:lvl1pPr algn="l">
              <a:buNone/>
              <a:defRPr sz="3750" b="1">
                <a:solidFill>
                  <a:srgbClr val="18364F"/>
                </a:solidFill>
                <a:latin typeface="Yu Gothic"/>
                <a:ea typeface="Yu Gothic"/>
                <a:cs typeface="Yu Gothic"/>
              </a:defRPr>
            </a:lvl1pPr>
            <a:lvl2pPr algn="l">
              <a:buNone/>
              <a:defRPr sz="3750" b="1">
                <a:solidFill>
                  <a:srgbClr val="18364F"/>
                </a:solidFill>
                <a:latin typeface="Yu Gothic"/>
                <a:ea typeface="Yu Gothic"/>
                <a:cs typeface="Yu Gothic"/>
              </a:defRPr>
            </a:lvl2pPr>
            <a:lvl3pPr algn="l">
              <a:buNone/>
              <a:defRPr sz="3750" b="1">
                <a:solidFill>
                  <a:srgbClr val="18364F"/>
                </a:solidFill>
                <a:latin typeface="Yu Gothic"/>
                <a:ea typeface="Yu Gothic"/>
                <a:cs typeface="Yu Gothic"/>
              </a:defRPr>
            </a:lvl3pPr>
            <a:lvl4pPr algn="l">
              <a:buNone/>
              <a:defRPr sz="3750" b="1">
                <a:solidFill>
                  <a:srgbClr val="18364F"/>
                </a:solidFill>
                <a:latin typeface="Yu Gothic"/>
                <a:ea typeface="Yu Gothic"/>
                <a:cs typeface="Yu Gothic"/>
              </a:defRPr>
            </a:lvl4pPr>
            <a:lvl5pPr algn="l">
              <a:buNone/>
              <a:defRPr sz="3750" b="1">
                <a:solidFill>
                  <a:srgbClr val="18364F"/>
                </a:solidFill>
                <a:latin typeface="Yu Gothic"/>
                <a:ea typeface="Yu Gothic"/>
                <a:cs typeface="Yu Gothic"/>
              </a:defRPr>
            </a:lvl5pPr>
            <a:lvl6pPr algn="l">
              <a:buNone/>
              <a:defRPr sz="3750" b="1">
                <a:solidFill>
                  <a:srgbClr val="18364F"/>
                </a:solidFill>
                <a:latin typeface="Yu Gothic"/>
                <a:ea typeface="Yu Gothic"/>
                <a:cs typeface="Yu Gothic"/>
              </a:defRPr>
            </a:lvl6pPr>
            <a:lvl7pPr algn="l">
              <a:buNone/>
              <a:defRPr sz="3750" b="1">
                <a:solidFill>
                  <a:srgbClr val="18364F"/>
                </a:solidFill>
                <a:latin typeface="Yu Gothic"/>
                <a:ea typeface="Yu Gothic"/>
                <a:cs typeface="Yu Gothic"/>
              </a:defRPr>
            </a:lvl7pPr>
            <a:lvl8pPr algn="l">
              <a:buNone/>
              <a:defRPr sz="3750" b="1">
                <a:solidFill>
                  <a:srgbClr val="18364F"/>
                </a:solidFill>
                <a:latin typeface="Yu Gothic"/>
                <a:ea typeface="Yu Gothic"/>
                <a:cs typeface="Yu Gothic"/>
              </a:defRPr>
            </a:lvl8pPr>
            <a:lvl9pPr algn="l">
              <a:buNone/>
              <a:defRPr sz="3750" b="1">
                <a:solidFill>
                  <a:srgbClr val="18364F"/>
                </a:solidFill>
                <a:latin typeface="Yu Gothic"/>
                <a:ea typeface="Yu Gothic"/>
                <a:cs typeface="Yu Gothic"/>
              </a:defRPr>
            </a:lvl9pPr>
          </a:lstStyle>
          <a:p xmlns:a="http://schemas.openxmlformats.org/drawingml/2006/main">
            <a:pPr algn="l">
              <a:buNone/>
              <a:defRPr sz="3750" b="1">
                <a:solidFill>
                  <a:srgbClr val="18364F"/>
                </a:solidFill>
                <a:latin typeface="Yu Gothic"/>
                <a:ea typeface="Yu Gothic"/>
                <a:cs typeface="Yu Gothic"/>
              </a:defRPr>
            </a:pPr>
            <a:r>
              <a:rPr sz="3750" b="1">
                <a:solidFill>
                  <a:srgbClr val="18364F"/>
                </a:solidFill>
                <a:latin typeface="Yu Gothic"/>
                <a:ea typeface="Yu Gothic"/>
                <a:cs typeface="Yu Gothic"/>
              </a:rPr>
              <a:t>8 MB = 64 Mbit</a:t>
            </a:r>
          </a:p>
        </p:txBody>
      </p:sp>
      <p:sp>
        <p:nvSpPr>
          <p:cNvPr id="8" name="text-7">
            <a:extLst xmlns:a="http://schemas.openxmlformats.org/drawingml/2006/main">
              <a:ext uri="{FF2B5EF4-FFF2-40B4-BE49-F238E27FC236}">
                <a16:creationId xmlns:a16="http://schemas.microsoft.com/office/drawing/2014/main" id="{80F26C40-F90C-41CC-A8AA-CDF62C6B87C3}"/>
              </a:ext>
            </a:extLst>
          </p:cNvPr>
          <p:cNvSpPr>
            <a:spLocks xmlns:a="http://schemas.openxmlformats.org/drawingml/2006/main" noGrp="1"/>
          </p:cNvSpPr>
          <p:nvPr/>
        </p:nvSpPr>
        <p:spPr>
          <a:xfrm xmlns:a="http://schemas.openxmlformats.org/drawingml/2006/main">
            <a:off x="685800" y="427672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8 Mbit/s なら、理想的な転送時間は 8 s</a:t>
            </a:r>
          </a:p>
        </p:txBody>
      </p:sp>
      <p:sp>
        <p:nvSpPr>
          <p:cNvPr id="9" name="text-8">
            <a:extLst xmlns:a="http://schemas.openxmlformats.org/drawingml/2006/main">
              <a:ext uri="{FF2B5EF4-FFF2-40B4-BE49-F238E27FC236}">
                <a16:creationId xmlns:a16="http://schemas.microsoft.com/office/drawing/2014/main" id="{617DD7E2-DE2E-40D6-98BA-9A4A897815E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1 KiB = 1,024 B　　1 kB = 1,000 B（SIのkは10³）</a:t>
            </a:r>
          </a:p>
        </p:txBody>
      </p:sp>
    </p:spTree>
    <p:extLst>
      <p:ext uri="{BB962C8B-B14F-4D97-AF65-F5344CB8AC3E}">
        <p14:creationId xmlns:p14="http://schemas.microsoft.com/office/powerpoint/2010/main" val="118070602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D5F9D6AF-780A-4FE8-BFE8-CF1FA3C2F950}"/>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面積の単位換算</a:t>
            </a:r>
          </a:p>
        </p:txBody>
      </p:sp>
      <p:cxnSp>
        <p:nvCxnSpPr>
          <p:cNvPr id="2" name="">
            <a:extLst xmlns:a="http://schemas.openxmlformats.org/drawingml/2006/main">
              <a:ext uri="{FF2B5EF4-FFF2-40B4-BE49-F238E27FC236}">
                <a16:creationId xmlns:a16="http://schemas.microsoft.com/office/drawing/2014/main" id="{0FCC3119-D82A-49B1-A14F-139BA25AFA7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736D606E-BA01-4390-BC04-D04C81401FE8}"/>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6F3FCD9E-D054-4821-AC9C-3B1DE536BAD0}"/>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9 / 57</a:t>
            </a:r>
          </a:p>
        </p:txBody>
      </p:sp>
      <p:sp>
        <p:nvSpPr>
          <p:cNvPr id="12" name="">
            <a:extLst xmlns:a="http://schemas.openxmlformats.org/drawingml/2006/main">
              <a:ext uri="{FF2B5EF4-FFF2-40B4-BE49-F238E27FC236}">
                <a16:creationId xmlns:a16="http://schemas.microsoft.com/office/drawing/2014/main" id="{185E68DF-47C3-473E-A93C-63EC97146445}"/>
              </a:ext>
            </a:extLst>
          </p:cNvPr>
          <p:cNvSpPr>
            <a:spLocks xmlns:a="http://schemas.openxmlformats.org/drawingml/2006/main" noGrp="1"/>
          </p:cNvSpPr>
          <p:nvPr/>
        </p:nvSpPr>
        <p:spPr>
          <a:xfrm xmlns:a="http://schemas.openxmlformats.org/drawingml/2006/main">
            <a:off x="809625" y="147637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10 mm × 10 mm の正方形</a:t>
            </a:r>
          </a:p>
        </p:txBody>
      </p:sp>
      <p:sp>
        <p:nvSpPr>
          <p:cNvPr id="13" name="">
            <a:extLst xmlns:a="http://schemas.openxmlformats.org/drawingml/2006/main">
              <a:ext uri="{FF2B5EF4-FFF2-40B4-BE49-F238E27FC236}">
                <a16:creationId xmlns:a16="http://schemas.microsoft.com/office/drawing/2014/main" id="{F019969C-C7F7-4CEE-B81E-A2E4374527F8}"/>
              </a:ext>
            </a:extLst>
          </p:cNvPr>
          <p:cNvSpPr>
            <a:spLocks xmlns:a="http://schemas.openxmlformats.org/drawingml/2006/main" noGrp="1"/>
          </p:cNvSpPr>
          <p:nvPr/>
        </p:nvSpPr>
        <p:spPr>
          <a:xfrm xmlns:a="http://schemas.openxmlformats.org/drawingml/2006/main">
            <a:off x="1333500" y="2476500"/>
            <a:ext cx="2381250" cy="23812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B23EE056-D097-491B-85D4-B9BA1947C7C2}"/>
              </a:ext>
            </a:extLst>
          </p:cNvPr>
          <p:cNvSpPr>
            <a:spLocks xmlns:a="http://schemas.openxmlformats.org/drawingml/2006/main" noGrp="1"/>
          </p:cNvSpPr>
          <p:nvPr/>
        </p:nvSpPr>
        <p:spPr>
          <a:xfrm xmlns:a="http://schemas.openxmlformats.org/drawingml/2006/main">
            <a:off x="157162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15" name="">
            <a:extLst xmlns:a="http://schemas.openxmlformats.org/drawingml/2006/main">
              <a:ext uri="{FF2B5EF4-FFF2-40B4-BE49-F238E27FC236}">
                <a16:creationId xmlns:a16="http://schemas.microsoft.com/office/drawing/2014/main" id="{F98600DE-B9CB-47AC-AD3F-F31B6599A876}"/>
              </a:ext>
            </a:extLst>
          </p:cNvPr>
          <p:cNvSpPr>
            <a:spLocks xmlns:a="http://schemas.openxmlformats.org/drawingml/2006/main" noGrp="1"/>
          </p:cNvSpPr>
          <p:nvPr/>
        </p:nvSpPr>
        <p:spPr>
          <a:xfrm xmlns:a="http://schemas.openxmlformats.org/drawingml/2006/main">
            <a:off x="1333500" y="27146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16" name="">
            <a:extLst xmlns:a="http://schemas.openxmlformats.org/drawingml/2006/main">
              <a:ext uri="{FF2B5EF4-FFF2-40B4-BE49-F238E27FC236}">
                <a16:creationId xmlns:a16="http://schemas.microsoft.com/office/drawing/2014/main" id="{26AD0818-D27D-40E1-A229-0EC02DFBF8A8}"/>
              </a:ext>
            </a:extLst>
          </p:cNvPr>
          <p:cNvSpPr>
            <a:spLocks xmlns:a="http://schemas.openxmlformats.org/drawingml/2006/main" noGrp="1"/>
          </p:cNvSpPr>
          <p:nvPr/>
        </p:nvSpPr>
        <p:spPr>
          <a:xfrm xmlns:a="http://schemas.openxmlformats.org/drawingml/2006/main">
            <a:off x="180975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17" name="">
            <a:extLst xmlns:a="http://schemas.openxmlformats.org/drawingml/2006/main">
              <a:ext uri="{FF2B5EF4-FFF2-40B4-BE49-F238E27FC236}">
                <a16:creationId xmlns:a16="http://schemas.microsoft.com/office/drawing/2014/main" id="{02AB15BF-811F-4D14-8DF7-314A285FFDF5}"/>
              </a:ext>
            </a:extLst>
          </p:cNvPr>
          <p:cNvSpPr>
            <a:spLocks xmlns:a="http://schemas.openxmlformats.org/drawingml/2006/main" noGrp="1"/>
          </p:cNvSpPr>
          <p:nvPr/>
        </p:nvSpPr>
        <p:spPr>
          <a:xfrm xmlns:a="http://schemas.openxmlformats.org/drawingml/2006/main">
            <a:off x="1333500" y="295275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18" name="">
            <a:extLst xmlns:a="http://schemas.openxmlformats.org/drawingml/2006/main">
              <a:ext uri="{FF2B5EF4-FFF2-40B4-BE49-F238E27FC236}">
                <a16:creationId xmlns:a16="http://schemas.microsoft.com/office/drawing/2014/main" id="{1C7B0A2C-04C9-47AA-A7BB-A604CD8D8CC7}"/>
              </a:ext>
            </a:extLst>
          </p:cNvPr>
          <p:cNvSpPr>
            <a:spLocks xmlns:a="http://schemas.openxmlformats.org/drawingml/2006/main" noGrp="1"/>
          </p:cNvSpPr>
          <p:nvPr/>
        </p:nvSpPr>
        <p:spPr>
          <a:xfrm xmlns:a="http://schemas.openxmlformats.org/drawingml/2006/main">
            <a:off x="204787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19" name="">
            <a:extLst xmlns:a="http://schemas.openxmlformats.org/drawingml/2006/main">
              <a:ext uri="{FF2B5EF4-FFF2-40B4-BE49-F238E27FC236}">
                <a16:creationId xmlns:a16="http://schemas.microsoft.com/office/drawing/2014/main" id="{717AF7D9-72D7-4764-B165-1E30E5088877}"/>
              </a:ext>
            </a:extLst>
          </p:cNvPr>
          <p:cNvSpPr>
            <a:spLocks xmlns:a="http://schemas.openxmlformats.org/drawingml/2006/main" noGrp="1"/>
          </p:cNvSpPr>
          <p:nvPr/>
        </p:nvSpPr>
        <p:spPr>
          <a:xfrm xmlns:a="http://schemas.openxmlformats.org/drawingml/2006/main">
            <a:off x="1333500" y="319087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0" name="">
            <a:extLst xmlns:a="http://schemas.openxmlformats.org/drawingml/2006/main">
              <a:ext uri="{FF2B5EF4-FFF2-40B4-BE49-F238E27FC236}">
                <a16:creationId xmlns:a16="http://schemas.microsoft.com/office/drawing/2014/main" id="{921CEB19-EFDE-4FC0-81FD-EEDC44FD2321}"/>
              </a:ext>
            </a:extLst>
          </p:cNvPr>
          <p:cNvSpPr>
            <a:spLocks xmlns:a="http://schemas.openxmlformats.org/drawingml/2006/main" noGrp="1"/>
          </p:cNvSpPr>
          <p:nvPr/>
        </p:nvSpPr>
        <p:spPr>
          <a:xfrm xmlns:a="http://schemas.openxmlformats.org/drawingml/2006/main">
            <a:off x="228600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1" name="">
            <a:extLst xmlns:a="http://schemas.openxmlformats.org/drawingml/2006/main">
              <a:ext uri="{FF2B5EF4-FFF2-40B4-BE49-F238E27FC236}">
                <a16:creationId xmlns:a16="http://schemas.microsoft.com/office/drawing/2014/main" id="{D994742C-6CCD-4E38-87FD-178584D07DCF}"/>
              </a:ext>
            </a:extLst>
          </p:cNvPr>
          <p:cNvSpPr>
            <a:spLocks xmlns:a="http://schemas.openxmlformats.org/drawingml/2006/main" noGrp="1"/>
          </p:cNvSpPr>
          <p:nvPr/>
        </p:nvSpPr>
        <p:spPr>
          <a:xfrm xmlns:a="http://schemas.openxmlformats.org/drawingml/2006/main">
            <a:off x="1333500" y="342900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2" name="">
            <a:extLst xmlns:a="http://schemas.openxmlformats.org/drawingml/2006/main">
              <a:ext uri="{FF2B5EF4-FFF2-40B4-BE49-F238E27FC236}">
                <a16:creationId xmlns:a16="http://schemas.microsoft.com/office/drawing/2014/main" id="{DEDB4543-9AD7-4747-824D-0A8519E0796F}"/>
              </a:ext>
            </a:extLst>
          </p:cNvPr>
          <p:cNvSpPr>
            <a:spLocks xmlns:a="http://schemas.openxmlformats.org/drawingml/2006/main" noGrp="1"/>
          </p:cNvSpPr>
          <p:nvPr/>
        </p:nvSpPr>
        <p:spPr>
          <a:xfrm xmlns:a="http://schemas.openxmlformats.org/drawingml/2006/main">
            <a:off x="252412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3" name="">
            <a:extLst xmlns:a="http://schemas.openxmlformats.org/drawingml/2006/main">
              <a:ext uri="{FF2B5EF4-FFF2-40B4-BE49-F238E27FC236}">
                <a16:creationId xmlns:a16="http://schemas.microsoft.com/office/drawing/2014/main" id="{A0B75FF8-8565-4744-AE20-C62079500B76}"/>
              </a:ext>
            </a:extLst>
          </p:cNvPr>
          <p:cNvSpPr>
            <a:spLocks xmlns:a="http://schemas.openxmlformats.org/drawingml/2006/main" noGrp="1"/>
          </p:cNvSpPr>
          <p:nvPr/>
        </p:nvSpPr>
        <p:spPr>
          <a:xfrm xmlns:a="http://schemas.openxmlformats.org/drawingml/2006/main">
            <a:off x="1333500" y="36671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4" name="">
            <a:extLst xmlns:a="http://schemas.openxmlformats.org/drawingml/2006/main">
              <a:ext uri="{FF2B5EF4-FFF2-40B4-BE49-F238E27FC236}">
                <a16:creationId xmlns:a16="http://schemas.microsoft.com/office/drawing/2014/main" id="{30B9E9D2-5DD6-421E-9017-C1D33037B087}"/>
              </a:ext>
            </a:extLst>
          </p:cNvPr>
          <p:cNvSpPr>
            <a:spLocks xmlns:a="http://schemas.openxmlformats.org/drawingml/2006/main" noGrp="1"/>
          </p:cNvSpPr>
          <p:nvPr/>
        </p:nvSpPr>
        <p:spPr>
          <a:xfrm xmlns:a="http://schemas.openxmlformats.org/drawingml/2006/main">
            <a:off x="276225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5" name="">
            <a:extLst xmlns:a="http://schemas.openxmlformats.org/drawingml/2006/main">
              <a:ext uri="{FF2B5EF4-FFF2-40B4-BE49-F238E27FC236}">
                <a16:creationId xmlns:a16="http://schemas.microsoft.com/office/drawing/2014/main" id="{166DD1A2-DA3E-47CA-A779-712E3C286944}"/>
              </a:ext>
            </a:extLst>
          </p:cNvPr>
          <p:cNvSpPr>
            <a:spLocks xmlns:a="http://schemas.openxmlformats.org/drawingml/2006/main" noGrp="1"/>
          </p:cNvSpPr>
          <p:nvPr/>
        </p:nvSpPr>
        <p:spPr>
          <a:xfrm xmlns:a="http://schemas.openxmlformats.org/drawingml/2006/main">
            <a:off x="1333500" y="390525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6" name="">
            <a:extLst xmlns:a="http://schemas.openxmlformats.org/drawingml/2006/main">
              <a:ext uri="{FF2B5EF4-FFF2-40B4-BE49-F238E27FC236}">
                <a16:creationId xmlns:a16="http://schemas.microsoft.com/office/drawing/2014/main" id="{D3906F93-4F69-40FE-94EA-15B2B25DF2FB}"/>
              </a:ext>
            </a:extLst>
          </p:cNvPr>
          <p:cNvSpPr>
            <a:spLocks xmlns:a="http://schemas.openxmlformats.org/drawingml/2006/main" noGrp="1"/>
          </p:cNvSpPr>
          <p:nvPr/>
        </p:nvSpPr>
        <p:spPr>
          <a:xfrm xmlns:a="http://schemas.openxmlformats.org/drawingml/2006/main">
            <a:off x="300037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7" name="">
            <a:extLst xmlns:a="http://schemas.openxmlformats.org/drawingml/2006/main">
              <a:ext uri="{FF2B5EF4-FFF2-40B4-BE49-F238E27FC236}">
                <a16:creationId xmlns:a16="http://schemas.microsoft.com/office/drawing/2014/main" id="{C2830C01-1CA7-4C6A-A17A-6608533B5D98}"/>
              </a:ext>
            </a:extLst>
          </p:cNvPr>
          <p:cNvSpPr>
            <a:spLocks xmlns:a="http://schemas.openxmlformats.org/drawingml/2006/main" noGrp="1"/>
          </p:cNvSpPr>
          <p:nvPr/>
        </p:nvSpPr>
        <p:spPr>
          <a:xfrm xmlns:a="http://schemas.openxmlformats.org/drawingml/2006/main">
            <a:off x="1333500" y="414337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28" name="">
            <a:extLst xmlns:a="http://schemas.openxmlformats.org/drawingml/2006/main">
              <a:ext uri="{FF2B5EF4-FFF2-40B4-BE49-F238E27FC236}">
                <a16:creationId xmlns:a16="http://schemas.microsoft.com/office/drawing/2014/main" id="{38E79957-C3AD-4F67-8FBF-25C43DB8B209}"/>
              </a:ext>
            </a:extLst>
          </p:cNvPr>
          <p:cNvSpPr>
            <a:spLocks xmlns:a="http://schemas.openxmlformats.org/drawingml/2006/main" noGrp="1"/>
          </p:cNvSpPr>
          <p:nvPr/>
        </p:nvSpPr>
        <p:spPr>
          <a:xfrm xmlns:a="http://schemas.openxmlformats.org/drawingml/2006/main">
            <a:off x="3238500"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29" name="">
            <a:extLst xmlns:a="http://schemas.openxmlformats.org/drawingml/2006/main">
              <a:ext uri="{FF2B5EF4-FFF2-40B4-BE49-F238E27FC236}">
                <a16:creationId xmlns:a16="http://schemas.microsoft.com/office/drawing/2014/main" id="{8CB2053E-CA3B-4BB9-A46B-C930BA33B5FC}"/>
              </a:ext>
            </a:extLst>
          </p:cNvPr>
          <p:cNvSpPr>
            <a:spLocks xmlns:a="http://schemas.openxmlformats.org/drawingml/2006/main" noGrp="1"/>
          </p:cNvSpPr>
          <p:nvPr/>
        </p:nvSpPr>
        <p:spPr>
          <a:xfrm xmlns:a="http://schemas.openxmlformats.org/drawingml/2006/main">
            <a:off x="1333500" y="438150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30" name="">
            <a:extLst xmlns:a="http://schemas.openxmlformats.org/drawingml/2006/main">
              <a:ext uri="{FF2B5EF4-FFF2-40B4-BE49-F238E27FC236}">
                <a16:creationId xmlns:a16="http://schemas.microsoft.com/office/drawing/2014/main" id="{89216C5D-E2DF-47CC-845B-A4C752FBF357}"/>
              </a:ext>
            </a:extLst>
          </p:cNvPr>
          <p:cNvSpPr>
            <a:spLocks xmlns:a="http://schemas.openxmlformats.org/drawingml/2006/main" noGrp="1"/>
          </p:cNvSpPr>
          <p:nvPr/>
        </p:nvSpPr>
        <p:spPr>
          <a:xfrm xmlns:a="http://schemas.openxmlformats.org/drawingml/2006/main">
            <a:off x="3476625" y="2476500"/>
            <a:ext cx="9525" cy="2381250"/>
          </a:xfrm>
          <a:custGeom xmlns:a="http://schemas.openxmlformats.org/drawingml/2006/main">
            <a:pathLst>
              <a:path w="9525" h="2381250">
                <a:moveTo>
                  <a:pt x="0" y="0"/>
                </a:moveTo>
                <a:lnTo>
                  <a:pt x="0" y="2381250"/>
                </a:lnTo>
              </a:path>
            </a:pathLst>
          </a:custGeom>
          <a:noFill xmlns:a="http://schemas.openxmlformats.org/drawingml/2006/main"/>
          <a:ln xmlns:a="http://schemas.openxmlformats.org/drawingml/2006/main" w="9525">
            <a:solidFill>
              <a:srgbClr val="B8CEDA"/>
            </a:solidFill>
          </a:ln>
        </p:spPr>
      </p:sp>
      <p:sp>
        <p:nvSpPr>
          <p:cNvPr id="31" name="">
            <a:extLst xmlns:a="http://schemas.openxmlformats.org/drawingml/2006/main">
              <a:ext uri="{FF2B5EF4-FFF2-40B4-BE49-F238E27FC236}">
                <a16:creationId xmlns:a16="http://schemas.microsoft.com/office/drawing/2014/main" id="{797CC27F-B0DD-4EEB-8874-BDB1D6E24B05}"/>
              </a:ext>
            </a:extLst>
          </p:cNvPr>
          <p:cNvSpPr>
            <a:spLocks xmlns:a="http://schemas.openxmlformats.org/drawingml/2006/main" noGrp="1"/>
          </p:cNvSpPr>
          <p:nvPr/>
        </p:nvSpPr>
        <p:spPr>
          <a:xfrm xmlns:a="http://schemas.openxmlformats.org/drawingml/2006/main">
            <a:off x="1333500" y="46196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9525">
            <a:solidFill>
              <a:srgbClr val="B8CEDA"/>
            </a:solidFill>
          </a:ln>
        </p:spPr>
      </p:sp>
      <p:sp>
        <p:nvSpPr>
          <p:cNvPr id="32" name="">
            <a:extLst xmlns:a="http://schemas.openxmlformats.org/drawingml/2006/main">
              <a:ext uri="{FF2B5EF4-FFF2-40B4-BE49-F238E27FC236}">
                <a16:creationId xmlns:a16="http://schemas.microsoft.com/office/drawing/2014/main" id="{BA158176-08AC-4A6E-A3E5-EE240B121344}"/>
              </a:ext>
            </a:extLst>
          </p:cNvPr>
          <p:cNvSpPr>
            <a:spLocks xmlns:a="http://schemas.openxmlformats.org/drawingml/2006/main" noGrp="1"/>
          </p:cNvSpPr>
          <p:nvPr/>
        </p:nvSpPr>
        <p:spPr>
          <a:xfrm xmlns:a="http://schemas.openxmlformats.org/drawingml/2006/main">
            <a:off x="1333500" y="4619625"/>
            <a:ext cx="238125" cy="238125"/>
          </a:xfrm>
          <a:prstGeom xmlns:a="http://schemas.openxmlformats.org/drawingml/2006/main" prst="rect">
            <a:avLst/>
          </a:prstGeom>
          <a:solidFill xmlns:a="http://schemas.openxmlformats.org/drawingml/2006/main">
            <a:srgbClr val="A9CADC"/>
          </a:solidFill>
          <a:ln xmlns:a="http://schemas.openxmlformats.org/drawingml/2006/main" w="16193">
            <a:solidFill>
              <a:srgbClr val="2876A8"/>
            </a:solidFill>
          </a:ln>
        </p:spPr>
      </p:sp>
      <p:sp>
        <p:nvSpPr>
          <p:cNvPr id="33" name="">
            <a:extLst xmlns:a="http://schemas.openxmlformats.org/drawingml/2006/main">
              <a:ext uri="{FF2B5EF4-FFF2-40B4-BE49-F238E27FC236}">
                <a16:creationId xmlns:a16="http://schemas.microsoft.com/office/drawing/2014/main" id="{907E3ADD-0988-484A-AD00-FB954E3469FE}"/>
              </a:ext>
            </a:extLst>
          </p:cNvPr>
          <p:cNvSpPr>
            <a:spLocks xmlns:a="http://schemas.openxmlformats.org/drawingml/2006/main" noGrp="1"/>
          </p:cNvSpPr>
          <p:nvPr/>
        </p:nvSpPr>
        <p:spPr>
          <a:xfrm xmlns:a="http://schemas.openxmlformats.org/drawingml/2006/main">
            <a:off x="809625" y="504825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876A8"/>
                </a:solidFill>
                <a:latin typeface="Yu Gothic"/>
                <a:ea typeface="Yu Gothic"/>
                <a:cs typeface="Yu Gothic"/>
              </a:defRPr>
            </a:defPPr>
            <a:lvl1pPr>
              <a:buNone/>
              <a:defRPr sz="1950" b="0">
                <a:solidFill>
                  <a:srgbClr val="2876A8"/>
                </a:solidFill>
                <a:latin typeface="Yu Gothic"/>
                <a:ea typeface="Yu Gothic"/>
                <a:cs typeface="Yu Gothic"/>
              </a:defRPr>
            </a:lvl1pPr>
            <a:lvl2pPr>
              <a:buNone/>
              <a:defRPr sz="1950" b="0">
                <a:solidFill>
                  <a:srgbClr val="2876A8"/>
                </a:solidFill>
                <a:latin typeface="Yu Gothic"/>
                <a:ea typeface="Yu Gothic"/>
                <a:cs typeface="Yu Gothic"/>
              </a:defRPr>
            </a:lvl2pPr>
            <a:lvl3pPr>
              <a:buNone/>
              <a:defRPr sz="1950" b="0">
                <a:solidFill>
                  <a:srgbClr val="2876A8"/>
                </a:solidFill>
                <a:latin typeface="Yu Gothic"/>
                <a:ea typeface="Yu Gothic"/>
                <a:cs typeface="Yu Gothic"/>
              </a:defRPr>
            </a:lvl3pPr>
            <a:lvl4pPr>
              <a:buNone/>
              <a:defRPr sz="1950" b="0">
                <a:solidFill>
                  <a:srgbClr val="2876A8"/>
                </a:solidFill>
                <a:latin typeface="Yu Gothic"/>
                <a:ea typeface="Yu Gothic"/>
                <a:cs typeface="Yu Gothic"/>
              </a:defRPr>
            </a:lvl4pPr>
            <a:lvl5pPr>
              <a:buNone/>
              <a:defRPr sz="1950" b="0">
                <a:solidFill>
                  <a:srgbClr val="2876A8"/>
                </a:solidFill>
                <a:latin typeface="Yu Gothic"/>
                <a:ea typeface="Yu Gothic"/>
                <a:cs typeface="Yu Gothic"/>
              </a:defRPr>
            </a:lvl5pPr>
            <a:lvl6pPr>
              <a:buNone/>
              <a:defRPr sz="1950" b="0">
                <a:solidFill>
                  <a:srgbClr val="2876A8"/>
                </a:solidFill>
                <a:latin typeface="Yu Gothic"/>
                <a:ea typeface="Yu Gothic"/>
                <a:cs typeface="Yu Gothic"/>
              </a:defRPr>
            </a:lvl6pPr>
            <a:lvl7pPr>
              <a:buNone/>
              <a:defRPr sz="1950" b="0">
                <a:solidFill>
                  <a:srgbClr val="2876A8"/>
                </a:solidFill>
                <a:latin typeface="Yu Gothic"/>
                <a:ea typeface="Yu Gothic"/>
                <a:cs typeface="Yu Gothic"/>
              </a:defRPr>
            </a:lvl7pPr>
            <a:lvl8pPr>
              <a:buNone/>
              <a:defRPr sz="1950" b="0">
                <a:solidFill>
                  <a:srgbClr val="2876A8"/>
                </a:solidFill>
                <a:latin typeface="Yu Gothic"/>
                <a:ea typeface="Yu Gothic"/>
                <a:cs typeface="Yu Gothic"/>
              </a:defRPr>
            </a:lvl8pPr>
            <a:lvl9pPr>
              <a:buNone/>
              <a:defRPr sz="1950" b="0">
                <a:solidFill>
                  <a:srgbClr val="2876A8"/>
                </a:solidFill>
                <a:latin typeface="Yu Gothic"/>
                <a:ea typeface="Yu Gothic"/>
                <a:cs typeface="Yu Gothic"/>
              </a:defRPr>
            </a:lvl9pPr>
          </a:lstStyle>
          <a:p xmlns:a="http://schemas.openxmlformats.org/drawingml/2006/main">
            <a:pPr>
              <a:buNone/>
              <a:defRPr sz="1950" b="0">
                <a:solidFill>
                  <a:srgbClr val="2876A8"/>
                </a:solidFill>
                <a:latin typeface="Yu Gothic"/>
                <a:ea typeface="Yu Gothic"/>
                <a:cs typeface="Yu Gothic"/>
              </a:defRPr>
            </a:pPr>
            <a:r>
              <a:rPr sz="1950" b="0">
                <a:solidFill>
                  <a:srgbClr val="2876A8"/>
                </a:solidFill>
                <a:latin typeface="Yu Gothic"/>
                <a:ea typeface="Yu Gothic"/>
                <a:cs typeface="Yu Gothic"/>
              </a:rPr>
              <a:t>1 mm²</a:t>
            </a:r>
          </a:p>
        </p:txBody>
      </p:sp>
      <p:sp>
        <p:nvSpPr>
          <p:cNvPr id="34" name="">
            <a:extLst xmlns:a="http://schemas.openxmlformats.org/drawingml/2006/main">
              <a:ext uri="{FF2B5EF4-FFF2-40B4-BE49-F238E27FC236}">
                <a16:creationId xmlns:a16="http://schemas.microsoft.com/office/drawing/2014/main" id="{603DFCB9-E7E6-4285-85D4-768B9668A594}"/>
              </a:ext>
            </a:extLst>
          </p:cNvPr>
          <p:cNvSpPr>
            <a:spLocks xmlns:a="http://schemas.openxmlformats.org/drawingml/2006/main" noGrp="1"/>
          </p:cNvSpPr>
          <p:nvPr/>
        </p:nvSpPr>
        <p:spPr>
          <a:xfrm xmlns:a="http://schemas.openxmlformats.org/drawingml/2006/main">
            <a:off x="1333500" y="2333625"/>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15240">
            <a:solidFill>
              <a:srgbClr val="71818B"/>
            </a:solidFill>
          </a:ln>
        </p:spPr>
      </p:sp>
      <p:sp>
        <p:nvSpPr>
          <p:cNvPr id="35" name="">
            <a:extLst xmlns:a="http://schemas.openxmlformats.org/drawingml/2006/main">
              <a:ext uri="{FF2B5EF4-FFF2-40B4-BE49-F238E27FC236}">
                <a16:creationId xmlns:a16="http://schemas.microsoft.com/office/drawing/2014/main" id="{EAD0EAE6-6362-4655-8012-BEFE4D70DAB1}"/>
              </a:ext>
            </a:extLst>
          </p:cNvPr>
          <p:cNvSpPr>
            <a:spLocks xmlns:a="http://schemas.openxmlformats.org/drawingml/2006/main" noGrp="1"/>
          </p:cNvSpPr>
          <p:nvPr/>
        </p:nvSpPr>
        <p:spPr>
          <a:xfrm xmlns:a="http://schemas.openxmlformats.org/drawingml/2006/main">
            <a:off x="3638550" y="230162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1818B"/>
          </a:solidFill>
          <a:ln xmlns:a="http://schemas.openxmlformats.org/drawingml/2006/main" w="4763">
            <a:solidFill>
              <a:srgbClr val="71818B"/>
            </a:solidFill>
          </a:ln>
        </p:spPr>
      </p:sp>
      <p:sp>
        <p:nvSpPr>
          <p:cNvPr id="36" name="">
            <a:extLst xmlns:a="http://schemas.openxmlformats.org/drawingml/2006/main">
              <a:ext uri="{FF2B5EF4-FFF2-40B4-BE49-F238E27FC236}">
                <a16:creationId xmlns:a16="http://schemas.microsoft.com/office/drawing/2014/main" id="{A9CD0CBD-DF58-45F2-B517-4AF6D3324800}"/>
              </a:ext>
            </a:extLst>
          </p:cNvPr>
          <p:cNvSpPr>
            <a:spLocks xmlns:a="http://schemas.openxmlformats.org/drawingml/2006/main" noGrp="1"/>
          </p:cNvSpPr>
          <p:nvPr/>
        </p:nvSpPr>
        <p:spPr>
          <a:xfrm xmlns:a="http://schemas.openxmlformats.org/drawingml/2006/main">
            <a:off x="1333500" y="2333625"/>
            <a:ext cx="2381250" cy="9525"/>
          </a:xfrm>
          <a:custGeom xmlns:a="http://schemas.openxmlformats.org/drawingml/2006/main">
            <a:pathLst>
              <a:path w="2381250" h="9525">
                <a:moveTo>
                  <a:pt x="2381250" y="0"/>
                </a:moveTo>
                <a:lnTo>
                  <a:pt x="0" y="0"/>
                </a:lnTo>
              </a:path>
            </a:pathLst>
          </a:custGeom>
          <a:noFill xmlns:a="http://schemas.openxmlformats.org/drawingml/2006/main"/>
          <a:ln xmlns:a="http://schemas.openxmlformats.org/drawingml/2006/main" w="15240">
            <a:solidFill>
              <a:srgbClr val="71818B"/>
            </a:solidFill>
          </a:ln>
        </p:spPr>
      </p:sp>
      <p:sp>
        <p:nvSpPr>
          <p:cNvPr id="37" name="">
            <a:extLst xmlns:a="http://schemas.openxmlformats.org/drawingml/2006/main">
              <a:ext uri="{FF2B5EF4-FFF2-40B4-BE49-F238E27FC236}">
                <a16:creationId xmlns:a16="http://schemas.microsoft.com/office/drawing/2014/main" id="{8AEBB24D-F248-42B9-AFC6-F9DE92F213CE}"/>
              </a:ext>
            </a:extLst>
          </p:cNvPr>
          <p:cNvSpPr>
            <a:spLocks xmlns:a="http://schemas.openxmlformats.org/drawingml/2006/main" noGrp="1"/>
          </p:cNvSpPr>
          <p:nvPr/>
        </p:nvSpPr>
        <p:spPr>
          <a:xfrm xmlns:a="http://schemas.openxmlformats.org/drawingml/2006/main">
            <a:off x="1333500" y="230162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71818B"/>
          </a:solidFill>
          <a:ln xmlns:a="http://schemas.openxmlformats.org/drawingml/2006/main" w="4763">
            <a:solidFill>
              <a:srgbClr val="71818B"/>
            </a:solidFill>
          </a:ln>
        </p:spPr>
      </p:sp>
      <p:sp>
        <p:nvSpPr>
          <p:cNvPr id="38" name="">
            <a:extLst xmlns:a="http://schemas.openxmlformats.org/drawingml/2006/main">
              <a:ext uri="{FF2B5EF4-FFF2-40B4-BE49-F238E27FC236}">
                <a16:creationId xmlns:a16="http://schemas.microsoft.com/office/drawing/2014/main" id="{ED2BB9D7-F784-412E-9D84-598FCB4E650D}"/>
              </a:ext>
            </a:extLst>
          </p:cNvPr>
          <p:cNvSpPr>
            <a:spLocks xmlns:a="http://schemas.openxmlformats.org/drawingml/2006/main" noGrp="1"/>
          </p:cNvSpPr>
          <p:nvPr/>
        </p:nvSpPr>
        <p:spPr>
          <a:xfrm xmlns:a="http://schemas.openxmlformats.org/drawingml/2006/main">
            <a:off x="1143000" y="1876425"/>
            <a:ext cx="276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71818B"/>
                </a:solidFill>
                <a:latin typeface="Yu Gothic"/>
                <a:ea typeface="Yu Gothic"/>
                <a:cs typeface="Yu Gothic"/>
              </a:defRPr>
            </a:defPPr>
            <a:lvl1pPr>
              <a:buNone/>
              <a:defRPr sz="1725" b="0">
                <a:solidFill>
                  <a:srgbClr val="71818B"/>
                </a:solidFill>
                <a:latin typeface="Yu Gothic"/>
                <a:ea typeface="Yu Gothic"/>
                <a:cs typeface="Yu Gothic"/>
              </a:defRPr>
            </a:lvl1pPr>
            <a:lvl2pPr>
              <a:buNone/>
              <a:defRPr sz="1725" b="0">
                <a:solidFill>
                  <a:srgbClr val="71818B"/>
                </a:solidFill>
                <a:latin typeface="Yu Gothic"/>
                <a:ea typeface="Yu Gothic"/>
                <a:cs typeface="Yu Gothic"/>
              </a:defRPr>
            </a:lvl2pPr>
            <a:lvl3pPr>
              <a:buNone/>
              <a:defRPr sz="1725" b="0">
                <a:solidFill>
                  <a:srgbClr val="71818B"/>
                </a:solidFill>
                <a:latin typeface="Yu Gothic"/>
                <a:ea typeface="Yu Gothic"/>
                <a:cs typeface="Yu Gothic"/>
              </a:defRPr>
            </a:lvl3pPr>
            <a:lvl4pPr>
              <a:buNone/>
              <a:defRPr sz="1725" b="0">
                <a:solidFill>
                  <a:srgbClr val="71818B"/>
                </a:solidFill>
                <a:latin typeface="Yu Gothic"/>
                <a:ea typeface="Yu Gothic"/>
                <a:cs typeface="Yu Gothic"/>
              </a:defRPr>
            </a:lvl4pPr>
            <a:lvl5pPr>
              <a:buNone/>
              <a:defRPr sz="1725" b="0">
                <a:solidFill>
                  <a:srgbClr val="71818B"/>
                </a:solidFill>
                <a:latin typeface="Yu Gothic"/>
                <a:ea typeface="Yu Gothic"/>
                <a:cs typeface="Yu Gothic"/>
              </a:defRPr>
            </a:lvl5pPr>
            <a:lvl6pPr>
              <a:buNone/>
              <a:defRPr sz="1725" b="0">
                <a:solidFill>
                  <a:srgbClr val="71818B"/>
                </a:solidFill>
                <a:latin typeface="Yu Gothic"/>
                <a:ea typeface="Yu Gothic"/>
                <a:cs typeface="Yu Gothic"/>
              </a:defRPr>
            </a:lvl6pPr>
            <a:lvl7pPr>
              <a:buNone/>
              <a:defRPr sz="1725" b="0">
                <a:solidFill>
                  <a:srgbClr val="71818B"/>
                </a:solidFill>
                <a:latin typeface="Yu Gothic"/>
                <a:ea typeface="Yu Gothic"/>
                <a:cs typeface="Yu Gothic"/>
              </a:defRPr>
            </a:lvl7pPr>
            <a:lvl8pPr>
              <a:buNone/>
              <a:defRPr sz="1725" b="0">
                <a:solidFill>
                  <a:srgbClr val="71818B"/>
                </a:solidFill>
                <a:latin typeface="Yu Gothic"/>
                <a:ea typeface="Yu Gothic"/>
                <a:cs typeface="Yu Gothic"/>
              </a:defRPr>
            </a:lvl8pPr>
            <a:lvl9pPr>
              <a:buNone/>
              <a:defRPr sz="1725" b="0">
                <a:solidFill>
                  <a:srgbClr val="71818B"/>
                </a:solidFill>
                <a:latin typeface="Yu Gothic"/>
                <a:ea typeface="Yu Gothic"/>
                <a:cs typeface="Yu Gothic"/>
              </a:defRPr>
            </a:lvl9pPr>
          </a:lstStyle>
          <a:p xmlns:a="http://schemas.openxmlformats.org/drawingml/2006/main">
            <a:pP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10 mm</a:t>
            </a:r>
          </a:p>
        </p:txBody>
      </p:sp>
      <p:sp>
        <p:nvSpPr>
          <p:cNvPr id="39" name="">
            <a:extLst xmlns:a="http://schemas.openxmlformats.org/drawingml/2006/main">
              <a:ext uri="{FF2B5EF4-FFF2-40B4-BE49-F238E27FC236}">
                <a16:creationId xmlns:a16="http://schemas.microsoft.com/office/drawing/2014/main" id="{682E17DC-9B5F-437D-BCAB-E3EAFD100922}"/>
              </a:ext>
            </a:extLst>
          </p:cNvPr>
          <p:cNvSpPr>
            <a:spLocks xmlns:a="http://schemas.openxmlformats.org/drawingml/2006/main" noGrp="1"/>
          </p:cNvSpPr>
          <p:nvPr/>
        </p:nvSpPr>
        <p:spPr>
          <a:xfrm xmlns:a="http://schemas.openxmlformats.org/drawingml/2006/main">
            <a:off x="3905250" y="3381375"/>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10 mm</a:t>
            </a:r>
          </a:p>
        </p:txBody>
      </p:sp>
      <p:sp>
        <p:nvSpPr>
          <p:cNvPr id="40" name="">
            <a:extLst xmlns:a="http://schemas.openxmlformats.org/drawingml/2006/main">
              <a:ext uri="{FF2B5EF4-FFF2-40B4-BE49-F238E27FC236}">
                <a16:creationId xmlns:a16="http://schemas.microsoft.com/office/drawing/2014/main" id="{8A7831AC-817F-44FA-B5B1-2024B2E93A20}"/>
              </a:ext>
            </a:extLst>
          </p:cNvPr>
          <p:cNvSpPr>
            <a:spLocks xmlns:a="http://schemas.openxmlformats.org/drawingml/2006/main" noGrp="1"/>
          </p:cNvSpPr>
          <p:nvPr/>
        </p:nvSpPr>
        <p:spPr>
          <a:xfrm xmlns:a="http://schemas.openxmlformats.org/drawingml/2006/main">
            <a:off x="6191250" y="1857375"/>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1 mm² が10×10個</a:t>
            </a:r>
          </a:p>
        </p:txBody>
      </p:sp>
      <p:sp>
        <p:nvSpPr>
          <p:cNvPr id="41" name="">
            <a:extLst xmlns:a="http://schemas.openxmlformats.org/drawingml/2006/main">
              <a:ext uri="{FF2B5EF4-FFF2-40B4-BE49-F238E27FC236}">
                <a16:creationId xmlns:a16="http://schemas.microsoft.com/office/drawing/2014/main" id="{B119F113-6B7A-4ED1-B8F4-B0AA0DF1DE88}"/>
              </a:ext>
            </a:extLst>
          </p:cNvPr>
          <p:cNvSpPr>
            <a:spLocks xmlns:a="http://schemas.openxmlformats.org/drawingml/2006/main" noGrp="1"/>
          </p:cNvSpPr>
          <p:nvPr/>
        </p:nvSpPr>
        <p:spPr>
          <a:xfrm xmlns:a="http://schemas.openxmlformats.org/drawingml/2006/main">
            <a:off x="6191250" y="261937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100 mm² = 0.0001 m²</a:t>
            </a:r>
          </a:p>
        </p:txBody>
      </p:sp>
      <p:sp>
        <p:nvSpPr>
          <p:cNvPr id="42" name="">
            <a:extLst xmlns:a="http://schemas.openxmlformats.org/drawingml/2006/main">
              <a:ext uri="{FF2B5EF4-FFF2-40B4-BE49-F238E27FC236}">
                <a16:creationId xmlns:a16="http://schemas.microsoft.com/office/drawing/2014/main" id="{5B14047F-9B82-406E-A0D5-A72B15C3D5EA}"/>
              </a:ext>
            </a:extLst>
          </p:cNvPr>
          <p:cNvSpPr>
            <a:spLocks xmlns:a="http://schemas.openxmlformats.org/drawingml/2006/main" noGrp="1"/>
          </p:cNvSpPr>
          <p:nvPr/>
        </p:nvSpPr>
        <p:spPr>
          <a:xfrm xmlns:a="http://schemas.openxmlformats.org/drawingml/2006/main">
            <a:off x="6191250" y="3619500"/>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1 m² = (1,000 mm)²</a:t>
            </a:r>
          </a:p>
        </p:txBody>
      </p:sp>
      <p:sp>
        <p:nvSpPr>
          <p:cNvPr id="43" name="">
            <a:extLst xmlns:a="http://schemas.openxmlformats.org/drawingml/2006/main">
              <a:ext uri="{FF2B5EF4-FFF2-40B4-BE49-F238E27FC236}">
                <a16:creationId xmlns:a16="http://schemas.microsoft.com/office/drawing/2014/main" id="{C9E9114E-C194-490D-BBFC-5D54DD581BBB}"/>
              </a:ext>
            </a:extLst>
          </p:cNvPr>
          <p:cNvSpPr>
            <a:spLocks xmlns:a="http://schemas.openxmlformats.org/drawingml/2006/main" noGrp="1"/>
          </p:cNvSpPr>
          <p:nvPr/>
        </p:nvSpPr>
        <p:spPr>
          <a:xfrm xmlns:a="http://schemas.openxmlformats.org/drawingml/2006/main">
            <a:off x="7381875" y="4238625"/>
            <a:ext cx="4143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876A8"/>
                </a:solidFill>
                <a:latin typeface="Yu Gothic"/>
                <a:ea typeface="Yu Gothic"/>
                <a:cs typeface="Yu Gothic"/>
              </a:defRPr>
            </a:defPPr>
            <a:lvl1pPr>
              <a:buNone/>
              <a:defRPr sz="2700" b="1">
                <a:solidFill>
                  <a:srgbClr val="2876A8"/>
                </a:solidFill>
                <a:latin typeface="Yu Gothic"/>
                <a:ea typeface="Yu Gothic"/>
                <a:cs typeface="Yu Gothic"/>
              </a:defRPr>
            </a:lvl1pPr>
            <a:lvl2pPr>
              <a:buNone/>
              <a:defRPr sz="2700" b="1">
                <a:solidFill>
                  <a:srgbClr val="2876A8"/>
                </a:solidFill>
                <a:latin typeface="Yu Gothic"/>
                <a:ea typeface="Yu Gothic"/>
                <a:cs typeface="Yu Gothic"/>
              </a:defRPr>
            </a:lvl2pPr>
            <a:lvl3pPr>
              <a:buNone/>
              <a:defRPr sz="2700" b="1">
                <a:solidFill>
                  <a:srgbClr val="2876A8"/>
                </a:solidFill>
                <a:latin typeface="Yu Gothic"/>
                <a:ea typeface="Yu Gothic"/>
                <a:cs typeface="Yu Gothic"/>
              </a:defRPr>
            </a:lvl3pPr>
            <a:lvl4pPr>
              <a:buNone/>
              <a:defRPr sz="2700" b="1">
                <a:solidFill>
                  <a:srgbClr val="2876A8"/>
                </a:solidFill>
                <a:latin typeface="Yu Gothic"/>
                <a:ea typeface="Yu Gothic"/>
                <a:cs typeface="Yu Gothic"/>
              </a:defRPr>
            </a:lvl4pPr>
            <a:lvl5pPr>
              <a:buNone/>
              <a:defRPr sz="2700" b="1">
                <a:solidFill>
                  <a:srgbClr val="2876A8"/>
                </a:solidFill>
                <a:latin typeface="Yu Gothic"/>
                <a:ea typeface="Yu Gothic"/>
                <a:cs typeface="Yu Gothic"/>
              </a:defRPr>
            </a:lvl5pPr>
            <a:lvl6pPr>
              <a:buNone/>
              <a:defRPr sz="2700" b="1">
                <a:solidFill>
                  <a:srgbClr val="2876A8"/>
                </a:solidFill>
                <a:latin typeface="Yu Gothic"/>
                <a:ea typeface="Yu Gothic"/>
                <a:cs typeface="Yu Gothic"/>
              </a:defRPr>
            </a:lvl6pPr>
            <a:lvl7pPr>
              <a:buNone/>
              <a:defRPr sz="2700" b="1">
                <a:solidFill>
                  <a:srgbClr val="2876A8"/>
                </a:solidFill>
                <a:latin typeface="Yu Gothic"/>
                <a:ea typeface="Yu Gothic"/>
                <a:cs typeface="Yu Gothic"/>
              </a:defRPr>
            </a:lvl7pPr>
            <a:lvl8pPr>
              <a:buNone/>
              <a:defRPr sz="2700" b="1">
                <a:solidFill>
                  <a:srgbClr val="2876A8"/>
                </a:solidFill>
                <a:latin typeface="Yu Gothic"/>
                <a:ea typeface="Yu Gothic"/>
                <a:cs typeface="Yu Gothic"/>
              </a:defRPr>
            </a:lvl8pPr>
            <a:lvl9pPr>
              <a:buNone/>
              <a:defRPr sz="2700" b="1">
                <a:solidFill>
                  <a:srgbClr val="2876A8"/>
                </a:solidFill>
                <a:latin typeface="Yu Gothic"/>
                <a:ea typeface="Yu Gothic"/>
                <a:cs typeface="Yu Gothic"/>
              </a:defRPr>
            </a:lvl9pPr>
          </a:lstStyle>
          <a:p xmlns:a="http://schemas.openxmlformats.org/drawingml/2006/main">
            <a:pPr>
              <a:buNone/>
              <a:defRPr sz="2700" b="1">
                <a:solidFill>
                  <a:srgbClr val="2876A8"/>
                </a:solidFill>
                <a:latin typeface="Yu Gothic"/>
                <a:ea typeface="Yu Gothic"/>
                <a:cs typeface="Yu Gothic"/>
              </a:defRPr>
            </a:pPr>
            <a:r>
              <a:rPr sz="2700" b="1">
                <a:solidFill>
                  <a:srgbClr val="2876A8"/>
                </a:solidFill>
                <a:latin typeface="Yu Gothic"/>
                <a:ea typeface="Yu Gothic"/>
                <a:cs typeface="Yu Gothic"/>
              </a:rPr>
              <a:t>= 10⁶ mm²</a:t>
            </a:r>
          </a:p>
        </p:txBody>
      </p:sp>
      <p:sp>
        <p:nvSpPr>
          <p:cNvPr id="44" name="">
            <a:extLst xmlns:a="http://schemas.openxmlformats.org/drawingml/2006/main">
              <a:ext uri="{FF2B5EF4-FFF2-40B4-BE49-F238E27FC236}">
                <a16:creationId xmlns:a16="http://schemas.microsoft.com/office/drawing/2014/main" id="{C2E370EA-E2C3-4E59-A8EE-88A101091B08}"/>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確認：0.01 m² は何 mm²か。縦と横の換算倍率を掛けて説明する。</a:t>
            </a:r>
          </a:p>
        </p:txBody>
      </p:sp>
    </p:spTree>
    <p:extLst>
      <p:ext uri="{BB962C8B-B14F-4D97-AF65-F5344CB8AC3E}">
        <p14:creationId xmlns:p14="http://schemas.microsoft.com/office/powerpoint/2010/main" val="761791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0">
            <a:extLst xmlns:a="http://schemas.openxmlformats.org/drawingml/2006/main">
              <a:ext uri="{FF2B5EF4-FFF2-40B4-BE49-F238E27FC236}">
                <a16:creationId xmlns:a16="http://schemas.microsoft.com/office/drawing/2014/main" id="{68FAAAAD-AC0B-45DF-A573-0952F0DF53BE}"/>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kgf/m² と Paで表す、同じ押し方</a:t>
            </a:r>
          </a:p>
        </p:txBody>
      </p:sp>
      <p:cxnSp>
        <p:nvCxnSpPr>
          <p:cNvPr id="2" name="">
            <a:extLst xmlns:a="http://schemas.openxmlformats.org/drawingml/2006/main">
              <a:ext uri="{FF2B5EF4-FFF2-40B4-BE49-F238E27FC236}">
                <a16:creationId xmlns:a16="http://schemas.microsoft.com/office/drawing/2014/main" id="{3F695268-5FDD-4A5D-855A-F77D207163D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53F21780-E15B-4A8E-A548-565F654DFF66}"/>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F3CB1018-3607-4D55-AD09-7D5DF15339D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10 / 57</a:t>
            </a:r>
          </a:p>
        </p:txBody>
      </p:sp>
      <p:sp>
        <p:nvSpPr>
          <p:cNvPr id="5" name="text-4">
            <a:extLst xmlns:a="http://schemas.openxmlformats.org/drawingml/2006/main">
              <a:ext uri="{FF2B5EF4-FFF2-40B4-BE49-F238E27FC236}">
                <a16:creationId xmlns:a16="http://schemas.microsoft.com/office/drawing/2014/main" id="{A1F65254-1D79-4776-A926-24EE9A1654E3}"/>
              </a:ext>
            </a:extLst>
          </p:cNvPr>
          <p:cNvSpPr>
            <a:spLocks xmlns:a="http://schemas.openxmlformats.org/drawingml/2006/main" noGrp="1"/>
          </p:cNvSpPr>
          <p:nvPr/>
        </p:nvSpPr>
        <p:spPr>
          <a:xfrm xmlns:a="http://schemas.openxmlformats.org/drawingml/2006/main">
            <a:off x="685800" y="1552575"/>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8364F"/>
                </a:solidFill>
                <a:latin typeface="Yu Gothic"/>
                <a:ea typeface="Yu Gothic"/>
                <a:cs typeface="Yu Gothic"/>
              </a:defRPr>
            </a:defPPr>
            <a:lvl1pPr algn="l">
              <a:buNone/>
              <a:defRPr sz="2400" b="1">
                <a:solidFill>
                  <a:srgbClr val="18364F"/>
                </a:solidFill>
                <a:latin typeface="Yu Gothic"/>
                <a:ea typeface="Yu Gothic"/>
                <a:cs typeface="Yu Gothic"/>
              </a:defRPr>
            </a:lvl1pPr>
            <a:lvl2pPr algn="l">
              <a:buNone/>
              <a:defRPr sz="2400" b="1">
                <a:solidFill>
                  <a:srgbClr val="18364F"/>
                </a:solidFill>
                <a:latin typeface="Yu Gothic"/>
                <a:ea typeface="Yu Gothic"/>
                <a:cs typeface="Yu Gothic"/>
              </a:defRPr>
            </a:lvl2pPr>
            <a:lvl3pPr algn="l">
              <a:buNone/>
              <a:defRPr sz="2400" b="1">
                <a:solidFill>
                  <a:srgbClr val="18364F"/>
                </a:solidFill>
                <a:latin typeface="Yu Gothic"/>
                <a:ea typeface="Yu Gothic"/>
                <a:cs typeface="Yu Gothic"/>
              </a:defRPr>
            </a:lvl3pPr>
            <a:lvl4pPr algn="l">
              <a:buNone/>
              <a:defRPr sz="2400" b="1">
                <a:solidFill>
                  <a:srgbClr val="18364F"/>
                </a:solidFill>
                <a:latin typeface="Yu Gothic"/>
                <a:ea typeface="Yu Gothic"/>
                <a:cs typeface="Yu Gothic"/>
              </a:defRPr>
            </a:lvl4pPr>
            <a:lvl5pPr algn="l">
              <a:buNone/>
              <a:defRPr sz="2400" b="1">
                <a:solidFill>
                  <a:srgbClr val="18364F"/>
                </a:solidFill>
                <a:latin typeface="Yu Gothic"/>
                <a:ea typeface="Yu Gothic"/>
                <a:cs typeface="Yu Gothic"/>
              </a:defRPr>
            </a:lvl5pPr>
            <a:lvl6pPr algn="l">
              <a:buNone/>
              <a:defRPr sz="2400" b="1">
                <a:solidFill>
                  <a:srgbClr val="18364F"/>
                </a:solidFill>
                <a:latin typeface="Yu Gothic"/>
                <a:ea typeface="Yu Gothic"/>
                <a:cs typeface="Yu Gothic"/>
              </a:defRPr>
            </a:lvl6pPr>
            <a:lvl7pPr algn="l">
              <a:buNone/>
              <a:defRPr sz="2400" b="1">
                <a:solidFill>
                  <a:srgbClr val="18364F"/>
                </a:solidFill>
                <a:latin typeface="Yu Gothic"/>
                <a:ea typeface="Yu Gothic"/>
                <a:cs typeface="Yu Gothic"/>
              </a:defRPr>
            </a:lvl7pPr>
            <a:lvl8pPr algn="l">
              <a:buNone/>
              <a:defRPr sz="2400" b="1">
                <a:solidFill>
                  <a:srgbClr val="18364F"/>
                </a:solidFill>
                <a:latin typeface="Yu Gothic"/>
                <a:ea typeface="Yu Gothic"/>
                <a:cs typeface="Yu Gothic"/>
              </a:defRPr>
            </a:lvl8pPr>
            <a:lvl9pPr algn="l">
              <a:buNone/>
              <a:defRPr sz="2400" b="1">
                <a:solidFill>
                  <a:srgbClr val="18364F"/>
                </a:solidFill>
                <a:latin typeface="Yu Gothic"/>
                <a:ea typeface="Yu Gothic"/>
                <a:cs typeface="Yu Gothic"/>
              </a:defRPr>
            </a:lvl9pPr>
          </a:lstStyle>
          <a:p xmlns:a="http://schemas.openxmlformats.org/drawingml/2006/main">
            <a:pPr algn="l">
              <a:buNone/>
              <a:defRPr sz="2400" b="1">
                <a:solidFill>
                  <a:srgbClr val="18364F"/>
                </a:solidFill>
                <a:latin typeface="Yu Gothic"/>
                <a:ea typeface="Yu Gothic"/>
                <a:cs typeface="Yu Gothic"/>
              </a:defRPr>
            </a:pPr>
            <a:r>
              <a:rPr sz="2400" b="1">
                <a:solidFill>
                  <a:srgbClr val="18364F"/>
                </a:solidFill>
                <a:latin typeface="Yu Gothic"/>
                <a:ea typeface="Yu Gothic"/>
                <a:cs typeface="Yu Gothic"/>
              </a:rPr>
              <a:t>質量1 kgのおもりの力を、1 m²の板全体に均等に分布</a:t>
            </a:r>
          </a:p>
        </p:txBody>
      </p:sp>
      <p:sp>
        <p:nvSpPr>
          <p:cNvPr id="6" name="">
            <a:extLst xmlns:a="http://schemas.openxmlformats.org/drawingml/2006/main">
              <a:ext uri="{FF2B5EF4-FFF2-40B4-BE49-F238E27FC236}">
                <a16:creationId xmlns:a16="http://schemas.microsoft.com/office/drawing/2014/main" id="{55258D3B-85B8-41DF-A9B4-E6BA748CBE2A}"/>
              </a:ext>
            </a:extLst>
          </p:cNvPr>
          <p:cNvSpPr>
            <a:spLocks xmlns:a="http://schemas.openxmlformats.org/drawingml/2006/main" noGrp="1"/>
          </p:cNvSpPr>
          <p:nvPr/>
        </p:nvSpPr>
        <p:spPr>
          <a:xfrm xmlns:a="http://schemas.openxmlformats.org/drawingml/2006/main">
            <a:off x="2095500" y="2428875"/>
            <a:ext cx="1238250" cy="95250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7" name="text-6">
            <a:extLst xmlns:a="http://schemas.openxmlformats.org/drawingml/2006/main">
              <a:ext uri="{FF2B5EF4-FFF2-40B4-BE49-F238E27FC236}">
                <a16:creationId xmlns:a16="http://schemas.microsoft.com/office/drawing/2014/main" id="{885F7B74-1083-4683-9A69-03D5F234D5C7}"/>
              </a:ext>
            </a:extLst>
          </p:cNvPr>
          <p:cNvSpPr>
            <a:spLocks xmlns:a="http://schemas.openxmlformats.org/drawingml/2006/main" noGrp="1"/>
          </p:cNvSpPr>
          <p:nvPr/>
        </p:nvSpPr>
        <p:spPr>
          <a:xfrm xmlns:a="http://schemas.openxmlformats.org/drawingml/2006/main">
            <a:off x="2143125" y="2628900"/>
            <a:ext cx="114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8364F"/>
                </a:solidFill>
                <a:latin typeface="Yu Gothic"/>
                <a:ea typeface="Yu Gothic"/>
                <a:cs typeface="Yu Gothic"/>
              </a:defRPr>
            </a:defPPr>
            <a:lvl1pPr algn="ctr">
              <a:buNone/>
              <a:defRPr sz="2700" b="1">
                <a:solidFill>
                  <a:srgbClr val="18364F"/>
                </a:solidFill>
                <a:latin typeface="Yu Gothic"/>
                <a:ea typeface="Yu Gothic"/>
                <a:cs typeface="Yu Gothic"/>
              </a:defRPr>
            </a:lvl1pPr>
            <a:lvl2pPr algn="ctr">
              <a:buNone/>
              <a:defRPr sz="2700" b="1">
                <a:solidFill>
                  <a:srgbClr val="18364F"/>
                </a:solidFill>
                <a:latin typeface="Yu Gothic"/>
                <a:ea typeface="Yu Gothic"/>
                <a:cs typeface="Yu Gothic"/>
              </a:defRPr>
            </a:lvl2pPr>
            <a:lvl3pPr algn="ctr">
              <a:buNone/>
              <a:defRPr sz="2700" b="1">
                <a:solidFill>
                  <a:srgbClr val="18364F"/>
                </a:solidFill>
                <a:latin typeface="Yu Gothic"/>
                <a:ea typeface="Yu Gothic"/>
                <a:cs typeface="Yu Gothic"/>
              </a:defRPr>
            </a:lvl3pPr>
            <a:lvl4pPr algn="ctr">
              <a:buNone/>
              <a:defRPr sz="2700" b="1">
                <a:solidFill>
                  <a:srgbClr val="18364F"/>
                </a:solidFill>
                <a:latin typeface="Yu Gothic"/>
                <a:ea typeface="Yu Gothic"/>
                <a:cs typeface="Yu Gothic"/>
              </a:defRPr>
            </a:lvl4pPr>
            <a:lvl5pPr algn="ctr">
              <a:buNone/>
              <a:defRPr sz="2700" b="1">
                <a:solidFill>
                  <a:srgbClr val="18364F"/>
                </a:solidFill>
                <a:latin typeface="Yu Gothic"/>
                <a:ea typeface="Yu Gothic"/>
                <a:cs typeface="Yu Gothic"/>
              </a:defRPr>
            </a:lvl5pPr>
            <a:lvl6pPr algn="ctr">
              <a:buNone/>
              <a:defRPr sz="2700" b="1">
                <a:solidFill>
                  <a:srgbClr val="18364F"/>
                </a:solidFill>
                <a:latin typeface="Yu Gothic"/>
                <a:ea typeface="Yu Gothic"/>
                <a:cs typeface="Yu Gothic"/>
              </a:defRPr>
            </a:lvl6pPr>
            <a:lvl7pPr algn="ctr">
              <a:buNone/>
              <a:defRPr sz="2700" b="1">
                <a:solidFill>
                  <a:srgbClr val="18364F"/>
                </a:solidFill>
                <a:latin typeface="Yu Gothic"/>
                <a:ea typeface="Yu Gothic"/>
                <a:cs typeface="Yu Gothic"/>
              </a:defRPr>
            </a:lvl7pPr>
            <a:lvl8pPr algn="ctr">
              <a:buNone/>
              <a:defRPr sz="2700" b="1">
                <a:solidFill>
                  <a:srgbClr val="18364F"/>
                </a:solidFill>
                <a:latin typeface="Yu Gothic"/>
                <a:ea typeface="Yu Gothic"/>
                <a:cs typeface="Yu Gothic"/>
              </a:defRPr>
            </a:lvl8pPr>
            <a:lvl9pPr algn="ctr">
              <a:buNone/>
              <a:defRPr sz="2700" b="1">
                <a:solidFill>
                  <a:srgbClr val="18364F"/>
                </a:solidFill>
                <a:latin typeface="Yu Gothic"/>
                <a:ea typeface="Yu Gothic"/>
                <a:cs typeface="Yu Gothic"/>
              </a:defRPr>
            </a:lvl9pPr>
          </a:lstStyle>
          <a:p xmlns:a="http://schemas.openxmlformats.org/drawingml/2006/main">
            <a:pPr algn="ctr">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1 kg</a:t>
            </a:r>
          </a:p>
        </p:txBody>
      </p:sp>
      <p:cxnSp>
        <p:nvCxnSpPr>
          <p:cNvPr id="8" name="">
            <a:extLst xmlns:a="http://schemas.openxmlformats.org/drawingml/2006/main">
              <a:ext uri="{FF2B5EF4-FFF2-40B4-BE49-F238E27FC236}">
                <a16:creationId xmlns:a16="http://schemas.microsoft.com/office/drawing/2014/main" id="{2F25563B-D3F2-487A-87C8-DC527E6B432A}"/>
              </a:ext>
            </a:extLst>
          </p:cNvPr>
          <p:cNvCxnSpPr/>
          <p:nvPr/>
        </p:nvCxnSpPr>
        <p:spPr>
          <a:xfrm xmlns:a="http://schemas.openxmlformats.org/drawingml/2006/main" flipH="0" flipV="0">
            <a:off x="2714625" y="3381375"/>
            <a:ext cx="0" cy="561975"/>
          </a:xfrm>
          <a:prstGeom xmlns:a="http://schemas.openxmlformats.org/drawingml/2006/main" prst="straightConnector1">
            <a:avLst/>
          </a:prstGeom>
          <a:ln xmlns:a="http://schemas.openxmlformats.org/drawingml/2006/main" w="47625">
            <a:solidFill>
              <a:srgbClr val="C53D3D"/>
            </a:solidFill>
            <a:tailEnd type="triangle" w="med" len="med"/>
          </a:ln>
        </p:spPr>
      </p:cxnSp>
      <p:sp>
        <p:nvSpPr>
          <p:cNvPr id="9" name="">
            <a:extLst xmlns:a="http://schemas.openxmlformats.org/drawingml/2006/main">
              <a:ext uri="{FF2B5EF4-FFF2-40B4-BE49-F238E27FC236}">
                <a16:creationId xmlns:a16="http://schemas.microsoft.com/office/drawing/2014/main" id="{A1D00837-8D06-4CFD-9A74-68396A3FE8BA}"/>
              </a:ext>
            </a:extLst>
          </p:cNvPr>
          <p:cNvSpPr>
            <a:spLocks xmlns:a="http://schemas.openxmlformats.org/drawingml/2006/main" noGrp="1"/>
          </p:cNvSpPr>
          <p:nvPr/>
        </p:nvSpPr>
        <p:spPr>
          <a:xfrm xmlns:a="http://schemas.openxmlformats.org/drawingml/2006/main">
            <a:off x="1000125" y="4010025"/>
            <a:ext cx="4191000" cy="38100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0" name="text-9">
            <a:extLst xmlns:a="http://schemas.openxmlformats.org/drawingml/2006/main">
              <a:ext uri="{FF2B5EF4-FFF2-40B4-BE49-F238E27FC236}">
                <a16:creationId xmlns:a16="http://schemas.microsoft.com/office/drawing/2014/main" id="{FFB9EE9C-C8F4-4986-BC9C-78CC34F39729}"/>
              </a:ext>
            </a:extLst>
          </p:cNvPr>
          <p:cNvSpPr>
            <a:spLocks xmlns:a="http://schemas.openxmlformats.org/drawingml/2006/main" noGrp="1"/>
          </p:cNvSpPr>
          <p:nvPr/>
        </p:nvSpPr>
        <p:spPr>
          <a:xfrm xmlns:a="http://schemas.openxmlformats.org/drawingml/2006/main">
            <a:off x="1638300" y="4533900"/>
            <a:ext cx="304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面積 1 m²</a:t>
            </a:r>
          </a:p>
        </p:txBody>
      </p:sp>
      <p:sp>
        <p:nvSpPr>
          <p:cNvPr id="11" name="text-10">
            <a:extLst xmlns:a="http://schemas.openxmlformats.org/drawingml/2006/main">
              <a:ext uri="{FF2B5EF4-FFF2-40B4-BE49-F238E27FC236}">
                <a16:creationId xmlns:a16="http://schemas.microsoft.com/office/drawing/2014/main" id="{08A6DA8C-071D-42D2-9846-E80D5B4513ED}"/>
              </a:ext>
            </a:extLst>
          </p:cNvPr>
          <p:cNvSpPr>
            <a:spLocks xmlns:a="http://schemas.openxmlformats.org/drawingml/2006/main" noGrp="1"/>
          </p:cNvSpPr>
          <p:nvPr/>
        </p:nvSpPr>
        <p:spPr>
          <a:xfrm xmlns:a="http://schemas.openxmlformats.org/drawingml/2006/main">
            <a:off x="6438900" y="2276475"/>
            <a:ext cx="5067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約1 kgfの力</a:t>
            </a:r>
          </a:p>
        </p:txBody>
      </p:sp>
      <p:sp>
        <p:nvSpPr>
          <p:cNvPr id="12" name="text-11">
            <a:extLst xmlns:a="http://schemas.openxmlformats.org/drawingml/2006/main">
              <a:ext uri="{FF2B5EF4-FFF2-40B4-BE49-F238E27FC236}">
                <a16:creationId xmlns:a16="http://schemas.microsoft.com/office/drawing/2014/main" id="{3CA2F473-13C5-4707-96B3-3F6477C0F67B}"/>
              </a:ext>
            </a:extLst>
          </p:cNvPr>
          <p:cNvSpPr>
            <a:spLocks xmlns:a="http://schemas.openxmlformats.org/drawingml/2006/main" noGrp="1"/>
          </p:cNvSpPr>
          <p:nvPr/>
        </p:nvSpPr>
        <p:spPr>
          <a:xfrm xmlns:a="http://schemas.openxmlformats.org/drawingml/2006/main">
            <a:off x="6438900" y="2952750"/>
            <a:ext cx="5067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 1 m² = 約1 kgf/m²</a:t>
            </a:r>
          </a:p>
        </p:txBody>
      </p:sp>
      <p:sp>
        <p:nvSpPr>
          <p:cNvPr id="13" name="text-12">
            <a:extLst xmlns:a="http://schemas.openxmlformats.org/drawingml/2006/main">
              <a:ext uri="{FF2B5EF4-FFF2-40B4-BE49-F238E27FC236}">
                <a16:creationId xmlns:a16="http://schemas.microsoft.com/office/drawing/2014/main" id="{CC5C21D8-5F15-4F90-9B1C-09637B8B86CA}"/>
              </a:ext>
            </a:extLst>
          </p:cNvPr>
          <p:cNvSpPr>
            <a:spLocks xmlns:a="http://schemas.openxmlformats.org/drawingml/2006/main" noGrp="1"/>
          </p:cNvSpPr>
          <p:nvPr/>
        </p:nvSpPr>
        <p:spPr>
          <a:xfrm xmlns:a="http://schemas.openxmlformats.org/drawingml/2006/main">
            <a:off x="6438900" y="3724275"/>
            <a:ext cx="5067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約9.8 Nの力</a:t>
            </a:r>
          </a:p>
        </p:txBody>
      </p:sp>
      <p:sp>
        <p:nvSpPr>
          <p:cNvPr id="14" name="text-13">
            <a:extLst xmlns:a="http://schemas.openxmlformats.org/drawingml/2006/main">
              <a:ext uri="{FF2B5EF4-FFF2-40B4-BE49-F238E27FC236}">
                <a16:creationId xmlns:a16="http://schemas.microsoft.com/office/drawing/2014/main" id="{DC537873-D5CC-4709-8DF9-4188FF9D3870}"/>
              </a:ext>
            </a:extLst>
          </p:cNvPr>
          <p:cNvSpPr>
            <a:spLocks xmlns:a="http://schemas.openxmlformats.org/drawingml/2006/main" noGrp="1"/>
          </p:cNvSpPr>
          <p:nvPr/>
        </p:nvSpPr>
        <p:spPr>
          <a:xfrm xmlns:a="http://schemas.openxmlformats.org/drawingml/2006/main">
            <a:off x="6438900" y="4391025"/>
            <a:ext cx="5067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253C4D"/>
                </a:solidFill>
                <a:latin typeface="Yu Gothic"/>
                <a:ea typeface="Yu Gothic"/>
                <a:cs typeface="Yu Gothic"/>
              </a:defRPr>
            </a:defPPr>
            <a:lvl1pPr algn="l">
              <a:buNone/>
              <a:defRPr sz="2025" b="0">
                <a:solidFill>
                  <a:srgbClr val="253C4D"/>
                </a:solidFill>
                <a:latin typeface="Yu Gothic"/>
                <a:ea typeface="Yu Gothic"/>
                <a:cs typeface="Yu Gothic"/>
              </a:defRPr>
            </a:lvl1pPr>
            <a:lvl2pPr algn="l">
              <a:buNone/>
              <a:defRPr sz="2025" b="0">
                <a:solidFill>
                  <a:srgbClr val="253C4D"/>
                </a:solidFill>
                <a:latin typeface="Yu Gothic"/>
                <a:ea typeface="Yu Gothic"/>
                <a:cs typeface="Yu Gothic"/>
              </a:defRPr>
            </a:lvl2pPr>
            <a:lvl3pPr algn="l">
              <a:buNone/>
              <a:defRPr sz="2025" b="0">
                <a:solidFill>
                  <a:srgbClr val="253C4D"/>
                </a:solidFill>
                <a:latin typeface="Yu Gothic"/>
                <a:ea typeface="Yu Gothic"/>
                <a:cs typeface="Yu Gothic"/>
              </a:defRPr>
            </a:lvl3pPr>
            <a:lvl4pPr algn="l">
              <a:buNone/>
              <a:defRPr sz="2025" b="0">
                <a:solidFill>
                  <a:srgbClr val="253C4D"/>
                </a:solidFill>
                <a:latin typeface="Yu Gothic"/>
                <a:ea typeface="Yu Gothic"/>
                <a:cs typeface="Yu Gothic"/>
              </a:defRPr>
            </a:lvl4pPr>
            <a:lvl5pPr algn="l">
              <a:buNone/>
              <a:defRPr sz="2025" b="0">
                <a:solidFill>
                  <a:srgbClr val="253C4D"/>
                </a:solidFill>
                <a:latin typeface="Yu Gothic"/>
                <a:ea typeface="Yu Gothic"/>
                <a:cs typeface="Yu Gothic"/>
              </a:defRPr>
            </a:lvl5pPr>
            <a:lvl6pPr algn="l">
              <a:buNone/>
              <a:defRPr sz="2025" b="0">
                <a:solidFill>
                  <a:srgbClr val="253C4D"/>
                </a:solidFill>
                <a:latin typeface="Yu Gothic"/>
                <a:ea typeface="Yu Gothic"/>
                <a:cs typeface="Yu Gothic"/>
              </a:defRPr>
            </a:lvl6pPr>
            <a:lvl7pPr algn="l">
              <a:buNone/>
              <a:defRPr sz="2025" b="0">
                <a:solidFill>
                  <a:srgbClr val="253C4D"/>
                </a:solidFill>
                <a:latin typeface="Yu Gothic"/>
                <a:ea typeface="Yu Gothic"/>
                <a:cs typeface="Yu Gothic"/>
              </a:defRPr>
            </a:lvl7pPr>
            <a:lvl8pPr algn="l">
              <a:buNone/>
              <a:defRPr sz="2025" b="0">
                <a:solidFill>
                  <a:srgbClr val="253C4D"/>
                </a:solidFill>
                <a:latin typeface="Yu Gothic"/>
                <a:ea typeface="Yu Gothic"/>
                <a:cs typeface="Yu Gothic"/>
              </a:defRPr>
            </a:lvl8pPr>
            <a:lvl9pPr algn="l">
              <a:buNone/>
              <a:defRPr sz="2025" b="0">
                <a:solidFill>
                  <a:srgbClr val="253C4D"/>
                </a:solidFill>
                <a:latin typeface="Yu Gothic"/>
                <a:ea typeface="Yu Gothic"/>
                <a:cs typeface="Yu Gothic"/>
              </a:defRPr>
            </a:lvl9pPr>
          </a:lstStyle>
          <a:p xmlns:a="http://schemas.openxmlformats.org/drawingml/2006/main">
            <a:pPr algn="l">
              <a:buNone/>
              <a:defRPr sz="2025" b="0">
                <a:solidFill>
                  <a:srgbClr val="253C4D"/>
                </a:solidFill>
                <a:latin typeface="Yu Gothic"/>
                <a:ea typeface="Yu Gothic"/>
                <a:cs typeface="Yu Gothic"/>
              </a:defRPr>
            </a:pPr>
            <a:r>
              <a:rPr sz="2025" b="0">
                <a:solidFill>
                  <a:srgbClr val="253C4D"/>
                </a:solidFill>
                <a:latin typeface="Yu Gothic"/>
                <a:ea typeface="Yu Gothic"/>
                <a:cs typeface="Yu Gothic"/>
              </a:rPr>
              <a:t>÷ 1 m² = 約9.8 N/m² = 約9.8 Pa</a:t>
            </a:r>
          </a:p>
        </p:txBody>
      </p:sp>
      <p:sp>
        <p:nvSpPr>
          <p:cNvPr id="15" name="text-14">
            <a:extLst xmlns:a="http://schemas.openxmlformats.org/drawingml/2006/main">
              <a:ext uri="{FF2B5EF4-FFF2-40B4-BE49-F238E27FC236}">
                <a16:creationId xmlns:a16="http://schemas.microsoft.com/office/drawing/2014/main" id="{8714AA68-01CD-48BD-BD0F-7DAC45416C72}"/>
              </a:ext>
            </a:extLst>
          </p:cNvPr>
          <p:cNvSpPr>
            <a:spLocks xmlns:a="http://schemas.openxmlformats.org/drawingml/2006/main" noGrp="1"/>
          </p:cNvSpPr>
          <p:nvPr/>
        </p:nvSpPr>
        <p:spPr>
          <a:xfrm xmlns:a="http://schemas.openxmlformats.org/drawingml/2006/main">
            <a:off x="990600" y="527685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5D6C78"/>
                </a:solidFill>
                <a:latin typeface="Yu Gothic"/>
                <a:ea typeface="Yu Gothic"/>
                <a:cs typeface="Yu Gothic"/>
              </a:defRPr>
            </a:defPPr>
            <a:lvl1pPr algn="l">
              <a:buNone/>
              <a:defRPr sz="1725" b="0">
                <a:solidFill>
                  <a:srgbClr val="5D6C78"/>
                </a:solidFill>
                <a:latin typeface="Yu Gothic"/>
                <a:ea typeface="Yu Gothic"/>
                <a:cs typeface="Yu Gothic"/>
              </a:defRPr>
            </a:lvl1pPr>
            <a:lvl2pPr algn="l">
              <a:buNone/>
              <a:defRPr sz="1725" b="0">
                <a:solidFill>
                  <a:srgbClr val="5D6C78"/>
                </a:solidFill>
                <a:latin typeface="Yu Gothic"/>
                <a:ea typeface="Yu Gothic"/>
                <a:cs typeface="Yu Gothic"/>
              </a:defRPr>
            </a:lvl2pPr>
            <a:lvl3pPr algn="l">
              <a:buNone/>
              <a:defRPr sz="1725" b="0">
                <a:solidFill>
                  <a:srgbClr val="5D6C78"/>
                </a:solidFill>
                <a:latin typeface="Yu Gothic"/>
                <a:ea typeface="Yu Gothic"/>
                <a:cs typeface="Yu Gothic"/>
              </a:defRPr>
            </a:lvl3pPr>
            <a:lvl4pPr algn="l">
              <a:buNone/>
              <a:defRPr sz="1725" b="0">
                <a:solidFill>
                  <a:srgbClr val="5D6C78"/>
                </a:solidFill>
                <a:latin typeface="Yu Gothic"/>
                <a:ea typeface="Yu Gothic"/>
                <a:cs typeface="Yu Gothic"/>
              </a:defRPr>
            </a:lvl4pPr>
            <a:lvl5pPr algn="l">
              <a:buNone/>
              <a:defRPr sz="1725" b="0">
                <a:solidFill>
                  <a:srgbClr val="5D6C78"/>
                </a:solidFill>
                <a:latin typeface="Yu Gothic"/>
                <a:ea typeface="Yu Gothic"/>
                <a:cs typeface="Yu Gothic"/>
              </a:defRPr>
            </a:lvl5pPr>
            <a:lvl6pPr algn="l">
              <a:buNone/>
              <a:defRPr sz="1725" b="0">
                <a:solidFill>
                  <a:srgbClr val="5D6C78"/>
                </a:solidFill>
                <a:latin typeface="Yu Gothic"/>
                <a:ea typeface="Yu Gothic"/>
                <a:cs typeface="Yu Gothic"/>
              </a:defRPr>
            </a:lvl6pPr>
            <a:lvl7pPr algn="l">
              <a:buNone/>
              <a:defRPr sz="1725" b="0">
                <a:solidFill>
                  <a:srgbClr val="5D6C78"/>
                </a:solidFill>
                <a:latin typeface="Yu Gothic"/>
                <a:ea typeface="Yu Gothic"/>
                <a:cs typeface="Yu Gothic"/>
              </a:defRPr>
            </a:lvl7pPr>
            <a:lvl8pPr algn="l">
              <a:buNone/>
              <a:defRPr sz="1725" b="0">
                <a:solidFill>
                  <a:srgbClr val="5D6C78"/>
                </a:solidFill>
                <a:latin typeface="Yu Gothic"/>
                <a:ea typeface="Yu Gothic"/>
                <a:cs typeface="Yu Gothic"/>
              </a:defRPr>
            </a:lvl8pPr>
            <a:lvl9pPr algn="l">
              <a:buNone/>
              <a:defRPr sz="1725" b="0">
                <a:solidFill>
                  <a:srgbClr val="5D6C78"/>
                </a:solidFill>
                <a:latin typeface="Yu Gothic"/>
                <a:ea typeface="Yu Gothic"/>
                <a:cs typeface="Yu Gothic"/>
              </a:defRPr>
            </a:lvl9pPr>
          </a:lstStyle>
          <a:p xmlns:a="http://schemas.openxmlformats.org/drawingml/2006/main">
            <a:pPr algn="l">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板の自重は無視するモデル</a:t>
            </a:r>
          </a:p>
        </p:txBody>
      </p:sp>
      <p:sp>
        <p:nvSpPr>
          <p:cNvPr id="16" name="text-15">
            <a:extLst xmlns:a="http://schemas.openxmlformats.org/drawingml/2006/main">
              <a:ext uri="{FF2B5EF4-FFF2-40B4-BE49-F238E27FC236}">
                <a16:creationId xmlns:a16="http://schemas.microsoft.com/office/drawing/2014/main" id="{DF801D6C-728D-49EA-9B7A-92AE309A755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kg/m²：面積当たりの質量　　kgf/m²・Pa：面積当たりの力</a:t>
            </a:r>
          </a:p>
        </p:txBody>
      </p:sp>
    </p:spTree>
    <p:extLst>
      <p:ext uri="{BB962C8B-B14F-4D97-AF65-F5344CB8AC3E}">
        <p14:creationId xmlns:p14="http://schemas.microsoft.com/office/powerpoint/2010/main" val="1596164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EFF0E81-2867-417A-A22F-019BCB5637F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Pa と MPa</a:t>
            </a:r>
          </a:p>
        </p:txBody>
      </p:sp>
      <p:cxnSp>
        <p:nvCxnSpPr>
          <p:cNvPr id="2" name="">
            <a:extLst xmlns:a="http://schemas.openxmlformats.org/drawingml/2006/main">
              <a:ext uri="{FF2B5EF4-FFF2-40B4-BE49-F238E27FC236}">
                <a16:creationId xmlns:a16="http://schemas.microsoft.com/office/drawing/2014/main" id="{CDB0B3FC-26CB-415F-ABFA-2593752C41E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E2CA784E-61F1-441C-AF63-252A28AFD658}"/>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9FFCDB64-8276-41B2-AF34-E531BC85D6C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11 / 57</a:t>
            </a:r>
          </a:p>
        </p:txBody>
      </p:sp>
      <p:sp>
        <p:nvSpPr>
          <p:cNvPr id="5" name="text-4">
            <a:extLst xmlns:a="http://schemas.openxmlformats.org/drawingml/2006/main">
              <a:ext uri="{FF2B5EF4-FFF2-40B4-BE49-F238E27FC236}">
                <a16:creationId xmlns:a16="http://schemas.microsoft.com/office/drawing/2014/main" id="{02F5DBCA-8ABA-423C-AE68-A7BB9E949936}"/>
              </a:ext>
            </a:extLst>
          </p:cNvPr>
          <p:cNvSpPr>
            <a:spLocks xmlns:a="http://schemas.openxmlformats.org/drawingml/2006/main" noGrp="1"/>
          </p:cNvSpPr>
          <p:nvPr/>
        </p:nvSpPr>
        <p:spPr>
          <a:xfrm xmlns:a="http://schemas.openxmlformats.org/drawingml/2006/main">
            <a:off x="685800" y="1562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8364F"/>
                </a:solidFill>
                <a:latin typeface="Yu Gothic"/>
                <a:ea typeface="Yu Gothic"/>
                <a:cs typeface="Yu Gothic"/>
              </a:defRPr>
            </a:defPPr>
            <a:lvl1pPr algn="l">
              <a:buNone/>
              <a:defRPr sz="3750" b="1">
                <a:solidFill>
                  <a:srgbClr val="18364F"/>
                </a:solidFill>
                <a:latin typeface="Yu Gothic"/>
                <a:ea typeface="Yu Gothic"/>
                <a:cs typeface="Yu Gothic"/>
              </a:defRPr>
            </a:lvl1pPr>
            <a:lvl2pPr algn="l">
              <a:buNone/>
              <a:defRPr sz="3750" b="1">
                <a:solidFill>
                  <a:srgbClr val="18364F"/>
                </a:solidFill>
                <a:latin typeface="Yu Gothic"/>
                <a:ea typeface="Yu Gothic"/>
                <a:cs typeface="Yu Gothic"/>
              </a:defRPr>
            </a:lvl2pPr>
            <a:lvl3pPr algn="l">
              <a:buNone/>
              <a:defRPr sz="3750" b="1">
                <a:solidFill>
                  <a:srgbClr val="18364F"/>
                </a:solidFill>
                <a:latin typeface="Yu Gothic"/>
                <a:ea typeface="Yu Gothic"/>
                <a:cs typeface="Yu Gothic"/>
              </a:defRPr>
            </a:lvl3pPr>
            <a:lvl4pPr algn="l">
              <a:buNone/>
              <a:defRPr sz="3750" b="1">
                <a:solidFill>
                  <a:srgbClr val="18364F"/>
                </a:solidFill>
                <a:latin typeface="Yu Gothic"/>
                <a:ea typeface="Yu Gothic"/>
                <a:cs typeface="Yu Gothic"/>
              </a:defRPr>
            </a:lvl4pPr>
            <a:lvl5pPr algn="l">
              <a:buNone/>
              <a:defRPr sz="3750" b="1">
                <a:solidFill>
                  <a:srgbClr val="18364F"/>
                </a:solidFill>
                <a:latin typeface="Yu Gothic"/>
                <a:ea typeface="Yu Gothic"/>
                <a:cs typeface="Yu Gothic"/>
              </a:defRPr>
            </a:lvl5pPr>
            <a:lvl6pPr algn="l">
              <a:buNone/>
              <a:defRPr sz="3750" b="1">
                <a:solidFill>
                  <a:srgbClr val="18364F"/>
                </a:solidFill>
                <a:latin typeface="Yu Gothic"/>
                <a:ea typeface="Yu Gothic"/>
                <a:cs typeface="Yu Gothic"/>
              </a:defRPr>
            </a:lvl6pPr>
            <a:lvl7pPr algn="l">
              <a:buNone/>
              <a:defRPr sz="3750" b="1">
                <a:solidFill>
                  <a:srgbClr val="18364F"/>
                </a:solidFill>
                <a:latin typeface="Yu Gothic"/>
                <a:ea typeface="Yu Gothic"/>
                <a:cs typeface="Yu Gothic"/>
              </a:defRPr>
            </a:lvl7pPr>
            <a:lvl8pPr algn="l">
              <a:buNone/>
              <a:defRPr sz="3750" b="1">
                <a:solidFill>
                  <a:srgbClr val="18364F"/>
                </a:solidFill>
                <a:latin typeface="Yu Gothic"/>
                <a:ea typeface="Yu Gothic"/>
                <a:cs typeface="Yu Gothic"/>
              </a:defRPr>
            </a:lvl8pPr>
            <a:lvl9pPr algn="l">
              <a:buNone/>
              <a:defRPr sz="3750" b="1">
                <a:solidFill>
                  <a:srgbClr val="18364F"/>
                </a:solidFill>
                <a:latin typeface="Yu Gothic"/>
                <a:ea typeface="Yu Gothic"/>
                <a:cs typeface="Yu Gothic"/>
              </a:defRPr>
            </a:lvl9pPr>
          </a:lstStyle>
          <a:p xmlns:a="http://schemas.openxmlformats.org/drawingml/2006/main">
            <a:pPr algn="l">
              <a:buNone/>
              <a:defRPr sz="3750" b="1">
                <a:solidFill>
                  <a:srgbClr val="18364F"/>
                </a:solidFill>
                <a:latin typeface="Yu Gothic"/>
                <a:ea typeface="Yu Gothic"/>
                <a:cs typeface="Yu Gothic"/>
              </a:defRPr>
            </a:pPr>
            <a:r>
              <a:rPr sz="3750" b="1">
                <a:solidFill>
                  <a:srgbClr val="18364F"/>
                </a:solidFill>
                <a:latin typeface="Yu Gothic"/>
                <a:ea typeface="Yu Gothic"/>
                <a:cs typeface="Yu Gothic"/>
              </a:rPr>
              <a:t>1 Pa = 1 N/m²</a:t>
            </a:r>
          </a:p>
        </p:txBody>
      </p:sp>
      <p:sp>
        <p:nvSpPr>
          <p:cNvPr id="6" name="text-5">
            <a:extLst xmlns:a="http://schemas.openxmlformats.org/drawingml/2006/main">
              <a:ext uri="{FF2B5EF4-FFF2-40B4-BE49-F238E27FC236}">
                <a16:creationId xmlns:a16="http://schemas.microsoft.com/office/drawing/2014/main" id="{5DCAD251-CE76-40BD-BE91-6212B7E5C11C}"/>
              </a:ext>
            </a:extLst>
          </p:cNvPr>
          <p:cNvSpPr>
            <a:spLocks xmlns:a="http://schemas.openxmlformats.org/drawingml/2006/main" noGrp="1"/>
          </p:cNvSpPr>
          <p:nvPr/>
        </p:nvSpPr>
        <p:spPr>
          <a:xfrm xmlns:a="http://schemas.openxmlformats.org/drawingml/2006/main">
            <a:off x="685800" y="2705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8364F"/>
                </a:solidFill>
                <a:latin typeface="Yu Gothic"/>
                <a:ea typeface="Yu Gothic"/>
                <a:cs typeface="Yu Gothic"/>
              </a:defRPr>
            </a:defPPr>
            <a:lvl1pPr algn="l">
              <a:buNone/>
              <a:defRPr sz="3750" b="1">
                <a:solidFill>
                  <a:srgbClr val="18364F"/>
                </a:solidFill>
                <a:latin typeface="Yu Gothic"/>
                <a:ea typeface="Yu Gothic"/>
                <a:cs typeface="Yu Gothic"/>
              </a:defRPr>
            </a:lvl1pPr>
            <a:lvl2pPr algn="l">
              <a:buNone/>
              <a:defRPr sz="3750" b="1">
                <a:solidFill>
                  <a:srgbClr val="18364F"/>
                </a:solidFill>
                <a:latin typeface="Yu Gothic"/>
                <a:ea typeface="Yu Gothic"/>
                <a:cs typeface="Yu Gothic"/>
              </a:defRPr>
            </a:lvl2pPr>
            <a:lvl3pPr algn="l">
              <a:buNone/>
              <a:defRPr sz="3750" b="1">
                <a:solidFill>
                  <a:srgbClr val="18364F"/>
                </a:solidFill>
                <a:latin typeface="Yu Gothic"/>
                <a:ea typeface="Yu Gothic"/>
                <a:cs typeface="Yu Gothic"/>
              </a:defRPr>
            </a:lvl3pPr>
            <a:lvl4pPr algn="l">
              <a:buNone/>
              <a:defRPr sz="3750" b="1">
                <a:solidFill>
                  <a:srgbClr val="18364F"/>
                </a:solidFill>
                <a:latin typeface="Yu Gothic"/>
                <a:ea typeface="Yu Gothic"/>
                <a:cs typeface="Yu Gothic"/>
              </a:defRPr>
            </a:lvl4pPr>
            <a:lvl5pPr algn="l">
              <a:buNone/>
              <a:defRPr sz="3750" b="1">
                <a:solidFill>
                  <a:srgbClr val="18364F"/>
                </a:solidFill>
                <a:latin typeface="Yu Gothic"/>
                <a:ea typeface="Yu Gothic"/>
                <a:cs typeface="Yu Gothic"/>
              </a:defRPr>
            </a:lvl5pPr>
            <a:lvl6pPr algn="l">
              <a:buNone/>
              <a:defRPr sz="3750" b="1">
                <a:solidFill>
                  <a:srgbClr val="18364F"/>
                </a:solidFill>
                <a:latin typeface="Yu Gothic"/>
                <a:ea typeface="Yu Gothic"/>
                <a:cs typeface="Yu Gothic"/>
              </a:defRPr>
            </a:lvl6pPr>
            <a:lvl7pPr algn="l">
              <a:buNone/>
              <a:defRPr sz="3750" b="1">
                <a:solidFill>
                  <a:srgbClr val="18364F"/>
                </a:solidFill>
                <a:latin typeface="Yu Gothic"/>
                <a:ea typeface="Yu Gothic"/>
                <a:cs typeface="Yu Gothic"/>
              </a:defRPr>
            </a:lvl7pPr>
            <a:lvl8pPr algn="l">
              <a:buNone/>
              <a:defRPr sz="3750" b="1">
                <a:solidFill>
                  <a:srgbClr val="18364F"/>
                </a:solidFill>
                <a:latin typeface="Yu Gothic"/>
                <a:ea typeface="Yu Gothic"/>
                <a:cs typeface="Yu Gothic"/>
              </a:defRPr>
            </a:lvl8pPr>
            <a:lvl9pPr algn="l">
              <a:buNone/>
              <a:defRPr sz="3750" b="1">
                <a:solidFill>
                  <a:srgbClr val="18364F"/>
                </a:solidFill>
                <a:latin typeface="Yu Gothic"/>
                <a:ea typeface="Yu Gothic"/>
                <a:cs typeface="Yu Gothic"/>
              </a:defRPr>
            </a:lvl9pPr>
          </a:lstStyle>
          <a:p xmlns:a="http://schemas.openxmlformats.org/drawingml/2006/main">
            <a:pPr algn="l">
              <a:buNone/>
              <a:defRPr sz="3750" b="1">
                <a:solidFill>
                  <a:srgbClr val="18364F"/>
                </a:solidFill>
                <a:latin typeface="Yu Gothic"/>
                <a:ea typeface="Yu Gothic"/>
                <a:cs typeface="Yu Gothic"/>
              </a:defRPr>
            </a:pPr>
            <a:r>
              <a:rPr sz="3750" b="1">
                <a:solidFill>
                  <a:srgbClr val="18364F"/>
                </a:solidFill>
                <a:latin typeface="Yu Gothic"/>
                <a:ea typeface="Yu Gothic"/>
                <a:cs typeface="Yu Gothic"/>
              </a:rPr>
              <a:t>1 MPa = 10⁶ Pa = 1 N/mm²</a:t>
            </a:r>
          </a:p>
        </p:txBody>
      </p:sp>
      <p:sp>
        <p:nvSpPr>
          <p:cNvPr id="7" name="text-6">
            <a:extLst xmlns:a="http://schemas.openxmlformats.org/drawingml/2006/main">
              <a:ext uri="{FF2B5EF4-FFF2-40B4-BE49-F238E27FC236}">
                <a16:creationId xmlns:a16="http://schemas.microsoft.com/office/drawing/2014/main" id="{CAA3D236-72B5-40EE-B191-07D20825C9B0}"/>
              </a:ext>
            </a:extLst>
          </p:cNvPr>
          <p:cNvSpPr>
            <a:spLocks xmlns:a="http://schemas.openxmlformats.org/drawingml/2006/main" noGrp="1"/>
          </p:cNvSpPr>
          <p:nvPr/>
        </p:nvSpPr>
        <p:spPr>
          <a:xfrm xmlns:a="http://schemas.openxmlformats.org/drawingml/2006/main">
            <a:off x="685800" y="3905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1 N/mm² = 1 N ÷ 10⁻⁶ m² = 10⁶ Pa</a:t>
            </a:r>
          </a:p>
        </p:txBody>
      </p:sp>
      <p:sp>
        <p:nvSpPr>
          <p:cNvPr id="8" name="text-7">
            <a:extLst xmlns:a="http://schemas.openxmlformats.org/drawingml/2006/main">
              <a:ext uri="{FF2B5EF4-FFF2-40B4-BE49-F238E27FC236}">
                <a16:creationId xmlns:a16="http://schemas.microsoft.com/office/drawing/2014/main" id="{8A3E6B8F-0E13-4DAA-8BFE-42BBA829CECF}"/>
              </a:ext>
            </a:extLst>
          </p:cNvPr>
          <p:cNvSpPr>
            <a:spLocks xmlns:a="http://schemas.openxmlformats.org/drawingml/2006/main" noGrp="1"/>
          </p:cNvSpPr>
          <p:nvPr/>
        </p:nvSpPr>
        <p:spPr>
          <a:xfrm xmlns:a="http://schemas.openxmlformats.org/drawingml/2006/main">
            <a:off x="685800" y="4933950"/>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253C4D"/>
                </a:solidFill>
                <a:latin typeface="Yu Gothic"/>
                <a:ea typeface="Yu Gothic"/>
                <a:cs typeface="Yu Gothic"/>
              </a:defRPr>
            </a:defPPr>
            <a:lvl1pPr algn="l">
              <a:buNone/>
              <a:defRPr sz="2025" b="0">
                <a:solidFill>
                  <a:srgbClr val="253C4D"/>
                </a:solidFill>
                <a:latin typeface="Yu Gothic"/>
                <a:ea typeface="Yu Gothic"/>
                <a:cs typeface="Yu Gothic"/>
              </a:defRPr>
            </a:lvl1pPr>
            <a:lvl2pPr algn="l">
              <a:buNone/>
              <a:defRPr sz="2025" b="0">
                <a:solidFill>
                  <a:srgbClr val="253C4D"/>
                </a:solidFill>
                <a:latin typeface="Yu Gothic"/>
                <a:ea typeface="Yu Gothic"/>
                <a:cs typeface="Yu Gothic"/>
              </a:defRPr>
            </a:lvl2pPr>
            <a:lvl3pPr algn="l">
              <a:buNone/>
              <a:defRPr sz="2025" b="0">
                <a:solidFill>
                  <a:srgbClr val="253C4D"/>
                </a:solidFill>
                <a:latin typeface="Yu Gothic"/>
                <a:ea typeface="Yu Gothic"/>
                <a:cs typeface="Yu Gothic"/>
              </a:defRPr>
            </a:lvl3pPr>
            <a:lvl4pPr algn="l">
              <a:buNone/>
              <a:defRPr sz="2025" b="0">
                <a:solidFill>
                  <a:srgbClr val="253C4D"/>
                </a:solidFill>
                <a:latin typeface="Yu Gothic"/>
                <a:ea typeface="Yu Gothic"/>
                <a:cs typeface="Yu Gothic"/>
              </a:defRPr>
            </a:lvl4pPr>
            <a:lvl5pPr algn="l">
              <a:buNone/>
              <a:defRPr sz="2025" b="0">
                <a:solidFill>
                  <a:srgbClr val="253C4D"/>
                </a:solidFill>
                <a:latin typeface="Yu Gothic"/>
                <a:ea typeface="Yu Gothic"/>
                <a:cs typeface="Yu Gothic"/>
              </a:defRPr>
            </a:lvl5pPr>
            <a:lvl6pPr algn="l">
              <a:buNone/>
              <a:defRPr sz="2025" b="0">
                <a:solidFill>
                  <a:srgbClr val="253C4D"/>
                </a:solidFill>
                <a:latin typeface="Yu Gothic"/>
                <a:ea typeface="Yu Gothic"/>
                <a:cs typeface="Yu Gothic"/>
              </a:defRPr>
            </a:lvl6pPr>
            <a:lvl7pPr algn="l">
              <a:buNone/>
              <a:defRPr sz="2025" b="0">
                <a:solidFill>
                  <a:srgbClr val="253C4D"/>
                </a:solidFill>
                <a:latin typeface="Yu Gothic"/>
                <a:ea typeface="Yu Gothic"/>
                <a:cs typeface="Yu Gothic"/>
              </a:defRPr>
            </a:lvl7pPr>
            <a:lvl8pPr algn="l">
              <a:buNone/>
              <a:defRPr sz="2025" b="0">
                <a:solidFill>
                  <a:srgbClr val="253C4D"/>
                </a:solidFill>
                <a:latin typeface="Yu Gothic"/>
                <a:ea typeface="Yu Gothic"/>
                <a:cs typeface="Yu Gothic"/>
              </a:defRPr>
            </a:lvl8pPr>
            <a:lvl9pPr algn="l">
              <a:buNone/>
              <a:defRPr sz="2025" b="0">
                <a:solidFill>
                  <a:srgbClr val="253C4D"/>
                </a:solidFill>
                <a:latin typeface="Yu Gothic"/>
                <a:ea typeface="Yu Gothic"/>
                <a:cs typeface="Yu Gothic"/>
              </a:defRPr>
            </a:lvl9pPr>
          </a:lstStyle>
          <a:p xmlns:a="http://schemas.openxmlformats.org/drawingml/2006/main">
            <a:pPr algn="l">
              <a:buNone/>
              <a:defRPr sz="2025" b="0">
                <a:solidFill>
                  <a:srgbClr val="253C4D"/>
                </a:solidFill>
                <a:latin typeface="Yu Gothic"/>
                <a:ea typeface="Yu Gothic"/>
                <a:cs typeface="Yu Gothic"/>
              </a:defRPr>
            </a:pPr>
            <a:r>
              <a:rPr sz="2025" b="0">
                <a:solidFill>
                  <a:srgbClr val="253C4D"/>
                </a:solidFill>
                <a:latin typeface="Yu Gothic"/>
                <a:ea typeface="Yu Gothic"/>
                <a:cs typeface="Yu Gothic"/>
              </a:rPr>
              <a:t>圧力：面への押す作用　　応力：材料内部の断面での力の強さ</a:t>
            </a:r>
          </a:p>
        </p:txBody>
      </p:sp>
      <p:sp>
        <p:nvSpPr>
          <p:cNvPr id="9" name="text-8">
            <a:extLst xmlns:a="http://schemas.openxmlformats.org/drawingml/2006/main">
              <a:ext uri="{FF2B5EF4-FFF2-40B4-BE49-F238E27FC236}">
                <a16:creationId xmlns:a16="http://schemas.microsoft.com/office/drawing/2014/main" id="{952E8D8C-4B33-4BC3-ADC3-CFA5AA657A3A}"/>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8364F"/>
                </a:solidFill>
                <a:latin typeface="Yu Gothic"/>
                <a:ea typeface="Yu Gothic"/>
                <a:cs typeface="Yu Gothic"/>
              </a:defRPr>
            </a:defPPr>
            <a:lvl1pPr algn="l">
              <a:buNone/>
              <a:defRPr sz="1875" b="0">
                <a:solidFill>
                  <a:srgbClr val="18364F"/>
                </a:solidFill>
                <a:latin typeface="Yu Gothic"/>
                <a:ea typeface="Yu Gothic"/>
                <a:cs typeface="Yu Gothic"/>
              </a:defRPr>
            </a:lvl1pPr>
            <a:lvl2pPr algn="l">
              <a:buNone/>
              <a:defRPr sz="1875" b="0">
                <a:solidFill>
                  <a:srgbClr val="18364F"/>
                </a:solidFill>
                <a:latin typeface="Yu Gothic"/>
                <a:ea typeface="Yu Gothic"/>
                <a:cs typeface="Yu Gothic"/>
              </a:defRPr>
            </a:lvl2pPr>
            <a:lvl3pPr algn="l">
              <a:buNone/>
              <a:defRPr sz="1875" b="0">
                <a:solidFill>
                  <a:srgbClr val="18364F"/>
                </a:solidFill>
                <a:latin typeface="Yu Gothic"/>
                <a:ea typeface="Yu Gothic"/>
                <a:cs typeface="Yu Gothic"/>
              </a:defRPr>
            </a:lvl3pPr>
            <a:lvl4pPr algn="l">
              <a:buNone/>
              <a:defRPr sz="1875" b="0">
                <a:solidFill>
                  <a:srgbClr val="18364F"/>
                </a:solidFill>
                <a:latin typeface="Yu Gothic"/>
                <a:ea typeface="Yu Gothic"/>
                <a:cs typeface="Yu Gothic"/>
              </a:defRPr>
            </a:lvl4pPr>
            <a:lvl5pPr algn="l">
              <a:buNone/>
              <a:defRPr sz="1875" b="0">
                <a:solidFill>
                  <a:srgbClr val="18364F"/>
                </a:solidFill>
                <a:latin typeface="Yu Gothic"/>
                <a:ea typeface="Yu Gothic"/>
                <a:cs typeface="Yu Gothic"/>
              </a:defRPr>
            </a:lvl5pPr>
            <a:lvl6pPr algn="l">
              <a:buNone/>
              <a:defRPr sz="1875" b="0">
                <a:solidFill>
                  <a:srgbClr val="18364F"/>
                </a:solidFill>
                <a:latin typeface="Yu Gothic"/>
                <a:ea typeface="Yu Gothic"/>
                <a:cs typeface="Yu Gothic"/>
              </a:defRPr>
            </a:lvl6pPr>
            <a:lvl7pPr algn="l">
              <a:buNone/>
              <a:defRPr sz="1875" b="0">
                <a:solidFill>
                  <a:srgbClr val="18364F"/>
                </a:solidFill>
                <a:latin typeface="Yu Gothic"/>
                <a:ea typeface="Yu Gothic"/>
                <a:cs typeface="Yu Gothic"/>
              </a:defRPr>
            </a:lvl7pPr>
            <a:lvl8pPr algn="l">
              <a:buNone/>
              <a:defRPr sz="1875" b="0">
                <a:solidFill>
                  <a:srgbClr val="18364F"/>
                </a:solidFill>
                <a:latin typeface="Yu Gothic"/>
                <a:ea typeface="Yu Gothic"/>
                <a:cs typeface="Yu Gothic"/>
              </a:defRPr>
            </a:lvl8pPr>
            <a:lvl9pPr algn="l">
              <a:buNone/>
              <a:defRPr sz="1875" b="0">
                <a:solidFill>
                  <a:srgbClr val="18364F"/>
                </a:solidFill>
                <a:latin typeface="Yu Gothic"/>
                <a:ea typeface="Yu Gothic"/>
                <a:cs typeface="Yu Gothic"/>
              </a:defRPr>
            </a:lvl9pPr>
          </a:lstStyle>
          <a:p xmlns:a="http://schemas.openxmlformats.org/drawingml/2006/main">
            <a:pPr algn="l">
              <a:buNone/>
              <a:defRPr sz="1875" b="0">
                <a:solidFill>
                  <a:srgbClr val="18364F"/>
                </a:solidFill>
                <a:latin typeface="Yu Gothic"/>
                <a:ea typeface="Yu Gothic"/>
                <a:cs typeface="Yu Gothic"/>
              </a:defRPr>
            </a:pPr>
            <a:r>
              <a:rPr sz="1875" b="0">
                <a:solidFill>
                  <a:srgbClr val="18364F"/>
                </a:solidFill>
                <a:latin typeface="Yu Gothic"/>
                <a:ea typeface="Yu Gothic"/>
                <a:cs typeface="Yu Gothic"/>
              </a:rPr>
              <a:t>計算では N・mm・mm²・MPa をそろえる</a:t>
            </a:r>
          </a:p>
        </p:txBody>
      </p:sp>
    </p:spTree>
    <p:extLst>
      <p:ext uri="{BB962C8B-B14F-4D97-AF65-F5344CB8AC3E}">
        <p14:creationId xmlns:p14="http://schemas.microsoft.com/office/powerpoint/2010/main" val="16411171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7DF8A0-6077-4152-8E50-D19B5E84C95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単位による検算とデータの見出し</a:t>
            </a:r>
          </a:p>
        </p:txBody>
      </p:sp>
      <p:sp>
        <p:nvSpPr>
          <p:cNvPr id="2" name="">
            <a:extLst xmlns:a="http://schemas.openxmlformats.org/drawingml/2006/main">
              <a:ext uri="{FF2B5EF4-FFF2-40B4-BE49-F238E27FC236}">
                <a16:creationId xmlns:a16="http://schemas.microsoft.com/office/drawing/2014/main" id="{EA35E91A-8F11-4E0E-A0E0-821EBA96EB5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0764872F-D854-46C1-826B-EDAFBB0F781B}"/>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記録</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内容と確認</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F = 100 N、A = 20 mm²</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力と断面積を別の列に記録</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σ = 100 / 20 = 5 N/mm²</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 MPaと同じ平均応力</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「5」だけを保存</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何の量・単位か、後から判別できない</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CA3A1235-C2B9-4581-A1C3-5DC6DCD4A8B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データサイエンスへの接続：量・単位・条件を持つデータとして保存する。</a:t>
            </a:r>
          </a:p>
        </p:txBody>
      </p:sp>
      <p:sp>
        <p:nvSpPr>
          <p:cNvPr id="6" name="">
            <a:extLst xmlns:a="http://schemas.openxmlformats.org/drawingml/2006/main">
              <a:ext uri="{FF2B5EF4-FFF2-40B4-BE49-F238E27FC236}">
                <a16:creationId xmlns:a16="http://schemas.microsoft.com/office/drawing/2014/main" id="{583075C8-8FA5-4C71-892B-1D4C6B4336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57</a:t>
            </a:r>
          </a:p>
        </p:txBody>
      </p:sp>
      <p:sp>
        <p:nvSpPr>
          <p:cNvPr id="8" name="">
            <a:extLst xmlns:a="http://schemas.openxmlformats.org/drawingml/2006/main">
              <a:ext uri="{FF2B5EF4-FFF2-40B4-BE49-F238E27FC236}">
                <a16:creationId xmlns:a16="http://schemas.microsoft.com/office/drawing/2014/main" id="{38B4D036-4619-48A9-80D8-CB73660D2EA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2851004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B5DCF6DE-3D8D-4AFD-B334-A8E04253018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力のかかり方の5分類</a:t>
            </a:r>
          </a:p>
        </p:txBody>
      </p:sp>
      <p:cxnSp>
        <p:nvCxnSpPr>
          <p:cNvPr id="2" name="">
            <a:extLst xmlns:a="http://schemas.openxmlformats.org/drawingml/2006/main">
              <a:ext uri="{FF2B5EF4-FFF2-40B4-BE49-F238E27FC236}">
                <a16:creationId xmlns:a16="http://schemas.microsoft.com/office/drawing/2014/main" id="{F92F260B-690F-4D61-842B-99214D49DC9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241AB4B8-48F9-4552-A364-367D08711A73}"/>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17D34877-32A0-40D2-A7AA-2FA355A3235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13 / 57</a:t>
            </a:r>
          </a:p>
        </p:txBody>
      </p:sp>
      <p:graphicFrame>
        <p:nvGraphicFramePr>
          <p:cNvPr id="5" name="">
            <a:extLst xmlns:a="http://schemas.openxmlformats.org/drawingml/2006/main">
              <a:ext uri="{FF2B5EF4-FFF2-40B4-BE49-F238E27FC236}">
                <a16:creationId xmlns:a16="http://schemas.microsoft.com/office/drawing/2014/main" id="{B6EAFA85-6CB8-4E6B-A452-208D76FDDF9E}"/>
              </a:ext>
            </a:extLst>
          </p:cNvPr>
          <p:cNvGraphicFramePr/>
          <p:nvPr/>
        </p:nvGraphicFramePr>
        <p:xfrm>
          <a:off xmlns:a="http://schemas.openxmlformats.org/drawingml/2006/main" x="685800" y="1524000"/>
          <a:ext xmlns:a="http://schemas.openxmlformats.org/drawingml/2006/main" cx="10820400" cy="4191000"/>
        </p:xfrm>
        <a:graphic xmlns:a="http://schemas.openxmlformats.org/drawingml/2006/main">
          <a:graphicData uri="http://schemas.openxmlformats.org/drawingml/2006/table">
            <a:tbl>
              <a:tblPr/>
              <a:tblGrid>
                <a:gridCol w="2095500"/>
                <a:gridCol w="3524250"/>
                <a:gridCol w="5200650"/>
              </a:tblGrid>
              <a:tr h="698500">
                <a:tc>
                  <a:txBody>
                    <a:bodyPr lIns="114300" tIns="114300" rIns="114300" bIns="114300"/>
                    <a:lstStyle/>
                    <a:p>
                      <a:r>
                        <a:rPr sz="1950" b="1">
                          <a:solidFill>
                            <a:srgbClr val="FFFFFF"/>
                          </a:solidFill>
                          <a:latin typeface="Yu Gothic"/>
                          <a:ea typeface="Yu Gothic"/>
                          <a:cs typeface="Yu Gothic"/>
                        </a:rPr>
                        <a:t>分類</a:t>
                      </a:r>
                    </a:p>
                  </a:txBody>
                  <a:tcPr marL="91440" marR="91440" marT="45720" marB="45720" anchor="ctr">
                    <a:lnL w="9525">
                      <a:solidFill>
                        <a:srgbClr val="C8D3DD"/>
                      </a:solidFill>
                    </a:lnL>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主な変形</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950" b="1">
                          <a:solidFill>
                            <a:srgbClr val="FFFFFF"/>
                          </a:solidFill>
                          <a:latin typeface="Yu Gothic"/>
                          <a:ea typeface="Yu Gothic"/>
                          <a:cs typeface="Yu Gothic"/>
                        </a:rPr>
                        <a:t>身近な例</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r>
              <a:tr h="698500">
                <a:tc>
                  <a:txBody>
                    <a:bodyPr lIns="114300" tIns="114300" rIns="114300" bIns="114300"/>
                    <a:lstStyle/>
                    <a:p>
                      <a:r>
                        <a:rPr sz="1950" b="1">
                          <a:solidFill>
                            <a:srgbClr val="087E8B"/>
                          </a:solidFill>
                          <a:latin typeface="Yu Gothic"/>
                          <a:ea typeface="Yu Gothic"/>
                          <a:cs typeface="Yu Gothic"/>
                        </a:rPr>
                        <a:t>引張り</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伸びる</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つり下げるひも</a:t>
                      </a:r>
                    </a:p>
                  </a:txBody>
                  <a:tcPr marL="91440" marR="91440" marT="45720" marB="45720" anchor="ctr">
                    <a:lnR w="9525">
                      <a:solidFill>
                        <a:srgbClr val="C8D3DD"/>
                      </a:solidFill>
                    </a:lnR>
                    <a:lnB w="9525">
                      <a:solidFill>
                        <a:srgbClr val="C8D3DD"/>
                      </a:solidFill>
                    </a:lnB>
                    <a:solidFill>
                      <a:srgbClr val="F1F5F8"/>
                    </a:solidFill>
                  </a:tcPr>
                </a:tc>
              </a:tr>
              <a:tr h="698500">
                <a:tc>
                  <a:txBody>
                    <a:bodyPr lIns="114300" tIns="114300" rIns="114300" bIns="114300"/>
                    <a:lstStyle/>
                    <a:p>
                      <a:r>
                        <a:rPr sz="1950" b="1">
                          <a:solidFill>
                            <a:srgbClr val="B55D09"/>
                          </a:solidFill>
                          <a:latin typeface="Yu Gothic"/>
                          <a:ea typeface="Yu Gothic"/>
                          <a:cs typeface="Yu Gothic"/>
                        </a:rPr>
                        <a:t>圧縮</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縮む</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椅子の脚</a:t>
                      </a:r>
                    </a:p>
                  </a:txBody>
                  <a:tcPr marL="91440" marR="91440" marT="45720" marB="45720" anchor="ctr">
                    <a:lnR w="9525">
                      <a:solidFill>
                        <a:srgbClr val="C8D3DD"/>
                      </a:solidFill>
                    </a:lnR>
                    <a:lnB w="9525">
                      <a:solidFill>
                        <a:srgbClr val="C8D3DD"/>
                      </a:solidFill>
                    </a:lnB>
                    <a:solidFill>
                      <a:srgbClr val="FFFFFF"/>
                    </a:solidFill>
                  </a:tcPr>
                </a:tc>
              </a:tr>
              <a:tr h="698500">
                <a:tc>
                  <a:txBody>
                    <a:bodyPr lIns="114300" tIns="114300" rIns="114300" bIns="114300"/>
                    <a:lstStyle/>
                    <a:p>
                      <a:r>
                        <a:rPr sz="1950" b="1">
                          <a:solidFill>
                            <a:srgbClr val="7352A3"/>
                          </a:solidFill>
                          <a:latin typeface="Yu Gothic"/>
                          <a:ea typeface="Yu Gothic"/>
                          <a:cs typeface="Yu Gothic"/>
                        </a:rPr>
                        <a:t>せん断</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断面がずれる</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接合部のピン</a:t>
                      </a:r>
                    </a:p>
                  </a:txBody>
                  <a:tcPr marL="91440" marR="91440" marT="45720" marB="45720" anchor="ctr">
                    <a:lnR w="9525">
                      <a:solidFill>
                        <a:srgbClr val="C8D3DD"/>
                      </a:solidFill>
                    </a:lnR>
                    <a:lnB w="9525">
                      <a:solidFill>
                        <a:srgbClr val="C8D3DD"/>
                      </a:solidFill>
                    </a:lnB>
                    <a:solidFill>
                      <a:srgbClr val="F1F5F8"/>
                    </a:solidFill>
                  </a:tcPr>
                </a:tc>
              </a:tr>
              <a:tr h="698500">
                <a:tc>
                  <a:txBody>
                    <a:bodyPr lIns="114300" tIns="114300" rIns="114300" bIns="114300"/>
                    <a:lstStyle/>
                    <a:p>
                      <a:r>
                        <a:rPr sz="1950" b="1">
                          <a:solidFill>
                            <a:srgbClr val="226FAE"/>
                          </a:solidFill>
                          <a:latin typeface="Yu Gothic"/>
                          <a:ea typeface="Yu Gothic"/>
                          <a:cs typeface="Yu Gothic"/>
                        </a:rPr>
                        <a:t>曲げ</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たわむ</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950" b="0">
                          <a:solidFill>
                            <a:srgbClr val="253C4D"/>
                          </a:solidFill>
                          <a:latin typeface="Yu Gothic"/>
                          <a:ea typeface="Yu Gothic"/>
                          <a:cs typeface="Yu Gothic"/>
                        </a:rPr>
                        <a:t>棚板</a:t>
                      </a:r>
                    </a:p>
                  </a:txBody>
                  <a:tcPr marL="91440" marR="91440" marT="45720" marB="45720" anchor="ctr">
                    <a:lnR w="9525">
                      <a:solidFill>
                        <a:srgbClr val="C8D3DD"/>
                      </a:solidFill>
                    </a:lnR>
                    <a:lnB w="9525">
                      <a:solidFill>
                        <a:srgbClr val="C8D3DD"/>
                      </a:solidFill>
                    </a:lnB>
                    <a:solidFill>
                      <a:srgbClr val="FFFFFF"/>
                    </a:solidFill>
                  </a:tcPr>
                </a:tc>
              </a:tr>
              <a:tr h="698500">
                <a:tc>
                  <a:txBody>
                    <a:bodyPr lIns="114300" tIns="114300" rIns="114300" bIns="114300"/>
                    <a:lstStyle/>
                    <a:p>
                      <a:r>
                        <a:rPr sz="1950" b="1">
                          <a:solidFill>
                            <a:srgbClr val="AA3975"/>
                          </a:solidFill>
                          <a:latin typeface="Yu Gothic"/>
                          <a:ea typeface="Yu Gothic"/>
                          <a:cs typeface="Yu Gothic"/>
                        </a:rPr>
                        <a:t>ねじり</a:t>
                      </a:r>
                    </a:p>
                  </a:txBody>
                  <a:tcPr marL="91440" marR="91440" marT="45720" marB="45720" anchor="ctr">
                    <a:lnL w="9525">
                      <a:solidFill>
                        <a:srgbClr val="C8D3DD"/>
                      </a:solidFill>
                    </a:lnL>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回転してねじれる</a:t>
                      </a:r>
                    </a:p>
                  </a:txBody>
                  <a:tcPr marL="91440" marR="91440" marT="45720" marB="45720" anchor="ctr">
                    <a:lnR w="9525">
                      <a:solidFill>
                        <a:srgbClr val="C8D3DD"/>
                      </a:solidFill>
                    </a:lnR>
                    <a:lnB w="9525">
                      <a:solidFill>
                        <a:srgbClr val="C8D3DD"/>
                      </a:solidFill>
                    </a:lnB>
                    <a:solidFill>
                      <a:srgbClr val="F1F5F8"/>
                    </a:solidFill>
                  </a:tcPr>
                </a:tc>
                <a:tc>
                  <a:txBody>
                    <a:bodyPr lIns="114300" tIns="114300" rIns="114300" bIns="114300"/>
                    <a:lstStyle/>
                    <a:p>
                      <a:r>
                        <a:rPr sz="1950" b="0">
                          <a:solidFill>
                            <a:srgbClr val="253C4D"/>
                          </a:solidFill>
                          <a:latin typeface="Yu Gothic"/>
                          <a:ea typeface="Yu Gothic"/>
                          <a:cs typeface="Yu Gothic"/>
                        </a:rPr>
                        <a:t>ドライバーの軸</a:t>
                      </a:r>
                    </a:p>
                  </a:txBody>
                  <a:tcPr marL="91440" marR="91440" marT="45720" marB="45720" anchor="ctr">
                    <a:lnR w="9525">
                      <a:solidFill>
                        <a:srgbClr val="C8D3DD"/>
                      </a:solidFill>
                    </a:lnR>
                    <a:lnB w="9525">
                      <a:solidFill>
                        <a:srgbClr val="C8D3DD"/>
                      </a:solidFill>
                    </a:lnB>
                    <a:solidFill>
                      <a:srgbClr val="F1F5F8"/>
                    </a:solidFill>
                  </a:tcPr>
                </a:tc>
              </a:tr>
            </a:tbl>
          </a:graphicData>
        </a:graphic>
      </p:graphicFrame>
    </p:spTree>
    <p:extLst>
      <p:ext uri="{BB962C8B-B14F-4D97-AF65-F5344CB8AC3E}">
        <p14:creationId xmlns:p14="http://schemas.microsoft.com/office/powerpoint/2010/main" val="6341211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6E311245-567A-4F4B-B818-F1A7462DB03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引張りと圧縮</a:t>
            </a:r>
          </a:p>
        </p:txBody>
      </p:sp>
      <p:cxnSp>
        <p:nvCxnSpPr>
          <p:cNvPr id="2" name="">
            <a:extLst xmlns:a="http://schemas.openxmlformats.org/drawingml/2006/main">
              <a:ext uri="{FF2B5EF4-FFF2-40B4-BE49-F238E27FC236}">
                <a16:creationId xmlns:a16="http://schemas.microsoft.com/office/drawing/2014/main" id="{5077C285-EF71-490F-AA0E-24940904EAD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B2055256-E5F6-451D-9AFC-BFA1537CC405}"/>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FFB5087D-7F20-4AF8-8761-66ED3A674CC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14 / 57</a:t>
            </a:r>
          </a:p>
        </p:txBody>
      </p:sp>
      <p:sp>
        <p:nvSpPr>
          <p:cNvPr id="21" name="">
            <a:extLst xmlns:a="http://schemas.openxmlformats.org/drawingml/2006/main">
              <a:ext uri="{FF2B5EF4-FFF2-40B4-BE49-F238E27FC236}">
                <a16:creationId xmlns:a16="http://schemas.microsoft.com/office/drawing/2014/main" id="{CD7E3299-4F93-4E91-932B-8B72B6E53CC3}"/>
              </a:ext>
            </a:extLst>
          </p:cNvPr>
          <p:cNvSpPr>
            <a:spLocks xmlns:a="http://schemas.openxmlformats.org/drawingml/2006/main" noGrp="1"/>
          </p:cNvSpPr>
          <p:nvPr/>
        </p:nvSpPr>
        <p:spPr>
          <a:xfrm xmlns:a="http://schemas.openxmlformats.org/drawingml/2006/main">
            <a:off x="857250" y="1571625"/>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087E8B"/>
                </a:solidFill>
                <a:latin typeface="Yu Gothic"/>
                <a:ea typeface="Yu Gothic"/>
                <a:cs typeface="Yu Gothic"/>
              </a:defRPr>
            </a:defPPr>
            <a:lvl1pPr>
              <a:buNone/>
              <a:defRPr sz="2400" b="1">
                <a:solidFill>
                  <a:srgbClr val="087E8B"/>
                </a:solidFill>
                <a:latin typeface="Yu Gothic"/>
                <a:ea typeface="Yu Gothic"/>
                <a:cs typeface="Yu Gothic"/>
              </a:defRPr>
            </a:lvl1pPr>
            <a:lvl2pPr>
              <a:buNone/>
              <a:defRPr sz="2400" b="1">
                <a:solidFill>
                  <a:srgbClr val="087E8B"/>
                </a:solidFill>
                <a:latin typeface="Yu Gothic"/>
                <a:ea typeface="Yu Gothic"/>
                <a:cs typeface="Yu Gothic"/>
              </a:defRPr>
            </a:lvl2pPr>
            <a:lvl3pPr>
              <a:buNone/>
              <a:defRPr sz="2400" b="1">
                <a:solidFill>
                  <a:srgbClr val="087E8B"/>
                </a:solidFill>
                <a:latin typeface="Yu Gothic"/>
                <a:ea typeface="Yu Gothic"/>
                <a:cs typeface="Yu Gothic"/>
              </a:defRPr>
            </a:lvl3pPr>
            <a:lvl4pPr>
              <a:buNone/>
              <a:defRPr sz="2400" b="1">
                <a:solidFill>
                  <a:srgbClr val="087E8B"/>
                </a:solidFill>
                <a:latin typeface="Yu Gothic"/>
                <a:ea typeface="Yu Gothic"/>
                <a:cs typeface="Yu Gothic"/>
              </a:defRPr>
            </a:lvl4pPr>
            <a:lvl5pPr>
              <a:buNone/>
              <a:defRPr sz="2400" b="1">
                <a:solidFill>
                  <a:srgbClr val="087E8B"/>
                </a:solidFill>
                <a:latin typeface="Yu Gothic"/>
                <a:ea typeface="Yu Gothic"/>
                <a:cs typeface="Yu Gothic"/>
              </a:defRPr>
            </a:lvl5pPr>
            <a:lvl6pPr>
              <a:buNone/>
              <a:defRPr sz="2400" b="1">
                <a:solidFill>
                  <a:srgbClr val="087E8B"/>
                </a:solidFill>
                <a:latin typeface="Yu Gothic"/>
                <a:ea typeface="Yu Gothic"/>
                <a:cs typeface="Yu Gothic"/>
              </a:defRPr>
            </a:lvl6pPr>
            <a:lvl7pPr>
              <a:buNone/>
              <a:defRPr sz="2400" b="1">
                <a:solidFill>
                  <a:srgbClr val="087E8B"/>
                </a:solidFill>
                <a:latin typeface="Yu Gothic"/>
                <a:ea typeface="Yu Gothic"/>
                <a:cs typeface="Yu Gothic"/>
              </a:defRPr>
            </a:lvl7pPr>
            <a:lvl8pPr>
              <a:buNone/>
              <a:defRPr sz="2400" b="1">
                <a:solidFill>
                  <a:srgbClr val="087E8B"/>
                </a:solidFill>
                <a:latin typeface="Yu Gothic"/>
                <a:ea typeface="Yu Gothic"/>
                <a:cs typeface="Yu Gothic"/>
              </a:defRPr>
            </a:lvl8pPr>
            <a:lvl9pPr>
              <a:buNone/>
              <a:defRPr sz="2400" b="1">
                <a:solidFill>
                  <a:srgbClr val="087E8B"/>
                </a:solidFill>
                <a:latin typeface="Yu Gothic"/>
                <a:ea typeface="Yu Gothic"/>
                <a:cs typeface="Yu Gothic"/>
              </a:defRPr>
            </a:lvl9pPr>
          </a:lstStyle>
          <a:p xmlns:a="http://schemas.openxmlformats.org/drawingml/2006/main">
            <a:pPr>
              <a:buNone/>
              <a:defRPr sz="2400" b="1">
                <a:solidFill>
                  <a:srgbClr val="087E8B"/>
                </a:solidFill>
                <a:latin typeface="Yu Gothic"/>
                <a:ea typeface="Yu Gothic"/>
                <a:cs typeface="Yu Gothic"/>
              </a:defRPr>
            </a:pPr>
            <a:r>
              <a:rPr sz="2400" b="1">
                <a:solidFill>
                  <a:srgbClr val="087E8B"/>
                </a:solidFill>
                <a:latin typeface="Yu Gothic"/>
                <a:ea typeface="Yu Gothic"/>
                <a:cs typeface="Yu Gothic"/>
              </a:rPr>
              <a:t>引張り</a:t>
            </a:r>
          </a:p>
        </p:txBody>
      </p:sp>
      <p:sp>
        <p:nvSpPr>
          <p:cNvPr id="22" name="">
            <a:extLst xmlns:a="http://schemas.openxmlformats.org/drawingml/2006/main">
              <a:ext uri="{FF2B5EF4-FFF2-40B4-BE49-F238E27FC236}">
                <a16:creationId xmlns:a16="http://schemas.microsoft.com/office/drawing/2014/main" id="{6CF527F5-1CF4-43A8-8D10-F7273E986178}"/>
              </a:ext>
            </a:extLst>
          </p:cNvPr>
          <p:cNvSpPr>
            <a:spLocks xmlns:a="http://schemas.openxmlformats.org/drawingml/2006/main" noGrp="1"/>
          </p:cNvSpPr>
          <p:nvPr/>
        </p:nvSpPr>
        <p:spPr>
          <a:xfrm xmlns:a="http://schemas.openxmlformats.org/drawingml/2006/main">
            <a:off x="1809750" y="2381250"/>
            <a:ext cx="2667000" cy="4762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EF634BFD-6149-48F8-9584-15FB09E6C9CB}"/>
              </a:ext>
            </a:extLst>
          </p:cNvPr>
          <p:cNvSpPr>
            <a:spLocks xmlns:a="http://schemas.openxmlformats.org/drawingml/2006/main" noGrp="1"/>
          </p:cNvSpPr>
          <p:nvPr/>
        </p:nvSpPr>
        <p:spPr>
          <a:xfrm xmlns:a="http://schemas.openxmlformats.org/drawingml/2006/main">
            <a:off x="857250" y="2381250"/>
            <a:ext cx="904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buNone/>
              <a:defRPr sz="1650" b="0">
                <a:solidFill>
                  <a:srgbClr val="263D4D"/>
                </a:solidFill>
                <a:latin typeface="Yu Gothic"/>
                <a:ea typeface="Yu Gothic"/>
                <a:cs typeface="Yu Gothic"/>
              </a:defRPr>
            </a:lvl1pPr>
            <a:lvl2pPr>
              <a:buNone/>
              <a:defRPr sz="1650" b="0">
                <a:solidFill>
                  <a:srgbClr val="263D4D"/>
                </a:solidFill>
                <a:latin typeface="Yu Gothic"/>
                <a:ea typeface="Yu Gothic"/>
                <a:cs typeface="Yu Gothic"/>
              </a:defRPr>
            </a:lvl2pPr>
            <a:lvl3pPr>
              <a:buNone/>
              <a:defRPr sz="1650" b="0">
                <a:solidFill>
                  <a:srgbClr val="263D4D"/>
                </a:solidFill>
                <a:latin typeface="Yu Gothic"/>
                <a:ea typeface="Yu Gothic"/>
                <a:cs typeface="Yu Gothic"/>
              </a:defRPr>
            </a:lvl3pPr>
            <a:lvl4pPr>
              <a:buNone/>
              <a:defRPr sz="1650" b="0">
                <a:solidFill>
                  <a:srgbClr val="263D4D"/>
                </a:solidFill>
                <a:latin typeface="Yu Gothic"/>
                <a:ea typeface="Yu Gothic"/>
                <a:cs typeface="Yu Gothic"/>
              </a:defRPr>
            </a:lvl4pPr>
            <a:lvl5pPr>
              <a:buNone/>
              <a:defRPr sz="1650" b="0">
                <a:solidFill>
                  <a:srgbClr val="263D4D"/>
                </a:solidFill>
                <a:latin typeface="Yu Gothic"/>
                <a:ea typeface="Yu Gothic"/>
                <a:cs typeface="Yu Gothic"/>
              </a:defRPr>
            </a:lvl5pPr>
            <a:lvl6pPr>
              <a:buNone/>
              <a:defRPr sz="1650" b="0">
                <a:solidFill>
                  <a:srgbClr val="263D4D"/>
                </a:solidFill>
                <a:latin typeface="Yu Gothic"/>
                <a:ea typeface="Yu Gothic"/>
                <a:cs typeface="Yu Gothic"/>
              </a:defRPr>
            </a:lvl6pPr>
            <a:lvl7pPr>
              <a:buNone/>
              <a:defRPr sz="1650" b="0">
                <a:solidFill>
                  <a:srgbClr val="263D4D"/>
                </a:solidFill>
                <a:latin typeface="Yu Gothic"/>
                <a:ea typeface="Yu Gothic"/>
                <a:cs typeface="Yu Gothic"/>
              </a:defRPr>
            </a:lvl7pPr>
            <a:lvl8pPr>
              <a:buNone/>
              <a:defRPr sz="1650" b="0">
                <a:solidFill>
                  <a:srgbClr val="263D4D"/>
                </a:solidFill>
                <a:latin typeface="Yu Gothic"/>
                <a:ea typeface="Yu Gothic"/>
                <a:cs typeface="Yu Gothic"/>
              </a:defRPr>
            </a:lvl8pPr>
            <a:lvl9pPr>
              <a:buNone/>
              <a:defRPr sz="1650" b="0">
                <a:solidFill>
                  <a:srgbClr val="263D4D"/>
                </a:solidFill>
                <a:latin typeface="Yu Gothic"/>
                <a:ea typeface="Yu Gothic"/>
                <a:cs typeface="Yu Gothic"/>
              </a:defRPr>
            </a:lvl9pPr>
          </a:lstStyle>
          <a:p xmlns:a="http://schemas.openxmlformats.org/drawingml/2006/main">
            <a:pPr>
              <a:buNone/>
              <a:defRPr sz="1650" b="0">
                <a:solidFill>
                  <a:srgbClr val="263D4D"/>
                </a:solidFill>
                <a:latin typeface="Yu Gothic"/>
                <a:ea typeface="Yu Gothic"/>
                <a:cs typeface="Yu Gothic"/>
              </a:defRPr>
            </a:pPr>
            <a:r>
              <a:rPr sz="1650" b="0">
                <a:solidFill>
                  <a:srgbClr val="263D4D"/>
                </a:solidFill>
                <a:latin typeface="Yu Gothic"/>
                <a:ea typeface="Yu Gothic"/>
                <a:cs typeface="Yu Gothic"/>
              </a:rPr>
              <a:t>変形前</a:t>
            </a:r>
          </a:p>
        </p:txBody>
      </p:sp>
      <p:sp>
        <p:nvSpPr>
          <p:cNvPr id="24" name="">
            <a:extLst xmlns:a="http://schemas.openxmlformats.org/drawingml/2006/main">
              <a:ext uri="{FF2B5EF4-FFF2-40B4-BE49-F238E27FC236}">
                <a16:creationId xmlns:a16="http://schemas.microsoft.com/office/drawing/2014/main" id="{F8D5BF35-D696-4323-A23C-EEC6A2F6AE2B}"/>
              </a:ext>
            </a:extLst>
          </p:cNvPr>
          <p:cNvSpPr>
            <a:spLocks xmlns:a="http://schemas.openxmlformats.org/drawingml/2006/main" noGrp="1"/>
          </p:cNvSpPr>
          <p:nvPr/>
        </p:nvSpPr>
        <p:spPr>
          <a:xfrm xmlns:a="http://schemas.openxmlformats.org/drawingml/2006/main">
            <a:off x="1524000" y="3667125"/>
            <a:ext cx="3238500" cy="4762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25" name="">
            <a:extLst xmlns:a="http://schemas.openxmlformats.org/drawingml/2006/main">
              <a:ext uri="{FF2B5EF4-FFF2-40B4-BE49-F238E27FC236}">
                <a16:creationId xmlns:a16="http://schemas.microsoft.com/office/drawing/2014/main" id="{6282124D-6C1E-4978-B3E1-8CBFD1300816}"/>
              </a:ext>
            </a:extLst>
          </p:cNvPr>
          <p:cNvSpPr>
            <a:spLocks xmlns:a="http://schemas.openxmlformats.org/drawingml/2006/main" noGrp="1"/>
          </p:cNvSpPr>
          <p:nvPr/>
        </p:nvSpPr>
        <p:spPr>
          <a:xfrm xmlns:a="http://schemas.openxmlformats.org/drawingml/2006/main">
            <a:off x="180975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8732CFD4-0BB8-4F8C-8B07-F2B4F088089E}"/>
              </a:ext>
            </a:extLst>
          </p:cNvPr>
          <p:cNvSpPr>
            <a:spLocks xmlns:a="http://schemas.openxmlformats.org/drawingml/2006/main" noGrp="1"/>
          </p:cNvSpPr>
          <p:nvPr/>
        </p:nvSpPr>
        <p:spPr>
          <a:xfrm xmlns:a="http://schemas.openxmlformats.org/drawingml/2006/main">
            <a:off x="180975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1873713B-B052-460A-8491-5C473457F514}"/>
              </a:ext>
            </a:extLst>
          </p:cNvPr>
          <p:cNvSpPr>
            <a:spLocks xmlns:a="http://schemas.openxmlformats.org/drawingml/2006/main" noGrp="1"/>
          </p:cNvSpPr>
          <p:nvPr/>
        </p:nvSpPr>
        <p:spPr>
          <a:xfrm xmlns:a="http://schemas.openxmlformats.org/drawingml/2006/main">
            <a:off x="180975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805646A0-6486-4695-884A-A0567521EBCE}"/>
              </a:ext>
            </a:extLst>
          </p:cNvPr>
          <p:cNvSpPr>
            <a:spLocks xmlns:a="http://schemas.openxmlformats.org/drawingml/2006/main" noGrp="1"/>
          </p:cNvSpPr>
          <p:nvPr/>
        </p:nvSpPr>
        <p:spPr>
          <a:xfrm xmlns:a="http://schemas.openxmlformats.org/drawingml/2006/main">
            <a:off x="180975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19A61BA6-887C-42B8-AD65-70FC4B0F12D0}"/>
              </a:ext>
            </a:extLst>
          </p:cNvPr>
          <p:cNvSpPr>
            <a:spLocks xmlns:a="http://schemas.openxmlformats.org/drawingml/2006/main" noGrp="1"/>
          </p:cNvSpPr>
          <p:nvPr/>
        </p:nvSpPr>
        <p:spPr>
          <a:xfrm xmlns:a="http://schemas.openxmlformats.org/drawingml/2006/main">
            <a:off x="180975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29CB68AA-29C7-4D15-A933-3CAEC975787E}"/>
              </a:ext>
            </a:extLst>
          </p:cNvPr>
          <p:cNvSpPr>
            <a:spLocks xmlns:a="http://schemas.openxmlformats.org/drawingml/2006/main" noGrp="1"/>
          </p:cNvSpPr>
          <p:nvPr/>
        </p:nvSpPr>
        <p:spPr>
          <a:xfrm xmlns:a="http://schemas.openxmlformats.org/drawingml/2006/main">
            <a:off x="180975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A389DDBD-E2C4-4F3A-B89C-EED9E0D33ED9}"/>
              </a:ext>
            </a:extLst>
          </p:cNvPr>
          <p:cNvSpPr>
            <a:spLocks xmlns:a="http://schemas.openxmlformats.org/drawingml/2006/main" noGrp="1"/>
          </p:cNvSpPr>
          <p:nvPr/>
        </p:nvSpPr>
        <p:spPr>
          <a:xfrm xmlns:a="http://schemas.openxmlformats.org/drawingml/2006/main">
            <a:off x="180975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283CB3AB-BDDA-4481-A5BF-93CF6CAF6317}"/>
              </a:ext>
            </a:extLst>
          </p:cNvPr>
          <p:cNvSpPr>
            <a:spLocks xmlns:a="http://schemas.openxmlformats.org/drawingml/2006/main" noGrp="1"/>
          </p:cNvSpPr>
          <p:nvPr/>
        </p:nvSpPr>
        <p:spPr>
          <a:xfrm xmlns:a="http://schemas.openxmlformats.org/drawingml/2006/main">
            <a:off x="180975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17EADDB9-03B2-44AF-808D-BFD8F612B63B}"/>
              </a:ext>
            </a:extLst>
          </p:cNvPr>
          <p:cNvSpPr>
            <a:spLocks xmlns:a="http://schemas.openxmlformats.org/drawingml/2006/main" noGrp="1"/>
          </p:cNvSpPr>
          <p:nvPr/>
        </p:nvSpPr>
        <p:spPr>
          <a:xfrm xmlns:a="http://schemas.openxmlformats.org/drawingml/2006/main">
            <a:off x="180975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89D0A487-527A-4685-A027-BE4FF82E2F60}"/>
              </a:ext>
            </a:extLst>
          </p:cNvPr>
          <p:cNvSpPr>
            <a:spLocks xmlns:a="http://schemas.openxmlformats.org/drawingml/2006/main" noGrp="1"/>
          </p:cNvSpPr>
          <p:nvPr/>
        </p:nvSpPr>
        <p:spPr>
          <a:xfrm xmlns:a="http://schemas.openxmlformats.org/drawingml/2006/main">
            <a:off x="180975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2074231E-C5B3-4684-B6ED-DD47F2C82BC3}"/>
              </a:ext>
            </a:extLst>
          </p:cNvPr>
          <p:cNvSpPr>
            <a:spLocks xmlns:a="http://schemas.openxmlformats.org/drawingml/2006/main" noGrp="1"/>
          </p:cNvSpPr>
          <p:nvPr/>
        </p:nvSpPr>
        <p:spPr>
          <a:xfrm xmlns:a="http://schemas.openxmlformats.org/drawingml/2006/main">
            <a:off x="180975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B4134E91-7F34-4602-B289-17E7ECBBF03D}"/>
              </a:ext>
            </a:extLst>
          </p:cNvPr>
          <p:cNvSpPr>
            <a:spLocks xmlns:a="http://schemas.openxmlformats.org/drawingml/2006/main" noGrp="1"/>
          </p:cNvSpPr>
          <p:nvPr/>
        </p:nvSpPr>
        <p:spPr>
          <a:xfrm xmlns:a="http://schemas.openxmlformats.org/drawingml/2006/main">
            <a:off x="180975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E8809D3C-7EC8-4AC8-92C8-17D5979008C2}"/>
              </a:ext>
            </a:extLst>
          </p:cNvPr>
          <p:cNvSpPr>
            <a:spLocks xmlns:a="http://schemas.openxmlformats.org/drawingml/2006/main" noGrp="1"/>
          </p:cNvSpPr>
          <p:nvPr/>
        </p:nvSpPr>
        <p:spPr>
          <a:xfrm xmlns:a="http://schemas.openxmlformats.org/drawingml/2006/main">
            <a:off x="180975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216B6228-E17F-4B1E-96BA-267C9F4A9B30}"/>
              </a:ext>
            </a:extLst>
          </p:cNvPr>
          <p:cNvSpPr>
            <a:spLocks xmlns:a="http://schemas.openxmlformats.org/drawingml/2006/main" noGrp="1"/>
          </p:cNvSpPr>
          <p:nvPr/>
        </p:nvSpPr>
        <p:spPr>
          <a:xfrm xmlns:a="http://schemas.openxmlformats.org/drawingml/2006/main">
            <a:off x="447675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35AD1CE6-3E10-42F1-9309-0003D2C1038C}"/>
              </a:ext>
            </a:extLst>
          </p:cNvPr>
          <p:cNvSpPr>
            <a:spLocks xmlns:a="http://schemas.openxmlformats.org/drawingml/2006/main" noGrp="1"/>
          </p:cNvSpPr>
          <p:nvPr/>
        </p:nvSpPr>
        <p:spPr>
          <a:xfrm xmlns:a="http://schemas.openxmlformats.org/drawingml/2006/main">
            <a:off x="447675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07CDAE3E-C16E-4B4C-A31B-0CB889B3E729}"/>
              </a:ext>
            </a:extLst>
          </p:cNvPr>
          <p:cNvSpPr>
            <a:spLocks xmlns:a="http://schemas.openxmlformats.org/drawingml/2006/main" noGrp="1"/>
          </p:cNvSpPr>
          <p:nvPr/>
        </p:nvSpPr>
        <p:spPr>
          <a:xfrm xmlns:a="http://schemas.openxmlformats.org/drawingml/2006/main">
            <a:off x="447675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6E6D7DF7-256A-45AC-A176-818D1B55CFF4}"/>
              </a:ext>
            </a:extLst>
          </p:cNvPr>
          <p:cNvSpPr>
            <a:spLocks xmlns:a="http://schemas.openxmlformats.org/drawingml/2006/main" noGrp="1"/>
          </p:cNvSpPr>
          <p:nvPr/>
        </p:nvSpPr>
        <p:spPr>
          <a:xfrm xmlns:a="http://schemas.openxmlformats.org/drawingml/2006/main">
            <a:off x="447675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2" name="">
            <a:extLst xmlns:a="http://schemas.openxmlformats.org/drawingml/2006/main">
              <a:ext uri="{FF2B5EF4-FFF2-40B4-BE49-F238E27FC236}">
                <a16:creationId xmlns:a16="http://schemas.microsoft.com/office/drawing/2014/main" id="{D3393AE7-F14D-49D2-B3F1-20FA66FA6DD0}"/>
              </a:ext>
            </a:extLst>
          </p:cNvPr>
          <p:cNvSpPr>
            <a:spLocks xmlns:a="http://schemas.openxmlformats.org/drawingml/2006/main" noGrp="1"/>
          </p:cNvSpPr>
          <p:nvPr/>
        </p:nvSpPr>
        <p:spPr>
          <a:xfrm xmlns:a="http://schemas.openxmlformats.org/drawingml/2006/main">
            <a:off x="447675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4D3D5618-4613-4C8A-B380-CC5DD92B8C89}"/>
              </a:ext>
            </a:extLst>
          </p:cNvPr>
          <p:cNvSpPr>
            <a:spLocks xmlns:a="http://schemas.openxmlformats.org/drawingml/2006/main" noGrp="1"/>
          </p:cNvSpPr>
          <p:nvPr/>
        </p:nvSpPr>
        <p:spPr>
          <a:xfrm xmlns:a="http://schemas.openxmlformats.org/drawingml/2006/main">
            <a:off x="447675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2E68FF25-9A65-4C7E-BC98-61CBF49D6423}"/>
              </a:ext>
            </a:extLst>
          </p:cNvPr>
          <p:cNvSpPr>
            <a:spLocks xmlns:a="http://schemas.openxmlformats.org/drawingml/2006/main" noGrp="1"/>
          </p:cNvSpPr>
          <p:nvPr/>
        </p:nvSpPr>
        <p:spPr>
          <a:xfrm xmlns:a="http://schemas.openxmlformats.org/drawingml/2006/main">
            <a:off x="447675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618A51C9-4A79-4651-B4F2-3EF05BE8BBAB}"/>
              </a:ext>
            </a:extLst>
          </p:cNvPr>
          <p:cNvSpPr>
            <a:spLocks xmlns:a="http://schemas.openxmlformats.org/drawingml/2006/main" noGrp="1"/>
          </p:cNvSpPr>
          <p:nvPr/>
        </p:nvSpPr>
        <p:spPr>
          <a:xfrm xmlns:a="http://schemas.openxmlformats.org/drawingml/2006/main">
            <a:off x="447675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AD96D702-A654-479E-BA88-FE8DA03B0349}"/>
              </a:ext>
            </a:extLst>
          </p:cNvPr>
          <p:cNvSpPr>
            <a:spLocks xmlns:a="http://schemas.openxmlformats.org/drawingml/2006/main" noGrp="1"/>
          </p:cNvSpPr>
          <p:nvPr/>
        </p:nvSpPr>
        <p:spPr>
          <a:xfrm xmlns:a="http://schemas.openxmlformats.org/drawingml/2006/main">
            <a:off x="447675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829D1801-9097-424E-BDCD-03659D3270B7}"/>
              </a:ext>
            </a:extLst>
          </p:cNvPr>
          <p:cNvSpPr>
            <a:spLocks xmlns:a="http://schemas.openxmlformats.org/drawingml/2006/main" noGrp="1"/>
          </p:cNvSpPr>
          <p:nvPr/>
        </p:nvSpPr>
        <p:spPr>
          <a:xfrm xmlns:a="http://schemas.openxmlformats.org/drawingml/2006/main">
            <a:off x="447675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34AFA85A-7D15-4087-95F0-5EB9AEC7D7F5}"/>
              </a:ext>
            </a:extLst>
          </p:cNvPr>
          <p:cNvSpPr>
            <a:spLocks xmlns:a="http://schemas.openxmlformats.org/drawingml/2006/main" noGrp="1"/>
          </p:cNvSpPr>
          <p:nvPr/>
        </p:nvSpPr>
        <p:spPr>
          <a:xfrm xmlns:a="http://schemas.openxmlformats.org/drawingml/2006/main">
            <a:off x="447675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FC85D70E-D2D4-4A1D-ABFB-4E8A305CA028}"/>
              </a:ext>
            </a:extLst>
          </p:cNvPr>
          <p:cNvSpPr>
            <a:spLocks xmlns:a="http://schemas.openxmlformats.org/drawingml/2006/main" noGrp="1"/>
          </p:cNvSpPr>
          <p:nvPr/>
        </p:nvSpPr>
        <p:spPr>
          <a:xfrm xmlns:a="http://schemas.openxmlformats.org/drawingml/2006/main">
            <a:off x="447675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0" name="">
            <a:extLst xmlns:a="http://schemas.openxmlformats.org/drawingml/2006/main">
              <a:ext uri="{FF2B5EF4-FFF2-40B4-BE49-F238E27FC236}">
                <a16:creationId xmlns:a16="http://schemas.microsoft.com/office/drawing/2014/main" id="{01257934-8A14-4F29-A5C0-A15CD5063F58}"/>
              </a:ext>
            </a:extLst>
          </p:cNvPr>
          <p:cNvSpPr>
            <a:spLocks xmlns:a="http://schemas.openxmlformats.org/drawingml/2006/main" noGrp="1"/>
          </p:cNvSpPr>
          <p:nvPr/>
        </p:nvSpPr>
        <p:spPr>
          <a:xfrm xmlns:a="http://schemas.openxmlformats.org/drawingml/2006/main">
            <a:off x="447675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1" name="">
            <a:extLst xmlns:a="http://schemas.openxmlformats.org/drawingml/2006/main">
              <a:ext uri="{FF2B5EF4-FFF2-40B4-BE49-F238E27FC236}">
                <a16:creationId xmlns:a16="http://schemas.microsoft.com/office/drawing/2014/main" id="{B72201C3-1F54-4E21-A568-93A672BFF9B0}"/>
              </a:ext>
            </a:extLst>
          </p:cNvPr>
          <p:cNvSpPr>
            <a:spLocks xmlns:a="http://schemas.openxmlformats.org/drawingml/2006/main" noGrp="1"/>
          </p:cNvSpPr>
          <p:nvPr/>
        </p:nvSpPr>
        <p:spPr>
          <a:xfrm xmlns:a="http://schemas.openxmlformats.org/drawingml/2006/main">
            <a:off x="952500" y="3905250"/>
            <a:ext cx="571500" cy="9525"/>
          </a:xfrm>
          <a:custGeom xmlns:a="http://schemas.openxmlformats.org/drawingml/2006/main">
            <a:pathLst>
              <a:path w="571500" h="9525">
                <a:moveTo>
                  <a:pt x="571500" y="0"/>
                </a:moveTo>
                <a:lnTo>
                  <a:pt x="0" y="0"/>
                </a:lnTo>
              </a:path>
            </a:pathLst>
          </a:custGeom>
          <a:noFill xmlns:a="http://schemas.openxmlformats.org/drawingml/2006/main"/>
          <a:ln xmlns:a="http://schemas.openxmlformats.org/drawingml/2006/main" w="38100">
            <a:solidFill>
              <a:srgbClr val="087E8B"/>
            </a:solidFill>
          </a:ln>
        </p:spPr>
      </p:sp>
      <p:sp>
        <p:nvSpPr>
          <p:cNvPr id="52" name="">
            <a:extLst xmlns:a="http://schemas.openxmlformats.org/drawingml/2006/main">
              <a:ext uri="{FF2B5EF4-FFF2-40B4-BE49-F238E27FC236}">
                <a16:creationId xmlns:a16="http://schemas.microsoft.com/office/drawing/2014/main" id="{FD409416-B181-4B98-9B79-43915BD1F782}"/>
              </a:ext>
            </a:extLst>
          </p:cNvPr>
          <p:cNvSpPr>
            <a:spLocks xmlns:a="http://schemas.openxmlformats.org/drawingml/2006/main" noGrp="1"/>
          </p:cNvSpPr>
          <p:nvPr/>
        </p:nvSpPr>
        <p:spPr>
          <a:xfrm xmlns:a="http://schemas.openxmlformats.org/drawingml/2006/main">
            <a:off x="952500" y="38532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087E8B"/>
          </a:solidFill>
          <a:ln xmlns:a="http://schemas.openxmlformats.org/drawingml/2006/main" w="4763">
            <a:solidFill>
              <a:srgbClr val="087E8B"/>
            </a:solidFill>
          </a:ln>
        </p:spPr>
      </p:sp>
      <p:sp>
        <p:nvSpPr>
          <p:cNvPr id="53" name="">
            <a:extLst xmlns:a="http://schemas.openxmlformats.org/drawingml/2006/main">
              <a:ext uri="{FF2B5EF4-FFF2-40B4-BE49-F238E27FC236}">
                <a16:creationId xmlns:a16="http://schemas.microsoft.com/office/drawing/2014/main" id="{90AD174D-5370-46DC-A520-E36B4E0AED82}"/>
              </a:ext>
            </a:extLst>
          </p:cNvPr>
          <p:cNvSpPr>
            <a:spLocks xmlns:a="http://schemas.openxmlformats.org/drawingml/2006/main" noGrp="1"/>
          </p:cNvSpPr>
          <p:nvPr/>
        </p:nvSpPr>
        <p:spPr>
          <a:xfrm xmlns:a="http://schemas.openxmlformats.org/drawingml/2006/main">
            <a:off x="4762500" y="390525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38100">
            <a:solidFill>
              <a:srgbClr val="087E8B"/>
            </a:solidFill>
          </a:ln>
        </p:spPr>
      </p:sp>
      <p:sp>
        <p:nvSpPr>
          <p:cNvPr id="54" name="">
            <a:extLst xmlns:a="http://schemas.openxmlformats.org/drawingml/2006/main">
              <a:ext uri="{FF2B5EF4-FFF2-40B4-BE49-F238E27FC236}">
                <a16:creationId xmlns:a16="http://schemas.microsoft.com/office/drawing/2014/main" id="{949E9270-4431-478F-9348-5FEDC4D7BD00}"/>
              </a:ext>
            </a:extLst>
          </p:cNvPr>
          <p:cNvSpPr>
            <a:spLocks xmlns:a="http://schemas.openxmlformats.org/drawingml/2006/main" noGrp="1"/>
          </p:cNvSpPr>
          <p:nvPr/>
        </p:nvSpPr>
        <p:spPr>
          <a:xfrm xmlns:a="http://schemas.openxmlformats.org/drawingml/2006/main">
            <a:off x="5210175" y="38532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087E8B"/>
          </a:solidFill>
          <a:ln xmlns:a="http://schemas.openxmlformats.org/drawingml/2006/main" w="4763">
            <a:solidFill>
              <a:srgbClr val="087E8B"/>
            </a:solidFill>
          </a:ln>
        </p:spPr>
      </p:sp>
      <p:sp>
        <p:nvSpPr>
          <p:cNvPr id="55" name="">
            <a:extLst xmlns:a="http://schemas.openxmlformats.org/drawingml/2006/main">
              <a:ext uri="{FF2B5EF4-FFF2-40B4-BE49-F238E27FC236}">
                <a16:creationId xmlns:a16="http://schemas.microsoft.com/office/drawing/2014/main" id="{CD69DA7E-2CF0-4103-A638-5EBE3226C807}"/>
              </a:ext>
            </a:extLst>
          </p:cNvPr>
          <p:cNvSpPr>
            <a:spLocks xmlns:a="http://schemas.openxmlformats.org/drawingml/2006/main" noGrp="1"/>
          </p:cNvSpPr>
          <p:nvPr/>
        </p:nvSpPr>
        <p:spPr>
          <a:xfrm xmlns:a="http://schemas.openxmlformats.org/drawingml/2006/main">
            <a:off x="100012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56" name="">
            <a:extLst xmlns:a="http://schemas.openxmlformats.org/drawingml/2006/main">
              <a:ext uri="{FF2B5EF4-FFF2-40B4-BE49-F238E27FC236}">
                <a16:creationId xmlns:a16="http://schemas.microsoft.com/office/drawing/2014/main" id="{19DA1B8B-2046-4E5E-9907-7F959F5EF83E}"/>
              </a:ext>
            </a:extLst>
          </p:cNvPr>
          <p:cNvSpPr>
            <a:spLocks xmlns:a="http://schemas.openxmlformats.org/drawingml/2006/main" noGrp="1"/>
          </p:cNvSpPr>
          <p:nvPr/>
        </p:nvSpPr>
        <p:spPr>
          <a:xfrm xmlns:a="http://schemas.openxmlformats.org/drawingml/2006/main">
            <a:off x="500062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57" name="">
            <a:extLst xmlns:a="http://schemas.openxmlformats.org/drawingml/2006/main">
              <a:ext uri="{FF2B5EF4-FFF2-40B4-BE49-F238E27FC236}">
                <a16:creationId xmlns:a16="http://schemas.microsoft.com/office/drawing/2014/main" id="{3F47DD9B-32E1-471B-B607-C3277AE5D5D6}"/>
              </a:ext>
            </a:extLst>
          </p:cNvPr>
          <p:cNvSpPr>
            <a:spLocks xmlns:a="http://schemas.openxmlformats.org/drawingml/2006/main" noGrp="1"/>
          </p:cNvSpPr>
          <p:nvPr/>
        </p:nvSpPr>
        <p:spPr>
          <a:xfrm xmlns:a="http://schemas.openxmlformats.org/drawingml/2006/main">
            <a:off x="1524000" y="4810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軸方向に伸びる</a:t>
            </a:r>
          </a:p>
        </p:txBody>
      </p:sp>
      <p:sp>
        <p:nvSpPr>
          <p:cNvPr id="58" name="">
            <a:extLst xmlns:a="http://schemas.openxmlformats.org/drawingml/2006/main">
              <a:ext uri="{FF2B5EF4-FFF2-40B4-BE49-F238E27FC236}">
                <a16:creationId xmlns:a16="http://schemas.microsoft.com/office/drawing/2014/main" id="{1D911ACB-B387-45AB-A902-F19597AE182E}"/>
              </a:ext>
            </a:extLst>
          </p:cNvPr>
          <p:cNvSpPr>
            <a:spLocks xmlns:a="http://schemas.openxmlformats.org/drawingml/2006/main" noGrp="1"/>
          </p:cNvSpPr>
          <p:nvPr/>
        </p:nvSpPr>
        <p:spPr>
          <a:xfrm xmlns:a="http://schemas.openxmlformats.org/drawingml/2006/main">
            <a:off x="6858000" y="1571625"/>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AD8760"/>
                </a:solidFill>
                <a:latin typeface="Yu Gothic"/>
                <a:ea typeface="Yu Gothic"/>
                <a:cs typeface="Yu Gothic"/>
              </a:defRPr>
            </a:defPPr>
            <a:lvl1pPr>
              <a:buNone/>
              <a:defRPr sz="2400" b="1">
                <a:solidFill>
                  <a:srgbClr val="AD8760"/>
                </a:solidFill>
                <a:latin typeface="Yu Gothic"/>
                <a:ea typeface="Yu Gothic"/>
                <a:cs typeface="Yu Gothic"/>
              </a:defRPr>
            </a:lvl1pPr>
            <a:lvl2pPr>
              <a:buNone/>
              <a:defRPr sz="2400" b="1">
                <a:solidFill>
                  <a:srgbClr val="AD8760"/>
                </a:solidFill>
                <a:latin typeface="Yu Gothic"/>
                <a:ea typeface="Yu Gothic"/>
                <a:cs typeface="Yu Gothic"/>
              </a:defRPr>
            </a:lvl2pPr>
            <a:lvl3pPr>
              <a:buNone/>
              <a:defRPr sz="2400" b="1">
                <a:solidFill>
                  <a:srgbClr val="AD8760"/>
                </a:solidFill>
                <a:latin typeface="Yu Gothic"/>
                <a:ea typeface="Yu Gothic"/>
                <a:cs typeface="Yu Gothic"/>
              </a:defRPr>
            </a:lvl3pPr>
            <a:lvl4pPr>
              <a:buNone/>
              <a:defRPr sz="2400" b="1">
                <a:solidFill>
                  <a:srgbClr val="AD8760"/>
                </a:solidFill>
                <a:latin typeface="Yu Gothic"/>
                <a:ea typeface="Yu Gothic"/>
                <a:cs typeface="Yu Gothic"/>
              </a:defRPr>
            </a:lvl4pPr>
            <a:lvl5pPr>
              <a:buNone/>
              <a:defRPr sz="2400" b="1">
                <a:solidFill>
                  <a:srgbClr val="AD8760"/>
                </a:solidFill>
                <a:latin typeface="Yu Gothic"/>
                <a:ea typeface="Yu Gothic"/>
                <a:cs typeface="Yu Gothic"/>
              </a:defRPr>
            </a:lvl5pPr>
            <a:lvl6pPr>
              <a:buNone/>
              <a:defRPr sz="2400" b="1">
                <a:solidFill>
                  <a:srgbClr val="AD8760"/>
                </a:solidFill>
                <a:latin typeface="Yu Gothic"/>
                <a:ea typeface="Yu Gothic"/>
                <a:cs typeface="Yu Gothic"/>
              </a:defRPr>
            </a:lvl6pPr>
            <a:lvl7pPr>
              <a:buNone/>
              <a:defRPr sz="2400" b="1">
                <a:solidFill>
                  <a:srgbClr val="AD8760"/>
                </a:solidFill>
                <a:latin typeface="Yu Gothic"/>
                <a:ea typeface="Yu Gothic"/>
                <a:cs typeface="Yu Gothic"/>
              </a:defRPr>
            </a:lvl7pPr>
            <a:lvl8pPr>
              <a:buNone/>
              <a:defRPr sz="2400" b="1">
                <a:solidFill>
                  <a:srgbClr val="AD8760"/>
                </a:solidFill>
                <a:latin typeface="Yu Gothic"/>
                <a:ea typeface="Yu Gothic"/>
                <a:cs typeface="Yu Gothic"/>
              </a:defRPr>
            </a:lvl8pPr>
            <a:lvl9pPr>
              <a:buNone/>
              <a:defRPr sz="2400" b="1">
                <a:solidFill>
                  <a:srgbClr val="AD8760"/>
                </a:solidFill>
                <a:latin typeface="Yu Gothic"/>
                <a:ea typeface="Yu Gothic"/>
                <a:cs typeface="Yu Gothic"/>
              </a:defRPr>
            </a:lvl9pPr>
          </a:lstStyle>
          <a:p xmlns:a="http://schemas.openxmlformats.org/drawingml/2006/main">
            <a:pPr>
              <a:buNone/>
              <a:defRPr sz="2400" b="1">
                <a:solidFill>
                  <a:srgbClr val="AD8760"/>
                </a:solidFill>
                <a:latin typeface="Yu Gothic"/>
                <a:ea typeface="Yu Gothic"/>
                <a:cs typeface="Yu Gothic"/>
              </a:defRPr>
            </a:pPr>
            <a:r>
              <a:rPr sz="2400" b="1">
                <a:solidFill>
                  <a:srgbClr val="AD8760"/>
                </a:solidFill>
                <a:latin typeface="Yu Gothic"/>
                <a:ea typeface="Yu Gothic"/>
                <a:cs typeface="Yu Gothic"/>
              </a:rPr>
              <a:t>圧縮</a:t>
            </a:r>
          </a:p>
        </p:txBody>
      </p:sp>
      <p:sp>
        <p:nvSpPr>
          <p:cNvPr id="59" name="">
            <a:extLst xmlns:a="http://schemas.openxmlformats.org/drawingml/2006/main">
              <a:ext uri="{FF2B5EF4-FFF2-40B4-BE49-F238E27FC236}">
                <a16:creationId xmlns:a16="http://schemas.microsoft.com/office/drawing/2014/main" id="{C83FE426-CC56-432F-95E3-502349F307FC}"/>
              </a:ext>
            </a:extLst>
          </p:cNvPr>
          <p:cNvSpPr>
            <a:spLocks xmlns:a="http://schemas.openxmlformats.org/drawingml/2006/main" noGrp="1"/>
          </p:cNvSpPr>
          <p:nvPr/>
        </p:nvSpPr>
        <p:spPr>
          <a:xfrm xmlns:a="http://schemas.openxmlformats.org/drawingml/2006/main">
            <a:off x="7810500" y="2381250"/>
            <a:ext cx="2667000" cy="4762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50A235BD-29AC-4C9B-9609-62D21C150F98}"/>
              </a:ext>
            </a:extLst>
          </p:cNvPr>
          <p:cNvSpPr>
            <a:spLocks xmlns:a="http://schemas.openxmlformats.org/drawingml/2006/main" noGrp="1"/>
          </p:cNvSpPr>
          <p:nvPr/>
        </p:nvSpPr>
        <p:spPr>
          <a:xfrm xmlns:a="http://schemas.openxmlformats.org/drawingml/2006/main">
            <a:off x="6858000" y="2381250"/>
            <a:ext cx="904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buNone/>
              <a:defRPr sz="1650" b="0">
                <a:solidFill>
                  <a:srgbClr val="263D4D"/>
                </a:solidFill>
                <a:latin typeface="Yu Gothic"/>
                <a:ea typeface="Yu Gothic"/>
                <a:cs typeface="Yu Gothic"/>
              </a:defRPr>
            </a:lvl1pPr>
            <a:lvl2pPr>
              <a:buNone/>
              <a:defRPr sz="1650" b="0">
                <a:solidFill>
                  <a:srgbClr val="263D4D"/>
                </a:solidFill>
                <a:latin typeface="Yu Gothic"/>
                <a:ea typeface="Yu Gothic"/>
                <a:cs typeface="Yu Gothic"/>
              </a:defRPr>
            </a:lvl2pPr>
            <a:lvl3pPr>
              <a:buNone/>
              <a:defRPr sz="1650" b="0">
                <a:solidFill>
                  <a:srgbClr val="263D4D"/>
                </a:solidFill>
                <a:latin typeface="Yu Gothic"/>
                <a:ea typeface="Yu Gothic"/>
                <a:cs typeface="Yu Gothic"/>
              </a:defRPr>
            </a:lvl3pPr>
            <a:lvl4pPr>
              <a:buNone/>
              <a:defRPr sz="1650" b="0">
                <a:solidFill>
                  <a:srgbClr val="263D4D"/>
                </a:solidFill>
                <a:latin typeface="Yu Gothic"/>
                <a:ea typeface="Yu Gothic"/>
                <a:cs typeface="Yu Gothic"/>
              </a:defRPr>
            </a:lvl4pPr>
            <a:lvl5pPr>
              <a:buNone/>
              <a:defRPr sz="1650" b="0">
                <a:solidFill>
                  <a:srgbClr val="263D4D"/>
                </a:solidFill>
                <a:latin typeface="Yu Gothic"/>
                <a:ea typeface="Yu Gothic"/>
                <a:cs typeface="Yu Gothic"/>
              </a:defRPr>
            </a:lvl5pPr>
            <a:lvl6pPr>
              <a:buNone/>
              <a:defRPr sz="1650" b="0">
                <a:solidFill>
                  <a:srgbClr val="263D4D"/>
                </a:solidFill>
                <a:latin typeface="Yu Gothic"/>
                <a:ea typeface="Yu Gothic"/>
                <a:cs typeface="Yu Gothic"/>
              </a:defRPr>
            </a:lvl6pPr>
            <a:lvl7pPr>
              <a:buNone/>
              <a:defRPr sz="1650" b="0">
                <a:solidFill>
                  <a:srgbClr val="263D4D"/>
                </a:solidFill>
                <a:latin typeface="Yu Gothic"/>
                <a:ea typeface="Yu Gothic"/>
                <a:cs typeface="Yu Gothic"/>
              </a:defRPr>
            </a:lvl7pPr>
            <a:lvl8pPr>
              <a:buNone/>
              <a:defRPr sz="1650" b="0">
                <a:solidFill>
                  <a:srgbClr val="263D4D"/>
                </a:solidFill>
                <a:latin typeface="Yu Gothic"/>
                <a:ea typeface="Yu Gothic"/>
                <a:cs typeface="Yu Gothic"/>
              </a:defRPr>
            </a:lvl8pPr>
            <a:lvl9pPr>
              <a:buNone/>
              <a:defRPr sz="1650" b="0">
                <a:solidFill>
                  <a:srgbClr val="263D4D"/>
                </a:solidFill>
                <a:latin typeface="Yu Gothic"/>
                <a:ea typeface="Yu Gothic"/>
                <a:cs typeface="Yu Gothic"/>
              </a:defRPr>
            </a:lvl9pPr>
          </a:lstStyle>
          <a:p xmlns:a="http://schemas.openxmlformats.org/drawingml/2006/main">
            <a:pPr>
              <a:buNone/>
              <a:defRPr sz="1650" b="0">
                <a:solidFill>
                  <a:srgbClr val="263D4D"/>
                </a:solidFill>
                <a:latin typeface="Yu Gothic"/>
                <a:ea typeface="Yu Gothic"/>
                <a:cs typeface="Yu Gothic"/>
              </a:defRPr>
            </a:pPr>
            <a:r>
              <a:rPr sz="1650" b="0">
                <a:solidFill>
                  <a:srgbClr val="263D4D"/>
                </a:solidFill>
                <a:latin typeface="Yu Gothic"/>
                <a:ea typeface="Yu Gothic"/>
                <a:cs typeface="Yu Gothic"/>
              </a:rPr>
              <a:t>変形前</a:t>
            </a:r>
          </a:p>
        </p:txBody>
      </p:sp>
      <p:sp>
        <p:nvSpPr>
          <p:cNvPr id="61" name="">
            <a:extLst xmlns:a="http://schemas.openxmlformats.org/drawingml/2006/main">
              <a:ext uri="{FF2B5EF4-FFF2-40B4-BE49-F238E27FC236}">
                <a16:creationId xmlns:a16="http://schemas.microsoft.com/office/drawing/2014/main" id="{49E8BB8A-5951-48B9-BB84-D18D9735311B}"/>
              </a:ext>
            </a:extLst>
          </p:cNvPr>
          <p:cNvSpPr>
            <a:spLocks xmlns:a="http://schemas.openxmlformats.org/drawingml/2006/main" noGrp="1"/>
          </p:cNvSpPr>
          <p:nvPr/>
        </p:nvSpPr>
        <p:spPr>
          <a:xfrm xmlns:a="http://schemas.openxmlformats.org/drawingml/2006/main">
            <a:off x="8048625" y="3667125"/>
            <a:ext cx="2190750" cy="4762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62" name="">
            <a:extLst xmlns:a="http://schemas.openxmlformats.org/drawingml/2006/main">
              <a:ext uri="{FF2B5EF4-FFF2-40B4-BE49-F238E27FC236}">
                <a16:creationId xmlns:a16="http://schemas.microsoft.com/office/drawing/2014/main" id="{F10EB576-6A17-4810-8268-DE134618AE71}"/>
              </a:ext>
            </a:extLst>
          </p:cNvPr>
          <p:cNvSpPr>
            <a:spLocks xmlns:a="http://schemas.openxmlformats.org/drawingml/2006/main" noGrp="1"/>
          </p:cNvSpPr>
          <p:nvPr/>
        </p:nvSpPr>
        <p:spPr>
          <a:xfrm xmlns:a="http://schemas.openxmlformats.org/drawingml/2006/main">
            <a:off x="781050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3" name="">
            <a:extLst xmlns:a="http://schemas.openxmlformats.org/drawingml/2006/main">
              <a:ext uri="{FF2B5EF4-FFF2-40B4-BE49-F238E27FC236}">
                <a16:creationId xmlns:a16="http://schemas.microsoft.com/office/drawing/2014/main" id="{2DF5C6C7-E39D-41B0-8A60-96FB5C5994C3}"/>
              </a:ext>
            </a:extLst>
          </p:cNvPr>
          <p:cNvSpPr>
            <a:spLocks xmlns:a="http://schemas.openxmlformats.org/drawingml/2006/main" noGrp="1"/>
          </p:cNvSpPr>
          <p:nvPr/>
        </p:nvSpPr>
        <p:spPr>
          <a:xfrm xmlns:a="http://schemas.openxmlformats.org/drawingml/2006/main">
            <a:off x="781050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360F3B95-0C84-4DAD-80E6-E8E5FC023D69}"/>
              </a:ext>
            </a:extLst>
          </p:cNvPr>
          <p:cNvSpPr>
            <a:spLocks xmlns:a="http://schemas.openxmlformats.org/drawingml/2006/main" noGrp="1"/>
          </p:cNvSpPr>
          <p:nvPr/>
        </p:nvSpPr>
        <p:spPr>
          <a:xfrm xmlns:a="http://schemas.openxmlformats.org/drawingml/2006/main">
            <a:off x="781050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5" name="">
            <a:extLst xmlns:a="http://schemas.openxmlformats.org/drawingml/2006/main">
              <a:ext uri="{FF2B5EF4-FFF2-40B4-BE49-F238E27FC236}">
                <a16:creationId xmlns:a16="http://schemas.microsoft.com/office/drawing/2014/main" id="{A3921EC0-4630-4053-AB65-2459A13C527D}"/>
              </a:ext>
            </a:extLst>
          </p:cNvPr>
          <p:cNvSpPr>
            <a:spLocks xmlns:a="http://schemas.openxmlformats.org/drawingml/2006/main" noGrp="1"/>
          </p:cNvSpPr>
          <p:nvPr/>
        </p:nvSpPr>
        <p:spPr>
          <a:xfrm xmlns:a="http://schemas.openxmlformats.org/drawingml/2006/main">
            <a:off x="781050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6" name="">
            <a:extLst xmlns:a="http://schemas.openxmlformats.org/drawingml/2006/main">
              <a:ext uri="{FF2B5EF4-FFF2-40B4-BE49-F238E27FC236}">
                <a16:creationId xmlns:a16="http://schemas.microsoft.com/office/drawing/2014/main" id="{F3FAD2CE-252F-443E-82D4-C941B63E6E05}"/>
              </a:ext>
            </a:extLst>
          </p:cNvPr>
          <p:cNvSpPr>
            <a:spLocks xmlns:a="http://schemas.openxmlformats.org/drawingml/2006/main" noGrp="1"/>
          </p:cNvSpPr>
          <p:nvPr/>
        </p:nvSpPr>
        <p:spPr>
          <a:xfrm xmlns:a="http://schemas.openxmlformats.org/drawingml/2006/main">
            <a:off x="781050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7" name="">
            <a:extLst xmlns:a="http://schemas.openxmlformats.org/drawingml/2006/main">
              <a:ext uri="{FF2B5EF4-FFF2-40B4-BE49-F238E27FC236}">
                <a16:creationId xmlns:a16="http://schemas.microsoft.com/office/drawing/2014/main" id="{905C7CE4-9BC4-474D-93EF-ED5AA6DF8010}"/>
              </a:ext>
            </a:extLst>
          </p:cNvPr>
          <p:cNvSpPr>
            <a:spLocks xmlns:a="http://schemas.openxmlformats.org/drawingml/2006/main" noGrp="1"/>
          </p:cNvSpPr>
          <p:nvPr/>
        </p:nvSpPr>
        <p:spPr>
          <a:xfrm xmlns:a="http://schemas.openxmlformats.org/drawingml/2006/main">
            <a:off x="781050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8" name="">
            <a:extLst xmlns:a="http://schemas.openxmlformats.org/drawingml/2006/main">
              <a:ext uri="{FF2B5EF4-FFF2-40B4-BE49-F238E27FC236}">
                <a16:creationId xmlns:a16="http://schemas.microsoft.com/office/drawing/2014/main" id="{B22D29AD-C8F2-497F-93AB-C6719AB1AC35}"/>
              </a:ext>
            </a:extLst>
          </p:cNvPr>
          <p:cNvSpPr>
            <a:spLocks xmlns:a="http://schemas.openxmlformats.org/drawingml/2006/main" noGrp="1"/>
          </p:cNvSpPr>
          <p:nvPr/>
        </p:nvSpPr>
        <p:spPr>
          <a:xfrm xmlns:a="http://schemas.openxmlformats.org/drawingml/2006/main">
            <a:off x="781050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69" name="">
            <a:extLst xmlns:a="http://schemas.openxmlformats.org/drawingml/2006/main">
              <a:ext uri="{FF2B5EF4-FFF2-40B4-BE49-F238E27FC236}">
                <a16:creationId xmlns:a16="http://schemas.microsoft.com/office/drawing/2014/main" id="{5A25B2C3-AEF1-4103-BF77-03D05504B46D}"/>
              </a:ext>
            </a:extLst>
          </p:cNvPr>
          <p:cNvSpPr>
            <a:spLocks xmlns:a="http://schemas.openxmlformats.org/drawingml/2006/main" noGrp="1"/>
          </p:cNvSpPr>
          <p:nvPr/>
        </p:nvSpPr>
        <p:spPr>
          <a:xfrm xmlns:a="http://schemas.openxmlformats.org/drawingml/2006/main">
            <a:off x="781050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1140B8E6-F04C-46BE-BD2B-F3231B58C676}"/>
              </a:ext>
            </a:extLst>
          </p:cNvPr>
          <p:cNvSpPr>
            <a:spLocks xmlns:a="http://schemas.openxmlformats.org/drawingml/2006/main" noGrp="1"/>
          </p:cNvSpPr>
          <p:nvPr/>
        </p:nvSpPr>
        <p:spPr>
          <a:xfrm xmlns:a="http://schemas.openxmlformats.org/drawingml/2006/main">
            <a:off x="781050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1" name="">
            <a:extLst xmlns:a="http://schemas.openxmlformats.org/drawingml/2006/main">
              <a:ext uri="{FF2B5EF4-FFF2-40B4-BE49-F238E27FC236}">
                <a16:creationId xmlns:a16="http://schemas.microsoft.com/office/drawing/2014/main" id="{4880E136-CAD8-421C-A2AF-178F0101DAAD}"/>
              </a:ext>
            </a:extLst>
          </p:cNvPr>
          <p:cNvSpPr>
            <a:spLocks xmlns:a="http://schemas.openxmlformats.org/drawingml/2006/main" noGrp="1"/>
          </p:cNvSpPr>
          <p:nvPr/>
        </p:nvSpPr>
        <p:spPr>
          <a:xfrm xmlns:a="http://schemas.openxmlformats.org/drawingml/2006/main">
            <a:off x="781050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2" name="">
            <a:extLst xmlns:a="http://schemas.openxmlformats.org/drawingml/2006/main">
              <a:ext uri="{FF2B5EF4-FFF2-40B4-BE49-F238E27FC236}">
                <a16:creationId xmlns:a16="http://schemas.microsoft.com/office/drawing/2014/main" id="{F64CE90A-E301-4A7C-ABC2-B4C645FC0DDA}"/>
              </a:ext>
            </a:extLst>
          </p:cNvPr>
          <p:cNvSpPr>
            <a:spLocks xmlns:a="http://schemas.openxmlformats.org/drawingml/2006/main" noGrp="1"/>
          </p:cNvSpPr>
          <p:nvPr/>
        </p:nvSpPr>
        <p:spPr>
          <a:xfrm xmlns:a="http://schemas.openxmlformats.org/drawingml/2006/main">
            <a:off x="781050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3" name="">
            <a:extLst xmlns:a="http://schemas.openxmlformats.org/drawingml/2006/main">
              <a:ext uri="{FF2B5EF4-FFF2-40B4-BE49-F238E27FC236}">
                <a16:creationId xmlns:a16="http://schemas.microsoft.com/office/drawing/2014/main" id="{4FD54D58-6488-41D4-B0AB-0E9E948E863B}"/>
              </a:ext>
            </a:extLst>
          </p:cNvPr>
          <p:cNvSpPr>
            <a:spLocks xmlns:a="http://schemas.openxmlformats.org/drawingml/2006/main" noGrp="1"/>
          </p:cNvSpPr>
          <p:nvPr/>
        </p:nvSpPr>
        <p:spPr>
          <a:xfrm xmlns:a="http://schemas.openxmlformats.org/drawingml/2006/main">
            <a:off x="781050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4" name="">
            <a:extLst xmlns:a="http://schemas.openxmlformats.org/drawingml/2006/main">
              <a:ext uri="{FF2B5EF4-FFF2-40B4-BE49-F238E27FC236}">
                <a16:creationId xmlns:a16="http://schemas.microsoft.com/office/drawing/2014/main" id="{00AE75B5-AB25-48A2-9EF8-38C84A04E80D}"/>
              </a:ext>
            </a:extLst>
          </p:cNvPr>
          <p:cNvSpPr>
            <a:spLocks xmlns:a="http://schemas.openxmlformats.org/drawingml/2006/main" noGrp="1"/>
          </p:cNvSpPr>
          <p:nvPr/>
        </p:nvSpPr>
        <p:spPr>
          <a:xfrm xmlns:a="http://schemas.openxmlformats.org/drawingml/2006/main">
            <a:off x="781050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5" name="">
            <a:extLst xmlns:a="http://schemas.openxmlformats.org/drawingml/2006/main">
              <a:ext uri="{FF2B5EF4-FFF2-40B4-BE49-F238E27FC236}">
                <a16:creationId xmlns:a16="http://schemas.microsoft.com/office/drawing/2014/main" id="{CB761D3F-5C5A-4CAB-8500-A9EFB53844C9}"/>
              </a:ext>
            </a:extLst>
          </p:cNvPr>
          <p:cNvSpPr>
            <a:spLocks xmlns:a="http://schemas.openxmlformats.org/drawingml/2006/main" noGrp="1"/>
          </p:cNvSpPr>
          <p:nvPr/>
        </p:nvSpPr>
        <p:spPr>
          <a:xfrm xmlns:a="http://schemas.openxmlformats.org/drawingml/2006/main">
            <a:off x="10477500" y="295275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6" name="">
            <a:extLst xmlns:a="http://schemas.openxmlformats.org/drawingml/2006/main">
              <a:ext uri="{FF2B5EF4-FFF2-40B4-BE49-F238E27FC236}">
                <a16:creationId xmlns:a16="http://schemas.microsoft.com/office/drawing/2014/main" id="{8B7340FD-504F-4835-818F-83D74BC60225}"/>
              </a:ext>
            </a:extLst>
          </p:cNvPr>
          <p:cNvSpPr>
            <a:spLocks xmlns:a="http://schemas.openxmlformats.org/drawingml/2006/main" noGrp="1"/>
          </p:cNvSpPr>
          <p:nvPr/>
        </p:nvSpPr>
        <p:spPr>
          <a:xfrm xmlns:a="http://schemas.openxmlformats.org/drawingml/2006/main">
            <a:off x="10477500" y="308463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7" name="">
            <a:extLst xmlns:a="http://schemas.openxmlformats.org/drawingml/2006/main">
              <a:ext uri="{FF2B5EF4-FFF2-40B4-BE49-F238E27FC236}">
                <a16:creationId xmlns:a16="http://schemas.microsoft.com/office/drawing/2014/main" id="{6EA8A28A-9776-49A5-80BF-424059AAF82F}"/>
              </a:ext>
            </a:extLst>
          </p:cNvPr>
          <p:cNvSpPr>
            <a:spLocks xmlns:a="http://schemas.openxmlformats.org/drawingml/2006/main" noGrp="1"/>
          </p:cNvSpPr>
          <p:nvPr/>
        </p:nvSpPr>
        <p:spPr>
          <a:xfrm xmlns:a="http://schemas.openxmlformats.org/drawingml/2006/main">
            <a:off x="10477500" y="321651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8" name="">
            <a:extLst xmlns:a="http://schemas.openxmlformats.org/drawingml/2006/main">
              <a:ext uri="{FF2B5EF4-FFF2-40B4-BE49-F238E27FC236}">
                <a16:creationId xmlns:a16="http://schemas.microsoft.com/office/drawing/2014/main" id="{014A2C0A-85CA-482E-B738-7BF967C5FF41}"/>
              </a:ext>
            </a:extLst>
          </p:cNvPr>
          <p:cNvSpPr>
            <a:spLocks xmlns:a="http://schemas.openxmlformats.org/drawingml/2006/main" noGrp="1"/>
          </p:cNvSpPr>
          <p:nvPr/>
        </p:nvSpPr>
        <p:spPr>
          <a:xfrm xmlns:a="http://schemas.openxmlformats.org/drawingml/2006/main">
            <a:off x="10477500" y="334840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79" name="">
            <a:extLst xmlns:a="http://schemas.openxmlformats.org/drawingml/2006/main">
              <a:ext uri="{FF2B5EF4-FFF2-40B4-BE49-F238E27FC236}">
                <a16:creationId xmlns:a16="http://schemas.microsoft.com/office/drawing/2014/main" id="{05F0576D-4599-4CB0-B556-991A71080651}"/>
              </a:ext>
            </a:extLst>
          </p:cNvPr>
          <p:cNvSpPr>
            <a:spLocks xmlns:a="http://schemas.openxmlformats.org/drawingml/2006/main" noGrp="1"/>
          </p:cNvSpPr>
          <p:nvPr/>
        </p:nvSpPr>
        <p:spPr>
          <a:xfrm xmlns:a="http://schemas.openxmlformats.org/drawingml/2006/main">
            <a:off x="10477500" y="348028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0" name="">
            <a:extLst xmlns:a="http://schemas.openxmlformats.org/drawingml/2006/main">
              <a:ext uri="{FF2B5EF4-FFF2-40B4-BE49-F238E27FC236}">
                <a16:creationId xmlns:a16="http://schemas.microsoft.com/office/drawing/2014/main" id="{7AF294DF-3380-40CC-90E3-E4CA34C1E68B}"/>
              </a:ext>
            </a:extLst>
          </p:cNvPr>
          <p:cNvSpPr>
            <a:spLocks xmlns:a="http://schemas.openxmlformats.org/drawingml/2006/main" noGrp="1"/>
          </p:cNvSpPr>
          <p:nvPr/>
        </p:nvSpPr>
        <p:spPr>
          <a:xfrm xmlns:a="http://schemas.openxmlformats.org/drawingml/2006/main">
            <a:off x="10477500" y="361217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1" name="">
            <a:extLst xmlns:a="http://schemas.openxmlformats.org/drawingml/2006/main">
              <a:ext uri="{FF2B5EF4-FFF2-40B4-BE49-F238E27FC236}">
                <a16:creationId xmlns:a16="http://schemas.microsoft.com/office/drawing/2014/main" id="{FFCEBBBF-41B5-40BE-AE82-2202B3FFC005}"/>
              </a:ext>
            </a:extLst>
          </p:cNvPr>
          <p:cNvSpPr>
            <a:spLocks xmlns:a="http://schemas.openxmlformats.org/drawingml/2006/main" noGrp="1"/>
          </p:cNvSpPr>
          <p:nvPr/>
        </p:nvSpPr>
        <p:spPr>
          <a:xfrm xmlns:a="http://schemas.openxmlformats.org/drawingml/2006/main">
            <a:off x="10477500" y="374405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2" name="">
            <a:extLst xmlns:a="http://schemas.openxmlformats.org/drawingml/2006/main">
              <a:ext uri="{FF2B5EF4-FFF2-40B4-BE49-F238E27FC236}">
                <a16:creationId xmlns:a16="http://schemas.microsoft.com/office/drawing/2014/main" id="{F2FA686C-3E35-4C9C-B008-78C2DA489A37}"/>
              </a:ext>
            </a:extLst>
          </p:cNvPr>
          <p:cNvSpPr>
            <a:spLocks xmlns:a="http://schemas.openxmlformats.org/drawingml/2006/main" noGrp="1"/>
          </p:cNvSpPr>
          <p:nvPr/>
        </p:nvSpPr>
        <p:spPr>
          <a:xfrm xmlns:a="http://schemas.openxmlformats.org/drawingml/2006/main">
            <a:off x="10477500" y="387594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3" name="">
            <a:extLst xmlns:a="http://schemas.openxmlformats.org/drawingml/2006/main">
              <a:ext uri="{FF2B5EF4-FFF2-40B4-BE49-F238E27FC236}">
                <a16:creationId xmlns:a16="http://schemas.microsoft.com/office/drawing/2014/main" id="{6446223A-5B03-4041-8201-3B01293AE658}"/>
              </a:ext>
            </a:extLst>
          </p:cNvPr>
          <p:cNvSpPr>
            <a:spLocks xmlns:a="http://schemas.openxmlformats.org/drawingml/2006/main" noGrp="1"/>
          </p:cNvSpPr>
          <p:nvPr/>
        </p:nvSpPr>
        <p:spPr>
          <a:xfrm xmlns:a="http://schemas.openxmlformats.org/drawingml/2006/main">
            <a:off x="10477500" y="400782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4" name="">
            <a:extLst xmlns:a="http://schemas.openxmlformats.org/drawingml/2006/main">
              <a:ext uri="{FF2B5EF4-FFF2-40B4-BE49-F238E27FC236}">
                <a16:creationId xmlns:a16="http://schemas.microsoft.com/office/drawing/2014/main" id="{0AA731AF-5203-460D-ABBC-551F011638A9}"/>
              </a:ext>
            </a:extLst>
          </p:cNvPr>
          <p:cNvSpPr>
            <a:spLocks xmlns:a="http://schemas.openxmlformats.org/drawingml/2006/main" noGrp="1"/>
          </p:cNvSpPr>
          <p:nvPr/>
        </p:nvSpPr>
        <p:spPr>
          <a:xfrm xmlns:a="http://schemas.openxmlformats.org/drawingml/2006/main">
            <a:off x="10477500" y="413971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5" name="">
            <a:extLst xmlns:a="http://schemas.openxmlformats.org/drawingml/2006/main">
              <a:ext uri="{FF2B5EF4-FFF2-40B4-BE49-F238E27FC236}">
                <a16:creationId xmlns:a16="http://schemas.microsoft.com/office/drawing/2014/main" id="{1AE282E9-77D9-46A7-9FB7-E34C6020F2D6}"/>
              </a:ext>
            </a:extLst>
          </p:cNvPr>
          <p:cNvSpPr>
            <a:spLocks xmlns:a="http://schemas.openxmlformats.org/drawingml/2006/main" noGrp="1"/>
          </p:cNvSpPr>
          <p:nvPr/>
        </p:nvSpPr>
        <p:spPr>
          <a:xfrm xmlns:a="http://schemas.openxmlformats.org/drawingml/2006/main">
            <a:off x="10477500" y="427159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6" name="">
            <a:extLst xmlns:a="http://schemas.openxmlformats.org/drawingml/2006/main">
              <a:ext uri="{FF2B5EF4-FFF2-40B4-BE49-F238E27FC236}">
                <a16:creationId xmlns:a16="http://schemas.microsoft.com/office/drawing/2014/main" id="{92D08BAF-1D07-4870-9205-22850D5722EC}"/>
              </a:ext>
            </a:extLst>
          </p:cNvPr>
          <p:cNvSpPr>
            <a:spLocks xmlns:a="http://schemas.openxmlformats.org/drawingml/2006/main" noGrp="1"/>
          </p:cNvSpPr>
          <p:nvPr/>
        </p:nvSpPr>
        <p:spPr>
          <a:xfrm xmlns:a="http://schemas.openxmlformats.org/drawingml/2006/main">
            <a:off x="10477500" y="440348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7" name="">
            <a:extLst xmlns:a="http://schemas.openxmlformats.org/drawingml/2006/main">
              <a:ext uri="{FF2B5EF4-FFF2-40B4-BE49-F238E27FC236}">
                <a16:creationId xmlns:a16="http://schemas.microsoft.com/office/drawing/2014/main" id="{AFEDBD75-7F8B-49F7-A92F-4B66A99AAEFA}"/>
              </a:ext>
            </a:extLst>
          </p:cNvPr>
          <p:cNvSpPr>
            <a:spLocks xmlns:a="http://schemas.openxmlformats.org/drawingml/2006/main" noGrp="1"/>
          </p:cNvSpPr>
          <p:nvPr/>
        </p:nvSpPr>
        <p:spPr>
          <a:xfrm xmlns:a="http://schemas.openxmlformats.org/drawingml/2006/main">
            <a:off x="10477500" y="453536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88" name="">
            <a:extLst xmlns:a="http://schemas.openxmlformats.org/drawingml/2006/main">
              <a:ext uri="{FF2B5EF4-FFF2-40B4-BE49-F238E27FC236}">
                <a16:creationId xmlns:a16="http://schemas.microsoft.com/office/drawing/2014/main" id="{E37E8180-FFB0-419D-928D-CA937958662F}"/>
              </a:ext>
            </a:extLst>
          </p:cNvPr>
          <p:cNvSpPr>
            <a:spLocks xmlns:a="http://schemas.openxmlformats.org/drawingml/2006/main" noGrp="1"/>
          </p:cNvSpPr>
          <p:nvPr/>
        </p:nvSpPr>
        <p:spPr>
          <a:xfrm xmlns:a="http://schemas.openxmlformats.org/drawingml/2006/main">
            <a:off x="7286625" y="3905250"/>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38100">
            <a:solidFill>
              <a:srgbClr val="AD8760"/>
            </a:solidFill>
          </a:ln>
        </p:spPr>
      </p:sp>
      <p:sp>
        <p:nvSpPr>
          <p:cNvPr id="89" name="">
            <a:extLst xmlns:a="http://schemas.openxmlformats.org/drawingml/2006/main">
              <a:ext uri="{FF2B5EF4-FFF2-40B4-BE49-F238E27FC236}">
                <a16:creationId xmlns:a16="http://schemas.microsoft.com/office/drawing/2014/main" id="{85134C26-CB18-4E67-A5C8-4C5F2D06F04B}"/>
              </a:ext>
            </a:extLst>
          </p:cNvPr>
          <p:cNvSpPr>
            <a:spLocks xmlns:a="http://schemas.openxmlformats.org/drawingml/2006/main" noGrp="1"/>
          </p:cNvSpPr>
          <p:nvPr/>
        </p:nvSpPr>
        <p:spPr>
          <a:xfrm xmlns:a="http://schemas.openxmlformats.org/drawingml/2006/main">
            <a:off x="7924800" y="38532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AD8760"/>
          </a:solidFill>
          <a:ln xmlns:a="http://schemas.openxmlformats.org/drawingml/2006/main" w="4763">
            <a:solidFill>
              <a:srgbClr val="AD8760"/>
            </a:solidFill>
          </a:ln>
        </p:spPr>
      </p:sp>
      <p:sp>
        <p:nvSpPr>
          <p:cNvPr id="90" name="">
            <a:extLst xmlns:a="http://schemas.openxmlformats.org/drawingml/2006/main">
              <a:ext uri="{FF2B5EF4-FFF2-40B4-BE49-F238E27FC236}">
                <a16:creationId xmlns:a16="http://schemas.microsoft.com/office/drawing/2014/main" id="{04A12EDD-00E6-4B2A-BB11-C8570ACB8758}"/>
              </a:ext>
            </a:extLst>
          </p:cNvPr>
          <p:cNvSpPr>
            <a:spLocks xmlns:a="http://schemas.openxmlformats.org/drawingml/2006/main" noGrp="1"/>
          </p:cNvSpPr>
          <p:nvPr/>
        </p:nvSpPr>
        <p:spPr>
          <a:xfrm xmlns:a="http://schemas.openxmlformats.org/drawingml/2006/main">
            <a:off x="10239375" y="3905250"/>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38100">
            <a:solidFill>
              <a:srgbClr val="AD8760"/>
            </a:solidFill>
          </a:ln>
        </p:spPr>
      </p:sp>
      <p:sp>
        <p:nvSpPr>
          <p:cNvPr id="91" name="">
            <a:extLst xmlns:a="http://schemas.openxmlformats.org/drawingml/2006/main">
              <a:ext uri="{FF2B5EF4-FFF2-40B4-BE49-F238E27FC236}">
                <a16:creationId xmlns:a16="http://schemas.microsoft.com/office/drawing/2014/main" id="{85108A33-86CF-4ED7-A787-8DB024E88AC0}"/>
              </a:ext>
            </a:extLst>
          </p:cNvPr>
          <p:cNvSpPr>
            <a:spLocks xmlns:a="http://schemas.openxmlformats.org/drawingml/2006/main" noGrp="1"/>
          </p:cNvSpPr>
          <p:nvPr/>
        </p:nvSpPr>
        <p:spPr>
          <a:xfrm xmlns:a="http://schemas.openxmlformats.org/drawingml/2006/main">
            <a:off x="10239375" y="38532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AD8760"/>
          </a:solidFill>
          <a:ln xmlns:a="http://schemas.openxmlformats.org/drawingml/2006/main" w="4763">
            <a:solidFill>
              <a:srgbClr val="AD8760"/>
            </a:solidFill>
          </a:ln>
        </p:spPr>
      </p:sp>
      <p:sp>
        <p:nvSpPr>
          <p:cNvPr id="92" name="">
            <a:extLst xmlns:a="http://schemas.openxmlformats.org/drawingml/2006/main">
              <a:ext uri="{FF2B5EF4-FFF2-40B4-BE49-F238E27FC236}">
                <a16:creationId xmlns:a16="http://schemas.microsoft.com/office/drawing/2014/main" id="{BEBECAEE-3BCF-446A-AF14-BEC9E35F5D7C}"/>
              </a:ext>
            </a:extLst>
          </p:cNvPr>
          <p:cNvSpPr>
            <a:spLocks xmlns:a="http://schemas.openxmlformats.org/drawingml/2006/main" noGrp="1"/>
          </p:cNvSpPr>
          <p:nvPr/>
        </p:nvSpPr>
        <p:spPr>
          <a:xfrm xmlns:a="http://schemas.openxmlformats.org/drawingml/2006/main">
            <a:off x="700087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93" name="">
            <a:extLst xmlns:a="http://schemas.openxmlformats.org/drawingml/2006/main">
              <a:ext uri="{FF2B5EF4-FFF2-40B4-BE49-F238E27FC236}">
                <a16:creationId xmlns:a16="http://schemas.microsoft.com/office/drawing/2014/main" id="{889C3CA4-F21A-44A3-8CCF-AB91D3A1738D}"/>
              </a:ext>
            </a:extLst>
          </p:cNvPr>
          <p:cNvSpPr>
            <a:spLocks xmlns:a="http://schemas.openxmlformats.org/drawingml/2006/main" noGrp="1"/>
          </p:cNvSpPr>
          <p:nvPr/>
        </p:nvSpPr>
        <p:spPr>
          <a:xfrm xmlns:a="http://schemas.openxmlformats.org/drawingml/2006/main">
            <a:off x="11001375" y="314325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F</a:t>
            </a:r>
          </a:p>
        </p:txBody>
      </p:sp>
      <p:sp>
        <p:nvSpPr>
          <p:cNvPr id="94" name="">
            <a:extLst xmlns:a="http://schemas.openxmlformats.org/drawingml/2006/main">
              <a:ext uri="{FF2B5EF4-FFF2-40B4-BE49-F238E27FC236}">
                <a16:creationId xmlns:a16="http://schemas.microsoft.com/office/drawing/2014/main" id="{C551C33C-152A-43A1-98DC-F94CB819B6F6}"/>
              </a:ext>
            </a:extLst>
          </p:cNvPr>
          <p:cNvSpPr>
            <a:spLocks xmlns:a="http://schemas.openxmlformats.org/drawingml/2006/main" noGrp="1"/>
          </p:cNvSpPr>
          <p:nvPr/>
        </p:nvSpPr>
        <p:spPr>
          <a:xfrm xmlns:a="http://schemas.openxmlformats.org/drawingml/2006/main">
            <a:off x="7524750" y="4810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軸方向に縮む</a:t>
            </a:r>
          </a:p>
        </p:txBody>
      </p:sp>
      <p:sp>
        <p:nvSpPr>
          <p:cNvPr id="95" name="">
            <a:extLst xmlns:a="http://schemas.openxmlformats.org/drawingml/2006/main">
              <a:ext uri="{FF2B5EF4-FFF2-40B4-BE49-F238E27FC236}">
                <a16:creationId xmlns:a16="http://schemas.microsoft.com/office/drawing/2014/main" id="{825A351E-F8C7-4A04-8EF6-745FF84B735F}"/>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破線は変形前の端の位置。変形は誇張し、横方向の変化は省略している。</a:t>
            </a:r>
          </a:p>
        </p:txBody>
      </p:sp>
    </p:spTree>
    <p:extLst>
      <p:ext uri="{BB962C8B-B14F-4D97-AF65-F5344CB8AC3E}">
        <p14:creationId xmlns:p14="http://schemas.microsoft.com/office/powerpoint/2010/main" val="19630938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17C894-3D80-4BC3-AC56-24F37458FDD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CE209EC7-26A1-4673-B423-BCF1AEF336C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3D42E85-4CCA-4A40-85C5-142C5D71267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CF3D0BB-F144-4128-8F92-78A26E1D4D9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647DC335-673E-419A-A7EF-0B48E2D453E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再開後：せん断</a:t>
            </a:r>
          </a:p>
        </p:txBody>
      </p:sp>
      <p:sp>
        <p:nvSpPr>
          <p:cNvPr id="6" name="">
            <a:extLst xmlns:a="http://schemas.openxmlformats.org/drawingml/2006/main">
              <a:ext uri="{FF2B5EF4-FFF2-40B4-BE49-F238E27FC236}">
                <a16:creationId xmlns:a16="http://schemas.microsoft.com/office/drawing/2014/main" id="{E9CB4CAE-6913-4606-B70D-2525B3066FF5}"/>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E7556531-1D08-4A59-B649-BF0F288F1D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8" name="">
            <a:extLst xmlns:a="http://schemas.openxmlformats.org/drawingml/2006/main">
              <a:ext uri="{FF2B5EF4-FFF2-40B4-BE49-F238E27FC236}">
                <a16:creationId xmlns:a16="http://schemas.microsoft.com/office/drawing/2014/main" id="{57497104-BCDA-477A-B497-581D2081D65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57</a:t>
            </a:r>
          </a:p>
        </p:txBody>
      </p:sp>
    </p:spTree>
    <p:extLst>
      <p:ext uri="{BB962C8B-B14F-4D97-AF65-F5344CB8AC3E}">
        <p14:creationId xmlns:p14="http://schemas.microsoft.com/office/powerpoint/2010/main" val="16482924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89F7D27B-0B3D-4F01-8C51-7C81D2E8B0A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せん断</a:t>
            </a:r>
          </a:p>
        </p:txBody>
      </p:sp>
      <p:cxnSp>
        <p:nvCxnSpPr>
          <p:cNvPr id="2" name="">
            <a:extLst xmlns:a="http://schemas.openxmlformats.org/drawingml/2006/main">
              <a:ext uri="{FF2B5EF4-FFF2-40B4-BE49-F238E27FC236}">
                <a16:creationId xmlns:a16="http://schemas.microsoft.com/office/drawing/2014/main" id="{A9E8E701-09B3-410D-9170-5A38EBC2915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F902E161-DE19-4D6F-B593-B528C87FCCB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 / 57</a:t>
            </a:r>
          </a:p>
        </p:txBody>
      </p:sp>
      <p:sp>
        <p:nvSpPr>
          <p:cNvPr id="16" name="">
            <a:extLst xmlns:a="http://schemas.openxmlformats.org/drawingml/2006/main">
              <a:ext uri="{FF2B5EF4-FFF2-40B4-BE49-F238E27FC236}">
                <a16:creationId xmlns:a16="http://schemas.microsoft.com/office/drawing/2014/main" id="{29349CCB-7463-4E69-88BE-96C8F55E33AB}"/>
              </a:ext>
            </a:extLst>
          </p:cNvPr>
          <p:cNvSpPr>
            <a:spLocks xmlns:a="http://schemas.openxmlformats.org/drawingml/2006/main" noGrp="1"/>
          </p:cNvSpPr>
          <p:nvPr/>
        </p:nvSpPr>
        <p:spPr>
          <a:xfrm xmlns:a="http://schemas.openxmlformats.org/drawingml/2006/main">
            <a:off x="809625" y="16192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7655A5"/>
                </a:solidFill>
                <a:latin typeface="Yu Gothic"/>
                <a:ea typeface="Yu Gothic"/>
                <a:cs typeface="Yu Gothic"/>
              </a:defRPr>
            </a:defPPr>
            <a:lvl1pPr>
              <a:buNone/>
              <a:defRPr sz="2250" b="1">
                <a:solidFill>
                  <a:srgbClr val="7655A5"/>
                </a:solidFill>
                <a:latin typeface="Yu Gothic"/>
                <a:ea typeface="Yu Gothic"/>
                <a:cs typeface="Yu Gothic"/>
              </a:defRPr>
            </a:lvl1pPr>
            <a:lvl2pPr>
              <a:buNone/>
              <a:defRPr sz="2250" b="1">
                <a:solidFill>
                  <a:srgbClr val="7655A5"/>
                </a:solidFill>
                <a:latin typeface="Yu Gothic"/>
                <a:ea typeface="Yu Gothic"/>
                <a:cs typeface="Yu Gothic"/>
              </a:defRPr>
            </a:lvl2pPr>
            <a:lvl3pPr>
              <a:buNone/>
              <a:defRPr sz="2250" b="1">
                <a:solidFill>
                  <a:srgbClr val="7655A5"/>
                </a:solidFill>
                <a:latin typeface="Yu Gothic"/>
                <a:ea typeface="Yu Gothic"/>
                <a:cs typeface="Yu Gothic"/>
              </a:defRPr>
            </a:lvl3pPr>
            <a:lvl4pPr>
              <a:buNone/>
              <a:defRPr sz="2250" b="1">
                <a:solidFill>
                  <a:srgbClr val="7655A5"/>
                </a:solidFill>
                <a:latin typeface="Yu Gothic"/>
                <a:ea typeface="Yu Gothic"/>
                <a:cs typeface="Yu Gothic"/>
              </a:defRPr>
            </a:lvl4pPr>
            <a:lvl5pPr>
              <a:buNone/>
              <a:defRPr sz="2250" b="1">
                <a:solidFill>
                  <a:srgbClr val="7655A5"/>
                </a:solidFill>
                <a:latin typeface="Yu Gothic"/>
                <a:ea typeface="Yu Gothic"/>
                <a:cs typeface="Yu Gothic"/>
              </a:defRPr>
            </a:lvl5pPr>
            <a:lvl6pPr>
              <a:buNone/>
              <a:defRPr sz="2250" b="1">
                <a:solidFill>
                  <a:srgbClr val="7655A5"/>
                </a:solidFill>
                <a:latin typeface="Yu Gothic"/>
                <a:ea typeface="Yu Gothic"/>
                <a:cs typeface="Yu Gothic"/>
              </a:defRPr>
            </a:lvl6pPr>
            <a:lvl7pPr>
              <a:buNone/>
              <a:defRPr sz="2250" b="1">
                <a:solidFill>
                  <a:srgbClr val="7655A5"/>
                </a:solidFill>
                <a:latin typeface="Yu Gothic"/>
                <a:ea typeface="Yu Gothic"/>
                <a:cs typeface="Yu Gothic"/>
              </a:defRPr>
            </a:lvl7pPr>
            <a:lvl8pPr>
              <a:buNone/>
              <a:defRPr sz="2250" b="1">
                <a:solidFill>
                  <a:srgbClr val="7655A5"/>
                </a:solidFill>
                <a:latin typeface="Yu Gothic"/>
                <a:ea typeface="Yu Gothic"/>
                <a:cs typeface="Yu Gothic"/>
              </a:defRPr>
            </a:lvl8pPr>
            <a:lvl9pPr>
              <a:buNone/>
              <a:defRPr sz="2250" b="1">
                <a:solidFill>
                  <a:srgbClr val="7655A5"/>
                </a:solidFill>
                <a:latin typeface="Yu Gothic"/>
                <a:ea typeface="Yu Gothic"/>
                <a:cs typeface="Yu Gothic"/>
              </a:defRPr>
            </a:lvl9pPr>
          </a:lstStyle>
          <a:p xmlns:a="http://schemas.openxmlformats.org/drawingml/2006/main">
            <a:pPr>
              <a:buNone/>
              <a:defRPr sz="2250" b="1">
                <a:solidFill>
                  <a:srgbClr val="7655A5"/>
                </a:solidFill>
                <a:latin typeface="Yu Gothic"/>
                <a:ea typeface="Yu Gothic"/>
                <a:cs typeface="Yu Gothic"/>
              </a:defRPr>
            </a:pPr>
            <a:r>
              <a:rPr sz="2250" b="1">
                <a:solidFill>
                  <a:srgbClr val="7655A5"/>
                </a:solidFill>
                <a:latin typeface="Yu Gothic"/>
                <a:ea typeface="Yu Gothic"/>
                <a:cs typeface="Yu Gothic"/>
              </a:rPr>
              <a:t>せん断の作用</a:t>
            </a:r>
          </a:p>
        </p:txBody>
      </p:sp>
      <p:sp>
        <p:nvSpPr>
          <p:cNvPr id="17" name="">
            <a:extLst xmlns:a="http://schemas.openxmlformats.org/drawingml/2006/main">
              <a:ext uri="{FF2B5EF4-FFF2-40B4-BE49-F238E27FC236}">
                <a16:creationId xmlns:a16="http://schemas.microsoft.com/office/drawing/2014/main" id="{4E328BB8-AD5D-48B7-8AFF-26DBEDA885DC}"/>
              </a:ext>
            </a:extLst>
          </p:cNvPr>
          <p:cNvSpPr>
            <a:spLocks xmlns:a="http://schemas.openxmlformats.org/drawingml/2006/main" noGrp="1"/>
          </p:cNvSpPr>
          <p:nvPr/>
        </p:nvSpPr>
        <p:spPr>
          <a:xfrm xmlns:a="http://schemas.openxmlformats.org/drawingml/2006/main">
            <a:off x="1333500" y="2762250"/>
            <a:ext cx="2286000" cy="19050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AFABE4D1-7967-4612-99B3-5E46E040018B}"/>
              </a:ext>
            </a:extLst>
          </p:cNvPr>
          <p:cNvSpPr>
            <a:spLocks xmlns:a="http://schemas.openxmlformats.org/drawingml/2006/main" noGrp="1"/>
          </p:cNvSpPr>
          <p:nvPr/>
        </p:nvSpPr>
        <p:spPr>
          <a:xfrm xmlns:a="http://schemas.openxmlformats.org/drawingml/2006/main">
            <a:off x="1333500" y="2762250"/>
            <a:ext cx="2905125" cy="1905000"/>
          </a:xfrm>
          <a:custGeom xmlns:a="http://schemas.openxmlformats.org/drawingml/2006/main">
            <a:pathLst>
              <a:path w="2905125" h="1905000">
                <a:moveTo>
                  <a:pt x="0" y="1905000"/>
                </a:moveTo>
                <a:lnTo>
                  <a:pt x="2286000" y="1905000"/>
                </a:lnTo>
                <a:lnTo>
                  <a:pt x="2905125" y="0"/>
                </a:lnTo>
                <a:lnTo>
                  <a:pt x="619125" y="0"/>
                </a:lnTo>
                <a:close/>
              </a:path>
            </a:pathLst>
          </a:custGeom>
          <a:solidFill xmlns:a="http://schemas.openxmlformats.org/drawingml/2006/main">
            <a:srgbClr val="F0EBF7"/>
          </a:solidFill>
          <a:ln xmlns:a="http://schemas.openxmlformats.org/drawingml/2006/main" w="28575">
            <a:solidFill>
              <a:srgbClr val="7655A5"/>
            </a:solidFill>
          </a:ln>
        </p:spPr>
      </p:sp>
      <p:sp>
        <p:nvSpPr>
          <p:cNvPr id="19" name="">
            <a:extLst xmlns:a="http://schemas.openxmlformats.org/drawingml/2006/main">
              <a:ext uri="{FF2B5EF4-FFF2-40B4-BE49-F238E27FC236}">
                <a16:creationId xmlns:a16="http://schemas.microsoft.com/office/drawing/2014/main" id="{C0F8B59A-954A-4E64-8523-4D0E285FC14A}"/>
              </a:ext>
            </a:extLst>
          </p:cNvPr>
          <p:cNvSpPr>
            <a:spLocks xmlns:a="http://schemas.openxmlformats.org/drawingml/2006/main" noGrp="1"/>
          </p:cNvSpPr>
          <p:nvPr/>
        </p:nvSpPr>
        <p:spPr>
          <a:xfrm xmlns:a="http://schemas.openxmlformats.org/drawingml/2006/main">
            <a:off x="1333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0" name="">
            <a:extLst xmlns:a="http://schemas.openxmlformats.org/drawingml/2006/main">
              <a:ext uri="{FF2B5EF4-FFF2-40B4-BE49-F238E27FC236}">
                <a16:creationId xmlns:a16="http://schemas.microsoft.com/office/drawing/2014/main" id="{BFAD2438-4FCC-4334-A68E-AD06AAA15673}"/>
              </a:ext>
            </a:extLst>
          </p:cNvPr>
          <p:cNvSpPr>
            <a:spLocks xmlns:a="http://schemas.openxmlformats.org/drawingml/2006/main" noGrp="1"/>
          </p:cNvSpPr>
          <p:nvPr/>
        </p:nvSpPr>
        <p:spPr>
          <a:xfrm xmlns:a="http://schemas.openxmlformats.org/drawingml/2006/main">
            <a:off x="1460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1" name="">
            <a:extLst xmlns:a="http://schemas.openxmlformats.org/drawingml/2006/main">
              <a:ext uri="{FF2B5EF4-FFF2-40B4-BE49-F238E27FC236}">
                <a16:creationId xmlns:a16="http://schemas.microsoft.com/office/drawing/2014/main" id="{1DBFD848-1E56-4717-955E-3542E75E26C9}"/>
              </a:ext>
            </a:extLst>
          </p:cNvPr>
          <p:cNvSpPr>
            <a:spLocks xmlns:a="http://schemas.openxmlformats.org/drawingml/2006/main" noGrp="1"/>
          </p:cNvSpPr>
          <p:nvPr/>
        </p:nvSpPr>
        <p:spPr>
          <a:xfrm xmlns:a="http://schemas.openxmlformats.org/drawingml/2006/main">
            <a:off x="1587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2" name="">
            <a:extLst xmlns:a="http://schemas.openxmlformats.org/drawingml/2006/main">
              <a:ext uri="{FF2B5EF4-FFF2-40B4-BE49-F238E27FC236}">
                <a16:creationId xmlns:a16="http://schemas.microsoft.com/office/drawing/2014/main" id="{CC1B10DC-5E41-42A7-A2A9-7B75458F2EBD}"/>
              </a:ext>
            </a:extLst>
          </p:cNvPr>
          <p:cNvSpPr>
            <a:spLocks xmlns:a="http://schemas.openxmlformats.org/drawingml/2006/main" noGrp="1"/>
          </p:cNvSpPr>
          <p:nvPr/>
        </p:nvSpPr>
        <p:spPr>
          <a:xfrm xmlns:a="http://schemas.openxmlformats.org/drawingml/2006/main">
            <a:off x="1714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3" name="">
            <a:extLst xmlns:a="http://schemas.openxmlformats.org/drawingml/2006/main">
              <a:ext uri="{FF2B5EF4-FFF2-40B4-BE49-F238E27FC236}">
                <a16:creationId xmlns:a16="http://schemas.microsoft.com/office/drawing/2014/main" id="{18313776-8D4E-436F-ACAD-8CD40AB2686D}"/>
              </a:ext>
            </a:extLst>
          </p:cNvPr>
          <p:cNvSpPr>
            <a:spLocks xmlns:a="http://schemas.openxmlformats.org/drawingml/2006/main" noGrp="1"/>
          </p:cNvSpPr>
          <p:nvPr/>
        </p:nvSpPr>
        <p:spPr>
          <a:xfrm xmlns:a="http://schemas.openxmlformats.org/drawingml/2006/main">
            <a:off x="1841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A4F45838-3372-4A03-A0BC-C6EE8C085194}"/>
              </a:ext>
            </a:extLst>
          </p:cNvPr>
          <p:cNvSpPr>
            <a:spLocks xmlns:a="http://schemas.openxmlformats.org/drawingml/2006/main" noGrp="1"/>
          </p:cNvSpPr>
          <p:nvPr/>
        </p:nvSpPr>
        <p:spPr>
          <a:xfrm xmlns:a="http://schemas.openxmlformats.org/drawingml/2006/main">
            <a:off x="1968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AC8556BB-4F46-45C6-BD79-42491AA97E9F}"/>
              </a:ext>
            </a:extLst>
          </p:cNvPr>
          <p:cNvSpPr>
            <a:spLocks xmlns:a="http://schemas.openxmlformats.org/drawingml/2006/main" noGrp="1"/>
          </p:cNvSpPr>
          <p:nvPr/>
        </p:nvSpPr>
        <p:spPr>
          <a:xfrm xmlns:a="http://schemas.openxmlformats.org/drawingml/2006/main">
            <a:off x="2095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D38032B5-0F0B-4933-BCE5-D75FC87E4604}"/>
              </a:ext>
            </a:extLst>
          </p:cNvPr>
          <p:cNvSpPr>
            <a:spLocks xmlns:a="http://schemas.openxmlformats.org/drawingml/2006/main" noGrp="1"/>
          </p:cNvSpPr>
          <p:nvPr/>
        </p:nvSpPr>
        <p:spPr>
          <a:xfrm xmlns:a="http://schemas.openxmlformats.org/drawingml/2006/main">
            <a:off x="2222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05F1DA82-33BC-430C-A2B0-D91B7D2CF616}"/>
              </a:ext>
            </a:extLst>
          </p:cNvPr>
          <p:cNvSpPr>
            <a:spLocks xmlns:a="http://schemas.openxmlformats.org/drawingml/2006/main" noGrp="1"/>
          </p:cNvSpPr>
          <p:nvPr/>
        </p:nvSpPr>
        <p:spPr>
          <a:xfrm xmlns:a="http://schemas.openxmlformats.org/drawingml/2006/main">
            <a:off x="2349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A5E0473A-7D8E-4270-BCA6-48C7EA03A86B}"/>
              </a:ext>
            </a:extLst>
          </p:cNvPr>
          <p:cNvSpPr>
            <a:spLocks xmlns:a="http://schemas.openxmlformats.org/drawingml/2006/main" noGrp="1"/>
          </p:cNvSpPr>
          <p:nvPr/>
        </p:nvSpPr>
        <p:spPr>
          <a:xfrm xmlns:a="http://schemas.openxmlformats.org/drawingml/2006/main">
            <a:off x="2476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2CB2B19D-4FC3-49D7-B4AC-706241EC1616}"/>
              </a:ext>
            </a:extLst>
          </p:cNvPr>
          <p:cNvSpPr>
            <a:spLocks xmlns:a="http://schemas.openxmlformats.org/drawingml/2006/main" noGrp="1"/>
          </p:cNvSpPr>
          <p:nvPr/>
        </p:nvSpPr>
        <p:spPr>
          <a:xfrm xmlns:a="http://schemas.openxmlformats.org/drawingml/2006/main">
            <a:off x="2603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6BA47788-D1FF-4FCB-9EA0-C4947D66390C}"/>
              </a:ext>
            </a:extLst>
          </p:cNvPr>
          <p:cNvSpPr>
            <a:spLocks xmlns:a="http://schemas.openxmlformats.org/drawingml/2006/main" noGrp="1"/>
          </p:cNvSpPr>
          <p:nvPr/>
        </p:nvSpPr>
        <p:spPr>
          <a:xfrm xmlns:a="http://schemas.openxmlformats.org/drawingml/2006/main">
            <a:off x="2730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6F9BE052-377C-46C9-ADAE-8B6FC2CF167F}"/>
              </a:ext>
            </a:extLst>
          </p:cNvPr>
          <p:cNvSpPr>
            <a:spLocks xmlns:a="http://schemas.openxmlformats.org/drawingml/2006/main" noGrp="1"/>
          </p:cNvSpPr>
          <p:nvPr/>
        </p:nvSpPr>
        <p:spPr>
          <a:xfrm xmlns:a="http://schemas.openxmlformats.org/drawingml/2006/main">
            <a:off x="2857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D25A6D46-CEEB-4BE3-8256-255A138F3F46}"/>
              </a:ext>
            </a:extLst>
          </p:cNvPr>
          <p:cNvSpPr>
            <a:spLocks xmlns:a="http://schemas.openxmlformats.org/drawingml/2006/main" noGrp="1"/>
          </p:cNvSpPr>
          <p:nvPr/>
        </p:nvSpPr>
        <p:spPr>
          <a:xfrm xmlns:a="http://schemas.openxmlformats.org/drawingml/2006/main">
            <a:off x="2984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07036377-20E7-4A7C-B6D8-E5C4D559723A}"/>
              </a:ext>
            </a:extLst>
          </p:cNvPr>
          <p:cNvSpPr>
            <a:spLocks xmlns:a="http://schemas.openxmlformats.org/drawingml/2006/main" noGrp="1"/>
          </p:cNvSpPr>
          <p:nvPr/>
        </p:nvSpPr>
        <p:spPr>
          <a:xfrm xmlns:a="http://schemas.openxmlformats.org/drawingml/2006/main">
            <a:off x="3111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B3762A0E-8D6A-4EB8-AAC4-6F61AA90CE14}"/>
              </a:ext>
            </a:extLst>
          </p:cNvPr>
          <p:cNvSpPr>
            <a:spLocks xmlns:a="http://schemas.openxmlformats.org/drawingml/2006/main" noGrp="1"/>
          </p:cNvSpPr>
          <p:nvPr/>
        </p:nvSpPr>
        <p:spPr>
          <a:xfrm xmlns:a="http://schemas.openxmlformats.org/drawingml/2006/main">
            <a:off x="3238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0D1F0619-0B2E-40E8-A5DE-21C20FA8D050}"/>
              </a:ext>
            </a:extLst>
          </p:cNvPr>
          <p:cNvSpPr>
            <a:spLocks xmlns:a="http://schemas.openxmlformats.org/drawingml/2006/main" noGrp="1"/>
          </p:cNvSpPr>
          <p:nvPr/>
        </p:nvSpPr>
        <p:spPr>
          <a:xfrm xmlns:a="http://schemas.openxmlformats.org/drawingml/2006/main">
            <a:off x="3365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CFD451CA-D6CE-452E-AA4E-12552BE43CE1}"/>
              </a:ext>
            </a:extLst>
          </p:cNvPr>
          <p:cNvSpPr>
            <a:spLocks xmlns:a="http://schemas.openxmlformats.org/drawingml/2006/main" noGrp="1"/>
          </p:cNvSpPr>
          <p:nvPr/>
        </p:nvSpPr>
        <p:spPr>
          <a:xfrm xmlns:a="http://schemas.openxmlformats.org/drawingml/2006/main">
            <a:off x="3492500" y="2762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E55D9C29-7A66-44EB-AD25-5E59273D5FE5}"/>
              </a:ext>
            </a:extLst>
          </p:cNvPr>
          <p:cNvSpPr>
            <a:spLocks xmlns:a="http://schemas.openxmlformats.org/drawingml/2006/main" noGrp="1"/>
          </p:cNvSpPr>
          <p:nvPr/>
        </p:nvSpPr>
        <p:spPr>
          <a:xfrm xmlns:a="http://schemas.openxmlformats.org/drawingml/2006/main">
            <a:off x="1619250" y="2428875"/>
            <a:ext cx="2667000" cy="9525"/>
          </a:xfrm>
          <a:custGeom xmlns:a="http://schemas.openxmlformats.org/drawingml/2006/main">
            <a:pathLst>
              <a:path w="2667000" h="9525">
                <a:moveTo>
                  <a:pt x="0" y="0"/>
                </a:moveTo>
                <a:lnTo>
                  <a:pt x="2667000" y="0"/>
                </a:lnTo>
              </a:path>
            </a:pathLst>
          </a:custGeom>
          <a:noFill xmlns:a="http://schemas.openxmlformats.org/drawingml/2006/main"/>
          <a:ln xmlns:a="http://schemas.openxmlformats.org/drawingml/2006/main" w="38100">
            <a:solidFill>
              <a:srgbClr val="7655A5"/>
            </a:solidFill>
          </a:ln>
        </p:spPr>
      </p:sp>
      <p:sp>
        <p:nvSpPr>
          <p:cNvPr id="38" name="">
            <a:extLst xmlns:a="http://schemas.openxmlformats.org/drawingml/2006/main">
              <a:ext uri="{FF2B5EF4-FFF2-40B4-BE49-F238E27FC236}">
                <a16:creationId xmlns:a16="http://schemas.microsoft.com/office/drawing/2014/main" id="{7D553899-FE23-4AA6-8AB8-10C67C327ED8}"/>
              </a:ext>
            </a:extLst>
          </p:cNvPr>
          <p:cNvSpPr>
            <a:spLocks xmlns:a="http://schemas.openxmlformats.org/drawingml/2006/main" noGrp="1"/>
          </p:cNvSpPr>
          <p:nvPr/>
        </p:nvSpPr>
        <p:spPr>
          <a:xfrm xmlns:a="http://schemas.openxmlformats.org/drawingml/2006/main">
            <a:off x="4162425" y="2376869"/>
            <a:ext cx="123825" cy="104013"/>
          </a:xfrm>
          <a:custGeom xmlns:a="http://schemas.openxmlformats.org/drawingml/2006/main">
            <a:pathLst>
              <a:path w="123825" h="104013">
                <a:moveTo>
                  <a:pt x="123825" y="52007"/>
                </a:moveTo>
                <a:lnTo>
                  <a:pt x="0" y="0"/>
                </a:lnTo>
                <a:lnTo>
                  <a:pt x="0" y="104013"/>
                </a:lnTo>
                <a:close/>
              </a:path>
            </a:pathLst>
          </a:custGeom>
          <a:solidFill xmlns:a="http://schemas.openxmlformats.org/drawingml/2006/main">
            <a:srgbClr val="7655A5"/>
          </a:solidFill>
          <a:ln xmlns:a="http://schemas.openxmlformats.org/drawingml/2006/main" w="4763">
            <a:solidFill>
              <a:srgbClr val="7655A5"/>
            </a:solidFill>
          </a:ln>
        </p:spPr>
      </p:sp>
      <p:sp>
        <p:nvSpPr>
          <p:cNvPr id="39" name="">
            <a:extLst xmlns:a="http://schemas.openxmlformats.org/drawingml/2006/main">
              <a:ext uri="{FF2B5EF4-FFF2-40B4-BE49-F238E27FC236}">
                <a16:creationId xmlns:a16="http://schemas.microsoft.com/office/drawing/2014/main" id="{BB269F3A-8DB6-431E-8908-380A2C467666}"/>
              </a:ext>
            </a:extLst>
          </p:cNvPr>
          <p:cNvSpPr>
            <a:spLocks xmlns:a="http://schemas.openxmlformats.org/drawingml/2006/main" noGrp="1"/>
          </p:cNvSpPr>
          <p:nvPr/>
        </p:nvSpPr>
        <p:spPr>
          <a:xfrm xmlns:a="http://schemas.openxmlformats.org/drawingml/2006/main">
            <a:off x="1333500" y="5048250"/>
            <a:ext cx="2667000" cy="9525"/>
          </a:xfrm>
          <a:custGeom xmlns:a="http://schemas.openxmlformats.org/drawingml/2006/main">
            <a:pathLst>
              <a:path w="2667000" h="9525">
                <a:moveTo>
                  <a:pt x="2667000" y="0"/>
                </a:moveTo>
                <a:lnTo>
                  <a:pt x="0" y="0"/>
                </a:lnTo>
              </a:path>
            </a:pathLst>
          </a:custGeom>
          <a:noFill xmlns:a="http://schemas.openxmlformats.org/drawingml/2006/main"/>
          <a:ln xmlns:a="http://schemas.openxmlformats.org/drawingml/2006/main" w="38100">
            <a:solidFill>
              <a:srgbClr val="7655A5"/>
            </a:solidFill>
          </a:ln>
        </p:spPr>
      </p:sp>
      <p:sp>
        <p:nvSpPr>
          <p:cNvPr id="40" name="">
            <a:extLst xmlns:a="http://schemas.openxmlformats.org/drawingml/2006/main">
              <a:ext uri="{FF2B5EF4-FFF2-40B4-BE49-F238E27FC236}">
                <a16:creationId xmlns:a16="http://schemas.microsoft.com/office/drawing/2014/main" id="{7EF4FDD4-FF60-44CC-B0BA-7358AD3A09E7}"/>
              </a:ext>
            </a:extLst>
          </p:cNvPr>
          <p:cNvSpPr>
            <a:spLocks xmlns:a="http://schemas.openxmlformats.org/drawingml/2006/main" noGrp="1"/>
          </p:cNvSpPr>
          <p:nvPr/>
        </p:nvSpPr>
        <p:spPr>
          <a:xfrm xmlns:a="http://schemas.openxmlformats.org/drawingml/2006/main">
            <a:off x="1333500" y="4996244"/>
            <a:ext cx="123825" cy="104013"/>
          </a:xfrm>
          <a:custGeom xmlns:a="http://schemas.openxmlformats.org/drawingml/2006/main">
            <a:pathLst>
              <a:path w="123825" h="104013">
                <a:moveTo>
                  <a:pt x="0" y="52007"/>
                </a:moveTo>
                <a:lnTo>
                  <a:pt x="123825" y="104013"/>
                </a:lnTo>
                <a:lnTo>
                  <a:pt x="123825" y="0"/>
                </a:lnTo>
                <a:close/>
              </a:path>
            </a:pathLst>
          </a:custGeom>
          <a:solidFill xmlns:a="http://schemas.openxmlformats.org/drawingml/2006/main">
            <a:srgbClr val="7655A5"/>
          </a:solidFill>
          <a:ln xmlns:a="http://schemas.openxmlformats.org/drawingml/2006/main" w="4763">
            <a:solidFill>
              <a:srgbClr val="7655A5"/>
            </a:solidFill>
          </a:ln>
        </p:spPr>
      </p:sp>
      <p:sp>
        <p:nvSpPr>
          <p:cNvPr id="41" name="">
            <a:extLst xmlns:a="http://schemas.openxmlformats.org/drawingml/2006/main">
              <a:ext uri="{FF2B5EF4-FFF2-40B4-BE49-F238E27FC236}">
                <a16:creationId xmlns:a16="http://schemas.microsoft.com/office/drawing/2014/main" id="{64496FF4-5944-4DD8-A000-0507AB27FBAB}"/>
              </a:ext>
            </a:extLst>
          </p:cNvPr>
          <p:cNvSpPr>
            <a:spLocks xmlns:a="http://schemas.openxmlformats.org/drawingml/2006/main" noGrp="1"/>
          </p:cNvSpPr>
          <p:nvPr/>
        </p:nvSpPr>
        <p:spPr>
          <a:xfrm xmlns:a="http://schemas.openxmlformats.org/drawingml/2006/main">
            <a:off x="1095375" y="2857500"/>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38100">
            <a:solidFill>
              <a:srgbClr val="7655A5"/>
            </a:solidFill>
          </a:ln>
        </p:spPr>
      </p:sp>
      <p:sp>
        <p:nvSpPr>
          <p:cNvPr id="42" name="">
            <a:extLst xmlns:a="http://schemas.openxmlformats.org/drawingml/2006/main">
              <a:ext uri="{FF2B5EF4-FFF2-40B4-BE49-F238E27FC236}">
                <a16:creationId xmlns:a16="http://schemas.microsoft.com/office/drawing/2014/main" id="{04D2314F-36A9-4E8C-BCA0-9629C8F4738F}"/>
              </a:ext>
            </a:extLst>
          </p:cNvPr>
          <p:cNvSpPr>
            <a:spLocks xmlns:a="http://schemas.openxmlformats.org/drawingml/2006/main" noGrp="1"/>
          </p:cNvSpPr>
          <p:nvPr/>
        </p:nvSpPr>
        <p:spPr>
          <a:xfrm xmlns:a="http://schemas.openxmlformats.org/drawingml/2006/main">
            <a:off x="1043369" y="4448175"/>
            <a:ext cx="104013" cy="123825"/>
          </a:xfrm>
          <a:custGeom xmlns:a="http://schemas.openxmlformats.org/drawingml/2006/main">
            <a:pathLst>
              <a:path w="104013" h="123825">
                <a:moveTo>
                  <a:pt x="52006" y="123825"/>
                </a:moveTo>
                <a:lnTo>
                  <a:pt x="104013"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43" name="">
            <a:extLst xmlns:a="http://schemas.openxmlformats.org/drawingml/2006/main">
              <a:ext uri="{FF2B5EF4-FFF2-40B4-BE49-F238E27FC236}">
                <a16:creationId xmlns:a16="http://schemas.microsoft.com/office/drawing/2014/main" id="{52BDE070-B907-4FDA-BCBB-2B42D2EB43A7}"/>
              </a:ext>
            </a:extLst>
          </p:cNvPr>
          <p:cNvSpPr>
            <a:spLocks xmlns:a="http://schemas.openxmlformats.org/drawingml/2006/main" noGrp="1"/>
          </p:cNvSpPr>
          <p:nvPr/>
        </p:nvSpPr>
        <p:spPr>
          <a:xfrm xmlns:a="http://schemas.openxmlformats.org/drawingml/2006/main">
            <a:off x="4524375" y="2857500"/>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38100">
            <a:solidFill>
              <a:srgbClr val="7655A5"/>
            </a:solidFill>
          </a:ln>
        </p:spPr>
      </p:sp>
      <p:sp>
        <p:nvSpPr>
          <p:cNvPr id="44" name="">
            <a:extLst xmlns:a="http://schemas.openxmlformats.org/drawingml/2006/main">
              <a:ext uri="{FF2B5EF4-FFF2-40B4-BE49-F238E27FC236}">
                <a16:creationId xmlns:a16="http://schemas.microsoft.com/office/drawing/2014/main" id="{60976A65-4EFD-4A00-AA10-E698CAD97E8C}"/>
              </a:ext>
            </a:extLst>
          </p:cNvPr>
          <p:cNvSpPr>
            <a:spLocks xmlns:a="http://schemas.openxmlformats.org/drawingml/2006/main" noGrp="1"/>
          </p:cNvSpPr>
          <p:nvPr/>
        </p:nvSpPr>
        <p:spPr>
          <a:xfrm xmlns:a="http://schemas.openxmlformats.org/drawingml/2006/main">
            <a:off x="4472369" y="2857500"/>
            <a:ext cx="104013" cy="123825"/>
          </a:xfrm>
          <a:custGeom xmlns:a="http://schemas.openxmlformats.org/drawingml/2006/main">
            <a:pathLst>
              <a:path w="104013" h="123825">
                <a:moveTo>
                  <a:pt x="52006" y="0"/>
                </a:moveTo>
                <a:lnTo>
                  <a:pt x="0" y="123825"/>
                </a:lnTo>
                <a:lnTo>
                  <a:pt x="104013" y="123825"/>
                </a:lnTo>
                <a:close/>
              </a:path>
            </a:pathLst>
          </a:custGeom>
          <a:solidFill xmlns:a="http://schemas.openxmlformats.org/drawingml/2006/main">
            <a:srgbClr val="7655A5"/>
          </a:solidFill>
          <a:ln xmlns:a="http://schemas.openxmlformats.org/drawingml/2006/main" w="4763">
            <a:solidFill>
              <a:srgbClr val="7655A5"/>
            </a:solidFill>
          </a:ln>
        </p:spPr>
      </p:sp>
      <p:sp>
        <p:nvSpPr>
          <p:cNvPr id="45" name="">
            <a:extLst xmlns:a="http://schemas.openxmlformats.org/drawingml/2006/main">
              <a:ext uri="{FF2B5EF4-FFF2-40B4-BE49-F238E27FC236}">
                <a16:creationId xmlns:a16="http://schemas.microsoft.com/office/drawing/2014/main" id="{FF2FA05A-F7B2-489B-A024-3C0291F2A7EC}"/>
              </a:ext>
            </a:extLst>
          </p:cNvPr>
          <p:cNvSpPr>
            <a:spLocks xmlns:a="http://schemas.openxmlformats.org/drawingml/2006/main" noGrp="1"/>
          </p:cNvSpPr>
          <p:nvPr/>
        </p:nvSpPr>
        <p:spPr>
          <a:xfrm xmlns:a="http://schemas.openxmlformats.org/drawingml/2006/main">
            <a:off x="1143000" y="51911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655A5"/>
                </a:solidFill>
                <a:latin typeface="Yu Gothic"/>
                <a:ea typeface="Yu Gothic"/>
                <a:cs typeface="Yu Gothic"/>
              </a:defRPr>
            </a:defPPr>
            <a:lvl1pPr>
              <a:buNone/>
              <a:defRPr sz="1800" b="0">
                <a:solidFill>
                  <a:srgbClr val="7655A5"/>
                </a:solidFill>
                <a:latin typeface="Yu Gothic"/>
                <a:ea typeface="Yu Gothic"/>
                <a:cs typeface="Yu Gothic"/>
              </a:defRPr>
            </a:lvl1pPr>
            <a:lvl2pPr>
              <a:buNone/>
              <a:defRPr sz="1800" b="0">
                <a:solidFill>
                  <a:srgbClr val="7655A5"/>
                </a:solidFill>
                <a:latin typeface="Yu Gothic"/>
                <a:ea typeface="Yu Gothic"/>
                <a:cs typeface="Yu Gothic"/>
              </a:defRPr>
            </a:lvl2pPr>
            <a:lvl3pPr>
              <a:buNone/>
              <a:defRPr sz="1800" b="0">
                <a:solidFill>
                  <a:srgbClr val="7655A5"/>
                </a:solidFill>
                <a:latin typeface="Yu Gothic"/>
                <a:ea typeface="Yu Gothic"/>
                <a:cs typeface="Yu Gothic"/>
              </a:defRPr>
            </a:lvl3pPr>
            <a:lvl4pPr>
              <a:buNone/>
              <a:defRPr sz="1800" b="0">
                <a:solidFill>
                  <a:srgbClr val="7655A5"/>
                </a:solidFill>
                <a:latin typeface="Yu Gothic"/>
                <a:ea typeface="Yu Gothic"/>
                <a:cs typeface="Yu Gothic"/>
              </a:defRPr>
            </a:lvl4pPr>
            <a:lvl5pPr>
              <a:buNone/>
              <a:defRPr sz="1800" b="0">
                <a:solidFill>
                  <a:srgbClr val="7655A5"/>
                </a:solidFill>
                <a:latin typeface="Yu Gothic"/>
                <a:ea typeface="Yu Gothic"/>
                <a:cs typeface="Yu Gothic"/>
              </a:defRPr>
            </a:lvl5pPr>
            <a:lvl6pPr>
              <a:buNone/>
              <a:defRPr sz="1800" b="0">
                <a:solidFill>
                  <a:srgbClr val="7655A5"/>
                </a:solidFill>
                <a:latin typeface="Yu Gothic"/>
                <a:ea typeface="Yu Gothic"/>
                <a:cs typeface="Yu Gothic"/>
              </a:defRPr>
            </a:lvl6pPr>
            <a:lvl7pPr>
              <a:buNone/>
              <a:defRPr sz="1800" b="0">
                <a:solidFill>
                  <a:srgbClr val="7655A5"/>
                </a:solidFill>
                <a:latin typeface="Yu Gothic"/>
                <a:ea typeface="Yu Gothic"/>
                <a:cs typeface="Yu Gothic"/>
              </a:defRPr>
            </a:lvl7pPr>
            <a:lvl8pPr>
              <a:buNone/>
              <a:defRPr sz="1800" b="0">
                <a:solidFill>
                  <a:srgbClr val="7655A5"/>
                </a:solidFill>
                <a:latin typeface="Yu Gothic"/>
                <a:ea typeface="Yu Gothic"/>
                <a:cs typeface="Yu Gothic"/>
              </a:defRPr>
            </a:lvl8pPr>
            <a:lvl9pPr>
              <a:buNone/>
              <a:defRPr sz="1800" b="0">
                <a:solidFill>
                  <a:srgbClr val="7655A5"/>
                </a:solidFill>
                <a:latin typeface="Yu Gothic"/>
                <a:ea typeface="Yu Gothic"/>
                <a:cs typeface="Yu Gothic"/>
              </a:defRPr>
            </a:lvl9pPr>
          </a:lstStyle>
          <a:p xmlns:a="http://schemas.openxmlformats.org/drawingml/2006/main">
            <a:pPr>
              <a:buNone/>
              <a:defRPr sz="1800" b="0">
                <a:solidFill>
                  <a:srgbClr val="7655A5"/>
                </a:solidFill>
                <a:latin typeface="Yu Gothic"/>
                <a:ea typeface="Yu Gothic"/>
                <a:cs typeface="Yu Gothic"/>
              </a:defRPr>
            </a:pPr>
            <a:r>
              <a:rPr sz="1800" b="0">
                <a:solidFill>
                  <a:srgbClr val="7655A5"/>
                </a:solidFill>
                <a:latin typeface="Yu Gothic"/>
                <a:ea typeface="Yu Gothic"/>
                <a:cs typeface="Yu Gothic"/>
              </a:rPr>
              <a:t>角度が変わる（誇張）</a:t>
            </a:r>
          </a:p>
        </p:txBody>
      </p:sp>
      <p:sp>
        <p:nvSpPr>
          <p:cNvPr id="46" name="">
            <a:extLst xmlns:a="http://schemas.openxmlformats.org/drawingml/2006/main">
              <a:ext uri="{FF2B5EF4-FFF2-40B4-BE49-F238E27FC236}">
                <a16:creationId xmlns:a16="http://schemas.microsoft.com/office/drawing/2014/main" id="{D4B91AFC-75F1-444F-9A20-06A546F5E133}"/>
              </a:ext>
            </a:extLst>
          </p:cNvPr>
          <p:cNvSpPr>
            <a:spLocks xmlns:a="http://schemas.openxmlformats.org/drawingml/2006/main" noGrp="1"/>
          </p:cNvSpPr>
          <p:nvPr/>
        </p:nvSpPr>
        <p:spPr>
          <a:xfrm xmlns:a="http://schemas.openxmlformats.org/drawingml/2006/main">
            <a:off x="6477000" y="195262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7655A5"/>
                </a:solidFill>
                <a:latin typeface="Yu Gothic"/>
                <a:ea typeface="Yu Gothic"/>
                <a:cs typeface="Yu Gothic"/>
              </a:defRPr>
            </a:defPPr>
            <a:lvl1pPr>
              <a:buNone/>
              <a:defRPr sz="2400" b="1">
                <a:solidFill>
                  <a:srgbClr val="7655A5"/>
                </a:solidFill>
                <a:latin typeface="Yu Gothic"/>
                <a:ea typeface="Yu Gothic"/>
                <a:cs typeface="Yu Gothic"/>
              </a:defRPr>
            </a:lvl1pPr>
            <a:lvl2pPr>
              <a:buNone/>
              <a:defRPr sz="2400" b="1">
                <a:solidFill>
                  <a:srgbClr val="7655A5"/>
                </a:solidFill>
                <a:latin typeface="Yu Gothic"/>
                <a:ea typeface="Yu Gothic"/>
                <a:cs typeface="Yu Gothic"/>
              </a:defRPr>
            </a:lvl2pPr>
            <a:lvl3pPr>
              <a:buNone/>
              <a:defRPr sz="2400" b="1">
                <a:solidFill>
                  <a:srgbClr val="7655A5"/>
                </a:solidFill>
                <a:latin typeface="Yu Gothic"/>
                <a:ea typeface="Yu Gothic"/>
                <a:cs typeface="Yu Gothic"/>
              </a:defRPr>
            </a:lvl3pPr>
            <a:lvl4pPr>
              <a:buNone/>
              <a:defRPr sz="2400" b="1">
                <a:solidFill>
                  <a:srgbClr val="7655A5"/>
                </a:solidFill>
                <a:latin typeface="Yu Gothic"/>
                <a:ea typeface="Yu Gothic"/>
                <a:cs typeface="Yu Gothic"/>
              </a:defRPr>
            </a:lvl4pPr>
            <a:lvl5pPr>
              <a:buNone/>
              <a:defRPr sz="2400" b="1">
                <a:solidFill>
                  <a:srgbClr val="7655A5"/>
                </a:solidFill>
                <a:latin typeface="Yu Gothic"/>
                <a:ea typeface="Yu Gothic"/>
                <a:cs typeface="Yu Gothic"/>
              </a:defRPr>
            </a:lvl5pPr>
            <a:lvl6pPr>
              <a:buNone/>
              <a:defRPr sz="2400" b="1">
                <a:solidFill>
                  <a:srgbClr val="7655A5"/>
                </a:solidFill>
                <a:latin typeface="Yu Gothic"/>
                <a:ea typeface="Yu Gothic"/>
                <a:cs typeface="Yu Gothic"/>
              </a:defRPr>
            </a:lvl6pPr>
            <a:lvl7pPr>
              <a:buNone/>
              <a:defRPr sz="2400" b="1">
                <a:solidFill>
                  <a:srgbClr val="7655A5"/>
                </a:solidFill>
                <a:latin typeface="Yu Gothic"/>
                <a:ea typeface="Yu Gothic"/>
                <a:cs typeface="Yu Gothic"/>
              </a:defRPr>
            </a:lvl7pPr>
            <a:lvl8pPr>
              <a:buNone/>
              <a:defRPr sz="2400" b="1">
                <a:solidFill>
                  <a:srgbClr val="7655A5"/>
                </a:solidFill>
                <a:latin typeface="Yu Gothic"/>
                <a:ea typeface="Yu Gothic"/>
                <a:cs typeface="Yu Gothic"/>
              </a:defRPr>
            </a:lvl8pPr>
            <a:lvl9pPr>
              <a:buNone/>
              <a:defRPr sz="2400" b="1">
                <a:solidFill>
                  <a:srgbClr val="7655A5"/>
                </a:solidFill>
                <a:latin typeface="Yu Gothic"/>
                <a:ea typeface="Yu Gothic"/>
                <a:cs typeface="Yu Gothic"/>
              </a:defRPr>
            </a:lvl9pPr>
          </a:lstStyle>
          <a:p xmlns:a="http://schemas.openxmlformats.org/drawingml/2006/main">
            <a:pPr>
              <a:buNone/>
              <a:defRPr sz="2400" b="1">
                <a:solidFill>
                  <a:srgbClr val="7655A5"/>
                </a:solidFill>
                <a:latin typeface="Yu Gothic"/>
                <a:ea typeface="Yu Gothic"/>
                <a:cs typeface="Yu Gothic"/>
              </a:defRPr>
            </a:pPr>
            <a:r>
              <a:rPr sz="2400" b="1">
                <a:solidFill>
                  <a:srgbClr val="7655A5"/>
                </a:solidFill>
                <a:latin typeface="Yu Gothic"/>
                <a:ea typeface="Yu Gothic"/>
                <a:cs typeface="Yu Gothic"/>
              </a:rPr>
              <a:t>τ：断面に平行な応力</a:t>
            </a:r>
          </a:p>
        </p:txBody>
      </p:sp>
      <p:sp>
        <p:nvSpPr>
          <p:cNvPr id="47" name="">
            <a:extLst xmlns:a="http://schemas.openxmlformats.org/drawingml/2006/main">
              <a:ext uri="{FF2B5EF4-FFF2-40B4-BE49-F238E27FC236}">
                <a16:creationId xmlns:a16="http://schemas.microsoft.com/office/drawing/2014/main" id="{14FA7112-8ADA-4F31-962C-C88A6C5E1B32}"/>
              </a:ext>
            </a:extLst>
          </p:cNvPr>
          <p:cNvSpPr>
            <a:spLocks xmlns:a="http://schemas.openxmlformats.org/drawingml/2006/main" noGrp="1"/>
          </p:cNvSpPr>
          <p:nvPr/>
        </p:nvSpPr>
        <p:spPr>
          <a:xfrm xmlns:a="http://schemas.openxmlformats.org/drawingml/2006/main">
            <a:off x="6477000" y="285750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σ：断面に垂直な応力</a:t>
            </a:r>
          </a:p>
        </p:txBody>
      </p:sp>
      <p:sp>
        <p:nvSpPr>
          <p:cNvPr id="48" name="">
            <a:extLst xmlns:a="http://schemas.openxmlformats.org/drawingml/2006/main">
              <a:ext uri="{FF2B5EF4-FFF2-40B4-BE49-F238E27FC236}">
                <a16:creationId xmlns:a16="http://schemas.microsoft.com/office/drawing/2014/main" id="{A91F93A8-33CF-4297-92C6-EF4F6D91014B}"/>
              </a:ext>
            </a:extLst>
          </p:cNvPr>
          <p:cNvSpPr>
            <a:spLocks xmlns:a="http://schemas.openxmlformats.org/drawingml/2006/main" noGrp="1"/>
          </p:cNvSpPr>
          <p:nvPr/>
        </p:nvSpPr>
        <p:spPr>
          <a:xfrm xmlns:a="http://schemas.openxmlformats.org/drawingml/2006/main">
            <a:off x="6477000" y="39528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接合部のピン・ボルトや</a:t>
            </a:r>
          </a:p>
        </p:txBody>
      </p:sp>
      <p:sp>
        <p:nvSpPr>
          <p:cNvPr id="49" name="">
            <a:extLst xmlns:a="http://schemas.openxmlformats.org/drawingml/2006/main">
              <a:ext uri="{FF2B5EF4-FFF2-40B4-BE49-F238E27FC236}">
                <a16:creationId xmlns:a16="http://schemas.microsoft.com/office/drawing/2014/main" id="{B54A871C-4F8B-47E8-BB0E-DD693B94E045}"/>
              </a:ext>
            </a:extLst>
          </p:cNvPr>
          <p:cNvSpPr>
            <a:spLocks xmlns:a="http://schemas.openxmlformats.org/drawingml/2006/main" noGrp="1"/>
          </p:cNvSpPr>
          <p:nvPr/>
        </p:nvSpPr>
        <p:spPr>
          <a:xfrm xmlns:a="http://schemas.openxmlformats.org/drawingml/2006/main">
            <a:off x="6477000" y="4457700"/>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はさみで板を切る作用へつながる</a:t>
            </a:r>
          </a:p>
        </p:txBody>
      </p:sp>
      <p:sp>
        <p:nvSpPr>
          <p:cNvPr id="50" name="">
            <a:extLst xmlns:a="http://schemas.openxmlformats.org/drawingml/2006/main">
              <a:ext uri="{FF2B5EF4-FFF2-40B4-BE49-F238E27FC236}">
                <a16:creationId xmlns:a16="http://schemas.microsoft.com/office/drawing/2014/main" id="{308D079F-D236-47C6-BA58-271F9CE58DE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せん断の模式図。向かい合う面だけでなく、隣の面の作用も描いている。</a:t>
            </a:r>
          </a:p>
        </p:txBody>
      </p:sp>
      <p:sp>
        <p:nvSpPr>
          <p:cNvPr id="51" name="">
            <a:extLst xmlns:a="http://schemas.openxmlformats.org/drawingml/2006/main">
              <a:ext uri="{FF2B5EF4-FFF2-40B4-BE49-F238E27FC236}">
                <a16:creationId xmlns:a16="http://schemas.microsoft.com/office/drawing/2014/main" id="{5F280ED4-51AC-4513-8823-92DF4EDD37A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3507541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text-0">
            <a:extLst xmlns:a="http://schemas.openxmlformats.org/drawingml/2006/main">
              <a:ext uri="{FF2B5EF4-FFF2-40B4-BE49-F238E27FC236}">
                <a16:creationId xmlns:a16="http://schemas.microsoft.com/office/drawing/2014/main" id="{5A676579-A89D-456B-A586-D7A99F5A8966}"/>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曲げ</a:t>
            </a:r>
          </a:p>
        </p:txBody>
      </p:sp>
      <p:cxnSp>
        <p:nvCxnSpPr>
          <p:cNvPr id="2" name="">
            <a:extLst xmlns:a="http://schemas.openxmlformats.org/drawingml/2006/main">
              <a:ext uri="{FF2B5EF4-FFF2-40B4-BE49-F238E27FC236}">
                <a16:creationId xmlns:a16="http://schemas.microsoft.com/office/drawing/2014/main" id="{D75ED75D-0183-4B4B-BA7E-901E1A8B18A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A0A89E01-D365-496E-87C6-4B437ABC47E4}"/>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62081F03-1E2E-4697-9EB6-3883F811480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17 / 57</a:t>
            </a:r>
          </a:p>
        </p:txBody>
      </p:sp>
      <p:sp>
        <p:nvSpPr>
          <p:cNvPr id="23" name="">
            <a:extLst xmlns:a="http://schemas.openxmlformats.org/drawingml/2006/main">
              <a:ext uri="{FF2B5EF4-FFF2-40B4-BE49-F238E27FC236}">
                <a16:creationId xmlns:a16="http://schemas.microsoft.com/office/drawing/2014/main" id="{3327B820-E2A6-4404-9088-E282C41CCFEE}"/>
              </a:ext>
            </a:extLst>
          </p:cNvPr>
          <p:cNvSpPr>
            <a:spLocks xmlns:a="http://schemas.openxmlformats.org/drawingml/2006/main" noGrp="1"/>
          </p:cNvSpPr>
          <p:nvPr/>
        </p:nvSpPr>
        <p:spPr>
          <a:xfrm xmlns:a="http://schemas.openxmlformats.org/drawingml/2006/main">
            <a:off x="809625" y="15716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はり全体</a:t>
            </a:r>
          </a:p>
        </p:txBody>
      </p:sp>
      <p:sp>
        <p:nvSpPr>
          <p:cNvPr id="24" name="">
            <a:extLst xmlns:a="http://schemas.openxmlformats.org/drawingml/2006/main">
              <a:ext uri="{FF2B5EF4-FFF2-40B4-BE49-F238E27FC236}">
                <a16:creationId xmlns:a16="http://schemas.microsoft.com/office/drawing/2014/main" id="{676FE73A-5F4A-481B-A16A-7DCB295DA1B5}"/>
              </a:ext>
            </a:extLst>
          </p:cNvPr>
          <p:cNvSpPr>
            <a:spLocks xmlns:a="http://schemas.openxmlformats.org/drawingml/2006/main" noGrp="1"/>
          </p:cNvSpPr>
          <p:nvPr/>
        </p:nvSpPr>
        <p:spPr>
          <a:xfrm xmlns:a="http://schemas.openxmlformats.org/drawingml/2006/main">
            <a:off x="1000125" y="3000375"/>
            <a:ext cx="514350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FCFC76FA-E8D7-464D-8A57-672570638A94}"/>
              </a:ext>
            </a:extLst>
          </p:cNvPr>
          <p:cNvSpPr>
            <a:spLocks xmlns:a="http://schemas.openxmlformats.org/drawingml/2006/main" noGrp="1"/>
          </p:cNvSpPr>
          <p:nvPr/>
        </p:nvSpPr>
        <p:spPr>
          <a:xfrm xmlns:a="http://schemas.openxmlformats.org/drawingml/2006/main">
            <a:off x="1209675" y="3238500"/>
            <a:ext cx="342900" cy="285750"/>
          </a:xfrm>
          <a:custGeom xmlns:a="http://schemas.openxmlformats.org/drawingml/2006/main">
            <a:pathLst>
              <a:path w="342900" h="285750">
                <a:moveTo>
                  <a:pt x="171450" y="0"/>
                </a:moveTo>
                <a:lnTo>
                  <a:pt x="0" y="285750"/>
                </a:lnTo>
                <a:lnTo>
                  <a:pt x="342900" y="285750"/>
                </a:lnTo>
                <a:close/>
              </a:path>
            </a:pathLst>
          </a:custGeom>
          <a:solidFill xmlns:a="http://schemas.openxmlformats.org/drawingml/2006/main">
            <a:srgbClr val="FFFFFF"/>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67D63E9F-6FA5-480F-BC5E-FBA3D71515EA}"/>
              </a:ext>
            </a:extLst>
          </p:cNvPr>
          <p:cNvSpPr>
            <a:spLocks xmlns:a="http://schemas.openxmlformats.org/drawingml/2006/main" noGrp="1"/>
          </p:cNvSpPr>
          <p:nvPr/>
        </p:nvSpPr>
        <p:spPr>
          <a:xfrm xmlns:a="http://schemas.openxmlformats.org/drawingml/2006/main">
            <a:off x="1066800" y="3667125"/>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19050">
            <a:solidFill>
              <a:srgbClr val="71818B"/>
            </a:solidFill>
          </a:ln>
        </p:spPr>
      </p:sp>
      <p:sp>
        <p:nvSpPr>
          <p:cNvPr id="27" name="">
            <a:extLst xmlns:a="http://schemas.openxmlformats.org/drawingml/2006/main">
              <a:ext uri="{FF2B5EF4-FFF2-40B4-BE49-F238E27FC236}">
                <a16:creationId xmlns:a16="http://schemas.microsoft.com/office/drawing/2014/main" id="{2AC228C7-1A03-446B-B35C-20BF72B3ABC2}"/>
              </a:ext>
            </a:extLst>
          </p:cNvPr>
          <p:cNvSpPr>
            <a:spLocks xmlns:a="http://schemas.openxmlformats.org/drawingml/2006/main" noGrp="1"/>
          </p:cNvSpPr>
          <p:nvPr/>
        </p:nvSpPr>
        <p:spPr>
          <a:xfrm xmlns:a="http://schemas.openxmlformats.org/drawingml/2006/main">
            <a:off x="5591175" y="3238500"/>
            <a:ext cx="342900" cy="285750"/>
          </a:xfrm>
          <a:custGeom xmlns:a="http://schemas.openxmlformats.org/drawingml/2006/main">
            <a:pathLst>
              <a:path w="342900" h="285750">
                <a:moveTo>
                  <a:pt x="171450" y="0"/>
                </a:moveTo>
                <a:lnTo>
                  <a:pt x="0" y="285750"/>
                </a:lnTo>
                <a:lnTo>
                  <a:pt x="342900" y="285750"/>
                </a:lnTo>
                <a:close/>
              </a:path>
            </a:pathLst>
          </a:custGeom>
          <a:solidFill xmlns:a="http://schemas.openxmlformats.org/drawingml/2006/main">
            <a:srgbClr val="FFFFFF"/>
          </a:solidFill>
          <a:ln xmlns:a="http://schemas.openxmlformats.org/drawingml/2006/main" w="19050">
            <a:solidFill>
              <a:srgbClr val="2876A8"/>
            </a:solidFill>
          </a:ln>
        </p:spPr>
      </p:sp>
      <p:sp>
        <p:nvSpPr>
          <p:cNvPr id="28" name="">
            <a:extLst xmlns:a="http://schemas.openxmlformats.org/drawingml/2006/main">
              <a:ext uri="{FF2B5EF4-FFF2-40B4-BE49-F238E27FC236}">
                <a16:creationId xmlns:a16="http://schemas.microsoft.com/office/drawing/2014/main" id="{1D36D6DD-5D5E-450F-A7E6-B6DAD3518C50}"/>
              </a:ext>
            </a:extLst>
          </p:cNvPr>
          <p:cNvSpPr>
            <a:spLocks xmlns:a="http://schemas.openxmlformats.org/drawingml/2006/main" noGrp="1"/>
          </p:cNvSpPr>
          <p:nvPr/>
        </p:nvSpPr>
        <p:spPr>
          <a:xfrm xmlns:a="http://schemas.openxmlformats.org/drawingml/2006/main">
            <a:off x="5629275" y="35337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1AA661D2-2F8E-41EB-88AC-43BCB0A6B747}"/>
              </a:ext>
            </a:extLst>
          </p:cNvPr>
          <p:cNvSpPr>
            <a:spLocks xmlns:a="http://schemas.openxmlformats.org/drawingml/2006/main" noGrp="1"/>
          </p:cNvSpPr>
          <p:nvPr/>
        </p:nvSpPr>
        <p:spPr>
          <a:xfrm xmlns:a="http://schemas.openxmlformats.org/drawingml/2006/main">
            <a:off x="5800725" y="35337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2876A8"/>
            </a:solidFill>
          </a:ln>
        </p:spPr>
      </p:sp>
      <p:sp>
        <p:nvSpPr>
          <p:cNvPr id="30" name="">
            <a:extLst xmlns:a="http://schemas.openxmlformats.org/drawingml/2006/main">
              <a:ext uri="{FF2B5EF4-FFF2-40B4-BE49-F238E27FC236}">
                <a16:creationId xmlns:a16="http://schemas.microsoft.com/office/drawing/2014/main" id="{15C7A13D-B9EA-4AFD-AC22-644FFE0B57DA}"/>
              </a:ext>
            </a:extLst>
          </p:cNvPr>
          <p:cNvSpPr>
            <a:spLocks xmlns:a="http://schemas.openxmlformats.org/drawingml/2006/main" noGrp="1"/>
          </p:cNvSpPr>
          <p:nvPr/>
        </p:nvSpPr>
        <p:spPr>
          <a:xfrm xmlns:a="http://schemas.openxmlformats.org/drawingml/2006/main">
            <a:off x="5448300" y="3667125"/>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5869C0A5-CB4C-4891-B4E6-2AE30560B0FF}"/>
              </a:ext>
            </a:extLst>
          </p:cNvPr>
          <p:cNvSpPr>
            <a:spLocks xmlns:a="http://schemas.openxmlformats.org/drawingml/2006/main" noGrp="1"/>
          </p:cNvSpPr>
          <p:nvPr/>
        </p:nvSpPr>
        <p:spPr>
          <a:xfrm xmlns:a="http://schemas.openxmlformats.org/drawingml/2006/main">
            <a:off x="3571875" y="2000250"/>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38100">
            <a:solidFill>
              <a:srgbClr val="C4483C"/>
            </a:solidFill>
          </a:ln>
        </p:spPr>
      </p:sp>
      <p:sp>
        <p:nvSpPr>
          <p:cNvPr id="32" name="">
            <a:extLst xmlns:a="http://schemas.openxmlformats.org/drawingml/2006/main">
              <a:ext uri="{FF2B5EF4-FFF2-40B4-BE49-F238E27FC236}">
                <a16:creationId xmlns:a16="http://schemas.microsoft.com/office/drawing/2014/main" id="{8D4EBB0C-23C8-4673-864F-F0E8C94228F3}"/>
              </a:ext>
            </a:extLst>
          </p:cNvPr>
          <p:cNvSpPr>
            <a:spLocks xmlns:a="http://schemas.openxmlformats.org/drawingml/2006/main" noGrp="1"/>
          </p:cNvSpPr>
          <p:nvPr/>
        </p:nvSpPr>
        <p:spPr>
          <a:xfrm xmlns:a="http://schemas.openxmlformats.org/drawingml/2006/main">
            <a:off x="3519869" y="2828925"/>
            <a:ext cx="104013" cy="123825"/>
          </a:xfrm>
          <a:custGeom xmlns:a="http://schemas.openxmlformats.org/drawingml/2006/main">
            <a:pathLst>
              <a:path w="104013" h="123825">
                <a:moveTo>
                  <a:pt x="52006" y="123825"/>
                </a:moveTo>
                <a:lnTo>
                  <a:pt x="104013"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60B169BE-99F4-405C-9F90-49E3609A9D20}"/>
              </a:ext>
            </a:extLst>
          </p:cNvPr>
          <p:cNvSpPr>
            <a:spLocks xmlns:a="http://schemas.openxmlformats.org/drawingml/2006/main" noGrp="1"/>
          </p:cNvSpPr>
          <p:nvPr/>
        </p:nvSpPr>
        <p:spPr>
          <a:xfrm xmlns:a="http://schemas.openxmlformats.org/drawingml/2006/main">
            <a:off x="3857625" y="2095500"/>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F</a:t>
            </a:r>
          </a:p>
        </p:txBody>
      </p:sp>
      <p:sp>
        <p:nvSpPr>
          <p:cNvPr id="34" name="">
            <a:extLst xmlns:a="http://schemas.openxmlformats.org/drawingml/2006/main">
              <a:ext uri="{FF2B5EF4-FFF2-40B4-BE49-F238E27FC236}">
                <a16:creationId xmlns:a16="http://schemas.microsoft.com/office/drawing/2014/main" id="{FA5B12CA-03EF-446F-A82B-4A2B7C45E5F7}"/>
              </a:ext>
            </a:extLst>
          </p:cNvPr>
          <p:cNvSpPr>
            <a:spLocks xmlns:a="http://schemas.openxmlformats.org/drawingml/2006/main" noGrp="1"/>
          </p:cNvSpPr>
          <p:nvPr/>
        </p:nvSpPr>
        <p:spPr>
          <a:xfrm xmlns:a="http://schemas.openxmlformats.org/drawingml/2006/main">
            <a:off x="1381125" y="3305175"/>
            <a:ext cx="9525" cy="1028700"/>
          </a:xfrm>
          <a:custGeom xmlns:a="http://schemas.openxmlformats.org/drawingml/2006/main">
            <a:pathLst>
              <a:path w="9525" h="1028700">
                <a:moveTo>
                  <a:pt x="0" y="1028700"/>
                </a:moveTo>
                <a:lnTo>
                  <a:pt x="0" y="0"/>
                </a:lnTo>
              </a:path>
            </a:pathLst>
          </a:custGeom>
          <a:noFill xmlns:a="http://schemas.openxmlformats.org/drawingml/2006/main"/>
          <a:ln xmlns:a="http://schemas.openxmlformats.org/drawingml/2006/main" w="38100">
            <a:solidFill>
              <a:srgbClr val="2876A8"/>
            </a:solidFill>
          </a:ln>
        </p:spPr>
      </p:sp>
      <p:sp>
        <p:nvSpPr>
          <p:cNvPr id="35" name="">
            <a:extLst xmlns:a="http://schemas.openxmlformats.org/drawingml/2006/main">
              <a:ext uri="{FF2B5EF4-FFF2-40B4-BE49-F238E27FC236}">
                <a16:creationId xmlns:a16="http://schemas.microsoft.com/office/drawing/2014/main" id="{E04C414F-BC72-4BAF-854E-7CB9A3CF0AF9}"/>
              </a:ext>
            </a:extLst>
          </p:cNvPr>
          <p:cNvSpPr>
            <a:spLocks xmlns:a="http://schemas.openxmlformats.org/drawingml/2006/main" noGrp="1"/>
          </p:cNvSpPr>
          <p:nvPr/>
        </p:nvSpPr>
        <p:spPr>
          <a:xfrm xmlns:a="http://schemas.openxmlformats.org/drawingml/2006/main">
            <a:off x="1329119" y="3305175"/>
            <a:ext cx="104013" cy="123825"/>
          </a:xfrm>
          <a:custGeom xmlns:a="http://schemas.openxmlformats.org/drawingml/2006/main">
            <a:pathLst>
              <a:path w="104013" h="123825">
                <a:moveTo>
                  <a:pt x="52007" y="0"/>
                </a:moveTo>
                <a:lnTo>
                  <a:pt x="0" y="123825"/>
                </a:lnTo>
                <a:lnTo>
                  <a:pt x="104013" y="123825"/>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AB824116-D7D2-43BF-815C-E80AA7647DF0}"/>
              </a:ext>
            </a:extLst>
          </p:cNvPr>
          <p:cNvSpPr>
            <a:spLocks xmlns:a="http://schemas.openxmlformats.org/drawingml/2006/main" noGrp="1"/>
          </p:cNvSpPr>
          <p:nvPr/>
        </p:nvSpPr>
        <p:spPr>
          <a:xfrm xmlns:a="http://schemas.openxmlformats.org/drawingml/2006/main">
            <a:off x="5762625" y="3305175"/>
            <a:ext cx="9525" cy="1028700"/>
          </a:xfrm>
          <a:custGeom xmlns:a="http://schemas.openxmlformats.org/drawingml/2006/main">
            <a:pathLst>
              <a:path w="9525" h="1028700">
                <a:moveTo>
                  <a:pt x="0" y="1028700"/>
                </a:moveTo>
                <a:lnTo>
                  <a:pt x="0" y="0"/>
                </a:lnTo>
              </a:path>
            </a:pathLst>
          </a:custGeom>
          <a:noFill xmlns:a="http://schemas.openxmlformats.org/drawingml/2006/main"/>
          <a:ln xmlns:a="http://schemas.openxmlformats.org/drawingml/2006/main" w="38100">
            <a:solidFill>
              <a:srgbClr val="2876A8"/>
            </a:solidFill>
          </a:ln>
        </p:spPr>
      </p:sp>
      <p:sp>
        <p:nvSpPr>
          <p:cNvPr id="37" name="">
            <a:extLst xmlns:a="http://schemas.openxmlformats.org/drawingml/2006/main">
              <a:ext uri="{FF2B5EF4-FFF2-40B4-BE49-F238E27FC236}">
                <a16:creationId xmlns:a16="http://schemas.microsoft.com/office/drawing/2014/main" id="{FC6FAFD1-4E9D-4914-8109-06C6C45E0BC4}"/>
              </a:ext>
            </a:extLst>
          </p:cNvPr>
          <p:cNvSpPr>
            <a:spLocks xmlns:a="http://schemas.openxmlformats.org/drawingml/2006/main" noGrp="1"/>
          </p:cNvSpPr>
          <p:nvPr/>
        </p:nvSpPr>
        <p:spPr>
          <a:xfrm xmlns:a="http://schemas.openxmlformats.org/drawingml/2006/main">
            <a:off x="5710619" y="3305175"/>
            <a:ext cx="104013" cy="123825"/>
          </a:xfrm>
          <a:custGeom xmlns:a="http://schemas.openxmlformats.org/drawingml/2006/main">
            <a:pathLst>
              <a:path w="104013" h="123825">
                <a:moveTo>
                  <a:pt x="52007" y="0"/>
                </a:moveTo>
                <a:lnTo>
                  <a:pt x="0" y="123825"/>
                </a:lnTo>
                <a:lnTo>
                  <a:pt x="104013" y="123825"/>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117CDF39-AA68-4554-A28F-2491715CEB40}"/>
              </a:ext>
            </a:extLst>
          </p:cNvPr>
          <p:cNvSpPr>
            <a:spLocks xmlns:a="http://schemas.openxmlformats.org/drawingml/2006/main" noGrp="1"/>
          </p:cNvSpPr>
          <p:nvPr/>
        </p:nvSpPr>
        <p:spPr>
          <a:xfrm xmlns:a="http://schemas.openxmlformats.org/drawingml/2006/main">
            <a:off x="1381125" y="4476750"/>
            <a:ext cx="4381500" cy="523875"/>
          </a:xfrm>
          <a:custGeom xmlns:a="http://schemas.openxmlformats.org/drawingml/2006/main">
            <a:pathLst>
              <a:path w="4381500" h="523875">
                <a:moveTo>
                  <a:pt x="0" y="0"/>
                </a:moveTo>
                <a:lnTo>
                  <a:pt x="109538" y="51078"/>
                </a:lnTo>
                <a:lnTo>
                  <a:pt x="219075" y="99536"/>
                </a:lnTo>
                <a:lnTo>
                  <a:pt x="328613" y="145375"/>
                </a:lnTo>
                <a:lnTo>
                  <a:pt x="438150" y="188595"/>
                </a:lnTo>
                <a:lnTo>
                  <a:pt x="547688" y="229195"/>
                </a:lnTo>
                <a:lnTo>
                  <a:pt x="657225" y="267176"/>
                </a:lnTo>
                <a:lnTo>
                  <a:pt x="766763" y="302538"/>
                </a:lnTo>
                <a:lnTo>
                  <a:pt x="876300" y="335280"/>
                </a:lnTo>
                <a:lnTo>
                  <a:pt x="985838" y="365403"/>
                </a:lnTo>
                <a:lnTo>
                  <a:pt x="1095375" y="392906"/>
                </a:lnTo>
                <a:lnTo>
                  <a:pt x="1204913" y="417790"/>
                </a:lnTo>
                <a:lnTo>
                  <a:pt x="1314450" y="440055"/>
                </a:lnTo>
                <a:lnTo>
                  <a:pt x="1423988" y="459700"/>
                </a:lnTo>
                <a:lnTo>
                  <a:pt x="1533525" y="476726"/>
                </a:lnTo>
                <a:lnTo>
                  <a:pt x="1643063" y="491133"/>
                </a:lnTo>
                <a:lnTo>
                  <a:pt x="1752600" y="502920"/>
                </a:lnTo>
                <a:lnTo>
                  <a:pt x="1862138" y="512088"/>
                </a:lnTo>
                <a:lnTo>
                  <a:pt x="1971675" y="518636"/>
                </a:lnTo>
                <a:lnTo>
                  <a:pt x="2081213" y="522565"/>
                </a:lnTo>
                <a:lnTo>
                  <a:pt x="2190750" y="523875"/>
                </a:lnTo>
                <a:lnTo>
                  <a:pt x="2300288" y="522565"/>
                </a:lnTo>
                <a:lnTo>
                  <a:pt x="2409825" y="518636"/>
                </a:lnTo>
                <a:lnTo>
                  <a:pt x="2519363" y="512088"/>
                </a:lnTo>
                <a:lnTo>
                  <a:pt x="2628900" y="502920"/>
                </a:lnTo>
                <a:lnTo>
                  <a:pt x="2738438" y="491133"/>
                </a:lnTo>
                <a:lnTo>
                  <a:pt x="2847975" y="476726"/>
                </a:lnTo>
                <a:lnTo>
                  <a:pt x="2957513" y="459700"/>
                </a:lnTo>
                <a:lnTo>
                  <a:pt x="3067050" y="440055"/>
                </a:lnTo>
                <a:lnTo>
                  <a:pt x="3176588" y="417790"/>
                </a:lnTo>
                <a:lnTo>
                  <a:pt x="3286125" y="392906"/>
                </a:lnTo>
                <a:lnTo>
                  <a:pt x="3395663" y="365403"/>
                </a:lnTo>
                <a:lnTo>
                  <a:pt x="3505200" y="335280"/>
                </a:lnTo>
                <a:lnTo>
                  <a:pt x="3614738" y="302538"/>
                </a:lnTo>
                <a:lnTo>
                  <a:pt x="3724275" y="267176"/>
                </a:lnTo>
                <a:lnTo>
                  <a:pt x="3833813" y="229195"/>
                </a:lnTo>
                <a:lnTo>
                  <a:pt x="3943350" y="188595"/>
                </a:lnTo>
                <a:lnTo>
                  <a:pt x="4052888" y="145375"/>
                </a:lnTo>
                <a:lnTo>
                  <a:pt x="4162425" y="99536"/>
                </a:lnTo>
                <a:lnTo>
                  <a:pt x="4271963" y="51078"/>
                </a:lnTo>
                <a:lnTo>
                  <a:pt x="4381500" y="0"/>
                </a:lnTo>
              </a:path>
            </a:pathLst>
          </a:custGeom>
          <a:noFill xmlns:a="http://schemas.openxmlformats.org/drawingml/2006/main"/>
          <a:ln xmlns:a="http://schemas.openxmlformats.org/drawingml/2006/main" w="28575">
            <a:solidFill>
              <a:srgbClr val="2876A8"/>
            </a:solidFill>
          </a:ln>
        </p:spPr>
      </p:sp>
      <p:sp>
        <p:nvSpPr>
          <p:cNvPr id="39" name="">
            <a:extLst xmlns:a="http://schemas.openxmlformats.org/drawingml/2006/main">
              <a:ext uri="{FF2B5EF4-FFF2-40B4-BE49-F238E27FC236}">
                <a16:creationId xmlns:a16="http://schemas.microsoft.com/office/drawing/2014/main" id="{69DE5698-B959-4D28-A63E-E30779F64BFF}"/>
              </a:ext>
            </a:extLst>
          </p:cNvPr>
          <p:cNvSpPr>
            <a:spLocks xmlns:a="http://schemas.openxmlformats.org/drawingml/2006/main" noGrp="1"/>
          </p:cNvSpPr>
          <p:nvPr/>
        </p:nvSpPr>
        <p:spPr>
          <a:xfrm xmlns:a="http://schemas.openxmlformats.org/drawingml/2006/main">
            <a:off x="1524000" y="509587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たわみの形（誇張）</a:t>
            </a:r>
          </a:p>
        </p:txBody>
      </p:sp>
      <p:sp>
        <p:nvSpPr>
          <p:cNvPr id="40" name="">
            <a:extLst xmlns:a="http://schemas.openxmlformats.org/drawingml/2006/main">
              <a:ext uri="{FF2B5EF4-FFF2-40B4-BE49-F238E27FC236}">
                <a16:creationId xmlns:a16="http://schemas.microsoft.com/office/drawing/2014/main" id="{1DBCA840-A56D-4D97-A7C6-5B35EC04F771}"/>
              </a:ext>
            </a:extLst>
          </p:cNvPr>
          <p:cNvSpPr>
            <a:spLocks xmlns:a="http://schemas.openxmlformats.org/drawingml/2006/main" noGrp="1"/>
          </p:cNvSpPr>
          <p:nvPr/>
        </p:nvSpPr>
        <p:spPr>
          <a:xfrm xmlns:a="http://schemas.openxmlformats.org/drawingml/2006/main">
            <a:off x="7000875" y="15716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中央付近を拡大した見方</a:t>
            </a:r>
          </a:p>
        </p:txBody>
      </p:sp>
      <p:sp>
        <p:nvSpPr>
          <p:cNvPr id="41" name="">
            <a:extLst xmlns:a="http://schemas.openxmlformats.org/drawingml/2006/main">
              <a:ext uri="{FF2B5EF4-FFF2-40B4-BE49-F238E27FC236}">
                <a16:creationId xmlns:a16="http://schemas.microsoft.com/office/drawing/2014/main" id="{BC987D61-CFDF-4598-A60E-08776C2FBD70}"/>
              </a:ext>
            </a:extLst>
          </p:cNvPr>
          <p:cNvSpPr>
            <a:spLocks xmlns:a="http://schemas.openxmlformats.org/drawingml/2006/main" noGrp="1"/>
          </p:cNvSpPr>
          <p:nvPr/>
        </p:nvSpPr>
        <p:spPr>
          <a:xfrm xmlns:a="http://schemas.openxmlformats.org/drawingml/2006/main">
            <a:off x="7191375" y="2857500"/>
            <a:ext cx="3905250" cy="381000"/>
          </a:xfrm>
          <a:custGeom xmlns:a="http://schemas.openxmlformats.org/drawingml/2006/main">
            <a:pathLst>
              <a:path w="3905250" h="381000">
                <a:moveTo>
                  <a:pt x="0" y="0"/>
                </a:moveTo>
                <a:lnTo>
                  <a:pt x="130175" y="49107"/>
                </a:lnTo>
                <a:lnTo>
                  <a:pt x="260350" y="94827"/>
                </a:lnTo>
                <a:lnTo>
                  <a:pt x="390525" y="137160"/>
                </a:lnTo>
                <a:lnTo>
                  <a:pt x="520700" y="176107"/>
                </a:lnTo>
                <a:lnTo>
                  <a:pt x="650875" y="211667"/>
                </a:lnTo>
                <a:lnTo>
                  <a:pt x="781050" y="243840"/>
                </a:lnTo>
                <a:lnTo>
                  <a:pt x="911225" y="272627"/>
                </a:lnTo>
                <a:lnTo>
                  <a:pt x="1041400" y="298027"/>
                </a:lnTo>
                <a:lnTo>
                  <a:pt x="1171575" y="320040"/>
                </a:lnTo>
                <a:lnTo>
                  <a:pt x="1301750" y="338667"/>
                </a:lnTo>
                <a:lnTo>
                  <a:pt x="1431925" y="353907"/>
                </a:lnTo>
                <a:lnTo>
                  <a:pt x="1562100" y="365760"/>
                </a:lnTo>
                <a:lnTo>
                  <a:pt x="1692275" y="374227"/>
                </a:lnTo>
                <a:lnTo>
                  <a:pt x="1822450" y="379307"/>
                </a:lnTo>
                <a:lnTo>
                  <a:pt x="1952625" y="381000"/>
                </a:lnTo>
                <a:lnTo>
                  <a:pt x="2082800" y="379307"/>
                </a:lnTo>
                <a:lnTo>
                  <a:pt x="2212975" y="374227"/>
                </a:lnTo>
                <a:lnTo>
                  <a:pt x="2343150" y="365760"/>
                </a:lnTo>
                <a:lnTo>
                  <a:pt x="2473325" y="353907"/>
                </a:lnTo>
                <a:lnTo>
                  <a:pt x="2603500" y="338667"/>
                </a:lnTo>
                <a:lnTo>
                  <a:pt x="2733675" y="320040"/>
                </a:lnTo>
                <a:lnTo>
                  <a:pt x="2863850" y="298027"/>
                </a:lnTo>
                <a:lnTo>
                  <a:pt x="2994025" y="272627"/>
                </a:lnTo>
                <a:lnTo>
                  <a:pt x="3124200" y="243840"/>
                </a:lnTo>
                <a:lnTo>
                  <a:pt x="3254375" y="211667"/>
                </a:lnTo>
                <a:lnTo>
                  <a:pt x="3384550" y="176107"/>
                </a:lnTo>
                <a:lnTo>
                  <a:pt x="3514725" y="137160"/>
                </a:lnTo>
                <a:lnTo>
                  <a:pt x="3644900" y="94827"/>
                </a:lnTo>
                <a:lnTo>
                  <a:pt x="3775075" y="49107"/>
                </a:lnTo>
                <a:lnTo>
                  <a:pt x="3905250" y="0"/>
                </a:lnTo>
              </a:path>
            </a:pathLst>
          </a:custGeom>
          <a:noFill xmlns:a="http://schemas.openxmlformats.org/drawingml/2006/main"/>
          <a:ln xmlns:a="http://schemas.openxmlformats.org/drawingml/2006/main" w="47625">
            <a:solidFill>
              <a:srgbClr val="AD8760"/>
            </a:solidFill>
          </a:ln>
        </p:spPr>
      </p:sp>
      <p:sp>
        <p:nvSpPr>
          <p:cNvPr id="42" name="">
            <a:extLst xmlns:a="http://schemas.openxmlformats.org/drawingml/2006/main">
              <a:ext uri="{FF2B5EF4-FFF2-40B4-BE49-F238E27FC236}">
                <a16:creationId xmlns:a16="http://schemas.microsoft.com/office/drawing/2014/main" id="{0F60B740-5EB1-40DF-9DBE-6F8CD956DA16}"/>
              </a:ext>
            </a:extLst>
          </p:cNvPr>
          <p:cNvSpPr>
            <a:spLocks xmlns:a="http://schemas.openxmlformats.org/drawingml/2006/main" noGrp="1"/>
          </p:cNvSpPr>
          <p:nvPr/>
        </p:nvSpPr>
        <p:spPr>
          <a:xfrm xmlns:a="http://schemas.openxmlformats.org/drawingml/2006/main">
            <a:off x="7000875" y="3714750"/>
            <a:ext cx="4286250" cy="523875"/>
          </a:xfrm>
          <a:custGeom xmlns:a="http://schemas.openxmlformats.org/drawingml/2006/main">
            <a:pathLst>
              <a:path w="4286250" h="523875">
                <a:moveTo>
                  <a:pt x="0" y="0"/>
                </a:moveTo>
                <a:lnTo>
                  <a:pt x="142875" y="67522"/>
                </a:lnTo>
                <a:lnTo>
                  <a:pt x="285750" y="130387"/>
                </a:lnTo>
                <a:lnTo>
                  <a:pt x="428625" y="188595"/>
                </a:lnTo>
                <a:lnTo>
                  <a:pt x="571500" y="242147"/>
                </a:lnTo>
                <a:lnTo>
                  <a:pt x="714375" y="291042"/>
                </a:lnTo>
                <a:lnTo>
                  <a:pt x="857250" y="335280"/>
                </a:lnTo>
                <a:lnTo>
                  <a:pt x="1000125" y="374862"/>
                </a:lnTo>
                <a:lnTo>
                  <a:pt x="1143000" y="409787"/>
                </a:lnTo>
                <a:lnTo>
                  <a:pt x="1285875" y="440055"/>
                </a:lnTo>
                <a:lnTo>
                  <a:pt x="1428750" y="465667"/>
                </a:lnTo>
                <a:lnTo>
                  <a:pt x="1571625" y="486622"/>
                </a:lnTo>
                <a:lnTo>
                  <a:pt x="1714500" y="502920"/>
                </a:lnTo>
                <a:lnTo>
                  <a:pt x="1857375" y="514562"/>
                </a:lnTo>
                <a:lnTo>
                  <a:pt x="2000250" y="521547"/>
                </a:lnTo>
                <a:lnTo>
                  <a:pt x="2143125" y="523875"/>
                </a:lnTo>
                <a:lnTo>
                  <a:pt x="2286000" y="521547"/>
                </a:lnTo>
                <a:lnTo>
                  <a:pt x="2428875" y="514562"/>
                </a:lnTo>
                <a:lnTo>
                  <a:pt x="2571750" y="502920"/>
                </a:lnTo>
                <a:lnTo>
                  <a:pt x="2714625" y="486622"/>
                </a:lnTo>
                <a:lnTo>
                  <a:pt x="2857500" y="465667"/>
                </a:lnTo>
                <a:lnTo>
                  <a:pt x="3000375" y="440055"/>
                </a:lnTo>
                <a:lnTo>
                  <a:pt x="3143250" y="409787"/>
                </a:lnTo>
                <a:lnTo>
                  <a:pt x="3286125" y="374862"/>
                </a:lnTo>
                <a:lnTo>
                  <a:pt x="3429000" y="335280"/>
                </a:lnTo>
                <a:lnTo>
                  <a:pt x="3571875" y="291042"/>
                </a:lnTo>
                <a:lnTo>
                  <a:pt x="3714750" y="242147"/>
                </a:lnTo>
                <a:lnTo>
                  <a:pt x="3857625" y="188595"/>
                </a:lnTo>
                <a:lnTo>
                  <a:pt x="4000500" y="130387"/>
                </a:lnTo>
                <a:lnTo>
                  <a:pt x="4143375" y="67522"/>
                </a:lnTo>
                <a:lnTo>
                  <a:pt x="4286250" y="0"/>
                </a:lnTo>
              </a:path>
            </a:pathLst>
          </a:custGeom>
          <a:noFill xmlns:a="http://schemas.openxmlformats.org/drawingml/2006/main"/>
          <a:ln xmlns:a="http://schemas.openxmlformats.org/drawingml/2006/main" w="47625">
            <a:solidFill>
              <a:srgbClr val="087E8B"/>
            </a:solidFill>
          </a:ln>
        </p:spPr>
      </p:sp>
      <p:sp>
        <p:nvSpPr>
          <p:cNvPr id="43" name="">
            <a:extLst xmlns:a="http://schemas.openxmlformats.org/drawingml/2006/main">
              <a:ext uri="{FF2B5EF4-FFF2-40B4-BE49-F238E27FC236}">
                <a16:creationId xmlns:a16="http://schemas.microsoft.com/office/drawing/2014/main" id="{27D579C5-ED74-4C31-BA0F-5AE95005E553}"/>
              </a:ext>
            </a:extLst>
          </p:cNvPr>
          <p:cNvSpPr>
            <a:spLocks xmlns:a="http://schemas.openxmlformats.org/drawingml/2006/main" noGrp="1"/>
          </p:cNvSpPr>
          <p:nvPr/>
        </p:nvSpPr>
        <p:spPr>
          <a:xfrm xmlns:a="http://schemas.openxmlformats.org/drawingml/2006/main">
            <a:off x="7667625" y="2333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AD8760"/>
                </a:solidFill>
                <a:latin typeface="Yu Gothic"/>
                <a:ea typeface="Yu Gothic"/>
                <a:cs typeface="Yu Gothic"/>
              </a:defRPr>
            </a:defPPr>
            <a:lvl1pPr>
              <a:buNone/>
              <a:defRPr sz="2175" b="1">
                <a:solidFill>
                  <a:srgbClr val="AD8760"/>
                </a:solidFill>
                <a:latin typeface="Yu Gothic"/>
                <a:ea typeface="Yu Gothic"/>
                <a:cs typeface="Yu Gothic"/>
              </a:defRPr>
            </a:lvl1pPr>
            <a:lvl2pPr>
              <a:buNone/>
              <a:defRPr sz="2175" b="1">
                <a:solidFill>
                  <a:srgbClr val="AD8760"/>
                </a:solidFill>
                <a:latin typeface="Yu Gothic"/>
                <a:ea typeface="Yu Gothic"/>
                <a:cs typeface="Yu Gothic"/>
              </a:defRPr>
            </a:lvl2pPr>
            <a:lvl3pPr>
              <a:buNone/>
              <a:defRPr sz="2175" b="1">
                <a:solidFill>
                  <a:srgbClr val="AD8760"/>
                </a:solidFill>
                <a:latin typeface="Yu Gothic"/>
                <a:ea typeface="Yu Gothic"/>
                <a:cs typeface="Yu Gothic"/>
              </a:defRPr>
            </a:lvl3pPr>
            <a:lvl4pPr>
              <a:buNone/>
              <a:defRPr sz="2175" b="1">
                <a:solidFill>
                  <a:srgbClr val="AD8760"/>
                </a:solidFill>
                <a:latin typeface="Yu Gothic"/>
                <a:ea typeface="Yu Gothic"/>
                <a:cs typeface="Yu Gothic"/>
              </a:defRPr>
            </a:lvl4pPr>
            <a:lvl5pPr>
              <a:buNone/>
              <a:defRPr sz="2175" b="1">
                <a:solidFill>
                  <a:srgbClr val="AD8760"/>
                </a:solidFill>
                <a:latin typeface="Yu Gothic"/>
                <a:ea typeface="Yu Gothic"/>
                <a:cs typeface="Yu Gothic"/>
              </a:defRPr>
            </a:lvl5pPr>
            <a:lvl6pPr>
              <a:buNone/>
              <a:defRPr sz="2175" b="1">
                <a:solidFill>
                  <a:srgbClr val="AD8760"/>
                </a:solidFill>
                <a:latin typeface="Yu Gothic"/>
                <a:ea typeface="Yu Gothic"/>
                <a:cs typeface="Yu Gothic"/>
              </a:defRPr>
            </a:lvl6pPr>
            <a:lvl7pPr>
              <a:buNone/>
              <a:defRPr sz="2175" b="1">
                <a:solidFill>
                  <a:srgbClr val="AD8760"/>
                </a:solidFill>
                <a:latin typeface="Yu Gothic"/>
                <a:ea typeface="Yu Gothic"/>
                <a:cs typeface="Yu Gothic"/>
              </a:defRPr>
            </a:lvl7pPr>
            <a:lvl8pPr>
              <a:buNone/>
              <a:defRPr sz="2175" b="1">
                <a:solidFill>
                  <a:srgbClr val="AD8760"/>
                </a:solidFill>
                <a:latin typeface="Yu Gothic"/>
                <a:ea typeface="Yu Gothic"/>
                <a:cs typeface="Yu Gothic"/>
              </a:defRPr>
            </a:lvl8pPr>
            <a:lvl9pPr>
              <a:buNone/>
              <a:defRPr sz="2175" b="1">
                <a:solidFill>
                  <a:srgbClr val="AD8760"/>
                </a:solidFill>
                <a:latin typeface="Yu Gothic"/>
                <a:ea typeface="Yu Gothic"/>
                <a:cs typeface="Yu Gothic"/>
              </a:defRPr>
            </a:lvl9pPr>
          </a:lstStyle>
          <a:p xmlns:a="http://schemas.openxmlformats.org/drawingml/2006/main">
            <a:pPr>
              <a:buNone/>
              <a:defRPr sz="2175" b="1">
                <a:solidFill>
                  <a:srgbClr val="AD8760"/>
                </a:solidFill>
                <a:latin typeface="Yu Gothic"/>
                <a:ea typeface="Yu Gothic"/>
                <a:cs typeface="Yu Gothic"/>
              </a:defRPr>
            </a:pPr>
            <a:r>
              <a:rPr sz="2175" b="1">
                <a:solidFill>
                  <a:srgbClr val="AD8760"/>
                </a:solidFill>
                <a:latin typeface="Yu Gothic"/>
                <a:ea typeface="Yu Gothic"/>
                <a:cs typeface="Yu Gothic"/>
              </a:rPr>
              <a:t>上側：圧縮</a:t>
            </a:r>
          </a:p>
        </p:txBody>
      </p:sp>
      <p:sp>
        <p:nvSpPr>
          <p:cNvPr id="44" name="">
            <a:extLst xmlns:a="http://schemas.openxmlformats.org/drawingml/2006/main">
              <a:ext uri="{FF2B5EF4-FFF2-40B4-BE49-F238E27FC236}">
                <a16:creationId xmlns:a16="http://schemas.microsoft.com/office/drawing/2014/main" id="{7438AC52-1489-47DF-AF3B-8EBE7489CFD8}"/>
              </a:ext>
            </a:extLst>
          </p:cNvPr>
          <p:cNvSpPr>
            <a:spLocks xmlns:a="http://schemas.openxmlformats.org/drawingml/2006/main" noGrp="1"/>
          </p:cNvSpPr>
          <p:nvPr/>
        </p:nvSpPr>
        <p:spPr>
          <a:xfrm xmlns:a="http://schemas.openxmlformats.org/drawingml/2006/main">
            <a:off x="7667625" y="44291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下側：引張り</a:t>
            </a:r>
          </a:p>
        </p:txBody>
      </p:sp>
      <p:sp>
        <p:nvSpPr>
          <p:cNvPr id="45" name="">
            <a:extLst xmlns:a="http://schemas.openxmlformats.org/drawingml/2006/main">
              <a:ext uri="{FF2B5EF4-FFF2-40B4-BE49-F238E27FC236}">
                <a16:creationId xmlns:a16="http://schemas.microsoft.com/office/drawing/2014/main" id="{358AA710-24A0-4144-95AC-20E2CB70C927}"/>
              </a:ext>
            </a:extLst>
          </p:cNvPr>
          <p:cNvSpPr>
            <a:spLocks xmlns:a="http://schemas.openxmlformats.org/drawingml/2006/main" noGrp="1"/>
          </p:cNvSpPr>
          <p:nvPr/>
        </p:nvSpPr>
        <p:spPr>
          <a:xfrm xmlns:a="http://schemas.openxmlformats.org/drawingml/2006/main">
            <a:off x="7191375" y="5095875"/>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断面内で応力が変わる</a:t>
            </a:r>
          </a:p>
        </p:txBody>
      </p:sp>
      <p:sp>
        <p:nvSpPr>
          <p:cNvPr id="46" name="">
            <a:extLst xmlns:a="http://schemas.openxmlformats.org/drawingml/2006/main">
              <a:ext uri="{FF2B5EF4-FFF2-40B4-BE49-F238E27FC236}">
                <a16:creationId xmlns:a16="http://schemas.microsoft.com/office/drawing/2014/main" id="{3D4EBCFF-278B-4D73-A433-A69F7CF1E6B2}"/>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この支持・荷重による曲げの例。曲げモーメントMの単位：N·mm または N·m。</a:t>
            </a:r>
          </a:p>
        </p:txBody>
      </p:sp>
    </p:spTree>
    <p:extLst>
      <p:ext uri="{BB962C8B-B14F-4D97-AF65-F5344CB8AC3E}">
        <p14:creationId xmlns:p14="http://schemas.microsoft.com/office/powerpoint/2010/main" val="18753218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ext-0">
            <a:extLst xmlns:a="http://schemas.openxmlformats.org/drawingml/2006/main">
              <a:ext uri="{FF2B5EF4-FFF2-40B4-BE49-F238E27FC236}">
                <a16:creationId xmlns:a16="http://schemas.microsoft.com/office/drawing/2014/main" id="{14A78EA7-9DE8-49EE-AA72-81FD11EB7A1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ねじり</a:t>
            </a:r>
          </a:p>
        </p:txBody>
      </p:sp>
      <p:cxnSp>
        <p:nvCxnSpPr>
          <p:cNvPr id="2" name="">
            <a:extLst xmlns:a="http://schemas.openxmlformats.org/drawingml/2006/main">
              <a:ext uri="{FF2B5EF4-FFF2-40B4-BE49-F238E27FC236}">
                <a16:creationId xmlns:a16="http://schemas.microsoft.com/office/drawing/2014/main" id="{073C4C7D-1D15-4317-9BA8-41381482B71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F8032D0E-D0B6-4E74-899F-9520DF6F54F4}"/>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D257303E-28A5-4262-9E45-5A3109F7D9CF}"/>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18 / 57</a:t>
            </a:r>
          </a:p>
        </p:txBody>
      </p:sp>
      <p:sp>
        <p:nvSpPr>
          <p:cNvPr id="19" name="">
            <a:extLst xmlns:a="http://schemas.openxmlformats.org/drawingml/2006/main">
              <a:ext uri="{FF2B5EF4-FFF2-40B4-BE49-F238E27FC236}">
                <a16:creationId xmlns:a16="http://schemas.microsoft.com/office/drawing/2014/main" id="{F30314E6-26A9-4482-BF2C-9CFE94BD29B8}"/>
              </a:ext>
            </a:extLst>
          </p:cNvPr>
          <p:cNvSpPr>
            <a:spLocks xmlns:a="http://schemas.openxmlformats.org/drawingml/2006/main" noGrp="1"/>
          </p:cNvSpPr>
          <p:nvPr/>
        </p:nvSpPr>
        <p:spPr>
          <a:xfrm xmlns:a="http://schemas.openxmlformats.org/drawingml/2006/main">
            <a:off x="809625" y="157162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軸の周りに回す作用</a:t>
            </a:r>
          </a:p>
        </p:txBody>
      </p:sp>
      <p:sp>
        <p:nvSpPr>
          <p:cNvPr id="20" name="">
            <a:extLst xmlns:a="http://schemas.openxmlformats.org/drawingml/2006/main">
              <a:ext uri="{FF2B5EF4-FFF2-40B4-BE49-F238E27FC236}">
                <a16:creationId xmlns:a16="http://schemas.microsoft.com/office/drawing/2014/main" id="{3DBE0106-5DDA-4EE7-9287-496CF5AE8B48}"/>
              </a:ext>
            </a:extLst>
          </p:cNvPr>
          <p:cNvSpPr>
            <a:spLocks xmlns:a="http://schemas.openxmlformats.org/drawingml/2006/main" noGrp="1"/>
          </p:cNvSpPr>
          <p:nvPr/>
        </p:nvSpPr>
        <p:spPr>
          <a:xfrm xmlns:a="http://schemas.openxmlformats.org/drawingml/2006/main">
            <a:off x="2476500" y="2571750"/>
            <a:ext cx="523875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EBC00545-6B04-45EB-8472-52BDF7DC958A}"/>
              </a:ext>
            </a:extLst>
          </p:cNvPr>
          <p:cNvSpPr>
            <a:spLocks xmlns:a="http://schemas.openxmlformats.org/drawingml/2006/main" noGrp="1"/>
          </p:cNvSpPr>
          <p:nvPr/>
        </p:nvSpPr>
        <p:spPr>
          <a:xfrm xmlns:a="http://schemas.openxmlformats.org/drawingml/2006/main">
            <a:off x="2238375" y="2571750"/>
            <a:ext cx="476250" cy="952500"/>
          </a:xfrm>
          <a:prstGeom xmlns:a="http://schemas.openxmlformats.org/drawingml/2006/main" prst="ellipse">
            <a:avLst/>
          </a:prstGeom>
          <a:solidFill xmlns:a="http://schemas.openxmlformats.org/drawingml/2006/main">
            <a:srgbClr val="E8F0F4"/>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265C4F46-D66B-475C-9515-A8FEDC139A3E}"/>
              </a:ext>
            </a:extLst>
          </p:cNvPr>
          <p:cNvSpPr>
            <a:spLocks xmlns:a="http://schemas.openxmlformats.org/drawingml/2006/main" noGrp="1"/>
          </p:cNvSpPr>
          <p:nvPr/>
        </p:nvSpPr>
        <p:spPr>
          <a:xfrm xmlns:a="http://schemas.openxmlformats.org/drawingml/2006/main">
            <a:off x="7477125" y="2571750"/>
            <a:ext cx="476250" cy="952500"/>
          </a:xfrm>
          <a:prstGeom xmlns:a="http://schemas.openxmlformats.org/drawingml/2006/main" prst="ellipse">
            <a:avLst/>
          </a:prstGeom>
          <a:solidFill xmlns:a="http://schemas.openxmlformats.org/drawingml/2006/main">
            <a:srgbClr val="E8F0F4"/>
          </a:solidFill>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CF1111C2-B57D-42F3-9BD8-E031611FB1BD}"/>
              </a:ext>
            </a:extLst>
          </p:cNvPr>
          <p:cNvSpPr>
            <a:spLocks xmlns:a="http://schemas.openxmlformats.org/drawingml/2006/main" noGrp="1"/>
          </p:cNvSpPr>
          <p:nvPr/>
        </p:nvSpPr>
        <p:spPr>
          <a:xfrm xmlns:a="http://schemas.openxmlformats.org/drawingml/2006/main">
            <a:off x="2000250"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E04CA37D-1F17-4176-85D7-BFE39F0E25A1}"/>
              </a:ext>
            </a:extLst>
          </p:cNvPr>
          <p:cNvSpPr>
            <a:spLocks xmlns:a="http://schemas.openxmlformats.org/drawingml/2006/main" noGrp="1"/>
          </p:cNvSpPr>
          <p:nvPr/>
        </p:nvSpPr>
        <p:spPr>
          <a:xfrm xmlns:a="http://schemas.openxmlformats.org/drawingml/2006/main">
            <a:off x="213320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FCF07DB4-3805-48C0-9D8B-80D0A51A1894}"/>
              </a:ext>
            </a:extLst>
          </p:cNvPr>
          <p:cNvSpPr>
            <a:spLocks xmlns:a="http://schemas.openxmlformats.org/drawingml/2006/main" noGrp="1"/>
          </p:cNvSpPr>
          <p:nvPr/>
        </p:nvSpPr>
        <p:spPr>
          <a:xfrm xmlns:a="http://schemas.openxmlformats.org/drawingml/2006/main">
            <a:off x="226615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A160BE5C-C52C-4405-8FFD-5C889DD01F5A}"/>
              </a:ext>
            </a:extLst>
          </p:cNvPr>
          <p:cNvSpPr>
            <a:spLocks xmlns:a="http://schemas.openxmlformats.org/drawingml/2006/main" noGrp="1"/>
          </p:cNvSpPr>
          <p:nvPr/>
        </p:nvSpPr>
        <p:spPr>
          <a:xfrm xmlns:a="http://schemas.openxmlformats.org/drawingml/2006/main">
            <a:off x="239910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023A1072-B0B1-4FC9-9E18-14D1989862C4}"/>
              </a:ext>
            </a:extLst>
          </p:cNvPr>
          <p:cNvSpPr>
            <a:spLocks xmlns:a="http://schemas.openxmlformats.org/drawingml/2006/main" noGrp="1"/>
          </p:cNvSpPr>
          <p:nvPr/>
        </p:nvSpPr>
        <p:spPr>
          <a:xfrm xmlns:a="http://schemas.openxmlformats.org/drawingml/2006/main">
            <a:off x="253206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200D42C0-4D6C-4AB6-A322-106A0696A64B}"/>
              </a:ext>
            </a:extLst>
          </p:cNvPr>
          <p:cNvSpPr>
            <a:spLocks xmlns:a="http://schemas.openxmlformats.org/drawingml/2006/main" noGrp="1"/>
          </p:cNvSpPr>
          <p:nvPr/>
        </p:nvSpPr>
        <p:spPr>
          <a:xfrm xmlns:a="http://schemas.openxmlformats.org/drawingml/2006/main">
            <a:off x="266501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F59DEEE1-5BD2-4B1B-A603-42DC92E7753A}"/>
              </a:ext>
            </a:extLst>
          </p:cNvPr>
          <p:cNvSpPr>
            <a:spLocks xmlns:a="http://schemas.openxmlformats.org/drawingml/2006/main" noGrp="1"/>
          </p:cNvSpPr>
          <p:nvPr/>
        </p:nvSpPr>
        <p:spPr>
          <a:xfrm xmlns:a="http://schemas.openxmlformats.org/drawingml/2006/main">
            <a:off x="279796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92A713D7-AD52-48E1-9D14-35AE34C91553}"/>
              </a:ext>
            </a:extLst>
          </p:cNvPr>
          <p:cNvSpPr>
            <a:spLocks xmlns:a="http://schemas.openxmlformats.org/drawingml/2006/main" noGrp="1"/>
          </p:cNvSpPr>
          <p:nvPr/>
        </p:nvSpPr>
        <p:spPr>
          <a:xfrm xmlns:a="http://schemas.openxmlformats.org/drawingml/2006/main">
            <a:off x="2930922"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9EE673FB-CCBA-42C2-9819-58E7D642B6B8}"/>
              </a:ext>
            </a:extLst>
          </p:cNvPr>
          <p:cNvSpPr>
            <a:spLocks xmlns:a="http://schemas.openxmlformats.org/drawingml/2006/main" noGrp="1"/>
          </p:cNvSpPr>
          <p:nvPr/>
        </p:nvSpPr>
        <p:spPr>
          <a:xfrm xmlns:a="http://schemas.openxmlformats.org/drawingml/2006/main">
            <a:off x="3063875"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6EB2D0F5-99F3-41D7-A87A-3E83DF5A1804}"/>
              </a:ext>
            </a:extLst>
          </p:cNvPr>
          <p:cNvSpPr>
            <a:spLocks xmlns:a="http://schemas.openxmlformats.org/drawingml/2006/main" noGrp="1"/>
          </p:cNvSpPr>
          <p:nvPr/>
        </p:nvSpPr>
        <p:spPr>
          <a:xfrm xmlns:a="http://schemas.openxmlformats.org/drawingml/2006/main">
            <a:off x="319682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499A84D8-DE71-4501-9204-1F4DB29159A8}"/>
              </a:ext>
            </a:extLst>
          </p:cNvPr>
          <p:cNvSpPr>
            <a:spLocks xmlns:a="http://schemas.openxmlformats.org/drawingml/2006/main" noGrp="1"/>
          </p:cNvSpPr>
          <p:nvPr/>
        </p:nvSpPr>
        <p:spPr>
          <a:xfrm xmlns:a="http://schemas.openxmlformats.org/drawingml/2006/main">
            <a:off x="332978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FE75DC2D-84AA-49D4-BCAB-1D2C178504D9}"/>
              </a:ext>
            </a:extLst>
          </p:cNvPr>
          <p:cNvSpPr>
            <a:spLocks xmlns:a="http://schemas.openxmlformats.org/drawingml/2006/main" noGrp="1"/>
          </p:cNvSpPr>
          <p:nvPr/>
        </p:nvSpPr>
        <p:spPr>
          <a:xfrm xmlns:a="http://schemas.openxmlformats.org/drawingml/2006/main">
            <a:off x="346273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FB4EE502-3B3B-4412-BA35-40D016E30720}"/>
              </a:ext>
            </a:extLst>
          </p:cNvPr>
          <p:cNvSpPr>
            <a:spLocks xmlns:a="http://schemas.openxmlformats.org/drawingml/2006/main" noGrp="1"/>
          </p:cNvSpPr>
          <p:nvPr/>
        </p:nvSpPr>
        <p:spPr>
          <a:xfrm xmlns:a="http://schemas.openxmlformats.org/drawingml/2006/main">
            <a:off x="359568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C506CBAD-5112-426D-A6B2-247B50DC66A5}"/>
              </a:ext>
            </a:extLst>
          </p:cNvPr>
          <p:cNvSpPr>
            <a:spLocks xmlns:a="http://schemas.openxmlformats.org/drawingml/2006/main" noGrp="1"/>
          </p:cNvSpPr>
          <p:nvPr/>
        </p:nvSpPr>
        <p:spPr>
          <a:xfrm xmlns:a="http://schemas.openxmlformats.org/drawingml/2006/main">
            <a:off x="372864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61E94EE2-F79D-424F-9EE9-0B3549DA929C}"/>
              </a:ext>
            </a:extLst>
          </p:cNvPr>
          <p:cNvSpPr>
            <a:spLocks xmlns:a="http://schemas.openxmlformats.org/drawingml/2006/main" noGrp="1"/>
          </p:cNvSpPr>
          <p:nvPr/>
        </p:nvSpPr>
        <p:spPr>
          <a:xfrm xmlns:a="http://schemas.openxmlformats.org/drawingml/2006/main">
            <a:off x="386159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2B1445CE-13E7-4689-9633-4B771775A084}"/>
              </a:ext>
            </a:extLst>
          </p:cNvPr>
          <p:cNvSpPr>
            <a:spLocks xmlns:a="http://schemas.openxmlformats.org/drawingml/2006/main" noGrp="1"/>
          </p:cNvSpPr>
          <p:nvPr/>
        </p:nvSpPr>
        <p:spPr>
          <a:xfrm xmlns:a="http://schemas.openxmlformats.org/drawingml/2006/main">
            <a:off x="3994547"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4758DAB7-0B9E-4DE2-8002-2628418B6A88}"/>
              </a:ext>
            </a:extLst>
          </p:cNvPr>
          <p:cNvSpPr>
            <a:spLocks xmlns:a="http://schemas.openxmlformats.org/drawingml/2006/main" noGrp="1"/>
          </p:cNvSpPr>
          <p:nvPr/>
        </p:nvSpPr>
        <p:spPr>
          <a:xfrm xmlns:a="http://schemas.openxmlformats.org/drawingml/2006/main">
            <a:off x="4127500"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5547C93F-9F74-4C4C-A6D8-D2795AE06279}"/>
              </a:ext>
            </a:extLst>
          </p:cNvPr>
          <p:cNvSpPr>
            <a:spLocks xmlns:a="http://schemas.openxmlformats.org/drawingml/2006/main" noGrp="1"/>
          </p:cNvSpPr>
          <p:nvPr/>
        </p:nvSpPr>
        <p:spPr>
          <a:xfrm xmlns:a="http://schemas.openxmlformats.org/drawingml/2006/main">
            <a:off x="426045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4CFF3BE6-DBC9-4AF1-9443-31A08F6BAE47}"/>
              </a:ext>
            </a:extLst>
          </p:cNvPr>
          <p:cNvSpPr>
            <a:spLocks xmlns:a="http://schemas.openxmlformats.org/drawingml/2006/main" noGrp="1"/>
          </p:cNvSpPr>
          <p:nvPr/>
        </p:nvSpPr>
        <p:spPr>
          <a:xfrm xmlns:a="http://schemas.openxmlformats.org/drawingml/2006/main">
            <a:off x="439340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2" name="">
            <a:extLst xmlns:a="http://schemas.openxmlformats.org/drawingml/2006/main">
              <a:ext uri="{FF2B5EF4-FFF2-40B4-BE49-F238E27FC236}">
                <a16:creationId xmlns:a16="http://schemas.microsoft.com/office/drawing/2014/main" id="{C30D4AE3-7BD1-4702-B814-09F303853985}"/>
              </a:ext>
            </a:extLst>
          </p:cNvPr>
          <p:cNvSpPr>
            <a:spLocks xmlns:a="http://schemas.openxmlformats.org/drawingml/2006/main" noGrp="1"/>
          </p:cNvSpPr>
          <p:nvPr/>
        </p:nvSpPr>
        <p:spPr>
          <a:xfrm xmlns:a="http://schemas.openxmlformats.org/drawingml/2006/main">
            <a:off x="452635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0E18401C-ECDB-4A50-8939-6FCA16FE6B50}"/>
              </a:ext>
            </a:extLst>
          </p:cNvPr>
          <p:cNvSpPr>
            <a:spLocks xmlns:a="http://schemas.openxmlformats.org/drawingml/2006/main" noGrp="1"/>
          </p:cNvSpPr>
          <p:nvPr/>
        </p:nvSpPr>
        <p:spPr>
          <a:xfrm xmlns:a="http://schemas.openxmlformats.org/drawingml/2006/main">
            <a:off x="465931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FD1196EA-E337-4A95-A0FB-95D8CE9A044C}"/>
              </a:ext>
            </a:extLst>
          </p:cNvPr>
          <p:cNvSpPr>
            <a:spLocks xmlns:a="http://schemas.openxmlformats.org/drawingml/2006/main" noGrp="1"/>
          </p:cNvSpPr>
          <p:nvPr/>
        </p:nvSpPr>
        <p:spPr>
          <a:xfrm xmlns:a="http://schemas.openxmlformats.org/drawingml/2006/main">
            <a:off x="479226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123FDC01-F0F2-4071-9A4E-74A23403A1AD}"/>
              </a:ext>
            </a:extLst>
          </p:cNvPr>
          <p:cNvSpPr>
            <a:spLocks xmlns:a="http://schemas.openxmlformats.org/drawingml/2006/main" noGrp="1"/>
          </p:cNvSpPr>
          <p:nvPr/>
        </p:nvSpPr>
        <p:spPr>
          <a:xfrm xmlns:a="http://schemas.openxmlformats.org/drawingml/2006/main">
            <a:off x="492521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2616FAE5-5342-40F4-A282-E83FC9C5CECB}"/>
              </a:ext>
            </a:extLst>
          </p:cNvPr>
          <p:cNvSpPr>
            <a:spLocks xmlns:a="http://schemas.openxmlformats.org/drawingml/2006/main" noGrp="1"/>
          </p:cNvSpPr>
          <p:nvPr/>
        </p:nvSpPr>
        <p:spPr>
          <a:xfrm xmlns:a="http://schemas.openxmlformats.org/drawingml/2006/main">
            <a:off x="5058172"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8D7CE015-A7B9-46B8-8B83-A473542EC5B4}"/>
              </a:ext>
            </a:extLst>
          </p:cNvPr>
          <p:cNvSpPr>
            <a:spLocks xmlns:a="http://schemas.openxmlformats.org/drawingml/2006/main" noGrp="1"/>
          </p:cNvSpPr>
          <p:nvPr/>
        </p:nvSpPr>
        <p:spPr>
          <a:xfrm xmlns:a="http://schemas.openxmlformats.org/drawingml/2006/main">
            <a:off x="5191125"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DB459FDB-2993-41CE-9132-47F16590981B}"/>
              </a:ext>
            </a:extLst>
          </p:cNvPr>
          <p:cNvSpPr>
            <a:spLocks xmlns:a="http://schemas.openxmlformats.org/drawingml/2006/main" noGrp="1"/>
          </p:cNvSpPr>
          <p:nvPr/>
        </p:nvSpPr>
        <p:spPr>
          <a:xfrm xmlns:a="http://schemas.openxmlformats.org/drawingml/2006/main">
            <a:off x="532407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79617DC4-574F-409F-9ED0-0B9B379B21A7}"/>
              </a:ext>
            </a:extLst>
          </p:cNvPr>
          <p:cNvSpPr>
            <a:spLocks xmlns:a="http://schemas.openxmlformats.org/drawingml/2006/main" noGrp="1"/>
          </p:cNvSpPr>
          <p:nvPr/>
        </p:nvSpPr>
        <p:spPr>
          <a:xfrm xmlns:a="http://schemas.openxmlformats.org/drawingml/2006/main">
            <a:off x="545703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0" name="">
            <a:extLst xmlns:a="http://schemas.openxmlformats.org/drawingml/2006/main">
              <a:ext uri="{FF2B5EF4-FFF2-40B4-BE49-F238E27FC236}">
                <a16:creationId xmlns:a16="http://schemas.microsoft.com/office/drawing/2014/main" id="{93C1B647-73CC-4234-A84B-09FA9685D1BC}"/>
              </a:ext>
            </a:extLst>
          </p:cNvPr>
          <p:cNvSpPr>
            <a:spLocks xmlns:a="http://schemas.openxmlformats.org/drawingml/2006/main" noGrp="1"/>
          </p:cNvSpPr>
          <p:nvPr/>
        </p:nvSpPr>
        <p:spPr>
          <a:xfrm xmlns:a="http://schemas.openxmlformats.org/drawingml/2006/main">
            <a:off x="558998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1" name="">
            <a:extLst xmlns:a="http://schemas.openxmlformats.org/drawingml/2006/main">
              <a:ext uri="{FF2B5EF4-FFF2-40B4-BE49-F238E27FC236}">
                <a16:creationId xmlns:a16="http://schemas.microsoft.com/office/drawing/2014/main" id="{CD716A89-69B9-4C0F-9F04-9A604988C134}"/>
              </a:ext>
            </a:extLst>
          </p:cNvPr>
          <p:cNvSpPr>
            <a:spLocks xmlns:a="http://schemas.openxmlformats.org/drawingml/2006/main" noGrp="1"/>
          </p:cNvSpPr>
          <p:nvPr/>
        </p:nvSpPr>
        <p:spPr>
          <a:xfrm xmlns:a="http://schemas.openxmlformats.org/drawingml/2006/main">
            <a:off x="572293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2" name="">
            <a:extLst xmlns:a="http://schemas.openxmlformats.org/drawingml/2006/main">
              <a:ext uri="{FF2B5EF4-FFF2-40B4-BE49-F238E27FC236}">
                <a16:creationId xmlns:a16="http://schemas.microsoft.com/office/drawing/2014/main" id="{0652725B-07BB-4EF7-A175-6B8FB7D34A06}"/>
              </a:ext>
            </a:extLst>
          </p:cNvPr>
          <p:cNvSpPr>
            <a:spLocks xmlns:a="http://schemas.openxmlformats.org/drawingml/2006/main" noGrp="1"/>
          </p:cNvSpPr>
          <p:nvPr/>
        </p:nvSpPr>
        <p:spPr>
          <a:xfrm xmlns:a="http://schemas.openxmlformats.org/drawingml/2006/main">
            <a:off x="585589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3" name="">
            <a:extLst xmlns:a="http://schemas.openxmlformats.org/drawingml/2006/main">
              <a:ext uri="{FF2B5EF4-FFF2-40B4-BE49-F238E27FC236}">
                <a16:creationId xmlns:a16="http://schemas.microsoft.com/office/drawing/2014/main" id="{3DD1702C-45E8-4B23-B065-CE6B4201B01D}"/>
              </a:ext>
            </a:extLst>
          </p:cNvPr>
          <p:cNvSpPr>
            <a:spLocks xmlns:a="http://schemas.openxmlformats.org/drawingml/2006/main" noGrp="1"/>
          </p:cNvSpPr>
          <p:nvPr/>
        </p:nvSpPr>
        <p:spPr>
          <a:xfrm xmlns:a="http://schemas.openxmlformats.org/drawingml/2006/main">
            <a:off x="598884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4" name="">
            <a:extLst xmlns:a="http://schemas.openxmlformats.org/drawingml/2006/main">
              <a:ext uri="{FF2B5EF4-FFF2-40B4-BE49-F238E27FC236}">
                <a16:creationId xmlns:a16="http://schemas.microsoft.com/office/drawing/2014/main" id="{1F31B4F9-C7DA-4973-8573-8AA62E64C3E9}"/>
              </a:ext>
            </a:extLst>
          </p:cNvPr>
          <p:cNvSpPr>
            <a:spLocks xmlns:a="http://schemas.openxmlformats.org/drawingml/2006/main" noGrp="1"/>
          </p:cNvSpPr>
          <p:nvPr/>
        </p:nvSpPr>
        <p:spPr>
          <a:xfrm xmlns:a="http://schemas.openxmlformats.org/drawingml/2006/main">
            <a:off x="6121797"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5" name="">
            <a:extLst xmlns:a="http://schemas.openxmlformats.org/drawingml/2006/main">
              <a:ext uri="{FF2B5EF4-FFF2-40B4-BE49-F238E27FC236}">
                <a16:creationId xmlns:a16="http://schemas.microsoft.com/office/drawing/2014/main" id="{F77F0FB9-89B9-46EC-AB69-CAF4317067C7}"/>
              </a:ext>
            </a:extLst>
          </p:cNvPr>
          <p:cNvSpPr>
            <a:spLocks xmlns:a="http://schemas.openxmlformats.org/drawingml/2006/main" noGrp="1"/>
          </p:cNvSpPr>
          <p:nvPr/>
        </p:nvSpPr>
        <p:spPr>
          <a:xfrm xmlns:a="http://schemas.openxmlformats.org/drawingml/2006/main">
            <a:off x="6254750"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6" name="">
            <a:extLst xmlns:a="http://schemas.openxmlformats.org/drawingml/2006/main">
              <a:ext uri="{FF2B5EF4-FFF2-40B4-BE49-F238E27FC236}">
                <a16:creationId xmlns:a16="http://schemas.microsoft.com/office/drawing/2014/main" id="{4D22E4E8-7EDD-490A-B9EF-66CECEA3D03F}"/>
              </a:ext>
            </a:extLst>
          </p:cNvPr>
          <p:cNvSpPr>
            <a:spLocks xmlns:a="http://schemas.openxmlformats.org/drawingml/2006/main" noGrp="1"/>
          </p:cNvSpPr>
          <p:nvPr/>
        </p:nvSpPr>
        <p:spPr>
          <a:xfrm xmlns:a="http://schemas.openxmlformats.org/drawingml/2006/main">
            <a:off x="638770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7" name="">
            <a:extLst xmlns:a="http://schemas.openxmlformats.org/drawingml/2006/main">
              <a:ext uri="{FF2B5EF4-FFF2-40B4-BE49-F238E27FC236}">
                <a16:creationId xmlns:a16="http://schemas.microsoft.com/office/drawing/2014/main" id="{764F2193-1D61-4E62-BED3-5CEFD39E6150}"/>
              </a:ext>
            </a:extLst>
          </p:cNvPr>
          <p:cNvSpPr>
            <a:spLocks xmlns:a="http://schemas.openxmlformats.org/drawingml/2006/main" noGrp="1"/>
          </p:cNvSpPr>
          <p:nvPr/>
        </p:nvSpPr>
        <p:spPr>
          <a:xfrm xmlns:a="http://schemas.openxmlformats.org/drawingml/2006/main">
            <a:off x="652065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8" name="">
            <a:extLst xmlns:a="http://schemas.openxmlformats.org/drawingml/2006/main">
              <a:ext uri="{FF2B5EF4-FFF2-40B4-BE49-F238E27FC236}">
                <a16:creationId xmlns:a16="http://schemas.microsoft.com/office/drawing/2014/main" id="{60F7766F-1574-426A-B391-D0CE6851CED3}"/>
              </a:ext>
            </a:extLst>
          </p:cNvPr>
          <p:cNvSpPr>
            <a:spLocks xmlns:a="http://schemas.openxmlformats.org/drawingml/2006/main" noGrp="1"/>
          </p:cNvSpPr>
          <p:nvPr/>
        </p:nvSpPr>
        <p:spPr>
          <a:xfrm xmlns:a="http://schemas.openxmlformats.org/drawingml/2006/main">
            <a:off x="665360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59" name="">
            <a:extLst xmlns:a="http://schemas.openxmlformats.org/drawingml/2006/main">
              <a:ext uri="{FF2B5EF4-FFF2-40B4-BE49-F238E27FC236}">
                <a16:creationId xmlns:a16="http://schemas.microsoft.com/office/drawing/2014/main" id="{97B57CCB-E2A7-4103-B4E8-2640B15C3FDA}"/>
              </a:ext>
            </a:extLst>
          </p:cNvPr>
          <p:cNvSpPr>
            <a:spLocks xmlns:a="http://schemas.openxmlformats.org/drawingml/2006/main" noGrp="1"/>
          </p:cNvSpPr>
          <p:nvPr/>
        </p:nvSpPr>
        <p:spPr>
          <a:xfrm xmlns:a="http://schemas.openxmlformats.org/drawingml/2006/main">
            <a:off x="6786563"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0" name="">
            <a:extLst xmlns:a="http://schemas.openxmlformats.org/drawingml/2006/main">
              <a:ext uri="{FF2B5EF4-FFF2-40B4-BE49-F238E27FC236}">
                <a16:creationId xmlns:a16="http://schemas.microsoft.com/office/drawing/2014/main" id="{61FBD22E-660C-43CA-9DF8-665455C5CF2C}"/>
              </a:ext>
            </a:extLst>
          </p:cNvPr>
          <p:cNvSpPr>
            <a:spLocks xmlns:a="http://schemas.openxmlformats.org/drawingml/2006/main" noGrp="1"/>
          </p:cNvSpPr>
          <p:nvPr/>
        </p:nvSpPr>
        <p:spPr>
          <a:xfrm xmlns:a="http://schemas.openxmlformats.org/drawingml/2006/main">
            <a:off x="6919516"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1" name="">
            <a:extLst xmlns:a="http://schemas.openxmlformats.org/drawingml/2006/main">
              <a:ext uri="{FF2B5EF4-FFF2-40B4-BE49-F238E27FC236}">
                <a16:creationId xmlns:a16="http://schemas.microsoft.com/office/drawing/2014/main" id="{A6F34208-CD08-4940-90A0-0DCEA2CBAFD9}"/>
              </a:ext>
            </a:extLst>
          </p:cNvPr>
          <p:cNvSpPr>
            <a:spLocks xmlns:a="http://schemas.openxmlformats.org/drawingml/2006/main" noGrp="1"/>
          </p:cNvSpPr>
          <p:nvPr/>
        </p:nvSpPr>
        <p:spPr>
          <a:xfrm xmlns:a="http://schemas.openxmlformats.org/drawingml/2006/main">
            <a:off x="7052469"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2" name="">
            <a:extLst xmlns:a="http://schemas.openxmlformats.org/drawingml/2006/main">
              <a:ext uri="{FF2B5EF4-FFF2-40B4-BE49-F238E27FC236}">
                <a16:creationId xmlns:a16="http://schemas.microsoft.com/office/drawing/2014/main" id="{832BE93E-8D88-4312-BDAB-8E38E852D87F}"/>
              </a:ext>
            </a:extLst>
          </p:cNvPr>
          <p:cNvSpPr>
            <a:spLocks xmlns:a="http://schemas.openxmlformats.org/drawingml/2006/main" noGrp="1"/>
          </p:cNvSpPr>
          <p:nvPr/>
        </p:nvSpPr>
        <p:spPr>
          <a:xfrm xmlns:a="http://schemas.openxmlformats.org/drawingml/2006/main">
            <a:off x="7185422"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3" name="">
            <a:extLst xmlns:a="http://schemas.openxmlformats.org/drawingml/2006/main">
              <a:ext uri="{FF2B5EF4-FFF2-40B4-BE49-F238E27FC236}">
                <a16:creationId xmlns:a16="http://schemas.microsoft.com/office/drawing/2014/main" id="{6B91AE8E-50E2-4D73-9CB2-D47DEB6DC40E}"/>
              </a:ext>
            </a:extLst>
          </p:cNvPr>
          <p:cNvSpPr>
            <a:spLocks xmlns:a="http://schemas.openxmlformats.org/drawingml/2006/main" noGrp="1"/>
          </p:cNvSpPr>
          <p:nvPr/>
        </p:nvSpPr>
        <p:spPr>
          <a:xfrm xmlns:a="http://schemas.openxmlformats.org/drawingml/2006/main">
            <a:off x="7318375"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AABA53E1-ED6D-47AF-8D95-D311AD999823}"/>
              </a:ext>
            </a:extLst>
          </p:cNvPr>
          <p:cNvSpPr>
            <a:spLocks xmlns:a="http://schemas.openxmlformats.org/drawingml/2006/main" noGrp="1"/>
          </p:cNvSpPr>
          <p:nvPr/>
        </p:nvSpPr>
        <p:spPr>
          <a:xfrm xmlns:a="http://schemas.openxmlformats.org/drawingml/2006/main">
            <a:off x="745132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5" name="">
            <a:extLst xmlns:a="http://schemas.openxmlformats.org/drawingml/2006/main">
              <a:ext uri="{FF2B5EF4-FFF2-40B4-BE49-F238E27FC236}">
                <a16:creationId xmlns:a16="http://schemas.microsoft.com/office/drawing/2014/main" id="{E5C89E72-1C5E-4E61-9622-A1CC232B5913}"/>
              </a:ext>
            </a:extLst>
          </p:cNvPr>
          <p:cNvSpPr>
            <a:spLocks xmlns:a="http://schemas.openxmlformats.org/drawingml/2006/main" noGrp="1"/>
          </p:cNvSpPr>
          <p:nvPr/>
        </p:nvSpPr>
        <p:spPr>
          <a:xfrm xmlns:a="http://schemas.openxmlformats.org/drawingml/2006/main">
            <a:off x="758428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6" name="">
            <a:extLst xmlns:a="http://schemas.openxmlformats.org/drawingml/2006/main">
              <a:ext uri="{FF2B5EF4-FFF2-40B4-BE49-F238E27FC236}">
                <a16:creationId xmlns:a16="http://schemas.microsoft.com/office/drawing/2014/main" id="{45C1F073-796F-4718-B982-F4E8170BCA57}"/>
              </a:ext>
            </a:extLst>
          </p:cNvPr>
          <p:cNvSpPr>
            <a:spLocks xmlns:a="http://schemas.openxmlformats.org/drawingml/2006/main" noGrp="1"/>
          </p:cNvSpPr>
          <p:nvPr/>
        </p:nvSpPr>
        <p:spPr>
          <a:xfrm xmlns:a="http://schemas.openxmlformats.org/drawingml/2006/main">
            <a:off x="771723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7" name="">
            <a:extLst xmlns:a="http://schemas.openxmlformats.org/drawingml/2006/main">
              <a:ext uri="{FF2B5EF4-FFF2-40B4-BE49-F238E27FC236}">
                <a16:creationId xmlns:a16="http://schemas.microsoft.com/office/drawing/2014/main" id="{E72BFAE2-E284-4E15-A61E-CF7B47DBC028}"/>
              </a:ext>
            </a:extLst>
          </p:cNvPr>
          <p:cNvSpPr>
            <a:spLocks xmlns:a="http://schemas.openxmlformats.org/drawingml/2006/main" noGrp="1"/>
          </p:cNvSpPr>
          <p:nvPr/>
        </p:nvSpPr>
        <p:spPr>
          <a:xfrm xmlns:a="http://schemas.openxmlformats.org/drawingml/2006/main">
            <a:off x="7850188"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8" name="">
            <a:extLst xmlns:a="http://schemas.openxmlformats.org/drawingml/2006/main">
              <a:ext uri="{FF2B5EF4-FFF2-40B4-BE49-F238E27FC236}">
                <a16:creationId xmlns:a16="http://schemas.microsoft.com/office/drawing/2014/main" id="{9DC53822-0167-41C2-B7A8-939DC11A21FD}"/>
              </a:ext>
            </a:extLst>
          </p:cNvPr>
          <p:cNvSpPr>
            <a:spLocks xmlns:a="http://schemas.openxmlformats.org/drawingml/2006/main" noGrp="1"/>
          </p:cNvSpPr>
          <p:nvPr/>
        </p:nvSpPr>
        <p:spPr>
          <a:xfrm xmlns:a="http://schemas.openxmlformats.org/drawingml/2006/main">
            <a:off x="7983141"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69" name="">
            <a:extLst xmlns:a="http://schemas.openxmlformats.org/drawingml/2006/main">
              <a:ext uri="{FF2B5EF4-FFF2-40B4-BE49-F238E27FC236}">
                <a16:creationId xmlns:a16="http://schemas.microsoft.com/office/drawing/2014/main" id="{1FD60F91-711D-458B-AED4-80EE598AB126}"/>
              </a:ext>
            </a:extLst>
          </p:cNvPr>
          <p:cNvSpPr>
            <a:spLocks xmlns:a="http://schemas.openxmlformats.org/drawingml/2006/main" noGrp="1"/>
          </p:cNvSpPr>
          <p:nvPr/>
        </p:nvSpPr>
        <p:spPr>
          <a:xfrm xmlns:a="http://schemas.openxmlformats.org/drawingml/2006/main">
            <a:off x="8116094"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077B3E32-EBAF-4B6F-B5B8-0E77BA8FB484}"/>
              </a:ext>
            </a:extLst>
          </p:cNvPr>
          <p:cNvSpPr>
            <a:spLocks xmlns:a="http://schemas.openxmlformats.org/drawingml/2006/main" noGrp="1"/>
          </p:cNvSpPr>
          <p:nvPr/>
        </p:nvSpPr>
        <p:spPr>
          <a:xfrm xmlns:a="http://schemas.openxmlformats.org/drawingml/2006/main">
            <a:off x="8249047" y="3048000"/>
            <a:ext cx="73124" cy="9525"/>
          </a:xfrm>
          <a:custGeom xmlns:a="http://schemas.openxmlformats.org/drawingml/2006/main">
            <a:pathLst>
              <a:path w="73124" h="9525">
                <a:moveTo>
                  <a:pt x="0" y="0"/>
                </a:moveTo>
                <a:lnTo>
                  <a:pt x="73124" y="0"/>
                </a:lnTo>
              </a:path>
            </a:pathLst>
          </a:custGeom>
          <a:noFill xmlns:a="http://schemas.openxmlformats.org/drawingml/2006/main"/>
          <a:ln xmlns:a="http://schemas.openxmlformats.org/drawingml/2006/main" w="14288">
            <a:solidFill>
              <a:srgbClr val="71818B"/>
            </a:solidFill>
          </a:ln>
        </p:spPr>
      </p:sp>
      <p:sp>
        <p:nvSpPr>
          <p:cNvPr id="71" name="">
            <a:extLst xmlns:a="http://schemas.openxmlformats.org/drawingml/2006/main">
              <a:ext uri="{FF2B5EF4-FFF2-40B4-BE49-F238E27FC236}">
                <a16:creationId xmlns:a16="http://schemas.microsoft.com/office/drawing/2014/main" id="{9AC9205F-A3E5-438E-A6D5-58F3BE353F4F}"/>
              </a:ext>
            </a:extLst>
          </p:cNvPr>
          <p:cNvSpPr>
            <a:spLocks xmlns:a="http://schemas.openxmlformats.org/drawingml/2006/main" noGrp="1"/>
          </p:cNvSpPr>
          <p:nvPr/>
        </p:nvSpPr>
        <p:spPr>
          <a:xfrm xmlns:a="http://schemas.openxmlformats.org/drawingml/2006/main">
            <a:off x="8572500" y="261937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ドライバーの軸など</a:t>
            </a:r>
          </a:p>
        </p:txBody>
      </p:sp>
      <p:sp>
        <p:nvSpPr>
          <p:cNvPr id="72" name="">
            <a:extLst xmlns:a="http://schemas.openxmlformats.org/drawingml/2006/main">
              <a:ext uri="{FF2B5EF4-FFF2-40B4-BE49-F238E27FC236}">
                <a16:creationId xmlns:a16="http://schemas.microsoft.com/office/drawing/2014/main" id="{06FCA979-07B7-4E9D-9BE0-C09C41378406}"/>
              </a:ext>
            </a:extLst>
          </p:cNvPr>
          <p:cNvSpPr>
            <a:spLocks xmlns:a="http://schemas.openxmlformats.org/drawingml/2006/main" noGrp="1"/>
          </p:cNvSpPr>
          <p:nvPr/>
        </p:nvSpPr>
        <p:spPr>
          <a:xfrm xmlns:a="http://schemas.openxmlformats.org/drawingml/2006/main">
            <a:off x="8572500" y="3619500"/>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内部にはせん断応力</a:t>
            </a:r>
          </a:p>
        </p:txBody>
      </p:sp>
      <p:sp>
        <p:nvSpPr>
          <p:cNvPr id="73" name="">
            <a:extLst xmlns:a="http://schemas.openxmlformats.org/drawingml/2006/main">
              <a:ext uri="{FF2B5EF4-FFF2-40B4-BE49-F238E27FC236}">
                <a16:creationId xmlns:a16="http://schemas.microsoft.com/office/drawing/2014/main" id="{09365253-65F3-49DF-8EFD-78A0C2E9DFD2}"/>
              </a:ext>
            </a:extLst>
          </p:cNvPr>
          <p:cNvSpPr>
            <a:spLocks xmlns:a="http://schemas.openxmlformats.org/drawingml/2006/main" noGrp="1"/>
          </p:cNvSpPr>
          <p:nvPr/>
        </p:nvSpPr>
        <p:spPr>
          <a:xfrm xmlns:a="http://schemas.openxmlformats.org/drawingml/2006/main">
            <a:off x="2571750" y="4238625"/>
            <a:ext cx="952500" cy="952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74" name="">
            <a:extLst xmlns:a="http://schemas.openxmlformats.org/drawingml/2006/main">
              <a:ext uri="{FF2B5EF4-FFF2-40B4-BE49-F238E27FC236}">
                <a16:creationId xmlns:a16="http://schemas.microsoft.com/office/drawing/2014/main" id="{F47C178E-756D-4A55-9E81-237D6E1AC335}"/>
              </a:ext>
            </a:extLst>
          </p:cNvPr>
          <p:cNvSpPr>
            <a:spLocks xmlns:a="http://schemas.openxmlformats.org/drawingml/2006/main" noGrp="1"/>
          </p:cNvSpPr>
          <p:nvPr/>
        </p:nvSpPr>
        <p:spPr>
          <a:xfrm xmlns:a="http://schemas.openxmlformats.org/drawingml/2006/main">
            <a:off x="3048000" y="4476750"/>
            <a:ext cx="333375" cy="238125"/>
          </a:xfrm>
          <a:custGeom xmlns:a="http://schemas.openxmlformats.org/drawingml/2006/main">
            <a:pathLst>
              <a:path w="333375" h="238125">
                <a:moveTo>
                  <a:pt x="0" y="238125"/>
                </a:moveTo>
                <a:lnTo>
                  <a:pt x="333375" y="0"/>
                </a:lnTo>
              </a:path>
            </a:pathLst>
          </a:custGeom>
          <a:noFill xmlns:a="http://schemas.openxmlformats.org/drawingml/2006/main"/>
          <a:ln xmlns:a="http://schemas.openxmlformats.org/drawingml/2006/main" w="19050">
            <a:solidFill>
              <a:srgbClr val="71818B"/>
            </a:solidFill>
          </a:ln>
        </p:spPr>
      </p:sp>
      <p:sp>
        <p:nvSpPr>
          <p:cNvPr id="75" name="">
            <a:extLst xmlns:a="http://schemas.openxmlformats.org/drawingml/2006/main">
              <a:ext uri="{FF2B5EF4-FFF2-40B4-BE49-F238E27FC236}">
                <a16:creationId xmlns:a16="http://schemas.microsoft.com/office/drawing/2014/main" id="{3038CF51-18AB-4532-B4F4-4E97C274B597}"/>
              </a:ext>
            </a:extLst>
          </p:cNvPr>
          <p:cNvSpPr>
            <a:spLocks xmlns:a="http://schemas.openxmlformats.org/drawingml/2006/main" noGrp="1"/>
          </p:cNvSpPr>
          <p:nvPr/>
        </p:nvSpPr>
        <p:spPr>
          <a:xfrm xmlns:a="http://schemas.openxmlformats.org/drawingml/2006/main">
            <a:off x="2537240" y="4048566"/>
            <a:ext cx="1175378" cy="1332989"/>
          </a:xfrm>
          <a:custGeom xmlns:a="http://schemas.openxmlformats.org/drawingml/2006/main">
            <a:pathLst>
              <a:path w="1175378" h="1332989">
                <a:moveTo>
                  <a:pt x="0" y="237731"/>
                </a:moveTo>
                <a:lnTo>
                  <a:pt x="85907" y="152446"/>
                </a:lnTo>
                <a:lnTo>
                  <a:pt x="185818" y="84099"/>
                </a:lnTo>
                <a:lnTo>
                  <a:pt x="296440" y="34944"/>
                </a:lnTo>
                <a:lnTo>
                  <a:pt x="414127" y="6599"/>
                </a:lnTo>
                <a:lnTo>
                  <a:pt x="534999" y="0"/>
                </a:lnTo>
                <a:lnTo>
                  <a:pt x="655071" y="15364"/>
                </a:lnTo>
                <a:lnTo>
                  <a:pt x="770387" y="52184"/>
                </a:lnTo>
                <a:lnTo>
                  <a:pt x="877145" y="109248"/>
                </a:lnTo>
                <a:lnTo>
                  <a:pt x="971826" y="184673"/>
                </a:lnTo>
                <a:lnTo>
                  <a:pt x="1051310" y="275974"/>
                </a:lnTo>
                <a:lnTo>
                  <a:pt x="1112976" y="380142"/>
                </a:lnTo>
                <a:lnTo>
                  <a:pt x="1154791" y="493742"/>
                </a:lnTo>
                <a:lnTo>
                  <a:pt x="1175378" y="613030"/>
                </a:lnTo>
                <a:lnTo>
                  <a:pt x="1174058" y="734074"/>
                </a:lnTo>
                <a:lnTo>
                  <a:pt x="1150873" y="852885"/>
                </a:lnTo>
                <a:lnTo>
                  <a:pt x="1106590" y="965546"/>
                </a:lnTo>
                <a:lnTo>
                  <a:pt x="1042666" y="1068344"/>
                </a:lnTo>
                <a:lnTo>
                  <a:pt x="961210" y="1157889"/>
                </a:lnTo>
                <a:lnTo>
                  <a:pt x="864906" y="1231231"/>
                </a:lnTo>
                <a:lnTo>
                  <a:pt x="756928" y="1285952"/>
                </a:lnTo>
                <a:lnTo>
                  <a:pt x="640837" y="1320248"/>
                </a:lnTo>
                <a:lnTo>
                  <a:pt x="520457" y="1332989"/>
                </a:lnTo>
                <a:lnTo>
                  <a:pt x="399758" y="1323754"/>
                </a:lnTo>
                <a:lnTo>
                  <a:pt x="282718" y="1292849"/>
                </a:lnTo>
              </a:path>
            </a:pathLst>
          </a:custGeom>
          <a:noFill xmlns:a="http://schemas.openxmlformats.org/drawingml/2006/main"/>
          <a:ln xmlns:a="http://schemas.openxmlformats.org/drawingml/2006/main" w="38100">
            <a:solidFill>
              <a:srgbClr val="7655A5"/>
            </a:solidFill>
          </a:ln>
        </p:spPr>
      </p:sp>
      <p:sp>
        <p:nvSpPr>
          <p:cNvPr id="76" name="">
            <a:extLst xmlns:a="http://schemas.openxmlformats.org/drawingml/2006/main">
              <a:ext uri="{FF2B5EF4-FFF2-40B4-BE49-F238E27FC236}">
                <a16:creationId xmlns:a16="http://schemas.microsoft.com/office/drawing/2014/main" id="{E29FC0F4-797A-40D5-87B7-CC1168605BF6}"/>
              </a:ext>
            </a:extLst>
          </p:cNvPr>
          <p:cNvSpPr>
            <a:spLocks xmlns:a="http://schemas.openxmlformats.org/drawingml/2006/main" noGrp="1"/>
          </p:cNvSpPr>
          <p:nvPr/>
        </p:nvSpPr>
        <p:spPr>
          <a:xfrm xmlns:a="http://schemas.openxmlformats.org/drawingml/2006/main">
            <a:off x="2819958" y="5341415"/>
            <a:ext cx="117040" cy="30905"/>
          </a:xfrm>
          <a:custGeom xmlns:a="http://schemas.openxmlformats.org/drawingml/2006/main">
            <a:pathLst>
              <a:path w="117040" h="30905">
                <a:moveTo>
                  <a:pt x="117040" y="30905"/>
                </a:moveTo>
                <a:lnTo>
                  <a:pt x="0" y="0"/>
                </a:lnTo>
              </a:path>
            </a:pathLst>
          </a:custGeom>
          <a:noFill xmlns:a="http://schemas.openxmlformats.org/drawingml/2006/main"/>
          <a:ln xmlns:a="http://schemas.openxmlformats.org/drawingml/2006/main" w="28575">
            <a:solidFill>
              <a:srgbClr val="7655A5"/>
            </a:solidFill>
          </a:ln>
        </p:spPr>
      </p:sp>
      <p:sp>
        <p:nvSpPr>
          <p:cNvPr id="77" name="">
            <a:extLst xmlns:a="http://schemas.openxmlformats.org/drawingml/2006/main">
              <a:ext uri="{FF2B5EF4-FFF2-40B4-BE49-F238E27FC236}">
                <a16:creationId xmlns:a16="http://schemas.microsoft.com/office/drawing/2014/main" id="{0D0B7097-0E31-4898-99BB-4A34B5041F86}"/>
              </a:ext>
            </a:extLst>
          </p:cNvPr>
          <p:cNvSpPr>
            <a:spLocks xmlns:a="http://schemas.openxmlformats.org/drawingml/2006/main" noGrp="1"/>
          </p:cNvSpPr>
          <p:nvPr/>
        </p:nvSpPr>
        <p:spPr>
          <a:xfrm xmlns:a="http://schemas.openxmlformats.org/drawingml/2006/main">
            <a:off x="2819958" y="5322745"/>
            <a:ext cx="132999" cy="100566"/>
          </a:xfrm>
          <a:custGeom xmlns:a="http://schemas.openxmlformats.org/drawingml/2006/main">
            <a:pathLst>
              <a:path w="132999" h="100566">
                <a:moveTo>
                  <a:pt x="0" y="18670"/>
                </a:moveTo>
                <a:lnTo>
                  <a:pt x="106444" y="100566"/>
                </a:lnTo>
                <a:lnTo>
                  <a:pt x="132999" y="0"/>
                </a:lnTo>
                <a:close/>
              </a:path>
            </a:pathLst>
          </a:custGeom>
          <a:solidFill xmlns:a="http://schemas.openxmlformats.org/drawingml/2006/main">
            <a:srgbClr val="7655A5"/>
          </a:solidFill>
          <a:ln xmlns:a="http://schemas.openxmlformats.org/drawingml/2006/main" w="4763">
            <a:solidFill>
              <a:srgbClr val="7655A5"/>
            </a:solidFill>
          </a:ln>
        </p:spPr>
      </p:sp>
      <p:sp>
        <p:nvSpPr>
          <p:cNvPr id="78" name="">
            <a:extLst xmlns:a="http://schemas.openxmlformats.org/drawingml/2006/main">
              <a:ext uri="{FF2B5EF4-FFF2-40B4-BE49-F238E27FC236}">
                <a16:creationId xmlns:a16="http://schemas.microsoft.com/office/drawing/2014/main" id="{B8194E89-D310-4399-AF24-4F67E3C0416B}"/>
              </a:ext>
            </a:extLst>
          </p:cNvPr>
          <p:cNvSpPr>
            <a:spLocks xmlns:a="http://schemas.openxmlformats.org/drawingml/2006/main" noGrp="1"/>
          </p:cNvSpPr>
          <p:nvPr/>
        </p:nvSpPr>
        <p:spPr>
          <a:xfrm xmlns:a="http://schemas.openxmlformats.org/drawingml/2006/main">
            <a:off x="2286000" y="3714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左端：T</a:t>
            </a:r>
          </a:p>
        </p:txBody>
      </p:sp>
      <p:sp>
        <p:nvSpPr>
          <p:cNvPr id="79" name="">
            <a:extLst xmlns:a="http://schemas.openxmlformats.org/drawingml/2006/main">
              <a:ext uri="{FF2B5EF4-FFF2-40B4-BE49-F238E27FC236}">
                <a16:creationId xmlns:a16="http://schemas.microsoft.com/office/drawing/2014/main" id="{02A652AF-E768-492B-9D9A-D62962781FA1}"/>
              </a:ext>
            </a:extLst>
          </p:cNvPr>
          <p:cNvSpPr>
            <a:spLocks xmlns:a="http://schemas.openxmlformats.org/drawingml/2006/main" noGrp="1"/>
          </p:cNvSpPr>
          <p:nvPr/>
        </p:nvSpPr>
        <p:spPr>
          <a:xfrm xmlns:a="http://schemas.openxmlformats.org/drawingml/2006/main">
            <a:off x="6381750" y="4238625"/>
            <a:ext cx="952500" cy="952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80" name="">
            <a:extLst xmlns:a="http://schemas.openxmlformats.org/drawingml/2006/main">
              <a:ext uri="{FF2B5EF4-FFF2-40B4-BE49-F238E27FC236}">
                <a16:creationId xmlns:a16="http://schemas.microsoft.com/office/drawing/2014/main" id="{33DFB6F9-AB30-4235-9CB5-96E5ABD25303}"/>
              </a:ext>
            </a:extLst>
          </p:cNvPr>
          <p:cNvSpPr>
            <a:spLocks xmlns:a="http://schemas.openxmlformats.org/drawingml/2006/main" noGrp="1"/>
          </p:cNvSpPr>
          <p:nvPr/>
        </p:nvSpPr>
        <p:spPr>
          <a:xfrm xmlns:a="http://schemas.openxmlformats.org/drawingml/2006/main">
            <a:off x="6858000" y="4476750"/>
            <a:ext cx="333375" cy="238125"/>
          </a:xfrm>
          <a:custGeom xmlns:a="http://schemas.openxmlformats.org/drawingml/2006/main">
            <a:pathLst>
              <a:path w="333375" h="238125">
                <a:moveTo>
                  <a:pt x="0" y="238125"/>
                </a:moveTo>
                <a:lnTo>
                  <a:pt x="333375" y="0"/>
                </a:lnTo>
              </a:path>
            </a:pathLst>
          </a:custGeom>
          <a:noFill xmlns:a="http://schemas.openxmlformats.org/drawingml/2006/main"/>
          <a:ln xmlns:a="http://schemas.openxmlformats.org/drawingml/2006/main" w="19050">
            <a:solidFill>
              <a:srgbClr val="71818B"/>
            </a:solidFill>
          </a:ln>
        </p:spPr>
      </p:sp>
      <p:sp>
        <p:nvSpPr>
          <p:cNvPr id="81" name="">
            <a:extLst xmlns:a="http://schemas.openxmlformats.org/drawingml/2006/main">
              <a:ext uri="{FF2B5EF4-FFF2-40B4-BE49-F238E27FC236}">
                <a16:creationId xmlns:a16="http://schemas.microsoft.com/office/drawing/2014/main" id="{BE8FBEDE-3094-432A-8C57-890251C92BD5}"/>
              </a:ext>
            </a:extLst>
          </p:cNvPr>
          <p:cNvSpPr>
            <a:spLocks xmlns:a="http://schemas.openxmlformats.org/drawingml/2006/main" noGrp="1"/>
          </p:cNvSpPr>
          <p:nvPr/>
        </p:nvSpPr>
        <p:spPr>
          <a:xfrm xmlns:a="http://schemas.openxmlformats.org/drawingml/2006/main">
            <a:off x="6191532" y="4286296"/>
            <a:ext cx="1333059" cy="1092791"/>
          </a:xfrm>
          <a:custGeom xmlns:a="http://schemas.openxmlformats.org/drawingml/2006/main">
            <a:pathLst>
              <a:path w="1333059" h="1092791">
                <a:moveTo>
                  <a:pt x="155708" y="0"/>
                </a:moveTo>
                <a:lnTo>
                  <a:pt x="86636" y="99412"/>
                </a:lnTo>
                <a:lnTo>
                  <a:pt x="36678" y="209673"/>
                </a:lnTo>
                <a:lnTo>
                  <a:pt x="7478" y="327150"/>
                </a:lnTo>
                <a:lnTo>
                  <a:pt x="0" y="447971"/>
                </a:lnTo>
                <a:lnTo>
                  <a:pt x="14490" y="568152"/>
                </a:lnTo>
                <a:lnTo>
                  <a:pt x="50471" y="683733"/>
                </a:lnTo>
                <a:lnTo>
                  <a:pt x="106757" y="790903"/>
                </a:lnTo>
                <a:lnTo>
                  <a:pt x="181492" y="886130"/>
                </a:lnTo>
                <a:lnTo>
                  <a:pt x="272212" y="966276"/>
                </a:lnTo>
                <a:lnTo>
                  <a:pt x="375928" y="1028697"/>
                </a:lnTo>
                <a:lnTo>
                  <a:pt x="489221" y="1071338"/>
                </a:lnTo>
                <a:lnTo>
                  <a:pt x="608357" y="1092791"/>
                </a:lnTo>
                <a:lnTo>
                  <a:pt x="729408" y="1092351"/>
                </a:lnTo>
                <a:lnTo>
                  <a:pt x="848384" y="1070032"/>
                </a:lnTo>
                <a:lnTo>
                  <a:pt x="961364" y="1026569"/>
                </a:lnTo>
                <a:lnTo>
                  <a:pt x="1064623" y="963394"/>
                </a:lnTo>
                <a:lnTo>
                  <a:pt x="1154759" y="882591"/>
                </a:lnTo>
                <a:lnTo>
                  <a:pt x="1228799" y="786823"/>
                </a:lnTo>
                <a:lnTo>
                  <a:pt x="1284304" y="679246"/>
                </a:lnTo>
                <a:lnTo>
                  <a:pt x="1319443" y="563407"/>
                </a:lnTo>
                <a:lnTo>
                  <a:pt x="1333059" y="443124"/>
                </a:lnTo>
                <a:lnTo>
                  <a:pt x="1324703" y="322361"/>
                </a:lnTo>
                <a:lnTo>
                  <a:pt x="1294650" y="205099"/>
                </a:lnTo>
                <a:lnTo>
                  <a:pt x="1243890" y="95204"/>
                </a:lnTo>
              </a:path>
            </a:pathLst>
          </a:custGeom>
          <a:noFill xmlns:a="http://schemas.openxmlformats.org/drawingml/2006/main"/>
          <a:ln xmlns:a="http://schemas.openxmlformats.org/drawingml/2006/main" w="38100">
            <a:solidFill>
              <a:srgbClr val="7655A5"/>
            </a:solidFill>
          </a:ln>
        </p:spPr>
      </p:sp>
      <p:sp>
        <p:nvSpPr>
          <p:cNvPr id="82" name="">
            <a:extLst xmlns:a="http://schemas.openxmlformats.org/drawingml/2006/main">
              <a:ext uri="{FF2B5EF4-FFF2-40B4-BE49-F238E27FC236}">
                <a16:creationId xmlns:a16="http://schemas.microsoft.com/office/drawing/2014/main" id="{CECC49A6-E950-4212-94FB-363975DF86E1}"/>
              </a:ext>
            </a:extLst>
          </p:cNvPr>
          <p:cNvSpPr>
            <a:spLocks xmlns:a="http://schemas.openxmlformats.org/drawingml/2006/main" noGrp="1"/>
          </p:cNvSpPr>
          <p:nvPr/>
        </p:nvSpPr>
        <p:spPr>
          <a:xfrm xmlns:a="http://schemas.openxmlformats.org/drawingml/2006/main">
            <a:off x="7435422" y="4381500"/>
            <a:ext cx="50759" cy="109895"/>
          </a:xfrm>
          <a:custGeom xmlns:a="http://schemas.openxmlformats.org/drawingml/2006/main">
            <a:pathLst>
              <a:path w="50759" h="109895">
                <a:moveTo>
                  <a:pt x="50759" y="109895"/>
                </a:moveTo>
                <a:lnTo>
                  <a:pt x="0" y="0"/>
                </a:lnTo>
              </a:path>
            </a:pathLst>
          </a:custGeom>
          <a:noFill xmlns:a="http://schemas.openxmlformats.org/drawingml/2006/main"/>
          <a:ln xmlns:a="http://schemas.openxmlformats.org/drawingml/2006/main" w="28575">
            <a:solidFill>
              <a:srgbClr val="7655A5"/>
            </a:solidFill>
          </a:ln>
        </p:spPr>
      </p:sp>
      <p:sp>
        <p:nvSpPr>
          <p:cNvPr id="83" name="">
            <a:extLst xmlns:a="http://schemas.openxmlformats.org/drawingml/2006/main">
              <a:ext uri="{FF2B5EF4-FFF2-40B4-BE49-F238E27FC236}">
                <a16:creationId xmlns:a16="http://schemas.microsoft.com/office/drawing/2014/main" id="{18C9CEE2-A0D5-468F-A9D7-FE0496DAF433}"/>
              </a:ext>
            </a:extLst>
          </p:cNvPr>
          <p:cNvSpPr>
            <a:spLocks xmlns:a="http://schemas.openxmlformats.org/drawingml/2006/main" noGrp="1"/>
          </p:cNvSpPr>
          <p:nvPr/>
        </p:nvSpPr>
        <p:spPr>
          <a:xfrm xmlns:a="http://schemas.openxmlformats.org/drawingml/2006/main">
            <a:off x="7435422" y="4381500"/>
            <a:ext cx="99136" cy="134220"/>
          </a:xfrm>
          <a:custGeom xmlns:a="http://schemas.openxmlformats.org/drawingml/2006/main">
            <a:pathLst>
              <a:path w="99136" h="134220">
                <a:moveTo>
                  <a:pt x="0" y="0"/>
                </a:moveTo>
                <a:lnTo>
                  <a:pt x="4709" y="134220"/>
                </a:lnTo>
                <a:lnTo>
                  <a:pt x="99136" y="90606"/>
                </a:lnTo>
                <a:close/>
              </a:path>
            </a:pathLst>
          </a:custGeom>
          <a:solidFill xmlns:a="http://schemas.openxmlformats.org/drawingml/2006/main">
            <a:srgbClr val="7655A5"/>
          </a:solidFill>
          <a:ln xmlns:a="http://schemas.openxmlformats.org/drawingml/2006/main" w="4763">
            <a:solidFill>
              <a:srgbClr val="7655A5"/>
            </a:solidFill>
          </a:ln>
        </p:spPr>
      </p:sp>
      <p:sp>
        <p:nvSpPr>
          <p:cNvPr id="84" name="">
            <a:extLst xmlns:a="http://schemas.openxmlformats.org/drawingml/2006/main">
              <a:ext uri="{FF2B5EF4-FFF2-40B4-BE49-F238E27FC236}">
                <a16:creationId xmlns:a16="http://schemas.microsoft.com/office/drawing/2014/main" id="{9CE67C4D-EDCE-49EC-B3B5-A9EB49EF59AE}"/>
              </a:ext>
            </a:extLst>
          </p:cNvPr>
          <p:cNvSpPr>
            <a:spLocks xmlns:a="http://schemas.openxmlformats.org/drawingml/2006/main" noGrp="1"/>
          </p:cNvSpPr>
          <p:nvPr/>
        </p:nvSpPr>
        <p:spPr>
          <a:xfrm xmlns:a="http://schemas.openxmlformats.org/drawingml/2006/main">
            <a:off x="6096000" y="3714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右端：T</a:t>
            </a:r>
          </a:p>
        </p:txBody>
      </p:sp>
      <p:sp>
        <p:nvSpPr>
          <p:cNvPr id="85" name="">
            <a:extLst xmlns:a="http://schemas.openxmlformats.org/drawingml/2006/main">
              <a:ext uri="{FF2B5EF4-FFF2-40B4-BE49-F238E27FC236}">
                <a16:creationId xmlns:a16="http://schemas.microsoft.com/office/drawing/2014/main" id="{F995FA13-E6A4-41AA-AFCA-806413EB61AA}"/>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下の両端面は軸の同じ方向から見た投影。逆向きのトルクTでねじる。単位：N·m。</a:t>
            </a:r>
          </a:p>
        </p:txBody>
      </p:sp>
    </p:spTree>
    <p:extLst>
      <p:ext uri="{BB962C8B-B14F-4D97-AF65-F5344CB8AC3E}">
        <p14:creationId xmlns:p14="http://schemas.microsoft.com/office/powerpoint/2010/main" val="68857347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CDD85941-B814-481F-A81D-73680286728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椅子の荷重経路</a:t>
            </a:r>
          </a:p>
        </p:txBody>
      </p:sp>
      <p:cxnSp>
        <p:nvCxnSpPr>
          <p:cNvPr id="2" name="">
            <a:extLst xmlns:a="http://schemas.openxmlformats.org/drawingml/2006/main">
              <a:ext uri="{FF2B5EF4-FFF2-40B4-BE49-F238E27FC236}">
                <a16:creationId xmlns:a16="http://schemas.microsoft.com/office/drawing/2014/main" id="{90447D5E-8B2E-4EB3-9FDA-D9476E7E0AD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3F71A2B4-28D6-4D55-91CA-3176EF43B4EB}"/>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0492695C-598E-4ACE-88A2-5B9F0B88E9F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19 / 57</a:t>
            </a:r>
          </a:p>
        </p:txBody>
      </p:sp>
      <p:sp>
        <p:nvSpPr>
          <p:cNvPr id="5" name="">
            <a:extLst xmlns:a="http://schemas.openxmlformats.org/drawingml/2006/main">
              <a:ext uri="{FF2B5EF4-FFF2-40B4-BE49-F238E27FC236}">
                <a16:creationId xmlns:a16="http://schemas.microsoft.com/office/drawing/2014/main" id="{EAE6DDDE-1997-447A-BA4E-547CA855E705}"/>
              </a:ext>
            </a:extLst>
          </p:cNvPr>
          <p:cNvSpPr>
            <a:spLocks xmlns:a="http://schemas.openxmlformats.org/drawingml/2006/main" noGrp="1"/>
          </p:cNvSpPr>
          <p:nvPr/>
        </p:nvSpPr>
        <p:spPr>
          <a:xfrm xmlns:a="http://schemas.openxmlformats.org/drawingml/2006/main">
            <a:off x="1571625" y="3162300"/>
            <a:ext cx="3905250" cy="26670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6" name="">
            <a:extLst xmlns:a="http://schemas.openxmlformats.org/drawingml/2006/main">
              <a:ext uri="{FF2B5EF4-FFF2-40B4-BE49-F238E27FC236}">
                <a16:creationId xmlns:a16="http://schemas.microsoft.com/office/drawing/2014/main" id="{F422098B-911D-43CD-BC7C-B13920234E4B}"/>
              </a:ext>
            </a:extLst>
          </p:cNvPr>
          <p:cNvSpPr>
            <a:spLocks xmlns:a="http://schemas.openxmlformats.org/drawingml/2006/main" noGrp="1"/>
          </p:cNvSpPr>
          <p:nvPr/>
        </p:nvSpPr>
        <p:spPr>
          <a:xfrm xmlns:a="http://schemas.openxmlformats.org/drawingml/2006/main">
            <a:off x="1809750" y="3429000"/>
            <a:ext cx="238125" cy="20002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7" name="">
            <a:extLst xmlns:a="http://schemas.openxmlformats.org/drawingml/2006/main">
              <a:ext uri="{FF2B5EF4-FFF2-40B4-BE49-F238E27FC236}">
                <a16:creationId xmlns:a16="http://schemas.microsoft.com/office/drawing/2014/main" id="{55AC8DBB-7979-42FD-BB3C-768A3483B74A}"/>
              </a:ext>
            </a:extLst>
          </p:cNvPr>
          <p:cNvSpPr>
            <a:spLocks xmlns:a="http://schemas.openxmlformats.org/drawingml/2006/main" noGrp="1"/>
          </p:cNvSpPr>
          <p:nvPr/>
        </p:nvSpPr>
        <p:spPr>
          <a:xfrm xmlns:a="http://schemas.openxmlformats.org/drawingml/2006/main">
            <a:off x="4953000" y="3429000"/>
            <a:ext cx="238125" cy="20002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8" name="">
            <a:extLst xmlns:a="http://schemas.openxmlformats.org/drawingml/2006/main">
              <a:ext uri="{FF2B5EF4-FFF2-40B4-BE49-F238E27FC236}">
                <a16:creationId xmlns:a16="http://schemas.microsoft.com/office/drawing/2014/main" id="{852E8192-0A4B-4225-B997-8A77595C58A6}"/>
              </a:ext>
            </a:extLst>
          </p:cNvPr>
          <p:cNvSpPr>
            <a:spLocks xmlns:a="http://schemas.openxmlformats.org/drawingml/2006/main" noGrp="1"/>
          </p:cNvSpPr>
          <p:nvPr/>
        </p:nvSpPr>
        <p:spPr>
          <a:xfrm xmlns:a="http://schemas.openxmlformats.org/drawingml/2006/main">
            <a:off x="4953000" y="1924050"/>
            <a:ext cx="238125" cy="1238250"/>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cxnSp>
        <p:nvCxnSpPr>
          <p:cNvPr id="9" name="">
            <a:extLst xmlns:a="http://schemas.openxmlformats.org/drawingml/2006/main">
              <a:ext uri="{FF2B5EF4-FFF2-40B4-BE49-F238E27FC236}">
                <a16:creationId xmlns:a16="http://schemas.microsoft.com/office/drawing/2014/main" id="{EBF0A50F-0697-43EE-BE61-07CA49734F35}"/>
              </a:ext>
            </a:extLst>
          </p:cNvPr>
          <p:cNvCxnSpPr/>
          <p:nvPr/>
        </p:nvCxnSpPr>
        <p:spPr>
          <a:xfrm xmlns:a="http://schemas.openxmlformats.org/drawingml/2006/main" flipH="0" flipV="0">
            <a:off x="1095375" y="5429250"/>
            <a:ext cx="4857750" cy="0"/>
          </a:xfrm>
          <a:prstGeom xmlns:a="http://schemas.openxmlformats.org/drawingml/2006/main" prst="straightConnector1">
            <a:avLst/>
          </a:prstGeom>
          <a:ln xmlns:a="http://schemas.openxmlformats.org/drawingml/2006/main" w="28575">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F854300A-E34D-40D7-9B0C-B61F89595F31}"/>
              </a:ext>
            </a:extLst>
          </p:cNvPr>
          <p:cNvCxnSpPr/>
          <p:nvPr/>
        </p:nvCxnSpPr>
        <p:spPr>
          <a:xfrm xmlns:a="http://schemas.openxmlformats.org/drawingml/2006/main" flipH="0" flipV="0">
            <a:off x="3524250" y="1781175"/>
            <a:ext cx="0" cy="1304925"/>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1" name="">
            <a:extLst xmlns:a="http://schemas.openxmlformats.org/drawingml/2006/main">
              <a:ext uri="{FF2B5EF4-FFF2-40B4-BE49-F238E27FC236}">
                <a16:creationId xmlns:a16="http://schemas.microsoft.com/office/drawing/2014/main" id="{1D06901F-9270-4B45-9910-686E8F1CCCA8}"/>
              </a:ext>
            </a:extLst>
          </p:cNvPr>
          <p:cNvCxnSpPr/>
          <p:nvPr/>
        </p:nvCxnSpPr>
        <p:spPr>
          <a:xfrm xmlns:a="http://schemas.openxmlformats.org/drawingml/2006/main" flipH="0" flipV="1">
            <a:off x="1933575" y="4781550"/>
            <a:ext cx="0" cy="90487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12" name="">
            <a:extLst xmlns:a="http://schemas.openxmlformats.org/drawingml/2006/main">
              <a:ext uri="{FF2B5EF4-FFF2-40B4-BE49-F238E27FC236}">
                <a16:creationId xmlns:a16="http://schemas.microsoft.com/office/drawing/2014/main" id="{0F093209-BCCF-4BED-8092-E6DA140C5611}"/>
              </a:ext>
            </a:extLst>
          </p:cNvPr>
          <p:cNvCxnSpPr/>
          <p:nvPr/>
        </p:nvCxnSpPr>
        <p:spPr>
          <a:xfrm xmlns:a="http://schemas.openxmlformats.org/drawingml/2006/main" flipH="0" flipV="1">
            <a:off x="5076825" y="4781550"/>
            <a:ext cx="0" cy="904875"/>
          </a:xfrm>
          <a:prstGeom xmlns:a="http://schemas.openxmlformats.org/drawingml/2006/main" prst="straightConnector1">
            <a:avLst/>
          </a:prstGeom>
          <a:ln xmlns:a="http://schemas.openxmlformats.org/drawingml/2006/main" w="47625">
            <a:solidFill>
              <a:srgbClr val="245C98"/>
            </a:solidFill>
            <a:tailEnd type="triangle" w="med" len="med"/>
          </a:ln>
        </p:spPr>
      </p:cxnSp>
      <p:sp>
        <p:nvSpPr>
          <p:cNvPr id="13" name="text-12">
            <a:extLst xmlns:a="http://schemas.openxmlformats.org/drawingml/2006/main">
              <a:ext uri="{FF2B5EF4-FFF2-40B4-BE49-F238E27FC236}">
                <a16:creationId xmlns:a16="http://schemas.microsoft.com/office/drawing/2014/main" id="{0D0B7072-665A-4924-944C-A9126A44D8F8}"/>
              </a:ext>
            </a:extLst>
          </p:cNvPr>
          <p:cNvSpPr>
            <a:spLocks xmlns:a="http://schemas.openxmlformats.org/drawingml/2006/main" noGrp="1"/>
          </p:cNvSpPr>
          <p:nvPr/>
        </p:nvSpPr>
        <p:spPr>
          <a:xfrm xmlns:a="http://schemas.openxmlformats.org/drawingml/2006/main">
            <a:off x="2476500" y="125730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C53D3D"/>
                </a:solidFill>
                <a:latin typeface="Yu Gothic"/>
                <a:ea typeface="Yu Gothic"/>
                <a:cs typeface="Yu Gothic"/>
              </a:defRPr>
            </a:defPPr>
            <a:lvl1pPr algn="l">
              <a:buNone/>
              <a:defRPr sz="2100" b="1">
                <a:solidFill>
                  <a:srgbClr val="C53D3D"/>
                </a:solidFill>
                <a:latin typeface="Yu Gothic"/>
                <a:ea typeface="Yu Gothic"/>
                <a:cs typeface="Yu Gothic"/>
              </a:defRPr>
            </a:lvl1pPr>
            <a:lvl2pPr algn="l">
              <a:buNone/>
              <a:defRPr sz="2100" b="1">
                <a:solidFill>
                  <a:srgbClr val="C53D3D"/>
                </a:solidFill>
                <a:latin typeface="Yu Gothic"/>
                <a:ea typeface="Yu Gothic"/>
                <a:cs typeface="Yu Gothic"/>
              </a:defRPr>
            </a:lvl2pPr>
            <a:lvl3pPr algn="l">
              <a:buNone/>
              <a:defRPr sz="2100" b="1">
                <a:solidFill>
                  <a:srgbClr val="C53D3D"/>
                </a:solidFill>
                <a:latin typeface="Yu Gothic"/>
                <a:ea typeface="Yu Gothic"/>
                <a:cs typeface="Yu Gothic"/>
              </a:defRPr>
            </a:lvl3pPr>
            <a:lvl4pPr algn="l">
              <a:buNone/>
              <a:defRPr sz="2100" b="1">
                <a:solidFill>
                  <a:srgbClr val="C53D3D"/>
                </a:solidFill>
                <a:latin typeface="Yu Gothic"/>
                <a:ea typeface="Yu Gothic"/>
                <a:cs typeface="Yu Gothic"/>
              </a:defRPr>
            </a:lvl4pPr>
            <a:lvl5pPr algn="l">
              <a:buNone/>
              <a:defRPr sz="2100" b="1">
                <a:solidFill>
                  <a:srgbClr val="C53D3D"/>
                </a:solidFill>
                <a:latin typeface="Yu Gothic"/>
                <a:ea typeface="Yu Gothic"/>
                <a:cs typeface="Yu Gothic"/>
              </a:defRPr>
            </a:lvl5pPr>
            <a:lvl6pPr algn="l">
              <a:buNone/>
              <a:defRPr sz="2100" b="1">
                <a:solidFill>
                  <a:srgbClr val="C53D3D"/>
                </a:solidFill>
                <a:latin typeface="Yu Gothic"/>
                <a:ea typeface="Yu Gothic"/>
                <a:cs typeface="Yu Gothic"/>
              </a:defRPr>
            </a:lvl6pPr>
            <a:lvl7pPr algn="l">
              <a:buNone/>
              <a:defRPr sz="2100" b="1">
                <a:solidFill>
                  <a:srgbClr val="C53D3D"/>
                </a:solidFill>
                <a:latin typeface="Yu Gothic"/>
                <a:ea typeface="Yu Gothic"/>
                <a:cs typeface="Yu Gothic"/>
              </a:defRPr>
            </a:lvl7pPr>
            <a:lvl8pPr algn="l">
              <a:buNone/>
              <a:defRPr sz="2100" b="1">
                <a:solidFill>
                  <a:srgbClr val="C53D3D"/>
                </a:solidFill>
                <a:latin typeface="Yu Gothic"/>
                <a:ea typeface="Yu Gothic"/>
                <a:cs typeface="Yu Gothic"/>
              </a:defRPr>
            </a:lvl8pPr>
            <a:lvl9pPr algn="l">
              <a:buNone/>
              <a:defRPr sz="2100" b="1">
                <a:solidFill>
                  <a:srgbClr val="C53D3D"/>
                </a:solidFill>
                <a:latin typeface="Yu Gothic"/>
                <a:ea typeface="Yu Gothic"/>
                <a:cs typeface="Yu Gothic"/>
              </a:defRPr>
            </a:lvl9pPr>
          </a:lstStyle>
          <a:p xmlns:a="http://schemas.openxmlformats.org/drawingml/2006/main">
            <a:pPr algn="l">
              <a:buNone/>
              <a:defRPr sz="2100" b="1">
                <a:solidFill>
                  <a:srgbClr val="C53D3D"/>
                </a:solidFill>
                <a:latin typeface="Yu Gothic"/>
                <a:ea typeface="Yu Gothic"/>
                <a:cs typeface="Yu Gothic"/>
              </a:defRPr>
            </a:pPr>
            <a:r>
              <a:rPr sz="2100" b="1">
                <a:solidFill>
                  <a:srgbClr val="C53D3D"/>
                </a:solidFill>
                <a:latin typeface="Yu Gothic"/>
                <a:ea typeface="Yu Gothic"/>
                <a:cs typeface="Yu Gothic"/>
              </a:rPr>
              <a:t>人が加える力</a:t>
            </a:r>
          </a:p>
        </p:txBody>
      </p:sp>
      <p:sp>
        <p:nvSpPr>
          <p:cNvPr id="14" name="text-13">
            <a:extLst xmlns:a="http://schemas.openxmlformats.org/drawingml/2006/main">
              <a:ext uri="{FF2B5EF4-FFF2-40B4-BE49-F238E27FC236}">
                <a16:creationId xmlns:a16="http://schemas.microsoft.com/office/drawing/2014/main" id="{8E6FADCD-3F52-403F-95B8-9EA857CDE4C0}"/>
              </a:ext>
            </a:extLst>
          </p:cNvPr>
          <p:cNvSpPr>
            <a:spLocks xmlns:a="http://schemas.openxmlformats.org/drawingml/2006/main" noGrp="1"/>
          </p:cNvSpPr>
          <p:nvPr/>
        </p:nvSpPr>
        <p:spPr>
          <a:xfrm xmlns:a="http://schemas.openxmlformats.org/drawingml/2006/main">
            <a:off x="2571750" y="47815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245C98"/>
                </a:solidFill>
                <a:latin typeface="Yu Gothic"/>
                <a:ea typeface="Yu Gothic"/>
                <a:cs typeface="Yu Gothic"/>
              </a:defRPr>
            </a:defPPr>
            <a:lvl1pPr algn="l">
              <a:buNone/>
              <a:defRPr sz="2100" b="1">
                <a:solidFill>
                  <a:srgbClr val="245C98"/>
                </a:solidFill>
                <a:latin typeface="Yu Gothic"/>
                <a:ea typeface="Yu Gothic"/>
                <a:cs typeface="Yu Gothic"/>
              </a:defRPr>
            </a:lvl1pPr>
            <a:lvl2pPr algn="l">
              <a:buNone/>
              <a:defRPr sz="2100" b="1">
                <a:solidFill>
                  <a:srgbClr val="245C98"/>
                </a:solidFill>
                <a:latin typeface="Yu Gothic"/>
                <a:ea typeface="Yu Gothic"/>
                <a:cs typeface="Yu Gothic"/>
              </a:defRPr>
            </a:lvl2pPr>
            <a:lvl3pPr algn="l">
              <a:buNone/>
              <a:defRPr sz="2100" b="1">
                <a:solidFill>
                  <a:srgbClr val="245C98"/>
                </a:solidFill>
                <a:latin typeface="Yu Gothic"/>
                <a:ea typeface="Yu Gothic"/>
                <a:cs typeface="Yu Gothic"/>
              </a:defRPr>
            </a:lvl3pPr>
            <a:lvl4pPr algn="l">
              <a:buNone/>
              <a:defRPr sz="2100" b="1">
                <a:solidFill>
                  <a:srgbClr val="245C98"/>
                </a:solidFill>
                <a:latin typeface="Yu Gothic"/>
                <a:ea typeface="Yu Gothic"/>
                <a:cs typeface="Yu Gothic"/>
              </a:defRPr>
            </a:lvl4pPr>
            <a:lvl5pPr algn="l">
              <a:buNone/>
              <a:defRPr sz="2100" b="1">
                <a:solidFill>
                  <a:srgbClr val="245C98"/>
                </a:solidFill>
                <a:latin typeface="Yu Gothic"/>
                <a:ea typeface="Yu Gothic"/>
                <a:cs typeface="Yu Gothic"/>
              </a:defRPr>
            </a:lvl5pPr>
            <a:lvl6pPr algn="l">
              <a:buNone/>
              <a:defRPr sz="2100" b="1">
                <a:solidFill>
                  <a:srgbClr val="245C98"/>
                </a:solidFill>
                <a:latin typeface="Yu Gothic"/>
                <a:ea typeface="Yu Gothic"/>
                <a:cs typeface="Yu Gothic"/>
              </a:defRPr>
            </a:lvl6pPr>
            <a:lvl7pPr algn="l">
              <a:buNone/>
              <a:defRPr sz="2100" b="1">
                <a:solidFill>
                  <a:srgbClr val="245C98"/>
                </a:solidFill>
                <a:latin typeface="Yu Gothic"/>
                <a:ea typeface="Yu Gothic"/>
                <a:cs typeface="Yu Gothic"/>
              </a:defRPr>
            </a:lvl7pPr>
            <a:lvl8pPr algn="l">
              <a:buNone/>
              <a:defRPr sz="2100" b="1">
                <a:solidFill>
                  <a:srgbClr val="245C98"/>
                </a:solidFill>
                <a:latin typeface="Yu Gothic"/>
                <a:ea typeface="Yu Gothic"/>
                <a:cs typeface="Yu Gothic"/>
              </a:defRPr>
            </a:lvl8pPr>
            <a:lvl9pPr algn="l">
              <a:buNone/>
              <a:defRPr sz="2100" b="1">
                <a:solidFill>
                  <a:srgbClr val="245C98"/>
                </a:solidFill>
                <a:latin typeface="Yu Gothic"/>
                <a:ea typeface="Yu Gothic"/>
                <a:cs typeface="Yu Gothic"/>
              </a:defRPr>
            </a:lvl9pPr>
          </a:lstStyle>
          <a:p xmlns:a="http://schemas.openxmlformats.org/drawingml/2006/main">
            <a:pPr algn="l">
              <a:buNone/>
              <a:defRPr sz="2100" b="1">
                <a:solidFill>
                  <a:srgbClr val="245C98"/>
                </a:solidFill>
                <a:latin typeface="Yu Gothic"/>
                <a:ea typeface="Yu Gothic"/>
                <a:cs typeface="Yu Gothic"/>
              </a:defRPr>
            </a:pPr>
            <a:r>
              <a:rPr sz="2100" b="1">
                <a:solidFill>
                  <a:srgbClr val="245C98"/>
                </a:solidFill>
                <a:latin typeface="Yu Gothic"/>
                <a:ea typeface="Yu Gothic"/>
                <a:cs typeface="Yu Gothic"/>
              </a:rPr>
              <a:t>床の反力</a:t>
            </a:r>
          </a:p>
        </p:txBody>
      </p:sp>
      <p:sp>
        <p:nvSpPr>
          <p:cNvPr id="15" name="text-14">
            <a:extLst xmlns:a="http://schemas.openxmlformats.org/drawingml/2006/main">
              <a:ext uri="{FF2B5EF4-FFF2-40B4-BE49-F238E27FC236}">
                <a16:creationId xmlns:a16="http://schemas.microsoft.com/office/drawing/2014/main" id="{CE1DAC99-AFEA-4E17-8D31-28DA0677AF2E}"/>
              </a:ext>
            </a:extLst>
          </p:cNvPr>
          <p:cNvSpPr>
            <a:spLocks xmlns:a="http://schemas.openxmlformats.org/drawingml/2006/main" noGrp="1"/>
          </p:cNvSpPr>
          <p:nvPr/>
        </p:nvSpPr>
        <p:spPr>
          <a:xfrm xmlns:a="http://schemas.openxmlformats.org/drawingml/2006/main">
            <a:off x="7839075" y="18764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座面：曲げ</a:t>
            </a:r>
          </a:p>
        </p:txBody>
      </p:sp>
      <p:sp>
        <p:nvSpPr>
          <p:cNvPr id="16" name="text-15">
            <a:extLst xmlns:a="http://schemas.openxmlformats.org/drawingml/2006/main">
              <a:ext uri="{FF2B5EF4-FFF2-40B4-BE49-F238E27FC236}">
                <a16:creationId xmlns:a16="http://schemas.microsoft.com/office/drawing/2014/main" id="{E782B731-6B4D-45C3-BD2A-0FE9378E5FF8}"/>
              </a:ext>
            </a:extLst>
          </p:cNvPr>
          <p:cNvSpPr>
            <a:spLocks xmlns:a="http://schemas.openxmlformats.org/drawingml/2006/main" noGrp="1"/>
          </p:cNvSpPr>
          <p:nvPr/>
        </p:nvSpPr>
        <p:spPr>
          <a:xfrm xmlns:a="http://schemas.openxmlformats.org/drawingml/2006/main">
            <a:off x="7839075" y="27527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接合部：せん断など</a:t>
            </a:r>
          </a:p>
        </p:txBody>
      </p:sp>
      <p:sp>
        <p:nvSpPr>
          <p:cNvPr id="17" name="text-16">
            <a:extLst xmlns:a="http://schemas.openxmlformats.org/drawingml/2006/main">
              <a:ext uri="{FF2B5EF4-FFF2-40B4-BE49-F238E27FC236}">
                <a16:creationId xmlns:a16="http://schemas.microsoft.com/office/drawing/2014/main" id="{FD2DD5F3-FECB-460F-B196-2B83EE549F4B}"/>
              </a:ext>
            </a:extLst>
          </p:cNvPr>
          <p:cNvSpPr>
            <a:spLocks xmlns:a="http://schemas.openxmlformats.org/drawingml/2006/main" noGrp="1"/>
          </p:cNvSpPr>
          <p:nvPr/>
        </p:nvSpPr>
        <p:spPr>
          <a:xfrm xmlns:a="http://schemas.openxmlformats.org/drawingml/2006/main">
            <a:off x="7839075" y="36290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脚：主に圧縮</a:t>
            </a:r>
          </a:p>
        </p:txBody>
      </p:sp>
      <p:sp>
        <p:nvSpPr>
          <p:cNvPr id="18" name="text-17">
            <a:extLst xmlns:a="http://schemas.openxmlformats.org/drawingml/2006/main">
              <a:ext uri="{FF2B5EF4-FFF2-40B4-BE49-F238E27FC236}">
                <a16:creationId xmlns:a16="http://schemas.microsoft.com/office/drawing/2014/main" id="{BCAF1653-0141-4BA9-A9C3-EC0954706E39}"/>
              </a:ext>
            </a:extLst>
          </p:cNvPr>
          <p:cNvSpPr>
            <a:spLocks xmlns:a="http://schemas.openxmlformats.org/drawingml/2006/main" noGrp="1"/>
          </p:cNvSpPr>
          <p:nvPr/>
        </p:nvSpPr>
        <p:spPr>
          <a:xfrm xmlns:a="http://schemas.openxmlformats.org/drawingml/2006/main">
            <a:off x="7839075" y="4505325"/>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床が上向きに支える</a:t>
            </a:r>
          </a:p>
        </p:txBody>
      </p:sp>
      <p:sp>
        <p:nvSpPr>
          <p:cNvPr id="19" name="text-18">
            <a:extLst xmlns:a="http://schemas.openxmlformats.org/drawingml/2006/main">
              <a:ext uri="{FF2B5EF4-FFF2-40B4-BE49-F238E27FC236}">
                <a16:creationId xmlns:a16="http://schemas.microsoft.com/office/drawing/2014/main" id="{ABDCC14C-5AEF-4C3E-B991-A2B55F2CAEFE}"/>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人 → 座面 → 接合部 → 脚 → 床（前後の脚を重ねた側面模式図）</a:t>
            </a:r>
          </a:p>
        </p:txBody>
      </p:sp>
    </p:spTree>
    <p:extLst>
      <p:ext uri="{BB962C8B-B14F-4D97-AF65-F5344CB8AC3E}">
        <p14:creationId xmlns:p14="http://schemas.microsoft.com/office/powerpoint/2010/main" val="14210170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0">
            <a:extLst xmlns:a="http://schemas.openxmlformats.org/drawingml/2006/main">
              <a:ext uri="{FF2B5EF4-FFF2-40B4-BE49-F238E27FC236}">
                <a16:creationId xmlns:a16="http://schemas.microsoft.com/office/drawing/2014/main" id="{C70CAA50-6EB7-42B9-9F64-F75B15D3BBE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橋梁の荷重経路</a:t>
            </a:r>
          </a:p>
        </p:txBody>
      </p:sp>
      <p:cxnSp>
        <p:nvCxnSpPr>
          <p:cNvPr id="2" name="">
            <a:extLst xmlns:a="http://schemas.openxmlformats.org/drawingml/2006/main">
              <a:ext uri="{FF2B5EF4-FFF2-40B4-BE49-F238E27FC236}">
                <a16:creationId xmlns:a16="http://schemas.microsoft.com/office/drawing/2014/main" id="{6FFEA0CB-CDCD-47AC-9FAA-5541D501365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F5C09DAC-C780-4CA6-BF01-25959A37F763}"/>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70E4DFFE-1F04-49B6-B393-B45993F4124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20 / 57</a:t>
            </a:r>
          </a:p>
        </p:txBody>
      </p:sp>
      <p:sp>
        <p:nvSpPr>
          <p:cNvPr id="5" name="">
            <a:extLst xmlns:a="http://schemas.openxmlformats.org/drawingml/2006/main">
              <a:ext uri="{FF2B5EF4-FFF2-40B4-BE49-F238E27FC236}">
                <a16:creationId xmlns:a16="http://schemas.microsoft.com/office/drawing/2014/main" id="{5A576F32-C3EE-4F49-99AC-DCBD559260DF}"/>
              </a:ext>
            </a:extLst>
          </p:cNvPr>
          <p:cNvSpPr>
            <a:spLocks xmlns:a="http://schemas.openxmlformats.org/drawingml/2006/main" noGrp="1"/>
          </p:cNvSpPr>
          <p:nvPr/>
        </p:nvSpPr>
        <p:spPr>
          <a:xfrm xmlns:a="http://schemas.openxmlformats.org/drawingml/2006/main">
            <a:off x="1143000" y="3362325"/>
            <a:ext cx="5762625" cy="333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6" name="">
            <a:extLst xmlns:a="http://schemas.openxmlformats.org/drawingml/2006/main">
              <a:ext uri="{FF2B5EF4-FFF2-40B4-BE49-F238E27FC236}">
                <a16:creationId xmlns:a16="http://schemas.microsoft.com/office/drawing/2014/main" id="{1D198866-A552-48FE-A90A-7B7A83135D1A}"/>
              </a:ext>
            </a:extLst>
          </p:cNvPr>
          <p:cNvSpPr>
            <a:spLocks xmlns:a="http://schemas.openxmlformats.org/drawingml/2006/main" noGrp="1"/>
          </p:cNvSpPr>
          <p:nvPr/>
        </p:nvSpPr>
        <p:spPr>
          <a:xfrm xmlns:a="http://schemas.openxmlformats.org/drawingml/2006/main">
            <a:off x="1314450" y="3695700"/>
            <a:ext cx="419100" cy="428625"/>
          </a:xfrm>
          <a:custGeom xmlns:a="http://schemas.openxmlformats.org/drawingml/2006/main">
            <a:pathLst>
              <a:path w="419100" h="428625">
                <a:moveTo>
                  <a:pt x="209550" y="0"/>
                </a:moveTo>
                <a:lnTo>
                  <a:pt x="0" y="428625"/>
                </a:lnTo>
                <a:lnTo>
                  <a:pt x="419100" y="428625"/>
                </a:lnTo>
                <a:close/>
              </a:path>
            </a:pathLst>
          </a:custGeom>
          <a:solidFill xmlns:a="http://schemas.openxmlformats.org/drawingml/2006/main">
            <a:srgbClr val="EDF2F6"/>
          </a:solidFill>
          <a:ln xmlns:a="http://schemas.openxmlformats.org/drawingml/2006/main" w="19050">
            <a:solidFill>
              <a:srgbClr val="245C98"/>
            </a:solidFill>
          </a:ln>
        </p:spPr>
      </p:sp>
      <p:sp>
        <p:nvSpPr>
          <p:cNvPr id="7" name="">
            <a:extLst xmlns:a="http://schemas.openxmlformats.org/drawingml/2006/main">
              <a:ext uri="{FF2B5EF4-FFF2-40B4-BE49-F238E27FC236}">
                <a16:creationId xmlns:a16="http://schemas.microsoft.com/office/drawing/2014/main" id="{ACC75C0A-C9E2-45E4-A156-2374B9119484}"/>
              </a:ext>
            </a:extLst>
          </p:cNvPr>
          <p:cNvSpPr>
            <a:spLocks xmlns:a="http://schemas.openxmlformats.org/drawingml/2006/main" noGrp="1"/>
          </p:cNvSpPr>
          <p:nvPr/>
        </p:nvSpPr>
        <p:spPr>
          <a:xfrm xmlns:a="http://schemas.openxmlformats.org/drawingml/2006/main">
            <a:off x="6315075" y="3695700"/>
            <a:ext cx="419100" cy="333375"/>
          </a:xfrm>
          <a:custGeom xmlns:a="http://schemas.openxmlformats.org/drawingml/2006/main">
            <a:pathLst>
              <a:path w="419100" h="333375">
                <a:moveTo>
                  <a:pt x="209550" y="0"/>
                </a:moveTo>
                <a:lnTo>
                  <a:pt x="0" y="333375"/>
                </a:lnTo>
                <a:lnTo>
                  <a:pt x="419100" y="333375"/>
                </a:lnTo>
                <a:close/>
              </a:path>
            </a:pathLst>
          </a:custGeom>
          <a:solidFill xmlns:a="http://schemas.openxmlformats.org/drawingml/2006/main">
            <a:srgbClr val="EDF2F6"/>
          </a:solidFill>
          <a:ln xmlns:a="http://schemas.openxmlformats.org/drawingml/2006/main" w="19050">
            <a:solidFill>
              <a:srgbClr val="245C98"/>
            </a:solidFill>
          </a:ln>
        </p:spPr>
      </p:sp>
      <p:sp>
        <p:nvSpPr>
          <p:cNvPr id="8" name="">
            <a:extLst xmlns:a="http://schemas.openxmlformats.org/drawingml/2006/main">
              <a:ext uri="{FF2B5EF4-FFF2-40B4-BE49-F238E27FC236}">
                <a16:creationId xmlns:a16="http://schemas.microsoft.com/office/drawing/2014/main" id="{8F355EBE-B39E-47E8-8739-BC2CC446F602}"/>
              </a:ext>
            </a:extLst>
          </p:cNvPr>
          <p:cNvSpPr>
            <a:spLocks xmlns:a="http://schemas.openxmlformats.org/drawingml/2006/main" noGrp="1"/>
          </p:cNvSpPr>
          <p:nvPr/>
        </p:nvSpPr>
        <p:spPr>
          <a:xfrm xmlns:a="http://schemas.openxmlformats.org/drawingml/2006/main">
            <a:off x="6372225" y="4038600"/>
            <a:ext cx="133350" cy="1333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9" name="">
            <a:extLst xmlns:a="http://schemas.openxmlformats.org/drawingml/2006/main">
              <a:ext uri="{FF2B5EF4-FFF2-40B4-BE49-F238E27FC236}">
                <a16:creationId xmlns:a16="http://schemas.microsoft.com/office/drawing/2014/main" id="{A12BAB70-2BF2-4101-809F-2049D2D26518}"/>
              </a:ext>
            </a:extLst>
          </p:cNvPr>
          <p:cNvSpPr>
            <a:spLocks xmlns:a="http://schemas.openxmlformats.org/drawingml/2006/main" noGrp="1"/>
          </p:cNvSpPr>
          <p:nvPr/>
        </p:nvSpPr>
        <p:spPr>
          <a:xfrm xmlns:a="http://schemas.openxmlformats.org/drawingml/2006/main">
            <a:off x="6572250" y="4038600"/>
            <a:ext cx="133350" cy="1333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0" name="">
            <a:extLst xmlns:a="http://schemas.openxmlformats.org/drawingml/2006/main">
              <a:ext uri="{FF2B5EF4-FFF2-40B4-BE49-F238E27FC236}">
                <a16:creationId xmlns:a16="http://schemas.microsoft.com/office/drawing/2014/main" id="{C814B28C-D1A5-4F83-832A-D2F36ECB30CC}"/>
              </a:ext>
            </a:extLst>
          </p:cNvPr>
          <p:cNvCxnSpPr/>
          <p:nvPr/>
        </p:nvCxnSpPr>
        <p:spPr>
          <a:xfrm xmlns:a="http://schemas.openxmlformats.org/drawingml/2006/main" flipH="0" flipV="0">
            <a:off x="1143000" y="4200525"/>
            <a:ext cx="8572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875D65C6-CD7A-4F5C-88E5-6CEEF09660A6}"/>
              </a:ext>
            </a:extLst>
          </p:cNvPr>
          <p:cNvCxnSpPr/>
          <p:nvPr/>
        </p:nvCxnSpPr>
        <p:spPr>
          <a:xfrm xmlns:a="http://schemas.openxmlformats.org/drawingml/2006/main" flipH="0" flipV="0">
            <a:off x="6048375" y="4200525"/>
            <a:ext cx="8572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F1548D30-C268-4FF0-A653-6970B818D33F}"/>
              </a:ext>
            </a:extLst>
          </p:cNvPr>
          <p:cNvCxnSpPr/>
          <p:nvPr/>
        </p:nvCxnSpPr>
        <p:spPr>
          <a:xfrm xmlns:a="http://schemas.openxmlformats.org/drawingml/2006/main" flipH="0" flipV="0">
            <a:off x="4024313" y="1933575"/>
            <a:ext cx="0" cy="1333500"/>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3" name="">
            <a:extLst xmlns:a="http://schemas.openxmlformats.org/drawingml/2006/main">
              <a:ext uri="{FF2B5EF4-FFF2-40B4-BE49-F238E27FC236}">
                <a16:creationId xmlns:a16="http://schemas.microsoft.com/office/drawing/2014/main" id="{70911A87-AEB8-4C68-AC79-E1FBC0716CF8}"/>
              </a:ext>
            </a:extLst>
          </p:cNvPr>
          <p:cNvCxnSpPr/>
          <p:nvPr/>
        </p:nvCxnSpPr>
        <p:spPr>
          <a:xfrm xmlns:a="http://schemas.openxmlformats.org/drawingml/2006/main" flipH="0" flipV="1">
            <a:off x="1524000" y="3790950"/>
            <a:ext cx="0" cy="1143000"/>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14" name="">
            <a:extLst xmlns:a="http://schemas.openxmlformats.org/drawingml/2006/main">
              <a:ext uri="{FF2B5EF4-FFF2-40B4-BE49-F238E27FC236}">
                <a16:creationId xmlns:a16="http://schemas.microsoft.com/office/drawing/2014/main" id="{87F8B3FB-C2B1-4969-ADC4-37A8913F8EB5}"/>
              </a:ext>
            </a:extLst>
          </p:cNvPr>
          <p:cNvCxnSpPr/>
          <p:nvPr/>
        </p:nvCxnSpPr>
        <p:spPr>
          <a:xfrm xmlns:a="http://schemas.openxmlformats.org/drawingml/2006/main" flipH="0" flipV="1">
            <a:off x="6524625" y="3790950"/>
            <a:ext cx="0" cy="1143000"/>
          </a:xfrm>
          <a:prstGeom xmlns:a="http://schemas.openxmlformats.org/drawingml/2006/main" prst="straightConnector1">
            <a:avLst/>
          </a:prstGeom>
          <a:ln xmlns:a="http://schemas.openxmlformats.org/drawingml/2006/main" w="47625">
            <a:solidFill>
              <a:srgbClr val="245C98"/>
            </a:solidFill>
            <a:tailEnd type="triangle" w="med" len="med"/>
          </a:ln>
        </p:spPr>
      </p:cxnSp>
      <p:sp>
        <p:nvSpPr>
          <p:cNvPr id="15" name="text-14">
            <a:extLst xmlns:a="http://schemas.openxmlformats.org/drawingml/2006/main">
              <a:ext uri="{FF2B5EF4-FFF2-40B4-BE49-F238E27FC236}">
                <a16:creationId xmlns:a16="http://schemas.microsoft.com/office/drawing/2014/main" id="{A4580C72-1A4D-4E95-A666-98746F67DCF7}"/>
              </a:ext>
            </a:extLst>
          </p:cNvPr>
          <p:cNvSpPr>
            <a:spLocks xmlns:a="http://schemas.openxmlformats.org/drawingml/2006/main" noGrp="1"/>
          </p:cNvSpPr>
          <p:nvPr/>
        </p:nvSpPr>
        <p:spPr>
          <a:xfrm xmlns:a="http://schemas.openxmlformats.org/drawingml/2006/main">
            <a:off x="2595563" y="14573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C53D3D"/>
                </a:solidFill>
                <a:latin typeface="Yu Gothic"/>
                <a:ea typeface="Yu Gothic"/>
                <a:cs typeface="Yu Gothic"/>
              </a:defRPr>
            </a:defPPr>
            <a:lvl1pPr algn="l">
              <a:buNone/>
              <a:defRPr sz="1950" b="1">
                <a:solidFill>
                  <a:srgbClr val="C53D3D"/>
                </a:solidFill>
                <a:latin typeface="Yu Gothic"/>
                <a:ea typeface="Yu Gothic"/>
                <a:cs typeface="Yu Gothic"/>
              </a:defRPr>
            </a:lvl1pPr>
            <a:lvl2pPr algn="l">
              <a:buNone/>
              <a:defRPr sz="1950" b="1">
                <a:solidFill>
                  <a:srgbClr val="C53D3D"/>
                </a:solidFill>
                <a:latin typeface="Yu Gothic"/>
                <a:ea typeface="Yu Gothic"/>
                <a:cs typeface="Yu Gothic"/>
              </a:defRPr>
            </a:lvl2pPr>
            <a:lvl3pPr algn="l">
              <a:buNone/>
              <a:defRPr sz="1950" b="1">
                <a:solidFill>
                  <a:srgbClr val="C53D3D"/>
                </a:solidFill>
                <a:latin typeface="Yu Gothic"/>
                <a:ea typeface="Yu Gothic"/>
                <a:cs typeface="Yu Gothic"/>
              </a:defRPr>
            </a:lvl3pPr>
            <a:lvl4pPr algn="l">
              <a:buNone/>
              <a:defRPr sz="1950" b="1">
                <a:solidFill>
                  <a:srgbClr val="C53D3D"/>
                </a:solidFill>
                <a:latin typeface="Yu Gothic"/>
                <a:ea typeface="Yu Gothic"/>
                <a:cs typeface="Yu Gothic"/>
              </a:defRPr>
            </a:lvl4pPr>
            <a:lvl5pPr algn="l">
              <a:buNone/>
              <a:defRPr sz="1950" b="1">
                <a:solidFill>
                  <a:srgbClr val="C53D3D"/>
                </a:solidFill>
                <a:latin typeface="Yu Gothic"/>
                <a:ea typeface="Yu Gothic"/>
                <a:cs typeface="Yu Gothic"/>
              </a:defRPr>
            </a:lvl5pPr>
            <a:lvl6pPr algn="l">
              <a:buNone/>
              <a:defRPr sz="1950" b="1">
                <a:solidFill>
                  <a:srgbClr val="C53D3D"/>
                </a:solidFill>
                <a:latin typeface="Yu Gothic"/>
                <a:ea typeface="Yu Gothic"/>
                <a:cs typeface="Yu Gothic"/>
              </a:defRPr>
            </a:lvl6pPr>
            <a:lvl7pPr algn="l">
              <a:buNone/>
              <a:defRPr sz="1950" b="1">
                <a:solidFill>
                  <a:srgbClr val="C53D3D"/>
                </a:solidFill>
                <a:latin typeface="Yu Gothic"/>
                <a:ea typeface="Yu Gothic"/>
                <a:cs typeface="Yu Gothic"/>
              </a:defRPr>
            </a:lvl7pPr>
            <a:lvl8pPr algn="l">
              <a:buNone/>
              <a:defRPr sz="1950" b="1">
                <a:solidFill>
                  <a:srgbClr val="C53D3D"/>
                </a:solidFill>
                <a:latin typeface="Yu Gothic"/>
                <a:ea typeface="Yu Gothic"/>
                <a:cs typeface="Yu Gothic"/>
              </a:defRPr>
            </a:lvl8pPr>
            <a:lvl9pPr algn="l">
              <a:buNone/>
              <a:defRPr sz="1950" b="1">
                <a:solidFill>
                  <a:srgbClr val="C53D3D"/>
                </a:solidFill>
                <a:latin typeface="Yu Gothic"/>
                <a:ea typeface="Yu Gothic"/>
                <a:cs typeface="Yu Gothic"/>
              </a:defRPr>
            </a:lvl9pPr>
          </a:lstStyle>
          <a:p xmlns:a="http://schemas.openxmlformats.org/drawingml/2006/main">
            <a:pPr algn="l">
              <a:buNone/>
              <a:defRPr sz="1950" b="1">
                <a:solidFill>
                  <a:srgbClr val="C53D3D"/>
                </a:solidFill>
                <a:latin typeface="Yu Gothic"/>
                <a:ea typeface="Yu Gothic"/>
                <a:cs typeface="Yu Gothic"/>
              </a:defRPr>
            </a:pPr>
            <a:r>
              <a:rPr sz="1950" b="1">
                <a:solidFill>
                  <a:srgbClr val="C53D3D"/>
                </a:solidFill>
                <a:latin typeface="Yu Gothic"/>
                <a:ea typeface="Yu Gothic"/>
                <a:cs typeface="Yu Gothic"/>
              </a:rPr>
              <a:t>下向きの荷重</a:t>
            </a:r>
          </a:p>
        </p:txBody>
      </p:sp>
      <p:sp>
        <p:nvSpPr>
          <p:cNvPr id="16" name="text-15">
            <a:extLst xmlns:a="http://schemas.openxmlformats.org/drawingml/2006/main">
              <a:ext uri="{FF2B5EF4-FFF2-40B4-BE49-F238E27FC236}">
                <a16:creationId xmlns:a16="http://schemas.microsoft.com/office/drawing/2014/main" id="{DDFD7421-56BA-4D99-9DB7-059563F94484}"/>
              </a:ext>
            </a:extLst>
          </p:cNvPr>
          <p:cNvSpPr>
            <a:spLocks xmlns:a="http://schemas.openxmlformats.org/drawingml/2006/main" noGrp="1"/>
          </p:cNvSpPr>
          <p:nvPr/>
        </p:nvSpPr>
        <p:spPr>
          <a:xfrm xmlns:a="http://schemas.openxmlformats.org/drawingml/2006/main">
            <a:off x="2381250" y="4981575"/>
            <a:ext cx="352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245C98"/>
                </a:solidFill>
                <a:latin typeface="Yu Gothic"/>
                <a:ea typeface="Yu Gothic"/>
                <a:cs typeface="Yu Gothic"/>
              </a:defRPr>
            </a:defPPr>
            <a:lvl1pPr algn="l">
              <a:buNone/>
              <a:defRPr sz="1950" b="1">
                <a:solidFill>
                  <a:srgbClr val="245C98"/>
                </a:solidFill>
                <a:latin typeface="Yu Gothic"/>
                <a:ea typeface="Yu Gothic"/>
                <a:cs typeface="Yu Gothic"/>
              </a:defRPr>
            </a:lvl1pPr>
            <a:lvl2pPr algn="l">
              <a:buNone/>
              <a:defRPr sz="1950" b="1">
                <a:solidFill>
                  <a:srgbClr val="245C98"/>
                </a:solidFill>
                <a:latin typeface="Yu Gothic"/>
                <a:ea typeface="Yu Gothic"/>
                <a:cs typeface="Yu Gothic"/>
              </a:defRPr>
            </a:lvl2pPr>
            <a:lvl3pPr algn="l">
              <a:buNone/>
              <a:defRPr sz="1950" b="1">
                <a:solidFill>
                  <a:srgbClr val="245C98"/>
                </a:solidFill>
                <a:latin typeface="Yu Gothic"/>
                <a:ea typeface="Yu Gothic"/>
                <a:cs typeface="Yu Gothic"/>
              </a:defRPr>
            </a:lvl3pPr>
            <a:lvl4pPr algn="l">
              <a:buNone/>
              <a:defRPr sz="1950" b="1">
                <a:solidFill>
                  <a:srgbClr val="245C98"/>
                </a:solidFill>
                <a:latin typeface="Yu Gothic"/>
                <a:ea typeface="Yu Gothic"/>
                <a:cs typeface="Yu Gothic"/>
              </a:defRPr>
            </a:lvl4pPr>
            <a:lvl5pPr algn="l">
              <a:buNone/>
              <a:defRPr sz="1950" b="1">
                <a:solidFill>
                  <a:srgbClr val="245C98"/>
                </a:solidFill>
                <a:latin typeface="Yu Gothic"/>
                <a:ea typeface="Yu Gothic"/>
                <a:cs typeface="Yu Gothic"/>
              </a:defRPr>
            </a:lvl5pPr>
            <a:lvl6pPr algn="l">
              <a:buNone/>
              <a:defRPr sz="1950" b="1">
                <a:solidFill>
                  <a:srgbClr val="245C98"/>
                </a:solidFill>
                <a:latin typeface="Yu Gothic"/>
                <a:ea typeface="Yu Gothic"/>
                <a:cs typeface="Yu Gothic"/>
              </a:defRPr>
            </a:lvl6pPr>
            <a:lvl7pPr algn="l">
              <a:buNone/>
              <a:defRPr sz="1950" b="1">
                <a:solidFill>
                  <a:srgbClr val="245C98"/>
                </a:solidFill>
                <a:latin typeface="Yu Gothic"/>
                <a:ea typeface="Yu Gothic"/>
                <a:cs typeface="Yu Gothic"/>
              </a:defRPr>
            </a:lvl7pPr>
            <a:lvl8pPr algn="l">
              <a:buNone/>
              <a:defRPr sz="1950" b="1">
                <a:solidFill>
                  <a:srgbClr val="245C98"/>
                </a:solidFill>
                <a:latin typeface="Yu Gothic"/>
                <a:ea typeface="Yu Gothic"/>
                <a:cs typeface="Yu Gothic"/>
              </a:defRPr>
            </a:lvl8pPr>
            <a:lvl9pPr algn="l">
              <a:buNone/>
              <a:defRPr sz="1950" b="1">
                <a:solidFill>
                  <a:srgbClr val="245C98"/>
                </a:solidFill>
                <a:latin typeface="Yu Gothic"/>
                <a:ea typeface="Yu Gothic"/>
                <a:cs typeface="Yu Gothic"/>
              </a:defRPr>
            </a:lvl9pPr>
          </a:lstStyle>
          <a:p xmlns:a="http://schemas.openxmlformats.org/drawingml/2006/main">
            <a:pPr algn="l">
              <a:buNone/>
              <a:defRPr sz="1950" b="1">
                <a:solidFill>
                  <a:srgbClr val="245C98"/>
                </a:solidFill>
                <a:latin typeface="Yu Gothic"/>
                <a:ea typeface="Yu Gothic"/>
                <a:cs typeface="Yu Gothic"/>
              </a:defRPr>
            </a:pPr>
            <a:r>
              <a:rPr sz="1950" b="1">
                <a:solidFill>
                  <a:srgbClr val="245C98"/>
                </a:solidFill>
                <a:latin typeface="Yu Gothic"/>
                <a:ea typeface="Yu Gothic"/>
                <a:cs typeface="Yu Gothic"/>
              </a:rPr>
              <a:t>支持点の反力</a:t>
            </a:r>
          </a:p>
        </p:txBody>
      </p:sp>
      <p:sp>
        <p:nvSpPr>
          <p:cNvPr id="17" name="text-16">
            <a:extLst xmlns:a="http://schemas.openxmlformats.org/drawingml/2006/main">
              <a:ext uri="{FF2B5EF4-FFF2-40B4-BE49-F238E27FC236}">
                <a16:creationId xmlns:a16="http://schemas.microsoft.com/office/drawing/2014/main" id="{6DF4E948-EC54-4274-9259-9B71F5137763}"/>
              </a:ext>
            </a:extLst>
          </p:cNvPr>
          <p:cNvSpPr>
            <a:spLocks xmlns:a="http://schemas.openxmlformats.org/drawingml/2006/main" noGrp="1"/>
          </p:cNvSpPr>
          <p:nvPr/>
        </p:nvSpPr>
        <p:spPr>
          <a:xfrm xmlns:a="http://schemas.openxmlformats.org/drawingml/2006/main">
            <a:off x="7715250" y="2162175"/>
            <a:ext cx="37909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橋面・主桁：曲げとせん断</a:t>
            </a:r>
          </a:p>
        </p:txBody>
      </p:sp>
      <p:sp>
        <p:nvSpPr>
          <p:cNvPr id="18" name="text-17">
            <a:extLst xmlns:a="http://schemas.openxmlformats.org/drawingml/2006/main">
              <a:ext uri="{FF2B5EF4-FFF2-40B4-BE49-F238E27FC236}">
                <a16:creationId xmlns:a16="http://schemas.microsoft.com/office/drawing/2014/main" id="{AC06059E-569C-4BAD-9119-EBFEAF7A5834}"/>
              </a:ext>
            </a:extLst>
          </p:cNvPr>
          <p:cNvSpPr>
            <a:spLocks xmlns:a="http://schemas.openxmlformats.org/drawingml/2006/main" noGrp="1"/>
          </p:cNvSpPr>
          <p:nvPr/>
        </p:nvSpPr>
        <p:spPr>
          <a:xfrm xmlns:a="http://schemas.openxmlformats.org/drawingml/2006/main">
            <a:off x="7715250" y="3114675"/>
            <a:ext cx="37909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支承：力を支点へ伝える</a:t>
            </a:r>
          </a:p>
        </p:txBody>
      </p:sp>
      <p:sp>
        <p:nvSpPr>
          <p:cNvPr id="19" name="text-18">
            <a:extLst xmlns:a="http://schemas.openxmlformats.org/drawingml/2006/main">
              <a:ext uri="{FF2B5EF4-FFF2-40B4-BE49-F238E27FC236}">
                <a16:creationId xmlns:a16="http://schemas.microsoft.com/office/drawing/2014/main" id="{0F5B1152-F86C-42A3-A1A6-5062EFE37823}"/>
              </a:ext>
            </a:extLst>
          </p:cNvPr>
          <p:cNvSpPr>
            <a:spLocks xmlns:a="http://schemas.openxmlformats.org/drawingml/2006/main" noGrp="1"/>
          </p:cNvSpPr>
          <p:nvPr/>
        </p:nvSpPr>
        <p:spPr>
          <a:xfrm xmlns:a="http://schemas.openxmlformats.org/drawingml/2006/main">
            <a:off x="7715250" y="4067175"/>
            <a:ext cx="37909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橋脚・橋台：主に圧縮</a:t>
            </a:r>
          </a:p>
        </p:txBody>
      </p:sp>
      <p:sp>
        <p:nvSpPr>
          <p:cNvPr id="20" name="text-19">
            <a:extLst xmlns:a="http://schemas.openxmlformats.org/drawingml/2006/main">
              <a:ext uri="{FF2B5EF4-FFF2-40B4-BE49-F238E27FC236}">
                <a16:creationId xmlns:a16="http://schemas.microsoft.com/office/drawing/2014/main" id="{A8840A59-35F2-4F0F-BF0A-057641593E80}"/>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車両 → 橋面・主桁 → 支承 → 橋脚・橋台 → 地盤</a:t>
            </a:r>
          </a:p>
        </p:txBody>
      </p:sp>
    </p:spTree>
    <p:extLst>
      <p:ext uri="{BB962C8B-B14F-4D97-AF65-F5344CB8AC3E}">
        <p14:creationId xmlns:p14="http://schemas.microsoft.com/office/powerpoint/2010/main" val="87188572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text-0">
            <a:extLst xmlns:a="http://schemas.openxmlformats.org/drawingml/2006/main">
              <a:ext uri="{FF2B5EF4-FFF2-40B4-BE49-F238E27FC236}">
                <a16:creationId xmlns:a16="http://schemas.microsoft.com/office/drawing/2014/main" id="{E794A0D9-0BA3-403F-8970-2BF167CC599A}"/>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建築の荷重経路</a:t>
            </a:r>
          </a:p>
        </p:txBody>
      </p:sp>
      <p:cxnSp>
        <p:nvCxnSpPr>
          <p:cNvPr id="2" name="">
            <a:extLst xmlns:a="http://schemas.openxmlformats.org/drawingml/2006/main">
              <a:ext uri="{FF2B5EF4-FFF2-40B4-BE49-F238E27FC236}">
                <a16:creationId xmlns:a16="http://schemas.microsoft.com/office/drawing/2014/main" id="{82B12FF2-8CEC-489D-BF8C-E53E28A850F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1E9B2B82-ECBD-4CB0-99A6-3A621FFDF596}"/>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E86C7C1A-50EB-4080-BB78-AE4D33198C6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21 / 57</a:t>
            </a:r>
          </a:p>
        </p:txBody>
      </p:sp>
      <p:sp>
        <p:nvSpPr>
          <p:cNvPr id="5" name="text-4">
            <a:extLst xmlns:a="http://schemas.openxmlformats.org/drawingml/2006/main">
              <a:ext uri="{FF2B5EF4-FFF2-40B4-BE49-F238E27FC236}">
                <a16:creationId xmlns:a16="http://schemas.microsoft.com/office/drawing/2014/main" id="{26C92AEA-B4D9-4CA8-AB7B-90FDF05FA36F}"/>
              </a:ext>
            </a:extLst>
          </p:cNvPr>
          <p:cNvSpPr>
            <a:spLocks xmlns:a="http://schemas.openxmlformats.org/drawingml/2006/main" noGrp="1"/>
          </p:cNvSpPr>
          <p:nvPr/>
        </p:nvSpPr>
        <p:spPr>
          <a:xfrm xmlns:a="http://schemas.openxmlformats.org/drawingml/2006/main">
            <a:off x="952500" y="1533525"/>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8364F"/>
                </a:solidFill>
                <a:latin typeface="Yu Gothic"/>
                <a:ea typeface="Yu Gothic"/>
                <a:cs typeface="Yu Gothic"/>
              </a:defRPr>
            </a:defPPr>
            <a:lvl1pPr algn="l">
              <a:buNone/>
              <a:defRPr sz="2550" b="1">
                <a:solidFill>
                  <a:srgbClr val="18364F"/>
                </a:solidFill>
                <a:latin typeface="Yu Gothic"/>
                <a:ea typeface="Yu Gothic"/>
                <a:cs typeface="Yu Gothic"/>
              </a:defRPr>
            </a:lvl1pPr>
            <a:lvl2pPr algn="l">
              <a:buNone/>
              <a:defRPr sz="2550" b="1">
                <a:solidFill>
                  <a:srgbClr val="18364F"/>
                </a:solidFill>
                <a:latin typeface="Yu Gothic"/>
                <a:ea typeface="Yu Gothic"/>
                <a:cs typeface="Yu Gothic"/>
              </a:defRPr>
            </a:lvl2pPr>
            <a:lvl3pPr algn="l">
              <a:buNone/>
              <a:defRPr sz="2550" b="1">
                <a:solidFill>
                  <a:srgbClr val="18364F"/>
                </a:solidFill>
                <a:latin typeface="Yu Gothic"/>
                <a:ea typeface="Yu Gothic"/>
                <a:cs typeface="Yu Gothic"/>
              </a:defRPr>
            </a:lvl3pPr>
            <a:lvl4pPr algn="l">
              <a:buNone/>
              <a:defRPr sz="2550" b="1">
                <a:solidFill>
                  <a:srgbClr val="18364F"/>
                </a:solidFill>
                <a:latin typeface="Yu Gothic"/>
                <a:ea typeface="Yu Gothic"/>
                <a:cs typeface="Yu Gothic"/>
              </a:defRPr>
            </a:lvl4pPr>
            <a:lvl5pPr algn="l">
              <a:buNone/>
              <a:defRPr sz="2550" b="1">
                <a:solidFill>
                  <a:srgbClr val="18364F"/>
                </a:solidFill>
                <a:latin typeface="Yu Gothic"/>
                <a:ea typeface="Yu Gothic"/>
                <a:cs typeface="Yu Gothic"/>
              </a:defRPr>
            </a:lvl5pPr>
            <a:lvl6pPr algn="l">
              <a:buNone/>
              <a:defRPr sz="2550" b="1">
                <a:solidFill>
                  <a:srgbClr val="18364F"/>
                </a:solidFill>
                <a:latin typeface="Yu Gothic"/>
                <a:ea typeface="Yu Gothic"/>
                <a:cs typeface="Yu Gothic"/>
              </a:defRPr>
            </a:lvl6pPr>
            <a:lvl7pPr algn="l">
              <a:buNone/>
              <a:defRPr sz="2550" b="1">
                <a:solidFill>
                  <a:srgbClr val="18364F"/>
                </a:solidFill>
                <a:latin typeface="Yu Gothic"/>
                <a:ea typeface="Yu Gothic"/>
                <a:cs typeface="Yu Gothic"/>
              </a:defRPr>
            </a:lvl7pPr>
            <a:lvl8pPr algn="l">
              <a:buNone/>
              <a:defRPr sz="2550" b="1">
                <a:solidFill>
                  <a:srgbClr val="18364F"/>
                </a:solidFill>
                <a:latin typeface="Yu Gothic"/>
                <a:ea typeface="Yu Gothic"/>
                <a:cs typeface="Yu Gothic"/>
              </a:defRPr>
            </a:lvl8pPr>
            <a:lvl9pPr algn="l">
              <a:buNone/>
              <a:defRPr sz="2550" b="1">
                <a:solidFill>
                  <a:srgbClr val="18364F"/>
                </a:solidFill>
                <a:latin typeface="Yu Gothic"/>
                <a:ea typeface="Yu Gothic"/>
                <a:cs typeface="Yu Gothic"/>
              </a:defRPr>
            </a:lvl9pPr>
          </a:lstStyle>
          <a:p xmlns:a="http://schemas.openxmlformats.org/drawingml/2006/main">
            <a:pPr algn="l">
              <a:buNone/>
              <a:defRPr sz="2550" b="1">
                <a:solidFill>
                  <a:srgbClr val="18364F"/>
                </a:solidFill>
                <a:latin typeface="Yu Gothic"/>
                <a:ea typeface="Yu Gothic"/>
                <a:cs typeface="Yu Gothic"/>
              </a:defRPr>
            </a:pPr>
            <a:r>
              <a:rPr sz="2550" b="1">
                <a:solidFill>
                  <a:srgbClr val="18364F"/>
                </a:solidFill>
                <a:latin typeface="Yu Gothic"/>
                <a:ea typeface="Yu Gothic"/>
                <a:cs typeface="Yu Gothic"/>
              </a:rPr>
              <a:t>鉛直荷重</a:t>
            </a:r>
          </a:p>
        </p:txBody>
      </p:sp>
      <p:sp>
        <p:nvSpPr>
          <p:cNvPr id="6" name="text-5">
            <a:extLst xmlns:a="http://schemas.openxmlformats.org/drawingml/2006/main">
              <a:ext uri="{FF2B5EF4-FFF2-40B4-BE49-F238E27FC236}">
                <a16:creationId xmlns:a16="http://schemas.microsoft.com/office/drawing/2014/main" id="{43E41071-C894-4B49-A460-84841EA8F0FC}"/>
              </a:ext>
            </a:extLst>
          </p:cNvPr>
          <p:cNvSpPr>
            <a:spLocks xmlns:a="http://schemas.openxmlformats.org/drawingml/2006/main" noGrp="1"/>
          </p:cNvSpPr>
          <p:nvPr/>
        </p:nvSpPr>
        <p:spPr>
          <a:xfrm xmlns:a="http://schemas.openxmlformats.org/drawingml/2006/main">
            <a:off x="6667500" y="1533525"/>
            <a:ext cx="4838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8364F"/>
                </a:solidFill>
                <a:latin typeface="Yu Gothic"/>
                <a:ea typeface="Yu Gothic"/>
                <a:cs typeface="Yu Gothic"/>
              </a:defRPr>
            </a:defPPr>
            <a:lvl1pPr algn="l">
              <a:buNone/>
              <a:defRPr sz="2550" b="1">
                <a:solidFill>
                  <a:srgbClr val="18364F"/>
                </a:solidFill>
                <a:latin typeface="Yu Gothic"/>
                <a:ea typeface="Yu Gothic"/>
                <a:cs typeface="Yu Gothic"/>
              </a:defRPr>
            </a:lvl1pPr>
            <a:lvl2pPr algn="l">
              <a:buNone/>
              <a:defRPr sz="2550" b="1">
                <a:solidFill>
                  <a:srgbClr val="18364F"/>
                </a:solidFill>
                <a:latin typeface="Yu Gothic"/>
                <a:ea typeface="Yu Gothic"/>
                <a:cs typeface="Yu Gothic"/>
              </a:defRPr>
            </a:lvl2pPr>
            <a:lvl3pPr algn="l">
              <a:buNone/>
              <a:defRPr sz="2550" b="1">
                <a:solidFill>
                  <a:srgbClr val="18364F"/>
                </a:solidFill>
                <a:latin typeface="Yu Gothic"/>
                <a:ea typeface="Yu Gothic"/>
                <a:cs typeface="Yu Gothic"/>
              </a:defRPr>
            </a:lvl3pPr>
            <a:lvl4pPr algn="l">
              <a:buNone/>
              <a:defRPr sz="2550" b="1">
                <a:solidFill>
                  <a:srgbClr val="18364F"/>
                </a:solidFill>
                <a:latin typeface="Yu Gothic"/>
                <a:ea typeface="Yu Gothic"/>
                <a:cs typeface="Yu Gothic"/>
              </a:defRPr>
            </a:lvl4pPr>
            <a:lvl5pPr algn="l">
              <a:buNone/>
              <a:defRPr sz="2550" b="1">
                <a:solidFill>
                  <a:srgbClr val="18364F"/>
                </a:solidFill>
                <a:latin typeface="Yu Gothic"/>
                <a:ea typeface="Yu Gothic"/>
                <a:cs typeface="Yu Gothic"/>
              </a:defRPr>
            </a:lvl5pPr>
            <a:lvl6pPr algn="l">
              <a:buNone/>
              <a:defRPr sz="2550" b="1">
                <a:solidFill>
                  <a:srgbClr val="18364F"/>
                </a:solidFill>
                <a:latin typeface="Yu Gothic"/>
                <a:ea typeface="Yu Gothic"/>
                <a:cs typeface="Yu Gothic"/>
              </a:defRPr>
            </a:lvl6pPr>
            <a:lvl7pPr algn="l">
              <a:buNone/>
              <a:defRPr sz="2550" b="1">
                <a:solidFill>
                  <a:srgbClr val="18364F"/>
                </a:solidFill>
                <a:latin typeface="Yu Gothic"/>
                <a:ea typeface="Yu Gothic"/>
                <a:cs typeface="Yu Gothic"/>
              </a:defRPr>
            </a:lvl7pPr>
            <a:lvl8pPr algn="l">
              <a:buNone/>
              <a:defRPr sz="2550" b="1">
                <a:solidFill>
                  <a:srgbClr val="18364F"/>
                </a:solidFill>
                <a:latin typeface="Yu Gothic"/>
                <a:ea typeface="Yu Gothic"/>
                <a:cs typeface="Yu Gothic"/>
              </a:defRPr>
            </a:lvl8pPr>
            <a:lvl9pPr algn="l">
              <a:buNone/>
              <a:defRPr sz="2550" b="1">
                <a:solidFill>
                  <a:srgbClr val="18364F"/>
                </a:solidFill>
                <a:latin typeface="Yu Gothic"/>
                <a:ea typeface="Yu Gothic"/>
                <a:cs typeface="Yu Gothic"/>
              </a:defRPr>
            </a:lvl9pPr>
          </a:lstStyle>
          <a:p xmlns:a="http://schemas.openxmlformats.org/drawingml/2006/main">
            <a:pPr algn="l">
              <a:buNone/>
              <a:defRPr sz="2550" b="1">
                <a:solidFill>
                  <a:srgbClr val="18364F"/>
                </a:solidFill>
                <a:latin typeface="Yu Gothic"/>
                <a:ea typeface="Yu Gothic"/>
                <a:cs typeface="Yu Gothic"/>
              </a:defRPr>
            </a:pPr>
            <a:r>
              <a:rPr sz="2550" b="1">
                <a:solidFill>
                  <a:srgbClr val="18364F"/>
                </a:solidFill>
                <a:latin typeface="Yu Gothic"/>
                <a:ea typeface="Yu Gothic"/>
                <a:cs typeface="Yu Gothic"/>
              </a:rPr>
              <a:t>風・地震による横荷重</a:t>
            </a:r>
          </a:p>
        </p:txBody>
      </p:sp>
      <p:sp>
        <p:nvSpPr>
          <p:cNvPr id="7" name="">
            <a:extLst xmlns:a="http://schemas.openxmlformats.org/drawingml/2006/main">
              <a:ext uri="{FF2B5EF4-FFF2-40B4-BE49-F238E27FC236}">
                <a16:creationId xmlns:a16="http://schemas.microsoft.com/office/drawing/2014/main" id="{3607ACEE-4292-4833-863A-2CB24E26066F}"/>
              </a:ext>
            </a:extLst>
          </p:cNvPr>
          <p:cNvSpPr>
            <a:spLocks xmlns:a="http://schemas.openxmlformats.org/drawingml/2006/main" noGrp="1"/>
          </p:cNvSpPr>
          <p:nvPr/>
        </p:nvSpPr>
        <p:spPr>
          <a:xfrm xmlns:a="http://schemas.openxmlformats.org/drawingml/2006/main">
            <a:off x="142875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8" name="">
            <a:extLst xmlns:a="http://schemas.openxmlformats.org/drawingml/2006/main">
              <a:ext uri="{FF2B5EF4-FFF2-40B4-BE49-F238E27FC236}">
                <a16:creationId xmlns:a16="http://schemas.microsoft.com/office/drawing/2014/main" id="{9A159824-53B0-43D5-94D6-D0DD5E5406E6}"/>
              </a:ext>
            </a:extLst>
          </p:cNvPr>
          <p:cNvSpPr>
            <a:spLocks xmlns:a="http://schemas.openxmlformats.org/drawingml/2006/main" noGrp="1"/>
          </p:cNvSpPr>
          <p:nvPr/>
        </p:nvSpPr>
        <p:spPr>
          <a:xfrm xmlns:a="http://schemas.openxmlformats.org/drawingml/2006/main">
            <a:off x="476250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9" name="">
            <a:extLst xmlns:a="http://schemas.openxmlformats.org/drawingml/2006/main">
              <a:ext uri="{FF2B5EF4-FFF2-40B4-BE49-F238E27FC236}">
                <a16:creationId xmlns:a16="http://schemas.microsoft.com/office/drawing/2014/main" id="{5D55143E-6CA5-42A3-B49A-44FD557C42E3}"/>
              </a:ext>
            </a:extLst>
          </p:cNvPr>
          <p:cNvSpPr>
            <a:spLocks xmlns:a="http://schemas.openxmlformats.org/drawingml/2006/main" noGrp="1"/>
          </p:cNvSpPr>
          <p:nvPr/>
        </p:nvSpPr>
        <p:spPr>
          <a:xfrm xmlns:a="http://schemas.openxmlformats.org/drawingml/2006/main">
            <a:off x="1428750" y="2762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0" name="">
            <a:extLst xmlns:a="http://schemas.openxmlformats.org/drawingml/2006/main">
              <a:ext uri="{FF2B5EF4-FFF2-40B4-BE49-F238E27FC236}">
                <a16:creationId xmlns:a16="http://schemas.microsoft.com/office/drawing/2014/main" id="{11246C7C-1987-427A-AB7D-A296D0741DF4}"/>
              </a:ext>
            </a:extLst>
          </p:cNvPr>
          <p:cNvSpPr>
            <a:spLocks xmlns:a="http://schemas.openxmlformats.org/drawingml/2006/main" noGrp="1"/>
          </p:cNvSpPr>
          <p:nvPr/>
        </p:nvSpPr>
        <p:spPr>
          <a:xfrm xmlns:a="http://schemas.openxmlformats.org/drawingml/2006/main">
            <a:off x="1428750" y="3905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cxnSp>
        <p:nvCxnSpPr>
          <p:cNvPr id="11" name="">
            <a:extLst xmlns:a="http://schemas.openxmlformats.org/drawingml/2006/main">
              <a:ext uri="{FF2B5EF4-FFF2-40B4-BE49-F238E27FC236}">
                <a16:creationId xmlns:a16="http://schemas.microsoft.com/office/drawing/2014/main" id="{2F78F770-D104-441C-9318-3595985E6AEC}"/>
              </a:ext>
            </a:extLst>
          </p:cNvPr>
          <p:cNvCxnSpPr/>
          <p:nvPr/>
        </p:nvCxnSpPr>
        <p:spPr>
          <a:xfrm xmlns:a="http://schemas.openxmlformats.org/drawingml/2006/main" flipH="0" flipV="0">
            <a:off x="1190625" y="5086350"/>
            <a:ext cx="4095750" cy="0"/>
          </a:xfrm>
          <a:prstGeom xmlns:a="http://schemas.openxmlformats.org/drawingml/2006/main" prst="straightConnector1">
            <a:avLst/>
          </a:prstGeom>
          <a:ln xmlns:a="http://schemas.openxmlformats.org/drawingml/2006/main" w="28575">
            <a:solidFill>
              <a:srgbClr val="5D6C78"/>
            </a:solidFill>
            <a:prstDash val="solid"/>
          </a:ln>
        </p:spPr>
      </p:cxnSp>
      <p:sp>
        <p:nvSpPr>
          <p:cNvPr id="12" name="">
            <a:extLst xmlns:a="http://schemas.openxmlformats.org/drawingml/2006/main">
              <a:ext uri="{FF2B5EF4-FFF2-40B4-BE49-F238E27FC236}">
                <a16:creationId xmlns:a16="http://schemas.microsoft.com/office/drawing/2014/main" id="{FCC36559-EF93-494C-8B5C-9F021280713B}"/>
              </a:ext>
            </a:extLst>
          </p:cNvPr>
          <p:cNvSpPr>
            <a:spLocks xmlns:a="http://schemas.openxmlformats.org/drawingml/2006/main" noGrp="1"/>
          </p:cNvSpPr>
          <p:nvPr/>
        </p:nvSpPr>
        <p:spPr>
          <a:xfrm xmlns:a="http://schemas.openxmlformats.org/drawingml/2006/main">
            <a:off x="723900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3" name="">
            <a:extLst xmlns:a="http://schemas.openxmlformats.org/drawingml/2006/main">
              <a:ext uri="{FF2B5EF4-FFF2-40B4-BE49-F238E27FC236}">
                <a16:creationId xmlns:a16="http://schemas.microsoft.com/office/drawing/2014/main" id="{58D1D854-E1EE-496A-BE15-7095C8EBBFE4}"/>
              </a:ext>
            </a:extLst>
          </p:cNvPr>
          <p:cNvSpPr>
            <a:spLocks xmlns:a="http://schemas.openxmlformats.org/drawingml/2006/main" noGrp="1"/>
          </p:cNvSpPr>
          <p:nvPr/>
        </p:nvSpPr>
        <p:spPr>
          <a:xfrm xmlns:a="http://schemas.openxmlformats.org/drawingml/2006/main">
            <a:off x="10572750" y="2762250"/>
            <a:ext cx="285750" cy="223837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4" name="">
            <a:extLst xmlns:a="http://schemas.openxmlformats.org/drawingml/2006/main">
              <a:ext uri="{FF2B5EF4-FFF2-40B4-BE49-F238E27FC236}">
                <a16:creationId xmlns:a16="http://schemas.microsoft.com/office/drawing/2014/main" id="{DF898E8A-4581-45A2-B17E-39381224A7F0}"/>
              </a:ext>
            </a:extLst>
          </p:cNvPr>
          <p:cNvSpPr>
            <a:spLocks xmlns:a="http://schemas.openxmlformats.org/drawingml/2006/main" noGrp="1"/>
          </p:cNvSpPr>
          <p:nvPr/>
        </p:nvSpPr>
        <p:spPr>
          <a:xfrm xmlns:a="http://schemas.openxmlformats.org/drawingml/2006/main">
            <a:off x="7239000" y="2762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sp>
        <p:nvSpPr>
          <p:cNvPr id="15" name="">
            <a:extLst xmlns:a="http://schemas.openxmlformats.org/drawingml/2006/main">
              <a:ext uri="{FF2B5EF4-FFF2-40B4-BE49-F238E27FC236}">
                <a16:creationId xmlns:a16="http://schemas.microsoft.com/office/drawing/2014/main" id="{3B339971-F854-4A37-AEE9-2FECD5A806EC}"/>
              </a:ext>
            </a:extLst>
          </p:cNvPr>
          <p:cNvSpPr>
            <a:spLocks xmlns:a="http://schemas.openxmlformats.org/drawingml/2006/main" noGrp="1"/>
          </p:cNvSpPr>
          <p:nvPr/>
        </p:nvSpPr>
        <p:spPr>
          <a:xfrm xmlns:a="http://schemas.openxmlformats.org/drawingml/2006/main">
            <a:off x="7239000" y="3905250"/>
            <a:ext cx="3619500" cy="238125"/>
          </a:xfrm>
          <a:prstGeom xmlns:a="http://schemas.openxmlformats.org/drawingml/2006/main" prst="rect">
            <a:avLst/>
          </a:prstGeom>
          <a:solidFill xmlns:a="http://schemas.openxmlformats.org/drawingml/2006/main">
            <a:srgbClr val="EDF2F6"/>
          </a:solidFill>
          <a:ln xmlns:a="http://schemas.openxmlformats.org/drawingml/2006/main" w="14288">
            <a:solidFill>
              <a:srgbClr val="C8D3DD"/>
            </a:solidFill>
          </a:ln>
        </p:spPr>
      </p:sp>
      <p:cxnSp>
        <p:nvCxnSpPr>
          <p:cNvPr id="16" name="">
            <a:extLst xmlns:a="http://schemas.openxmlformats.org/drawingml/2006/main">
              <a:ext uri="{FF2B5EF4-FFF2-40B4-BE49-F238E27FC236}">
                <a16:creationId xmlns:a16="http://schemas.microsoft.com/office/drawing/2014/main" id="{D03B60A5-7DF3-41E7-AACD-B8EACF80263A}"/>
              </a:ext>
            </a:extLst>
          </p:cNvPr>
          <p:cNvCxnSpPr/>
          <p:nvPr/>
        </p:nvCxnSpPr>
        <p:spPr>
          <a:xfrm xmlns:a="http://schemas.openxmlformats.org/drawingml/2006/main" flipH="0" flipV="0">
            <a:off x="7000875" y="5086350"/>
            <a:ext cx="4095750" cy="0"/>
          </a:xfrm>
          <a:prstGeom xmlns:a="http://schemas.openxmlformats.org/drawingml/2006/main" prst="straightConnector1">
            <a:avLst/>
          </a:prstGeom>
          <a:ln xmlns:a="http://schemas.openxmlformats.org/drawingml/2006/main" w="28575">
            <a:solidFill>
              <a:srgbClr val="5D6C78"/>
            </a:solidFill>
            <a:prstDash val="solid"/>
          </a:ln>
        </p:spPr>
      </p:cxnSp>
      <p:cxnSp>
        <p:nvCxnSpPr>
          <p:cNvPr id="17" name="">
            <a:extLst xmlns:a="http://schemas.openxmlformats.org/drawingml/2006/main">
              <a:ext uri="{FF2B5EF4-FFF2-40B4-BE49-F238E27FC236}">
                <a16:creationId xmlns:a16="http://schemas.microsoft.com/office/drawing/2014/main" id="{5A5E75E3-43BF-4B1E-8D72-65F2B9B8DBAC}"/>
              </a:ext>
            </a:extLst>
          </p:cNvPr>
          <p:cNvCxnSpPr/>
          <p:nvPr/>
        </p:nvCxnSpPr>
        <p:spPr>
          <a:xfrm xmlns:a="http://schemas.openxmlformats.org/drawingml/2006/main" flipH="0" flipV="0">
            <a:off x="3095625" y="2076450"/>
            <a:ext cx="0" cy="590550"/>
          </a:xfrm>
          <a:prstGeom xmlns:a="http://schemas.openxmlformats.org/drawingml/2006/main" prst="straightConnector1">
            <a:avLst/>
          </a:prstGeom>
          <a:ln xmlns:a="http://schemas.openxmlformats.org/drawingml/2006/main" w="47625">
            <a:solidFill>
              <a:srgbClr val="C53D3D"/>
            </a:solidFill>
            <a:tailEnd type="triangle" w="med" len="med"/>
          </a:ln>
        </p:spPr>
      </p:cxnSp>
      <p:cxnSp>
        <p:nvCxnSpPr>
          <p:cNvPr id="18" name="">
            <a:extLst xmlns:a="http://schemas.openxmlformats.org/drawingml/2006/main">
              <a:ext uri="{FF2B5EF4-FFF2-40B4-BE49-F238E27FC236}">
                <a16:creationId xmlns:a16="http://schemas.microsoft.com/office/drawing/2014/main" id="{72B30574-8350-4EAE-AFE7-31C4293DAF14}"/>
              </a:ext>
            </a:extLst>
          </p:cNvPr>
          <p:cNvCxnSpPr/>
          <p:nvPr/>
        </p:nvCxnSpPr>
        <p:spPr>
          <a:xfrm xmlns:a="http://schemas.openxmlformats.org/drawingml/2006/main" flipH="0" flipV="1">
            <a:off x="1571625" y="5019675"/>
            <a:ext cx="0" cy="5048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19" name="">
            <a:extLst xmlns:a="http://schemas.openxmlformats.org/drawingml/2006/main">
              <a:ext uri="{FF2B5EF4-FFF2-40B4-BE49-F238E27FC236}">
                <a16:creationId xmlns:a16="http://schemas.microsoft.com/office/drawing/2014/main" id="{6383FFCE-B56A-41C9-B7F4-AE0393F34233}"/>
              </a:ext>
            </a:extLst>
          </p:cNvPr>
          <p:cNvCxnSpPr/>
          <p:nvPr/>
        </p:nvCxnSpPr>
        <p:spPr>
          <a:xfrm xmlns:a="http://schemas.openxmlformats.org/drawingml/2006/main" flipH="0" flipV="1">
            <a:off x="4905375" y="5019675"/>
            <a:ext cx="0" cy="5048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20" name="">
            <a:extLst xmlns:a="http://schemas.openxmlformats.org/drawingml/2006/main">
              <a:ext uri="{FF2B5EF4-FFF2-40B4-BE49-F238E27FC236}">
                <a16:creationId xmlns:a16="http://schemas.microsoft.com/office/drawing/2014/main" id="{415544B5-7D1F-4B7E-AE0A-98CBF5D1C175}"/>
              </a:ext>
            </a:extLst>
          </p:cNvPr>
          <p:cNvCxnSpPr/>
          <p:nvPr/>
        </p:nvCxnSpPr>
        <p:spPr>
          <a:xfrm xmlns:a="http://schemas.openxmlformats.org/drawingml/2006/main" flipH="0" flipV="0">
            <a:off x="6353175" y="2924175"/>
            <a:ext cx="752475" cy="0"/>
          </a:xfrm>
          <a:prstGeom xmlns:a="http://schemas.openxmlformats.org/drawingml/2006/main" prst="straightConnector1">
            <a:avLst/>
          </a:prstGeom>
          <a:ln xmlns:a="http://schemas.openxmlformats.org/drawingml/2006/main" w="47625">
            <a:solidFill>
              <a:srgbClr val="C53D3D"/>
            </a:solidFill>
            <a:tailEnd type="triangle" w="med" len="med"/>
          </a:ln>
        </p:spPr>
      </p:cxnSp>
      <p:sp>
        <p:nvSpPr>
          <p:cNvPr id="21" name="">
            <a:extLst xmlns:a="http://schemas.openxmlformats.org/drawingml/2006/main">
              <a:ext uri="{FF2B5EF4-FFF2-40B4-BE49-F238E27FC236}">
                <a16:creationId xmlns:a16="http://schemas.microsoft.com/office/drawing/2014/main" id="{6B028013-8487-4D86-AB40-1EC6C3D27CFC}"/>
              </a:ext>
            </a:extLst>
          </p:cNvPr>
          <p:cNvSpPr>
            <a:spLocks xmlns:a="http://schemas.openxmlformats.org/drawingml/2006/main" noGrp="1"/>
          </p:cNvSpPr>
          <p:nvPr/>
        </p:nvSpPr>
        <p:spPr>
          <a:xfrm xmlns:a="http://schemas.openxmlformats.org/drawingml/2006/main">
            <a:off x="7477125" y="3028950"/>
            <a:ext cx="3057525" cy="1085850"/>
          </a:xfrm>
          <a:custGeom xmlns:a="http://schemas.openxmlformats.org/drawingml/2006/main">
            <a:pathLst>
              <a:path w="3057525" h="1085850">
                <a:moveTo>
                  <a:pt x="0" y="1085850"/>
                </a:moveTo>
                <a:lnTo>
                  <a:pt x="3057525" y="0"/>
                </a:lnTo>
              </a:path>
            </a:pathLst>
          </a:custGeom>
          <a:noFill xmlns:a="http://schemas.openxmlformats.org/drawingml/2006/main"/>
          <a:ln xmlns:a="http://schemas.openxmlformats.org/drawingml/2006/main" w="47625">
            <a:solidFill>
              <a:srgbClr val="087E8B"/>
            </a:solidFill>
          </a:ln>
        </p:spPr>
      </p:sp>
      <p:sp>
        <p:nvSpPr>
          <p:cNvPr id="22" name="">
            <a:extLst xmlns:a="http://schemas.openxmlformats.org/drawingml/2006/main">
              <a:ext uri="{FF2B5EF4-FFF2-40B4-BE49-F238E27FC236}">
                <a16:creationId xmlns:a16="http://schemas.microsoft.com/office/drawing/2014/main" id="{E7E206CB-EE65-4FE5-86BA-4A13FA354DF0}"/>
              </a:ext>
            </a:extLst>
          </p:cNvPr>
          <p:cNvSpPr>
            <a:spLocks xmlns:a="http://schemas.openxmlformats.org/drawingml/2006/main" noGrp="1"/>
          </p:cNvSpPr>
          <p:nvPr/>
        </p:nvSpPr>
        <p:spPr>
          <a:xfrm xmlns:a="http://schemas.openxmlformats.org/drawingml/2006/main">
            <a:off x="7477125" y="3028950"/>
            <a:ext cx="3057525" cy="1085850"/>
          </a:xfrm>
          <a:custGeom xmlns:a="http://schemas.openxmlformats.org/drawingml/2006/main">
            <a:pathLst>
              <a:path w="3057525" h="1085850">
                <a:moveTo>
                  <a:pt x="0" y="0"/>
                </a:moveTo>
                <a:lnTo>
                  <a:pt x="3057525" y="1085850"/>
                </a:lnTo>
              </a:path>
            </a:pathLst>
          </a:custGeom>
          <a:noFill xmlns:a="http://schemas.openxmlformats.org/drawingml/2006/main"/>
          <a:ln xmlns:a="http://schemas.openxmlformats.org/drawingml/2006/main" w="47625">
            <a:solidFill>
              <a:srgbClr val="B55D09"/>
            </a:solidFill>
          </a:ln>
        </p:spPr>
      </p:sp>
      <p:cxnSp>
        <p:nvCxnSpPr>
          <p:cNvPr id="23" name="">
            <a:extLst xmlns:a="http://schemas.openxmlformats.org/drawingml/2006/main">
              <a:ext uri="{FF2B5EF4-FFF2-40B4-BE49-F238E27FC236}">
                <a16:creationId xmlns:a16="http://schemas.microsoft.com/office/drawing/2014/main" id="{2DD34264-AC0D-4E98-82AE-3ED0FA0267CA}"/>
              </a:ext>
            </a:extLst>
          </p:cNvPr>
          <p:cNvCxnSpPr/>
          <p:nvPr/>
        </p:nvCxnSpPr>
        <p:spPr>
          <a:xfrm xmlns:a="http://schemas.openxmlformats.org/drawingml/2006/main" flipH="0" flipV="0">
            <a:off x="7505700" y="5029200"/>
            <a:ext cx="0" cy="4286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24" name="">
            <a:extLst xmlns:a="http://schemas.openxmlformats.org/drawingml/2006/main">
              <a:ext uri="{FF2B5EF4-FFF2-40B4-BE49-F238E27FC236}">
                <a16:creationId xmlns:a16="http://schemas.microsoft.com/office/drawing/2014/main" id="{B66C2C62-1335-4455-90D9-B4371B28E9B1}"/>
              </a:ext>
            </a:extLst>
          </p:cNvPr>
          <p:cNvCxnSpPr/>
          <p:nvPr/>
        </p:nvCxnSpPr>
        <p:spPr>
          <a:xfrm xmlns:a="http://schemas.openxmlformats.org/drawingml/2006/main" flipH="0" flipV="1">
            <a:off x="10506075" y="5029200"/>
            <a:ext cx="0" cy="428625"/>
          </a:xfrm>
          <a:prstGeom xmlns:a="http://schemas.openxmlformats.org/drawingml/2006/main" prst="straightConnector1">
            <a:avLst/>
          </a:prstGeom>
          <a:ln xmlns:a="http://schemas.openxmlformats.org/drawingml/2006/main" w="47625">
            <a:solidFill>
              <a:srgbClr val="245C98"/>
            </a:solidFill>
            <a:tailEnd type="triangle" w="med" len="med"/>
          </a:ln>
        </p:spPr>
      </p:cxnSp>
      <p:cxnSp>
        <p:nvCxnSpPr>
          <p:cNvPr id="25" name="">
            <a:extLst xmlns:a="http://schemas.openxmlformats.org/drawingml/2006/main">
              <a:ext uri="{FF2B5EF4-FFF2-40B4-BE49-F238E27FC236}">
                <a16:creationId xmlns:a16="http://schemas.microsoft.com/office/drawing/2014/main" id="{9FDD9B13-89C5-44F8-A8CC-EF96CF517D1F}"/>
              </a:ext>
            </a:extLst>
          </p:cNvPr>
          <p:cNvCxnSpPr/>
          <p:nvPr/>
        </p:nvCxnSpPr>
        <p:spPr>
          <a:xfrm xmlns:a="http://schemas.openxmlformats.org/drawingml/2006/main" flipH="1" flipV="0">
            <a:off x="8239125" y="5086350"/>
            <a:ext cx="1238250" cy="0"/>
          </a:xfrm>
          <a:prstGeom xmlns:a="http://schemas.openxmlformats.org/drawingml/2006/main" prst="straightConnector1">
            <a:avLst/>
          </a:prstGeom>
          <a:ln xmlns:a="http://schemas.openxmlformats.org/drawingml/2006/main" w="28575">
            <a:solidFill>
              <a:srgbClr val="245C98"/>
            </a:solidFill>
            <a:tailEnd type="triangle" w="med" len="med"/>
          </a:ln>
        </p:spPr>
      </p:cxnSp>
      <p:sp>
        <p:nvSpPr>
          <p:cNvPr id="26" name="text-25">
            <a:extLst xmlns:a="http://schemas.openxmlformats.org/drawingml/2006/main">
              <a:ext uri="{FF2B5EF4-FFF2-40B4-BE49-F238E27FC236}">
                <a16:creationId xmlns:a16="http://schemas.microsoft.com/office/drawing/2014/main" id="{6F48379F-4E76-4F3E-B6DC-C45A16DDF5F1}"/>
              </a:ext>
            </a:extLst>
          </p:cNvPr>
          <p:cNvSpPr>
            <a:spLocks xmlns:a="http://schemas.openxmlformats.org/drawingml/2006/main" noGrp="1"/>
          </p:cNvSpPr>
          <p:nvPr/>
        </p:nvSpPr>
        <p:spPr>
          <a:xfrm xmlns:a="http://schemas.openxmlformats.org/drawingml/2006/main">
            <a:off x="2038350" y="5219700"/>
            <a:ext cx="27336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柱・基礎・地盤へ</a:t>
            </a:r>
          </a:p>
        </p:txBody>
      </p:sp>
      <p:sp>
        <p:nvSpPr>
          <p:cNvPr id="27" name="text-26">
            <a:extLst xmlns:a="http://schemas.openxmlformats.org/drawingml/2006/main">
              <a:ext uri="{FF2B5EF4-FFF2-40B4-BE49-F238E27FC236}">
                <a16:creationId xmlns:a16="http://schemas.microsoft.com/office/drawing/2014/main" id="{46C68123-8CB8-4361-8CFF-1F2755D48AF0}"/>
              </a:ext>
            </a:extLst>
          </p:cNvPr>
          <p:cNvSpPr>
            <a:spLocks xmlns:a="http://schemas.openxmlformats.org/drawingml/2006/main" noGrp="1"/>
          </p:cNvSpPr>
          <p:nvPr/>
        </p:nvSpPr>
        <p:spPr>
          <a:xfrm xmlns:a="http://schemas.openxmlformats.org/drawingml/2006/main">
            <a:off x="8096250" y="5229225"/>
            <a:ext cx="21526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基礎・地盤へ</a:t>
            </a:r>
          </a:p>
        </p:txBody>
      </p:sp>
      <p:sp>
        <p:nvSpPr>
          <p:cNvPr id="28" name="text-27">
            <a:extLst xmlns:a="http://schemas.openxmlformats.org/drawingml/2006/main">
              <a:ext uri="{FF2B5EF4-FFF2-40B4-BE49-F238E27FC236}">
                <a16:creationId xmlns:a16="http://schemas.microsoft.com/office/drawing/2014/main" id="{1B182C8E-B4F0-40EA-803B-803AB8B99AEA}"/>
              </a:ext>
            </a:extLst>
          </p:cNvPr>
          <p:cNvSpPr>
            <a:spLocks xmlns:a="http://schemas.openxmlformats.org/drawingml/2006/main" noGrp="1"/>
          </p:cNvSpPr>
          <p:nvPr/>
        </p:nvSpPr>
        <p:spPr>
          <a:xfrm xmlns:a="http://schemas.openxmlformats.org/drawingml/2006/main">
            <a:off x="7258050" y="2152650"/>
            <a:ext cx="419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筋かい：引張り／圧縮</a:t>
            </a:r>
          </a:p>
        </p:txBody>
      </p:sp>
      <p:sp>
        <p:nvSpPr>
          <p:cNvPr id="29" name="text-28">
            <a:extLst xmlns:a="http://schemas.openxmlformats.org/drawingml/2006/main">
              <a:ext uri="{FF2B5EF4-FFF2-40B4-BE49-F238E27FC236}">
                <a16:creationId xmlns:a16="http://schemas.microsoft.com/office/drawing/2014/main" id="{1DC24744-0BFB-40A4-BE3B-90FC62E3998A}"/>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横荷重では水平力と転倒する作用にも抵抗する（横荷重だけの図）</a:t>
            </a:r>
          </a:p>
        </p:txBody>
      </p:sp>
    </p:spTree>
    <p:extLst>
      <p:ext uri="{BB962C8B-B14F-4D97-AF65-F5344CB8AC3E}">
        <p14:creationId xmlns:p14="http://schemas.microsoft.com/office/powerpoint/2010/main" val="136056151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0">
            <a:extLst xmlns:a="http://schemas.openxmlformats.org/drawingml/2006/main">
              <a:ext uri="{FF2B5EF4-FFF2-40B4-BE49-F238E27FC236}">
                <a16:creationId xmlns:a16="http://schemas.microsoft.com/office/drawing/2014/main" id="{97CD5BA6-BE39-457C-AA21-5EC87EFB739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外力と断面の内力</a:t>
            </a:r>
          </a:p>
        </p:txBody>
      </p:sp>
      <p:cxnSp>
        <p:nvCxnSpPr>
          <p:cNvPr id="2" name="">
            <a:extLst xmlns:a="http://schemas.openxmlformats.org/drawingml/2006/main">
              <a:ext uri="{FF2B5EF4-FFF2-40B4-BE49-F238E27FC236}">
                <a16:creationId xmlns:a16="http://schemas.microsoft.com/office/drawing/2014/main" id="{BB2B63A3-1667-4F44-A3CA-1482D24A409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E3F796F1-1864-458D-A64C-E1458EC95595}"/>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EA909F46-7BB6-4049-9497-C782F5E38D5B}"/>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22 / 57</a:t>
            </a:r>
          </a:p>
        </p:txBody>
      </p:sp>
      <p:sp>
        <p:nvSpPr>
          <p:cNvPr id="17" name="">
            <a:extLst xmlns:a="http://schemas.openxmlformats.org/drawingml/2006/main">
              <a:ext uri="{FF2B5EF4-FFF2-40B4-BE49-F238E27FC236}">
                <a16:creationId xmlns:a16="http://schemas.microsoft.com/office/drawing/2014/main" id="{EF82A216-594F-49EC-8BFD-A746FF2D55D0}"/>
              </a:ext>
            </a:extLst>
          </p:cNvPr>
          <p:cNvSpPr>
            <a:spLocks xmlns:a="http://schemas.openxmlformats.org/drawingml/2006/main" noGrp="1"/>
          </p:cNvSpPr>
          <p:nvPr/>
        </p:nvSpPr>
        <p:spPr>
          <a:xfrm xmlns:a="http://schemas.openxmlformats.org/drawingml/2006/main">
            <a:off x="809625" y="1571625"/>
            <a:ext cx="266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切る前</a:t>
            </a:r>
          </a:p>
        </p:txBody>
      </p:sp>
      <p:sp>
        <p:nvSpPr>
          <p:cNvPr id="18" name="">
            <a:extLst xmlns:a="http://schemas.openxmlformats.org/drawingml/2006/main">
              <a:ext uri="{FF2B5EF4-FFF2-40B4-BE49-F238E27FC236}">
                <a16:creationId xmlns:a16="http://schemas.microsoft.com/office/drawing/2014/main" id="{AB5E9BC4-3C4F-485A-A357-736AA2A36FC2}"/>
              </a:ext>
            </a:extLst>
          </p:cNvPr>
          <p:cNvSpPr>
            <a:spLocks xmlns:a="http://schemas.openxmlformats.org/drawingml/2006/main" noGrp="1"/>
          </p:cNvSpPr>
          <p:nvPr/>
        </p:nvSpPr>
        <p:spPr>
          <a:xfrm xmlns:a="http://schemas.openxmlformats.org/drawingml/2006/main">
            <a:off x="2428875" y="2238375"/>
            <a:ext cx="6667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6393460B-60C4-4C0F-AF40-432725FD856E}"/>
              </a:ext>
            </a:extLst>
          </p:cNvPr>
          <p:cNvSpPr>
            <a:spLocks xmlns:a="http://schemas.openxmlformats.org/drawingml/2006/main" noGrp="1"/>
          </p:cNvSpPr>
          <p:nvPr/>
        </p:nvSpPr>
        <p:spPr>
          <a:xfrm xmlns:a="http://schemas.openxmlformats.org/drawingml/2006/main">
            <a:off x="1238250" y="2495550"/>
            <a:ext cx="1190625" cy="9525"/>
          </a:xfrm>
          <a:custGeom xmlns:a="http://schemas.openxmlformats.org/drawingml/2006/main">
            <a:pathLst>
              <a:path w="1190625" h="9525">
                <a:moveTo>
                  <a:pt x="1190625" y="0"/>
                </a:moveTo>
                <a:lnTo>
                  <a:pt x="0" y="0"/>
                </a:lnTo>
              </a:path>
            </a:pathLst>
          </a:custGeom>
          <a:noFill xmlns:a="http://schemas.openxmlformats.org/drawingml/2006/main"/>
          <a:ln xmlns:a="http://schemas.openxmlformats.org/drawingml/2006/main" w="38100">
            <a:solidFill>
              <a:srgbClr val="C4483C"/>
            </a:solidFill>
          </a:ln>
        </p:spPr>
      </p:sp>
      <p:sp>
        <p:nvSpPr>
          <p:cNvPr id="20" name="">
            <a:extLst xmlns:a="http://schemas.openxmlformats.org/drawingml/2006/main">
              <a:ext uri="{FF2B5EF4-FFF2-40B4-BE49-F238E27FC236}">
                <a16:creationId xmlns:a16="http://schemas.microsoft.com/office/drawing/2014/main" id="{105846CA-45B2-4BFA-A340-D3D1966BB309}"/>
              </a:ext>
            </a:extLst>
          </p:cNvPr>
          <p:cNvSpPr>
            <a:spLocks xmlns:a="http://schemas.openxmlformats.org/drawingml/2006/main" noGrp="1"/>
          </p:cNvSpPr>
          <p:nvPr/>
        </p:nvSpPr>
        <p:spPr>
          <a:xfrm xmlns:a="http://schemas.openxmlformats.org/drawingml/2006/main">
            <a:off x="1238250" y="24435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B4D91353-756D-45D9-87DE-A2358C8512F4}"/>
              </a:ext>
            </a:extLst>
          </p:cNvPr>
          <p:cNvSpPr>
            <a:spLocks xmlns:a="http://schemas.openxmlformats.org/drawingml/2006/main" noGrp="1"/>
          </p:cNvSpPr>
          <p:nvPr/>
        </p:nvSpPr>
        <p:spPr>
          <a:xfrm xmlns:a="http://schemas.openxmlformats.org/drawingml/2006/main">
            <a:off x="9096375" y="2495550"/>
            <a:ext cx="1190625" cy="9525"/>
          </a:xfrm>
          <a:custGeom xmlns:a="http://schemas.openxmlformats.org/drawingml/2006/main">
            <a:pathLst>
              <a:path w="1190625" h="9525">
                <a:moveTo>
                  <a:pt x="0" y="0"/>
                </a:moveTo>
                <a:lnTo>
                  <a:pt x="1190625" y="0"/>
                </a:lnTo>
              </a:path>
            </a:pathLst>
          </a:custGeom>
          <a:noFill xmlns:a="http://schemas.openxmlformats.org/drawingml/2006/main"/>
          <a:ln xmlns:a="http://schemas.openxmlformats.org/drawingml/2006/main" w="38100">
            <a:solidFill>
              <a:srgbClr val="C4483C"/>
            </a:solidFill>
          </a:ln>
        </p:spPr>
      </p:sp>
      <p:sp>
        <p:nvSpPr>
          <p:cNvPr id="22" name="">
            <a:extLst xmlns:a="http://schemas.openxmlformats.org/drawingml/2006/main">
              <a:ext uri="{FF2B5EF4-FFF2-40B4-BE49-F238E27FC236}">
                <a16:creationId xmlns:a16="http://schemas.microsoft.com/office/drawing/2014/main" id="{B17CA17F-44B7-4980-ACE1-E1F3511DB6BA}"/>
              </a:ext>
            </a:extLst>
          </p:cNvPr>
          <p:cNvSpPr>
            <a:spLocks xmlns:a="http://schemas.openxmlformats.org/drawingml/2006/main" noGrp="1"/>
          </p:cNvSpPr>
          <p:nvPr/>
        </p:nvSpPr>
        <p:spPr>
          <a:xfrm xmlns:a="http://schemas.openxmlformats.org/drawingml/2006/main">
            <a:off x="10163175" y="24435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3" name="">
            <a:extLst xmlns:a="http://schemas.openxmlformats.org/drawingml/2006/main">
              <a:ext uri="{FF2B5EF4-FFF2-40B4-BE49-F238E27FC236}">
                <a16:creationId xmlns:a16="http://schemas.microsoft.com/office/drawing/2014/main" id="{DC7D4049-5AA9-49FB-B039-599A30BEB615}"/>
              </a:ext>
            </a:extLst>
          </p:cNvPr>
          <p:cNvSpPr>
            <a:spLocks xmlns:a="http://schemas.openxmlformats.org/drawingml/2006/main" noGrp="1"/>
          </p:cNvSpPr>
          <p:nvPr/>
        </p:nvSpPr>
        <p:spPr>
          <a:xfrm xmlns:a="http://schemas.openxmlformats.org/drawingml/2006/main">
            <a:off x="809625" y="19050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外力 F</a:t>
            </a:r>
          </a:p>
        </p:txBody>
      </p:sp>
      <p:sp>
        <p:nvSpPr>
          <p:cNvPr id="24" name="">
            <a:extLst xmlns:a="http://schemas.openxmlformats.org/drawingml/2006/main">
              <a:ext uri="{FF2B5EF4-FFF2-40B4-BE49-F238E27FC236}">
                <a16:creationId xmlns:a16="http://schemas.microsoft.com/office/drawing/2014/main" id="{997CA006-94B3-4035-916B-7B449CFF60CC}"/>
              </a:ext>
            </a:extLst>
          </p:cNvPr>
          <p:cNvSpPr>
            <a:spLocks xmlns:a="http://schemas.openxmlformats.org/drawingml/2006/main" noGrp="1"/>
          </p:cNvSpPr>
          <p:nvPr/>
        </p:nvSpPr>
        <p:spPr>
          <a:xfrm xmlns:a="http://schemas.openxmlformats.org/drawingml/2006/main">
            <a:off x="9620250" y="19050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外力 F</a:t>
            </a:r>
          </a:p>
        </p:txBody>
      </p:sp>
      <p:sp>
        <p:nvSpPr>
          <p:cNvPr id="25" name="">
            <a:extLst xmlns:a="http://schemas.openxmlformats.org/drawingml/2006/main">
              <a:ext uri="{FF2B5EF4-FFF2-40B4-BE49-F238E27FC236}">
                <a16:creationId xmlns:a16="http://schemas.microsoft.com/office/drawing/2014/main" id="{4D86314A-A928-4301-8685-862D339EDAEB}"/>
              </a:ext>
            </a:extLst>
          </p:cNvPr>
          <p:cNvSpPr>
            <a:spLocks xmlns:a="http://schemas.openxmlformats.org/drawingml/2006/main" noGrp="1"/>
          </p:cNvSpPr>
          <p:nvPr/>
        </p:nvSpPr>
        <p:spPr>
          <a:xfrm xmlns:a="http://schemas.openxmlformats.org/drawingml/2006/main">
            <a:off x="5762625" y="1952625"/>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6DF2EB55-6C5F-4C5D-A935-9F69AD5B5D85}"/>
              </a:ext>
            </a:extLst>
          </p:cNvPr>
          <p:cNvSpPr>
            <a:spLocks xmlns:a="http://schemas.openxmlformats.org/drawingml/2006/main" noGrp="1"/>
          </p:cNvSpPr>
          <p:nvPr/>
        </p:nvSpPr>
        <p:spPr>
          <a:xfrm xmlns:a="http://schemas.openxmlformats.org/drawingml/2006/main">
            <a:off x="5762625" y="2074333"/>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5EA2E03E-0BE2-43FC-99A3-1ABC4BD0C1FB}"/>
              </a:ext>
            </a:extLst>
          </p:cNvPr>
          <p:cNvSpPr>
            <a:spLocks xmlns:a="http://schemas.openxmlformats.org/drawingml/2006/main" noGrp="1"/>
          </p:cNvSpPr>
          <p:nvPr/>
        </p:nvSpPr>
        <p:spPr>
          <a:xfrm xmlns:a="http://schemas.openxmlformats.org/drawingml/2006/main">
            <a:off x="5762625" y="2196042"/>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D17DF618-1EE5-4F5A-976C-0A31A3E1496A}"/>
              </a:ext>
            </a:extLst>
          </p:cNvPr>
          <p:cNvSpPr>
            <a:spLocks xmlns:a="http://schemas.openxmlformats.org/drawingml/2006/main" noGrp="1"/>
          </p:cNvSpPr>
          <p:nvPr/>
        </p:nvSpPr>
        <p:spPr>
          <a:xfrm xmlns:a="http://schemas.openxmlformats.org/drawingml/2006/main">
            <a:off x="5762625" y="2317750"/>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C3877E16-A062-4A9D-8637-BB0FD360FE25}"/>
              </a:ext>
            </a:extLst>
          </p:cNvPr>
          <p:cNvSpPr>
            <a:spLocks xmlns:a="http://schemas.openxmlformats.org/drawingml/2006/main" noGrp="1"/>
          </p:cNvSpPr>
          <p:nvPr/>
        </p:nvSpPr>
        <p:spPr>
          <a:xfrm xmlns:a="http://schemas.openxmlformats.org/drawingml/2006/main">
            <a:off x="5762625" y="2439458"/>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7310B25F-3295-4C0A-806E-0EAE3F82F3E1}"/>
              </a:ext>
            </a:extLst>
          </p:cNvPr>
          <p:cNvSpPr>
            <a:spLocks xmlns:a="http://schemas.openxmlformats.org/drawingml/2006/main" noGrp="1"/>
          </p:cNvSpPr>
          <p:nvPr/>
        </p:nvSpPr>
        <p:spPr>
          <a:xfrm xmlns:a="http://schemas.openxmlformats.org/drawingml/2006/main">
            <a:off x="5762625" y="2561167"/>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0F50E614-0FC6-4030-B24D-A507DE940177}"/>
              </a:ext>
            </a:extLst>
          </p:cNvPr>
          <p:cNvSpPr>
            <a:spLocks xmlns:a="http://schemas.openxmlformats.org/drawingml/2006/main" noGrp="1"/>
          </p:cNvSpPr>
          <p:nvPr/>
        </p:nvSpPr>
        <p:spPr>
          <a:xfrm xmlns:a="http://schemas.openxmlformats.org/drawingml/2006/main">
            <a:off x="5762625" y="2682875"/>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60B9C8BA-35F8-42DB-ACC8-9B252684B976}"/>
              </a:ext>
            </a:extLst>
          </p:cNvPr>
          <p:cNvSpPr>
            <a:spLocks xmlns:a="http://schemas.openxmlformats.org/drawingml/2006/main" noGrp="1"/>
          </p:cNvSpPr>
          <p:nvPr/>
        </p:nvSpPr>
        <p:spPr>
          <a:xfrm xmlns:a="http://schemas.openxmlformats.org/drawingml/2006/main">
            <a:off x="5762625" y="2804583"/>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8B174B9B-3F1B-4F5B-852A-AAD674754CD4}"/>
              </a:ext>
            </a:extLst>
          </p:cNvPr>
          <p:cNvSpPr>
            <a:spLocks xmlns:a="http://schemas.openxmlformats.org/drawingml/2006/main" noGrp="1"/>
          </p:cNvSpPr>
          <p:nvPr/>
        </p:nvSpPr>
        <p:spPr>
          <a:xfrm xmlns:a="http://schemas.openxmlformats.org/drawingml/2006/main">
            <a:off x="5762625" y="2926292"/>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4EC57FCE-A593-47DF-819D-762060EB0C40}"/>
              </a:ext>
            </a:extLst>
          </p:cNvPr>
          <p:cNvSpPr>
            <a:spLocks xmlns:a="http://schemas.openxmlformats.org/drawingml/2006/main" noGrp="1"/>
          </p:cNvSpPr>
          <p:nvPr/>
        </p:nvSpPr>
        <p:spPr>
          <a:xfrm xmlns:a="http://schemas.openxmlformats.org/drawingml/2006/main">
            <a:off x="4953000" y="3095625"/>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切断位置</a:t>
            </a:r>
          </a:p>
        </p:txBody>
      </p:sp>
      <p:sp>
        <p:nvSpPr>
          <p:cNvPr id="35" name="">
            <a:extLst xmlns:a="http://schemas.openxmlformats.org/drawingml/2006/main">
              <a:ext uri="{FF2B5EF4-FFF2-40B4-BE49-F238E27FC236}">
                <a16:creationId xmlns:a16="http://schemas.microsoft.com/office/drawing/2014/main" id="{4F964315-2638-499E-BE32-9049D65DC534}"/>
              </a:ext>
            </a:extLst>
          </p:cNvPr>
          <p:cNvSpPr>
            <a:spLocks xmlns:a="http://schemas.openxmlformats.org/drawingml/2006/main" noGrp="1"/>
          </p:cNvSpPr>
          <p:nvPr/>
        </p:nvSpPr>
        <p:spPr>
          <a:xfrm xmlns:a="http://schemas.openxmlformats.org/drawingml/2006/main">
            <a:off x="809625" y="36671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切り出した左部分</a:t>
            </a:r>
          </a:p>
        </p:txBody>
      </p:sp>
      <p:sp>
        <p:nvSpPr>
          <p:cNvPr id="36" name="">
            <a:extLst xmlns:a="http://schemas.openxmlformats.org/drawingml/2006/main">
              <a:ext uri="{FF2B5EF4-FFF2-40B4-BE49-F238E27FC236}">
                <a16:creationId xmlns:a16="http://schemas.microsoft.com/office/drawing/2014/main" id="{DA5E90AB-FD56-476C-9B43-FFFBD39EF3C2}"/>
              </a:ext>
            </a:extLst>
          </p:cNvPr>
          <p:cNvSpPr>
            <a:spLocks xmlns:a="http://schemas.openxmlformats.org/drawingml/2006/main" noGrp="1"/>
          </p:cNvSpPr>
          <p:nvPr/>
        </p:nvSpPr>
        <p:spPr>
          <a:xfrm xmlns:a="http://schemas.openxmlformats.org/drawingml/2006/main">
            <a:off x="7000875" y="36671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切り出した右部分</a:t>
            </a:r>
          </a:p>
        </p:txBody>
      </p:sp>
      <p:sp>
        <p:nvSpPr>
          <p:cNvPr id="37" name="">
            <a:extLst xmlns:a="http://schemas.openxmlformats.org/drawingml/2006/main">
              <a:ext uri="{FF2B5EF4-FFF2-40B4-BE49-F238E27FC236}">
                <a16:creationId xmlns:a16="http://schemas.microsoft.com/office/drawing/2014/main" id="{8BFD170E-7834-4770-90DB-EC7B031C801B}"/>
              </a:ext>
            </a:extLst>
          </p:cNvPr>
          <p:cNvSpPr>
            <a:spLocks xmlns:a="http://schemas.openxmlformats.org/drawingml/2006/main" noGrp="1"/>
          </p:cNvSpPr>
          <p:nvPr/>
        </p:nvSpPr>
        <p:spPr>
          <a:xfrm xmlns:a="http://schemas.openxmlformats.org/drawingml/2006/main">
            <a:off x="1952625" y="4381500"/>
            <a:ext cx="2857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0EDB5023-D555-47F0-8155-881F9E58A903}"/>
              </a:ext>
            </a:extLst>
          </p:cNvPr>
          <p:cNvSpPr>
            <a:spLocks xmlns:a="http://schemas.openxmlformats.org/drawingml/2006/main" noGrp="1"/>
          </p:cNvSpPr>
          <p:nvPr/>
        </p:nvSpPr>
        <p:spPr>
          <a:xfrm xmlns:a="http://schemas.openxmlformats.org/drawingml/2006/main">
            <a:off x="7429500" y="4381500"/>
            <a:ext cx="2857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58EE0C03-9D42-4962-87E4-FA148163029E}"/>
              </a:ext>
            </a:extLst>
          </p:cNvPr>
          <p:cNvSpPr>
            <a:spLocks xmlns:a="http://schemas.openxmlformats.org/drawingml/2006/main" noGrp="1"/>
          </p:cNvSpPr>
          <p:nvPr/>
        </p:nvSpPr>
        <p:spPr>
          <a:xfrm xmlns:a="http://schemas.openxmlformats.org/drawingml/2006/main">
            <a:off x="904875" y="4638675"/>
            <a:ext cx="1047750" cy="9525"/>
          </a:xfrm>
          <a:custGeom xmlns:a="http://schemas.openxmlformats.org/drawingml/2006/main">
            <a:pathLst>
              <a:path w="1047750" h="9525">
                <a:moveTo>
                  <a:pt x="1047750" y="0"/>
                </a:moveTo>
                <a:lnTo>
                  <a:pt x="0" y="0"/>
                </a:lnTo>
              </a:path>
            </a:pathLst>
          </a:custGeom>
          <a:noFill xmlns:a="http://schemas.openxmlformats.org/drawingml/2006/main"/>
          <a:ln xmlns:a="http://schemas.openxmlformats.org/drawingml/2006/main" w="38100">
            <a:solidFill>
              <a:srgbClr val="C4483C"/>
            </a:solidFill>
          </a:ln>
        </p:spPr>
      </p:sp>
      <p:sp>
        <p:nvSpPr>
          <p:cNvPr id="40" name="">
            <a:extLst xmlns:a="http://schemas.openxmlformats.org/drawingml/2006/main">
              <a:ext uri="{FF2B5EF4-FFF2-40B4-BE49-F238E27FC236}">
                <a16:creationId xmlns:a16="http://schemas.microsoft.com/office/drawing/2014/main" id="{C8C6A9B3-33F1-491B-8569-7203A2F4576D}"/>
              </a:ext>
            </a:extLst>
          </p:cNvPr>
          <p:cNvSpPr>
            <a:spLocks xmlns:a="http://schemas.openxmlformats.org/drawingml/2006/main" noGrp="1"/>
          </p:cNvSpPr>
          <p:nvPr/>
        </p:nvSpPr>
        <p:spPr>
          <a:xfrm xmlns:a="http://schemas.openxmlformats.org/drawingml/2006/main">
            <a:off x="904875" y="45866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41" name="">
            <a:extLst xmlns:a="http://schemas.openxmlformats.org/drawingml/2006/main">
              <a:ext uri="{FF2B5EF4-FFF2-40B4-BE49-F238E27FC236}">
                <a16:creationId xmlns:a16="http://schemas.microsoft.com/office/drawing/2014/main" id="{DF40B090-B388-4A7C-97AA-1B47FDAAC6A2}"/>
              </a:ext>
            </a:extLst>
          </p:cNvPr>
          <p:cNvSpPr>
            <a:spLocks xmlns:a="http://schemas.openxmlformats.org/drawingml/2006/main" noGrp="1"/>
          </p:cNvSpPr>
          <p:nvPr/>
        </p:nvSpPr>
        <p:spPr>
          <a:xfrm xmlns:a="http://schemas.openxmlformats.org/drawingml/2006/main">
            <a:off x="4810125" y="4638675"/>
            <a:ext cx="1047750" cy="9525"/>
          </a:xfrm>
          <a:custGeom xmlns:a="http://schemas.openxmlformats.org/drawingml/2006/main">
            <a:pathLst>
              <a:path w="1047750" h="9525">
                <a:moveTo>
                  <a:pt x="0" y="0"/>
                </a:moveTo>
                <a:lnTo>
                  <a:pt x="1047750" y="0"/>
                </a:lnTo>
              </a:path>
            </a:pathLst>
          </a:custGeom>
          <a:noFill xmlns:a="http://schemas.openxmlformats.org/drawingml/2006/main"/>
          <a:ln xmlns:a="http://schemas.openxmlformats.org/drawingml/2006/main" w="38100">
            <a:solidFill>
              <a:srgbClr val="087E8B"/>
            </a:solidFill>
          </a:ln>
        </p:spPr>
      </p:sp>
      <p:sp>
        <p:nvSpPr>
          <p:cNvPr id="42" name="">
            <a:extLst xmlns:a="http://schemas.openxmlformats.org/drawingml/2006/main">
              <a:ext uri="{FF2B5EF4-FFF2-40B4-BE49-F238E27FC236}">
                <a16:creationId xmlns:a16="http://schemas.microsoft.com/office/drawing/2014/main" id="{0BFA0B6C-FADD-40A0-9C88-870C5E2D8522}"/>
              </a:ext>
            </a:extLst>
          </p:cNvPr>
          <p:cNvSpPr>
            <a:spLocks xmlns:a="http://schemas.openxmlformats.org/drawingml/2006/main" noGrp="1"/>
          </p:cNvSpPr>
          <p:nvPr/>
        </p:nvSpPr>
        <p:spPr>
          <a:xfrm xmlns:a="http://schemas.openxmlformats.org/drawingml/2006/main">
            <a:off x="5734050" y="45866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087E8B"/>
          </a:solidFill>
          <a:ln xmlns:a="http://schemas.openxmlformats.org/drawingml/2006/main" w="4763">
            <a:solidFill>
              <a:srgbClr val="087E8B"/>
            </a:solidFill>
          </a:ln>
        </p:spPr>
      </p:sp>
      <p:sp>
        <p:nvSpPr>
          <p:cNvPr id="43" name="">
            <a:extLst xmlns:a="http://schemas.openxmlformats.org/drawingml/2006/main">
              <a:ext uri="{FF2B5EF4-FFF2-40B4-BE49-F238E27FC236}">
                <a16:creationId xmlns:a16="http://schemas.microsoft.com/office/drawing/2014/main" id="{A78386E7-CB2F-4012-989B-BE8BB2D0F66E}"/>
              </a:ext>
            </a:extLst>
          </p:cNvPr>
          <p:cNvSpPr>
            <a:spLocks xmlns:a="http://schemas.openxmlformats.org/drawingml/2006/main" noGrp="1"/>
          </p:cNvSpPr>
          <p:nvPr/>
        </p:nvSpPr>
        <p:spPr>
          <a:xfrm xmlns:a="http://schemas.openxmlformats.org/drawingml/2006/main">
            <a:off x="6381750" y="4638675"/>
            <a:ext cx="1047750" cy="9525"/>
          </a:xfrm>
          <a:custGeom xmlns:a="http://schemas.openxmlformats.org/drawingml/2006/main">
            <a:pathLst>
              <a:path w="1047750" h="9525">
                <a:moveTo>
                  <a:pt x="1047750" y="0"/>
                </a:moveTo>
                <a:lnTo>
                  <a:pt x="0" y="0"/>
                </a:lnTo>
              </a:path>
            </a:pathLst>
          </a:custGeom>
          <a:noFill xmlns:a="http://schemas.openxmlformats.org/drawingml/2006/main"/>
          <a:ln xmlns:a="http://schemas.openxmlformats.org/drawingml/2006/main" w="38100">
            <a:solidFill>
              <a:srgbClr val="087E8B"/>
            </a:solidFill>
          </a:ln>
        </p:spPr>
      </p:sp>
      <p:sp>
        <p:nvSpPr>
          <p:cNvPr id="44" name="">
            <a:extLst xmlns:a="http://schemas.openxmlformats.org/drawingml/2006/main">
              <a:ext uri="{FF2B5EF4-FFF2-40B4-BE49-F238E27FC236}">
                <a16:creationId xmlns:a16="http://schemas.microsoft.com/office/drawing/2014/main" id="{8EA0BA69-4F7B-45EE-BAD9-27BAA0360286}"/>
              </a:ext>
            </a:extLst>
          </p:cNvPr>
          <p:cNvSpPr>
            <a:spLocks xmlns:a="http://schemas.openxmlformats.org/drawingml/2006/main" noGrp="1"/>
          </p:cNvSpPr>
          <p:nvPr/>
        </p:nvSpPr>
        <p:spPr>
          <a:xfrm xmlns:a="http://schemas.openxmlformats.org/drawingml/2006/main">
            <a:off x="6381750" y="45866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087E8B"/>
          </a:solidFill>
          <a:ln xmlns:a="http://schemas.openxmlformats.org/drawingml/2006/main" w="4763">
            <a:solidFill>
              <a:srgbClr val="087E8B"/>
            </a:solidFill>
          </a:ln>
        </p:spPr>
      </p:sp>
      <p:sp>
        <p:nvSpPr>
          <p:cNvPr id="45" name="">
            <a:extLst xmlns:a="http://schemas.openxmlformats.org/drawingml/2006/main">
              <a:ext uri="{FF2B5EF4-FFF2-40B4-BE49-F238E27FC236}">
                <a16:creationId xmlns:a16="http://schemas.microsoft.com/office/drawing/2014/main" id="{79316E85-6C6E-444D-B6FC-5C5A5E4E9142}"/>
              </a:ext>
            </a:extLst>
          </p:cNvPr>
          <p:cNvSpPr>
            <a:spLocks xmlns:a="http://schemas.openxmlformats.org/drawingml/2006/main" noGrp="1"/>
          </p:cNvSpPr>
          <p:nvPr/>
        </p:nvSpPr>
        <p:spPr>
          <a:xfrm xmlns:a="http://schemas.openxmlformats.org/drawingml/2006/main">
            <a:off x="10287000" y="4638675"/>
            <a:ext cx="1047750" cy="9525"/>
          </a:xfrm>
          <a:custGeom xmlns:a="http://schemas.openxmlformats.org/drawingml/2006/main">
            <a:pathLst>
              <a:path w="1047750" h="9525">
                <a:moveTo>
                  <a:pt x="0" y="0"/>
                </a:moveTo>
                <a:lnTo>
                  <a:pt x="1047750" y="0"/>
                </a:lnTo>
              </a:path>
            </a:pathLst>
          </a:custGeom>
          <a:noFill xmlns:a="http://schemas.openxmlformats.org/drawingml/2006/main"/>
          <a:ln xmlns:a="http://schemas.openxmlformats.org/drawingml/2006/main" w="38100">
            <a:solidFill>
              <a:srgbClr val="C4483C"/>
            </a:solidFill>
          </a:ln>
        </p:spPr>
      </p:sp>
      <p:sp>
        <p:nvSpPr>
          <p:cNvPr id="46" name="">
            <a:extLst xmlns:a="http://schemas.openxmlformats.org/drawingml/2006/main">
              <a:ext uri="{FF2B5EF4-FFF2-40B4-BE49-F238E27FC236}">
                <a16:creationId xmlns:a16="http://schemas.microsoft.com/office/drawing/2014/main" id="{7953ACE9-C64F-4F83-9A3F-422AEA4BC2AD}"/>
              </a:ext>
            </a:extLst>
          </p:cNvPr>
          <p:cNvSpPr>
            <a:spLocks xmlns:a="http://schemas.openxmlformats.org/drawingml/2006/main" noGrp="1"/>
          </p:cNvSpPr>
          <p:nvPr/>
        </p:nvSpPr>
        <p:spPr>
          <a:xfrm xmlns:a="http://schemas.openxmlformats.org/drawingml/2006/main">
            <a:off x="11210925" y="45866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47" name="">
            <a:extLst xmlns:a="http://schemas.openxmlformats.org/drawingml/2006/main">
              <a:ext uri="{FF2B5EF4-FFF2-40B4-BE49-F238E27FC236}">
                <a16:creationId xmlns:a16="http://schemas.microsoft.com/office/drawing/2014/main" id="{DB40DA19-7680-4199-AF3D-00570E2FC7BF}"/>
              </a:ext>
            </a:extLst>
          </p:cNvPr>
          <p:cNvSpPr>
            <a:spLocks xmlns:a="http://schemas.openxmlformats.org/drawingml/2006/main" noGrp="1"/>
          </p:cNvSpPr>
          <p:nvPr/>
        </p:nvSpPr>
        <p:spPr>
          <a:xfrm xmlns:a="http://schemas.openxmlformats.org/drawingml/2006/main">
            <a:off x="1066800" y="4000500"/>
            <a:ext cx="714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a:t>
            </a:r>
          </a:p>
        </p:txBody>
      </p:sp>
      <p:sp>
        <p:nvSpPr>
          <p:cNvPr id="48" name="">
            <a:extLst xmlns:a="http://schemas.openxmlformats.org/drawingml/2006/main">
              <a:ext uri="{FF2B5EF4-FFF2-40B4-BE49-F238E27FC236}">
                <a16:creationId xmlns:a16="http://schemas.microsoft.com/office/drawing/2014/main" id="{AD12B3C1-A75B-4487-B6C7-E82CAE950CA0}"/>
              </a:ext>
            </a:extLst>
          </p:cNvPr>
          <p:cNvSpPr>
            <a:spLocks xmlns:a="http://schemas.openxmlformats.org/drawingml/2006/main" noGrp="1"/>
          </p:cNvSpPr>
          <p:nvPr/>
        </p:nvSpPr>
        <p:spPr>
          <a:xfrm xmlns:a="http://schemas.openxmlformats.org/drawingml/2006/main">
            <a:off x="5095875" y="4000500"/>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Nₐₓ</a:t>
            </a:r>
          </a:p>
        </p:txBody>
      </p:sp>
      <p:sp>
        <p:nvSpPr>
          <p:cNvPr id="49" name="">
            <a:extLst xmlns:a="http://schemas.openxmlformats.org/drawingml/2006/main">
              <a:ext uri="{FF2B5EF4-FFF2-40B4-BE49-F238E27FC236}">
                <a16:creationId xmlns:a16="http://schemas.microsoft.com/office/drawing/2014/main" id="{A9CDCD79-F1F9-4A5A-9637-E575099CE5C1}"/>
              </a:ext>
            </a:extLst>
          </p:cNvPr>
          <p:cNvSpPr>
            <a:spLocks xmlns:a="http://schemas.openxmlformats.org/drawingml/2006/main" noGrp="1"/>
          </p:cNvSpPr>
          <p:nvPr/>
        </p:nvSpPr>
        <p:spPr>
          <a:xfrm xmlns:a="http://schemas.openxmlformats.org/drawingml/2006/main">
            <a:off x="6286500" y="4000500"/>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Nₐₓ</a:t>
            </a:r>
          </a:p>
        </p:txBody>
      </p:sp>
      <p:sp>
        <p:nvSpPr>
          <p:cNvPr id="50" name="">
            <a:extLst xmlns:a="http://schemas.openxmlformats.org/drawingml/2006/main">
              <a:ext uri="{FF2B5EF4-FFF2-40B4-BE49-F238E27FC236}">
                <a16:creationId xmlns:a16="http://schemas.microsoft.com/office/drawing/2014/main" id="{8CE84B81-88C7-4DF3-B655-50D8F5A38947}"/>
              </a:ext>
            </a:extLst>
          </p:cNvPr>
          <p:cNvSpPr>
            <a:spLocks xmlns:a="http://schemas.openxmlformats.org/drawingml/2006/main" noGrp="1"/>
          </p:cNvSpPr>
          <p:nvPr/>
        </p:nvSpPr>
        <p:spPr>
          <a:xfrm xmlns:a="http://schemas.openxmlformats.org/drawingml/2006/main">
            <a:off x="10668000" y="4000500"/>
            <a:ext cx="714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a:t>
            </a:r>
          </a:p>
        </p:txBody>
      </p:sp>
      <p:sp>
        <p:nvSpPr>
          <p:cNvPr id="51" name="">
            <a:extLst xmlns:a="http://schemas.openxmlformats.org/drawingml/2006/main">
              <a:ext uri="{FF2B5EF4-FFF2-40B4-BE49-F238E27FC236}">
                <a16:creationId xmlns:a16="http://schemas.microsoft.com/office/drawing/2014/main" id="{742B5ABB-3E21-49A6-A748-FF85D2AC4949}"/>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左右の切断面の内力は大きさが等しく逆向き。各部分のつり合いから Nₐₓ = F。</a:t>
            </a:r>
          </a:p>
        </p:txBody>
      </p:sp>
    </p:spTree>
    <p:extLst>
      <p:ext uri="{BB962C8B-B14F-4D97-AF65-F5344CB8AC3E}">
        <p14:creationId xmlns:p14="http://schemas.microsoft.com/office/powerpoint/2010/main" val="3202457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8217590-B395-4D94-BAD0-D66A7917F80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平均垂直応力</a:t>
            </a:r>
          </a:p>
        </p:txBody>
      </p:sp>
      <p:cxnSp>
        <p:nvCxnSpPr>
          <p:cNvPr id="2" name="">
            <a:extLst xmlns:a="http://schemas.openxmlformats.org/drawingml/2006/main">
              <a:ext uri="{FF2B5EF4-FFF2-40B4-BE49-F238E27FC236}">
                <a16:creationId xmlns:a16="http://schemas.microsoft.com/office/drawing/2014/main" id="{8771314E-2583-4FD2-B5C0-8C7A523375B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636C07C4-69D7-40E3-B0FF-5C772C34466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23 / 57</a:t>
            </a:r>
          </a:p>
        </p:txBody>
      </p:sp>
      <p:sp>
        <p:nvSpPr>
          <p:cNvPr id="11" name="">
            <a:extLst xmlns:a="http://schemas.openxmlformats.org/drawingml/2006/main">
              <a:ext uri="{FF2B5EF4-FFF2-40B4-BE49-F238E27FC236}">
                <a16:creationId xmlns:a16="http://schemas.microsoft.com/office/drawing/2014/main" id="{307A0E73-F87C-4A3E-BFB6-4D4CBA63F85F}"/>
              </a:ext>
            </a:extLst>
          </p:cNvPr>
          <p:cNvSpPr>
            <a:spLocks xmlns:a="http://schemas.openxmlformats.org/drawingml/2006/main" noGrp="1"/>
          </p:cNvSpPr>
          <p:nvPr/>
        </p:nvSpPr>
        <p:spPr>
          <a:xfrm xmlns:a="http://schemas.openxmlformats.org/drawingml/2006/main">
            <a:off x="809625" y="161925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263D4D"/>
                </a:solidFill>
                <a:latin typeface="Yu Gothic"/>
                <a:ea typeface="Yu Gothic"/>
                <a:cs typeface="Yu Gothic"/>
              </a:defRPr>
            </a:defPPr>
            <a:lvl1pPr>
              <a:buNone/>
              <a:defRPr sz="3225" b="1">
                <a:solidFill>
                  <a:srgbClr val="263D4D"/>
                </a:solidFill>
                <a:latin typeface="Yu Gothic"/>
                <a:ea typeface="Yu Gothic"/>
                <a:cs typeface="Yu Gothic"/>
              </a:defRPr>
            </a:lvl1pPr>
            <a:lvl2pPr>
              <a:buNone/>
              <a:defRPr sz="3225" b="1">
                <a:solidFill>
                  <a:srgbClr val="263D4D"/>
                </a:solidFill>
                <a:latin typeface="Yu Gothic"/>
                <a:ea typeface="Yu Gothic"/>
                <a:cs typeface="Yu Gothic"/>
              </a:defRPr>
            </a:lvl2pPr>
            <a:lvl3pPr>
              <a:buNone/>
              <a:defRPr sz="3225" b="1">
                <a:solidFill>
                  <a:srgbClr val="263D4D"/>
                </a:solidFill>
                <a:latin typeface="Yu Gothic"/>
                <a:ea typeface="Yu Gothic"/>
                <a:cs typeface="Yu Gothic"/>
              </a:defRPr>
            </a:lvl3pPr>
            <a:lvl4pPr>
              <a:buNone/>
              <a:defRPr sz="3225" b="1">
                <a:solidFill>
                  <a:srgbClr val="263D4D"/>
                </a:solidFill>
                <a:latin typeface="Yu Gothic"/>
                <a:ea typeface="Yu Gothic"/>
                <a:cs typeface="Yu Gothic"/>
              </a:defRPr>
            </a:lvl4pPr>
            <a:lvl5pPr>
              <a:buNone/>
              <a:defRPr sz="3225" b="1">
                <a:solidFill>
                  <a:srgbClr val="263D4D"/>
                </a:solidFill>
                <a:latin typeface="Yu Gothic"/>
                <a:ea typeface="Yu Gothic"/>
                <a:cs typeface="Yu Gothic"/>
              </a:defRPr>
            </a:lvl5pPr>
            <a:lvl6pPr>
              <a:buNone/>
              <a:defRPr sz="3225" b="1">
                <a:solidFill>
                  <a:srgbClr val="263D4D"/>
                </a:solidFill>
                <a:latin typeface="Yu Gothic"/>
                <a:ea typeface="Yu Gothic"/>
                <a:cs typeface="Yu Gothic"/>
              </a:defRPr>
            </a:lvl6pPr>
            <a:lvl7pPr>
              <a:buNone/>
              <a:defRPr sz="3225" b="1">
                <a:solidFill>
                  <a:srgbClr val="263D4D"/>
                </a:solidFill>
                <a:latin typeface="Yu Gothic"/>
                <a:ea typeface="Yu Gothic"/>
                <a:cs typeface="Yu Gothic"/>
              </a:defRPr>
            </a:lvl7pPr>
            <a:lvl8pPr>
              <a:buNone/>
              <a:defRPr sz="3225" b="1">
                <a:solidFill>
                  <a:srgbClr val="263D4D"/>
                </a:solidFill>
                <a:latin typeface="Yu Gothic"/>
                <a:ea typeface="Yu Gothic"/>
                <a:cs typeface="Yu Gothic"/>
              </a:defRPr>
            </a:lvl8pPr>
            <a:lvl9pPr>
              <a:buNone/>
              <a:defRPr sz="3225" b="1">
                <a:solidFill>
                  <a:srgbClr val="263D4D"/>
                </a:solidFill>
                <a:latin typeface="Yu Gothic"/>
                <a:ea typeface="Yu Gothic"/>
                <a:cs typeface="Yu Gothic"/>
              </a:defRPr>
            </a:lvl9pPr>
          </a:lstStyle>
          <a:p xmlns:a="http://schemas.openxmlformats.org/drawingml/2006/main">
            <a:pPr>
              <a:buNone/>
              <a:defRPr sz="3225" b="1">
                <a:solidFill>
                  <a:srgbClr val="263D4D"/>
                </a:solidFill>
                <a:latin typeface="Yu Gothic"/>
                <a:ea typeface="Yu Gothic"/>
                <a:cs typeface="Yu Gothic"/>
              </a:defRPr>
            </a:pPr>
            <a:r>
              <a:rPr sz="3225" b="1">
                <a:solidFill>
                  <a:srgbClr val="263D4D"/>
                </a:solidFill>
                <a:latin typeface="Yu Gothic"/>
                <a:ea typeface="Yu Gothic"/>
                <a:cs typeface="Yu Gothic"/>
              </a:rPr>
              <a:t>σ = F/A₀</a:t>
            </a:r>
          </a:p>
        </p:txBody>
      </p:sp>
      <p:sp>
        <p:nvSpPr>
          <p:cNvPr id="12" name="">
            <a:extLst xmlns:a="http://schemas.openxmlformats.org/drawingml/2006/main">
              <a:ext uri="{FF2B5EF4-FFF2-40B4-BE49-F238E27FC236}">
                <a16:creationId xmlns:a16="http://schemas.microsoft.com/office/drawing/2014/main" id="{03306EE1-6A9B-4848-9E7F-933E4CC3A722}"/>
              </a:ext>
            </a:extLst>
          </p:cNvPr>
          <p:cNvSpPr>
            <a:spLocks xmlns:a="http://schemas.openxmlformats.org/drawingml/2006/main" noGrp="1"/>
          </p:cNvSpPr>
          <p:nvPr/>
        </p:nvSpPr>
        <p:spPr>
          <a:xfrm xmlns:a="http://schemas.openxmlformats.org/drawingml/2006/main">
            <a:off x="6858000" y="17621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A₀：変形前の断面積</a:t>
            </a:r>
          </a:p>
        </p:txBody>
      </p:sp>
      <p:sp>
        <p:nvSpPr>
          <p:cNvPr id="13" name="">
            <a:extLst xmlns:a="http://schemas.openxmlformats.org/drawingml/2006/main">
              <a:ext uri="{FF2B5EF4-FFF2-40B4-BE49-F238E27FC236}">
                <a16:creationId xmlns:a16="http://schemas.microsoft.com/office/drawing/2014/main" id="{C6304962-D1C3-4D3E-AED7-855E88F7F7E9}"/>
              </a:ext>
            </a:extLst>
          </p:cNvPr>
          <p:cNvSpPr>
            <a:spLocks xmlns:a="http://schemas.openxmlformats.org/drawingml/2006/main" noGrp="1"/>
          </p:cNvSpPr>
          <p:nvPr/>
        </p:nvSpPr>
        <p:spPr>
          <a:xfrm xmlns:a="http://schemas.openxmlformats.org/drawingml/2006/main">
            <a:off x="2571750" y="2905125"/>
            <a:ext cx="409575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985C5632-E967-433D-B497-C05963373D16}"/>
              </a:ext>
            </a:extLst>
          </p:cNvPr>
          <p:cNvSpPr>
            <a:spLocks xmlns:a="http://schemas.openxmlformats.org/drawingml/2006/main" noGrp="1"/>
          </p:cNvSpPr>
          <p:nvPr/>
        </p:nvSpPr>
        <p:spPr>
          <a:xfrm xmlns:a="http://schemas.openxmlformats.org/drawingml/2006/main">
            <a:off x="1428750" y="304800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38100">
            <a:solidFill>
              <a:srgbClr val="C4483C"/>
            </a:solidFill>
          </a:ln>
        </p:spPr>
      </p:sp>
      <p:sp>
        <p:nvSpPr>
          <p:cNvPr id="15" name="">
            <a:extLst xmlns:a="http://schemas.openxmlformats.org/drawingml/2006/main">
              <a:ext uri="{FF2B5EF4-FFF2-40B4-BE49-F238E27FC236}">
                <a16:creationId xmlns:a16="http://schemas.microsoft.com/office/drawing/2014/main" id="{19DC7823-0A04-4A32-909C-C44E768494FA}"/>
              </a:ext>
            </a:extLst>
          </p:cNvPr>
          <p:cNvSpPr>
            <a:spLocks xmlns:a="http://schemas.openxmlformats.org/drawingml/2006/main" noGrp="1"/>
          </p:cNvSpPr>
          <p:nvPr/>
        </p:nvSpPr>
        <p:spPr>
          <a:xfrm xmlns:a="http://schemas.openxmlformats.org/drawingml/2006/main">
            <a:off x="1428750" y="299599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6" name="">
            <a:extLst xmlns:a="http://schemas.openxmlformats.org/drawingml/2006/main">
              <a:ext uri="{FF2B5EF4-FFF2-40B4-BE49-F238E27FC236}">
                <a16:creationId xmlns:a16="http://schemas.microsoft.com/office/drawing/2014/main" id="{D0BD1648-7A0F-4A8D-8FE0-8D83699845C7}"/>
              </a:ext>
            </a:extLst>
          </p:cNvPr>
          <p:cNvSpPr>
            <a:spLocks xmlns:a="http://schemas.openxmlformats.org/drawingml/2006/main" noGrp="1"/>
          </p:cNvSpPr>
          <p:nvPr/>
        </p:nvSpPr>
        <p:spPr>
          <a:xfrm xmlns:a="http://schemas.openxmlformats.org/drawingml/2006/main">
            <a:off x="6667500" y="30480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17" name="">
            <a:extLst xmlns:a="http://schemas.openxmlformats.org/drawingml/2006/main">
              <a:ext uri="{FF2B5EF4-FFF2-40B4-BE49-F238E27FC236}">
                <a16:creationId xmlns:a16="http://schemas.microsoft.com/office/drawing/2014/main" id="{F8E97632-388A-494C-A844-647B3943A8AF}"/>
              </a:ext>
            </a:extLst>
          </p:cNvPr>
          <p:cNvSpPr>
            <a:spLocks xmlns:a="http://schemas.openxmlformats.org/drawingml/2006/main" noGrp="1"/>
          </p:cNvSpPr>
          <p:nvPr/>
        </p:nvSpPr>
        <p:spPr>
          <a:xfrm xmlns:a="http://schemas.openxmlformats.org/drawingml/2006/main">
            <a:off x="7686675" y="299599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8" name="">
            <a:extLst xmlns:a="http://schemas.openxmlformats.org/drawingml/2006/main">
              <a:ext uri="{FF2B5EF4-FFF2-40B4-BE49-F238E27FC236}">
                <a16:creationId xmlns:a16="http://schemas.microsoft.com/office/drawing/2014/main" id="{C278F168-74D7-4141-9E55-382ACE78DEF3}"/>
              </a:ext>
            </a:extLst>
          </p:cNvPr>
          <p:cNvSpPr>
            <a:spLocks xmlns:a="http://schemas.openxmlformats.org/drawingml/2006/main" noGrp="1"/>
          </p:cNvSpPr>
          <p:nvPr/>
        </p:nvSpPr>
        <p:spPr>
          <a:xfrm xmlns:a="http://schemas.openxmlformats.org/drawingml/2006/main">
            <a:off x="857250" y="223837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 = 1,000 N</a:t>
            </a:r>
          </a:p>
        </p:txBody>
      </p:sp>
      <p:sp>
        <p:nvSpPr>
          <p:cNvPr id="19" name="">
            <a:extLst xmlns:a="http://schemas.openxmlformats.org/drawingml/2006/main">
              <a:ext uri="{FF2B5EF4-FFF2-40B4-BE49-F238E27FC236}">
                <a16:creationId xmlns:a16="http://schemas.microsoft.com/office/drawing/2014/main" id="{F9734EF3-89BF-4AC7-993C-187F9CC9315A}"/>
              </a:ext>
            </a:extLst>
          </p:cNvPr>
          <p:cNvSpPr>
            <a:spLocks xmlns:a="http://schemas.openxmlformats.org/drawingml/2006/main" noGrp="1"/>
          </p:cNvSpPr>
          <p:nvPr/>
        </p:nvSpPr>
        <p:spPr>
          <a:xfrm xmlns:a="http://schemas.openxmlformats.org/drawingml/2006/main">
            <a:off x="8572500" y="25717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A₀ = 20 mm²</a:t>
            </a:r>
          </a:p>
        </p:txBody>
      </p:sp>
      <p:sp>
        <p:nvSpPr>
          <p:cNvPr id="20" name="">
            <a:extLst xmlns:a="http://schemas.openxmlformats.org/drawingml/2006/main">
              <a:ext uri="{FF2B5EF4-FFF2-40B4-BE49-F238E27FC236}">
                <a16:creationId xmlns:a16="http://schemas.microsoft.com/office/drawing/2014/main" id="{588450C3-6D75-4536-8823-B10620A66F75}"/>
              </a:ext>
            </a:extLst>
          </p:cNvPr>
          <p:cNvSpPr>
            <a:spLocks xmlns:a="http://schemas.openxmlformats.org/drawingml/2006/main" noGrp="1"/>
          </p:cNvSpPr>
          <p:nvPr/>
        </p:nvSpPr>
        <p:spPr>
          <a:xfrm xmlns:a="http://schemas.openxmlformats.org/drawingml/2006/main">
            <a:off x="8572500" y="309562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σ = 50 MPa</a:t>
            </a:r>
          </a:p>
        </p:txBody>
      </p:sp>
      <p:sp>
        <p:nvSpPr>
          <p:cNvPr id="21" name="">
            <a:extLst xmlns:a="http://schemas.openxmlformats.org/drawingml/2006/main">
              <a:ext uri="{FF2B5EF4-FFF2-40B4-BE49-F238E27FC236}">
                <a16:creationId xmlns:a16="http://schemas.microsoft.com/office/drawing/2014/main" id="{CDFD980F-AAEA-49F6-B55A-0742063F1464}"/>
              </a:ext>
            </a:extLst>
          </p:cNvPr>
          <p:cNvSpPr>
            <a:spLocks xmlns:a="http://schemas.openxmlformats.org/drawingml/2006/main" noGrp="1"/>
          </p:cNvSpPr>
          <p:nvPr/>
        </p:nvSpPr>
        <p:spPr>
          <a:xfrm xmlns:a="http://schemas.openxmlformats.org/drawingml/2006/main">
            <a:off x="2571750" y="4286250"/>
            <a:ext cx="4095750" cy="571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2" name="">
            <a:extLst xmlns:a="http://schemas.openxmlformats.org/drawingml/2006/main">
              <a:ext uri="{FF2B5EF4-FFF2-40B4-BE49-F238E27FC236}">
                <a16:creationId xmlns:a16="http://schemas.microsoft.com/office/drawing/2014/main" id="{C55FB1B2-D2F0-4FC5-B10D-821F12A09B29}"/>
              </a:ext>
            </a:extLst>
          </p:cNvPr>
          <p:cNvSpPr>
            <a:spLocks xmlns:a="http://schemas.openxmlformats.org/drawingml/2006/main" noGrp="1"/>
          </p:cNvSpPr>
          <p:nvPr/>
        </p:nvSpPr>
        <p:spPr>
          <a:xfrm xmlns:a="http://schemas.openxmlformats.org/drawingml/2006/main">
            <a:off x="1428750" y="457200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38100">
            <a:solidFill>
              <a:srgbClr val="C4483C"/>
            </a:solidFill>
          </a:ln>
        </p:spPr>
      </p:sp>
      <p:sp>
        <p:nvSpPr>
          <p:cNvPr id="23" name="">
            <a:extLst xmlns:a="http://schemas.openxmlformats.org/drawingml/2006/main">
              <a:ext uri="{FF2B5EF4-FFF2-40B4-BE49-F238E27FC236}">
                <a16:creationId xmlns:a16="http://schemas.microsoft.com/office/drawing/2014/main" id="{FAB84F8D-61D3-43F4-9A70-84603B12E1D0}"/>
              </a:ext>
            </a:extLst>
          </p:cNvPr>
          <p:cNvSpPr>
            <a:spLocks xmlns:a="http://schemas.openxmlformats.org/drawingml/2006/main" noGrp="1"/>
          </p:cNvSpPr>
          <p:nvPr/>
        </p:nvSpPr>
        <p:spPr>
          <a:xfrm xmlns:a="http://schemas.openxmlformats.org/drawingml/2006/main">
            <a:off x="1428750" y="451999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3C7B14B2-05D0-4DD4-84E8-88C0600B8C37}"/>
              </a:ext>
            </a:extLst>
          </p:cNvPr>
          <p:cNvSpPr>
            <a:spLocks xmlns:a="http://schemas.openxmlformats.org/drawingml/2006/main" noGrp="1"/>
          </p:cNvSpPr>
          <p:nvPr/>
        </p:nvSpPr>
        <p:spPr>
          <a:xfrm xmlns:a="http://schemas.openxmlformats.org/drawingml/2006/main">
            <a:off x="6667500" y="45720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25" name="">
            <a:extLst xmlns:a="http://schemas.openxmlformats.org/drawingml/2006/main">
              <a:ext uri="{FF2B5EF4-FFF2-40B4-BE49-F238E27FC236}">
                <a16:creationId xmlns:a16="http://schemas.microsoft.com/office/drawing/2014/main" id="{23BE1DCC-EC82-4F22-A77B-D4CBFE026D77}"/>
              </a:ext>
            </a:extLst>
          </p:cNvPr>
          <p:cNvSpPr>
            <a:spLocks xmlns:a="http://schemas.openxmlformats.org/drawingml/2006/main" noGrp="1"/>
          </p:cNvSpPr>
          <p:nvPr/>
        </p:nvSpPr>
        <p:spPr>
          <a:xfrm xmlns:a="http://schemas.openxmlformats.org/drawingml/2006/main">
            <a:off x="7686675" y="451999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47781E11-FB78-4FA1-8C29-E706592E0B26}"/>
              </a:ext>
            </a:extLst>
          </p:cNvPr>
          <p:cNvSpPr>
            <a:spLocks xmlns:a="http://schemas.openxmlformats.org/drawingml/2006/main" noGrp="1"/>
          </p:cNvSpPr>
          <p:nvPr/>
        </p:nvSpPr>
        <p:spPr>
          <a:xfrm xmlns:a="http://schemas.openxmlformats.org/drawingml/2006/main">
            <a:off x="857250" y="376237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buNone/>
              <a:defRPr sz="2025" b="1">
                <a:solidFill>
                  <a:srgbClr val="C4483C"/>
                </a:solidFill>
                <a:latin typeface="Yu Gothic"/>
                <a:ea typeface="Yu Gothic"/>
                <a:cs typeface="Yu Gothic"/>
              </a:defRPr>
            </a:lvl1pPr>
            <a:lvl2pPr>
              <a:buNone/>
              <a:defRPr sz="2025" b="1">
                <a:solidFill>
                  <a:srgbClr val="C4483C"/>
                </a:solidFill>
                <a:latin typeface="Yu Gothic"/>
                <a:ea typeface="Yu Gothic"/>
                <a:cs typeface="Yu Gothic"/>
              </a:defRPr>
            </a:lvl2pPr>
            <a:lvl3pPr>
              <a:buNone/>
              <a:defRPr sz="2025" b="1">
                <a:solidFill>
                  <a:srgbClr val="C4483C"/>
                </a:solidFill>
                <a:latin typeface="Yu Gothic"/>
                <a:ea typeface="Yu Gothic"/>
                <a:cs typeface="Yu Gothic"/>
              </a:defRPr>
            </a:lvl3pPr>
            <a:lvl4pPr>
              <a:buNone/>
              <a:defRPr sz="2025" b="1">
                <a:solidFill>
                  <a:srgbClr val="C4483C"/>
                </a:solidFill>
                <a:latin typeface="Yu Gothic"/>
                <a:ea typeface="Yu Gothic"/>
                <a:cs typeface="Yu Gothic"/>
              </a:defRPr>
            </a:lvl4pPr>
            <a:lvl5pPr>
              <a:buNone/>
              <a:defRPr sz="2025" b="1">
                <a:solidFill>
                  <a:srgbClr val="C4483C"/>
                </a:solidFill>
                <a:latin typeface="Yu Gothic"/>
                <a:ea typeface="Yu Gothic"/>
                <a:cs typeface="Yu Gothic"/>
              </a:defRPr>
            </a:lvl5pPr>
            <a:lvl6pPr>
              <a:buNone/>
              <a:defRPr sz="2025" b="1">
                <a:solidFill>
                  <a:srgbClr val="C4483C"/>
                </a:solidFill>
                <a:latin typeface="Yu Gothic"/>
                <a:ea typeface="Yu Gothic"/>
                <a:cs typeface="Yu Gothic"/>
              </a:defRPr>
            </a:lvl6pPr>
            <a:lvl7pPr>
              <a:buNone/>
              <a:defRPr sz="2025" b="1">
                <a:solidFill>
                  <a:srgbClr val="C4483C"/>
                </a:solidFill>
                <a:latin typeface="Yu Gothic"/>
                <a:ea typeface="Yu Gothic"/>
                <a:cs typeface="Yu Gothic"/>
              </a:defRPr>
            </a:lvl7pPr>
            <a:lvl8pPr>
              <a:buNone/>
              <a:defRPr sz="2025" b="1">
                <a:solidFill>
                  <a:srgbClr val="C4483C"/>
                </a:solidFill>
                <a:latin typeface="Yu Gothic"/>
                <a:ea typeface="Yu Gothic"/>
                <a:cs typeface="Yu Gothic"/>
              </a:defRPr>
            </a:lvl8pPr>
            <a:lvl9pPr>
              <a:buNone/>
              <a:defRPr sz="2025" b="1">
                <a:solidFill>
                  <a:srgbClr val="C4483C"/>
                </a:solidFill>
                <a:latin typeface="Yu Gothic"/>
                <a:ea typeface="Yu Gothic"/>
                <a:cs typeface="Yu Gothic"/>
              </a:defRPr>
            </a:lvl9pPr>
          </a:lstStyle>
          <a:p xmlns:a="http://schemas.openxmlformats.org/drawingml/2006/main">
            <a:pPr>
              <a:buNone/>
              <a:defRPr sz="2025" b="1">
                <a:solidFill>
                  <a:srgbClr val="C4483C"/>
                </a:solidFill>
                <a:latin typeface="Yu Gothic"/>
                <a:ea typeface="Yu Gothic"/>
                <a:cs typeface="Yu Gothic"/>
              </a:defRPr>
            </a:pPr>
            <a:r>
              <a:rPr sz="2025" b="1">
                <a:solidFill>
                  <a:srgbClr val="C4483C"/>
                </a:solidFill>
                <a:latin typeface="Yu Gothic"/>
                <a:ea typeface="Yu Gothic"/>
                <a:cs typeface="Yu Gothic"/>
              </a:rPr>
              <a:t>F = 1,000 N</a:t>
            </a:r>
          </a:p>
        </p:txBody>
      </p:sp>
      <p:sp>
        <p:nvSpPr>
          <p:cNvPr id="27" name="">
            <a:extLst xmlns:a="http://schemas.openxmlformats.org/drawingml/2006/main">
              <a:ext uri="{FF2B5EF4-FFF2-40B4-BE49-F238E27FC236}">
                <a16:creationId xmlns:a16="http://schemas.microsoft.com/office/drawing/2014/main" id="{50822135-6BE2-493A-AD2C-5FB2E25E5B02}"/>
              </a:ext>
            </a:extLst>
          </p:cNvPr>
          <p:cNvSpPr>
            <a:spLocks xmlns:a="http://schemas.openxmlformats.org/drawingml/2006/main" noGrp="1"/>
          </p:cNvSpPr>
          <p:nvPr/>
        </p:nvSpPr>
        <p:spPr>
          <a:xfrm xmlns:a="http://schemas.openxmlformats.org/drawingml/2006/main">
            <a:off x="8572500" y="40957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A₀ = 40 mm²</a:t>
            </a:r>
          </a:p>
        </p:txBody>
      </p:sp>
      <p:sp>
        <p:nvSpPr>
          <p:cNvPr id="28" name="">
            <a:extLst xmlns:a="http://schemas.openxmlformats.org/drawingml/2006/main">
              <a:ext uri="{FF2B5EF4-FFF2-40B4-BE49-F238E27FC236}">
                <a16:creationId xmlns:a16="http://schemas.microsoft.com/office/drawing/2014/main" id="{4E4D5981-0DEC-4661-9124-4F5A1A257AC1}"/>
              </a:ext>
            </a:extLst>
          </p:cNvPr>
          <p:cNvSpPr>
            <a:spLocks xmlns:a="http://schemas.openxmlformats.org/drawingml/2006/main" noGrp="1"/>
          </p:cNvSpPr>
          <p:nvPr/>
        </p:nvSpPr>
        <p:spPr>
          <a:xfrm xmlns:a="http://schemas.openxmlformats.org/drawingml/2006/main">
            <a:off x="8572500" y="461962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σ = 25 MPa</a:t>
            </a:r>
          </a:p>
        </p:txBody>
      </p:sp>
      <p:sp>
        <p:nvSpPr>
          <p:cNvPr id="29" name="">
            <a:extLst xmlns:a="http://schemas.openxmlformats.org/drawingml/2006/main">
              <a:ext uri="{FF2B5EF4-FFF2-40B4-BE49-F238E27FC236}">
                <a16:creationId xmlns:a16="http://schemas.microsoft.com/office/drawing/2014/main" id="{1955BFA0-2634-46D5-8880-DEB0BADBFDC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同じ軸方向荷重なら、断面積が2倍の棒の平均応力は1/2。断面積の比を模式的に示す。</a:t>
            </a:r>
          </a:p>
        </p:txBody>
      </p:sp>
      <p:sp>
        <p:nvSpPr>
          <p:cNvPr id="30" name="">
            <a:extLst xmlns:a="http://schemas.openxmlformats.org/drawingml/2006/main">
              <a:ext uri="{FF2B5EF4-FFF2-40B4-BE49-F238E27FC236}">
                <a16:creationId xmlns:a16="http://schemas.microsoft.com/office/drawing/2014/main" id="{221AF303-3408-4542-91F0-E0C77CE643B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433468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71D4E335-F5FE-4577-BC45-D45F1D60487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伸びとひずみ</a:t>
            </a:r>
          </a:p>
        </p:txBody>
      </p:sp>
      <p:cxnSp>
        <p:nvCxnSpPr>
          <p:cNvPr id="2" name="">
            <a:extLst xmlns:a="http://schemas.openxmlformats.org/drawingml/2006/main">
              <a:ext uri="{FF2B5EF4-FFF2-40B4-BE49-F238E27FC236}">
                <a16:creationId xmlns:a16="http://schemas.microsoft.com/office/drawing/2014/main" id="{5719D1A7-2BC1-4A93-BB3C-AB10C211BB1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8E505AFF-647E-4BFD-AEFB-35D07F5807E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24 / 57</a:t>
            </a:r>
          </a:p>
        </p:txBody>
      </p:sp>
      <p:sp>
        <p:nvSpPr>
          <p:cNvPr id="16" name="">
            <a:extLst xmlns:a="http://schemas.openxmlformats.org/drawingml/2006/main">
              <a:ext uri="{FF2B5EF4-FFF2-40B4-BE49-F238E27FC236}">
                <a16:creationId xmlns:a16="http://schemas.microsoft.com/office/drawing/2014/main" id="{B8393C0A-86C8-42E9-9438-F9A7DD230A87}"/>
              </a:ext>
            </a:extLst>
          </p:cNvPr>
          <p:cNvSpPr>
            <a:spLocks xmlns:a="http://schemas.openxmlformats.org/drawingml/2006/main" noGrp="1"/>
          </p:cNvSpPr>
          <p:nvPr/>
        </p:nvSpPr>
        <p:spPr>
          <a:xfrm xmlns:a="http://schemas.openxmlformats.org/drawingml/2006/main">
            <a:off x="809625" y="1571625"/>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同じ二つの標点を追う</a:t>
            </a:r>
          </a:p>
        </p:txBody>
      </p:sp>
      <p:sp>
        <p:nvSpPr>
          <p:cNvPr id="17" name="">
            <a:extLst xmlns:a="http://schemas.openxmlformats.org/drawingml/2006/main">
              <a:ext uri="{FF2B5EF4-FFF2-40B4-BE49-F238E27FC236}">
                <a16:creationId xmlns:a16="http://schemas.microsoft.com/office/drawing/2014/main" id="{045FD2FE-78D2-4B11-85BE-70D890896035}"/>
              </a:ext>
            </a:extLst>
          </p:cNvPr>
          <p:cNvSpPr>
            <a:spLocks xmlns:a="http://schemas.openxmlformats.org/drawingml/2006/main" noGrp="1"/>
          </p:cNvSpPr>
          <p:nvPr/>
        </p:nvSpPr>
        <p:spPr>
          <a:xfrm xmlns:a="http://schemas.openxmlformats.org/drawingml/2006/main">
            <a:off x="1095375" y="2571750"/>
            <a:ext cx="5476875"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FFCAA1D6-8BC5-49AB-B890-24E2019D3C59}"/>
              </a:ext>
            </a:extLst>
          </p:cNvPr>
          <p:cNvSpPr>
            <a:spLocks xmlns:a="http://schemas.openxmlformats.org/drawingml/2006/main" noGrp="1"/>
          </p:cNvSpPr>
          <p:nvPr/>
        </p:nvSpPr>
        <p:spPr>
          <a:xfrm xmlns:a="http://schemas.openxmlformats.org/drawingml/2006/main">
            <a:off x="1095375" y="3905250"/>
            <a:ext cx="6048375"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D73E4201-C1CD-4ADA-B608-362804B9DDB1}"/>
              </a:ext>
            </a:extLst>
          </p:cNvPr>
          <p:cNvSpPr>
            <a:spLocks xmlns:a="http://schemas.openxmlformats.org/drawingml/2006/main" noGrp="1"/>
          </p:cNvSpPr>
          <p:nvPr/>
        </p:nvSpPr>
        <p:spPr>
          <a:xfrm xmlns:a="http://schemas.openxmlformats.org/drawingml/2006/main">
            <a:off x="1666875" y="2333625"/>
            <a:ext cx="9525" cy="2143125"/>
          </a:xfrm>
          <a:custGeom xmlns:a="http://schemas.openxmlformats.org/drawingml/2006/main">
            <a:pathLst>
              <a:path w="9525" h="2143125">
                <a:moveTo>
                  <a:pt x="0" y="0"/>
                </a:moveTo>
                <a:lnTo>
                  <a:pt x="0" y="2143125"/>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0BC6D56C-12EC-4AB7-8A4D-2279A9A447DE}"/>
              </a:ext>
            </a:extLst>
          </p:cNvPr>
          <p:cNvSpPr>
            <a:spLocks xmlns:a="http://schemas.openxmlformats.org/drawingml/2006/main" noGrp="1"/>
          </p:cNvSpPr>
          <p:nvPr/>
        </p:nvSpPr>
        <p:spPr>
          <a:xfrm xmlns:a="http://schemas.openxmlformats.org/drawingml/2006/main">
            <a:off x="5953125" y="2333625"/>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19050">
            <a:solidFill>
              <a:srgbClr val="2876A8"/>
            </a:solidFill>
          </a:ln>
        </p:spPr>
      </p:sp>
      <p:sp>
        <p:nvSpPr>
          <p:cNvPr id="21" name="">
            <a:extLst xmlns:a="http://schemas.openxmlformats.org/drawingml/2006/main">
              <a:ext uri="{FF2B5EF4-FFF2-40B4-BE49-F238E27FC236}">
                <a16:creationId xmlns:a16="http://schemas.microsoft.com/office/drawing/2014/main" id="{BA4FAADD-FE92-4715-91FF-CB64B63C25A2}"/>
              </a:ext>
            </a:extLst>
          </p:cNvPr>
          <p:cNvSpPr>
            <a:spLocks xmlns:a="http://schemas.openxmlformats.org/drawingml/2006/main" noGrp="1"/>
          </p:cNvSpPr>
          <p:nvPr/>
        </p:nvSpPr>
        <p:spPr>
          <a:xfrm xmlns:a="http://schemas.openxmlformats.org/drawingml/2006/main">
            <a:off x="6524625" y="3695700"/>
            <a:ext cx="9525" cy="781050"/>
          </a:xfrm>
          <a:custGeom xmlns:a="http://schemas.openxmlformats.org/drawingml/2006/main">
            <a:pathLst>
              <a:path w="9525" h="781050">
                <a:moveTo>
                  <a:pt x="0" y="0"/>
                </a:moveTo>
                <a:lnTo>
                  <a:pt x="0" y="78105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E51674A1-6441-4D4E-BB60-B2479245BACE}"/>
              </a:ext>
            </a:extLst>
          </p:cNvPr>
          <p:cNvSpPr>
            <a:spLocks xmlns:a="http://schemas.openxmlformats.org/drawingml/2006/main" noGrp="1"/>
          </p:cNvSpPr>
          <p:nvPr/>
        </p:nvSpPr>
        <p:spPr>
          <a:xfrm xmlns:a="http://schemas.openxmlformats.org/drawingml/2006/main">
            <a:off x="5953125" y="295275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3" name="">
            <a:extLst xmlns:a="http://schemas.openxmlformats.org/drawingml/2006/main">
              <a:ext uri="{FF2B5EF4-FFF2-40B4-BE49-F238E27FC236}">
                <a16:creationId xmlns:a16="http://schemas.microsoft.com/office/drawing/2014/main" id="{13004E42-89F7-4D7C-B7AD-A6B73700277A}"/>
              </a:ext>
            </a:extLst>
          </p:cNvPr>
          <p:cNvSpPr>
            <a:spLocks xmlns:a="http://schemas.openxmlformats.org/drawingml/2006/main" noGrp="1"/>
          </p:cNvSpPr>
          <p:nvPr/>
        </p:nvSpPr>
        <p:spPr>
          <a:xfrm xmlns:a="http://schemas.openxmlformats.org/drawingml/2006/main">
            <a:off x="5953125" y="307861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164788EC-F7C6-4150-8DE5-84284AEFEC5C}"/>
              </a:ext>
            </a:extLst>
          </p:cNvPr>
          <p:cNvSpPr>
            <a:spLocks xmlns:a="http://schemas.openxmlformats.org/drawingml/2006/main" noGrp="1"/>
          </p:cNvSpPr>
          <p:nvPr/>
        </p:nvSpPr>
        <p:spPr>
          <a:xfrm xmlns:a="http://schemas.openxmlformats.org/drawingml/2006/main">
            <a:off x="5953125" y="3204482"/>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B6E83513-75F1-42C7-9236-1921C48F5A09}"/>
              </a:ext>
            </a:extLst>
          </p:cNvPr>
          <p:cNvSpPr>
            <a:spLocks xmlns:a="http://schemas.openxmlformats.org/drawingml/2006/main" noGrp="1"/>
          </p:cNvSpPr>
          <p:nvPr/>
        </p:nvSpPr>
        <p:spPr>
          <a:xfrm xmlns:a="http://schemas.openxmlformats.org/drawingml/2006/main">
            <a:off x="5953125" y="3330348"/>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6" name="">
            <a:extLst xmlns:a="http://schemas.openxmlformats.org/drawingml/2006/main">
              <a:ext uri="{FF2B5EF4-FFF2-40B4-BE49-F238E27FC236}">
                <a16:creationId xmlns:a16="http://schemas.microsoft.com/office/drawing/2014/main" id="{EB8E710A-85A8-4FEE-93BB-3DFABB5DED83}"/>
              </a:ext>
            </a:extLst>
          </p:cNvPr>
          <p:cNvSpPr>
            <a:spLocks xmlns:a="http://schemas.openxmlformats.org/drawingml/2006/main" noGrp="1"/>
          </p:cNvSpPr>
          <p:nvPr/>
        </p:nvSpPr>
        <p:spPr>
          <a:xfrm xmlns:a="http://schemas.openxmlformats.org/drawingml/2006/main">
            <a:off x="5953125" y="3456214"/>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7" name="">
            <a:extLst xmlns:a="http://schemas.openxmlformats.org/drawingml/2006/main">
              <a:ext uri="{FF2B5EF4-FFF2-40B4-BE49-F238E27FC236}">
                <a16:creationId xmlns:a16="http://schemas.microsoft.com/office/drawing/2014/main" id="{3B34523D-C5E1-4867-9331-B767005CD767}"/>
              </a:ext>
            </a:extLst>
          </p:cNvPr>
          <p:cNvSpPr>
            <a:spLocks xmlns:a="http://schemas.openxmlformats.org/drawingml/2006/main" noGrp="1"/>
          </p:cNvSpPr>
          <p:nvPr/>
        </p:nvSpPr>
        <p:spPr>
          <a:xfrm xmlns:a="http://schemas.openxmlformats.org/drawingml/2006/main">
            <a:off x="5953125" y="358208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8" name="">
            <a:extLst xmlns:a="http://schemas.openxmlformats.org/drawingml/2006/main">
              <a:ext uri="{FF2B5EF4-FFF2-40B4-BE49-F238E27FC236}">
                <a16:creationId xmlns:a16="http://schemas.microsoft.com/office/drawing/2014/main" id="{C9EC0A38-725F-4B92-AC9C-6F88F1E442E1}"/>
              </a:ext>
            </a:extLst>
          </p:cNvPr>
          <p:cNvSpPr>
            <a:spLocks xmlns:a="http://schemas.openxmlformats.org/drawingml/2006/main" noGrp="1"/>
          </p:cNvSpPr>
          <p:nvPr/>
        </p:nvSpPr>
        <p:spPr>
          <a:xfrm xmlns:a="http://schemas.openxmlformats.org/drawingml/2006/main">
            <a:off x="5953125" y="370794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29" name="">
            <a:extLst xmlns:a="http://schemas.openxmlformats.org/drawingml/2006/main">
              <a:ext uri="{FF2B5EF4-FFF2-40B4-BE49-F238E27FC236}">
                <a16:creationId xmlns:a16="http://schemas.microsoft.com/office/drawing/2014/main" id="{7D7E2C84-21EC-44ED-B927-3C0CB27C431A}"/>
              </a:ext>
            </a:extLst>
          </p:cNvPr>
          <p:cNvSpPr>
            <a:spLocks xmlns:a="http://schemas.openxmlformats.org/drawingml/2006/main" noGrp="1"/>
          </p:cNvSpPr>
          <p:nvPr/>
        </p:nvSpPr>
        <p:spPr>
          <a:xfrm xmlns:a="http://schemas.openxmlformats.org/drawingml/2006/main">
            <a:off x="5953125" y="383381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0" name="">
            <a:extLst xmlns:a="http://schemas.openxmlformats.org/drawingml/2006/main">
              <a:ext uri="{FF2B5EF4-FFF2-40B4-BE49-F238E27FC236}">
                <a16:creationId xmlns:a16="http://schemas.microsoft.com/office/drawing/2014/main" id="{70828A4C-3BE2-42DD-97D1-16AC1B49D380}"/>
              </a:ext>
            </a:extLst>
          </p:cNvPr>
          <p:cNvSpPr>
            <a:spLocks xmlns:a="http://schemas.openxmlformats.org/drawingml/2006/main" noGrp="1"/>
          </p:cNvSpPr>
          <p:nvPr/>
        </p:nvSpPr>
        <p:spPr>
          <a:xfrm xmlns:a="http://schemas.openxmlformats.org/drawingml/2006/main">
            <a:off x="5953125" y="395967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1" name="">
            <a:extLst xmlns:a="http://schemas.openxmlformats.org/drawingml/2006/main">
              <a:ext uri="{FF2B5EF4-FFF2-40B4-BE49-F238E27FC236}">
                <a16:creationId xmlns:a16="http://schemas.microsoft.com/office/drawing/2014/main" id="{6EBE1CEE-3BA4-4321-8F54-68302DA9293F}"/>
              </a:ext>
            </a:extLst>
          </p:cNvPr>
          <p:cNvSpPr>
            <a:spLocks xmlns:a="http://schemas.openxmlformats.org/drawingml/2006/main" noGrp="1"/>
          </p:cNvSpPr>
          <p:nvPr/>
        </p:nvSpPr>
        <p:spPr>
          <a:xfrm xmlns:a="http://schemas.openxmlformats.org/drawingml/2006/main">
            <a:off x="5953125" y="4085545"/>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4CDBC1EA-716D-4500-BF88-57FA57D4B2FB}"/>
              </a:ext>
            </a:extLst>
          </p:cNvPr>
          <p:cNvSpPr>
            <a:spLocks xmlns:a="http://schemas.openxmlformats.org/drawingml/2006/main" noGrp="1"/>
          </p:cNvSpPr>
          <p:nvPr/>
        </p:nvSpPr>
        <p:spPr>
          <a:xfrm xmlns:a="http://schemas.openxmlformats.org/drawingml/2006/main">
            <a:off x="5953125" y="4211411"/>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F16063B7-FBCA-425A-AD8F-6FDC84E7D75D}"/>
              </a:ext>
            </a:extLst>
          </p:cNvPr>
          <p:cNvSpPr>
            <a:spLocks xmlns:a="http://schemas.openxmlformats.org/drawingml/2006/main" noGrp="1"/>
          </p:cNvSpPr>
          <p:nvPr/>
        </p:nvSpPr>
        <p:spPr>
          <a:xfrm xmlns:a="http://schemas.openxmlformats.org/drawingml/2006/main">
            <a:off x="5953125" y="4337277"/>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885CEA21-35C4-4E1D-B459-40B80D0AF9FA}"/>
              </a:ext>
            </a:extLst>
          </p:cNvPr>
          <p:cNvSpPr>
            <a:spLocks xmlns:a="http://schemas.openxmlformats.org/drawingml/2006/main" noGrp="1"/>
          </p:cNvSpPr>
          <p:nvPr/>
        </p:nvSpPr>
        <p:spPr>
          <a:xfrm xmlns:a="http://schemas.openxmlformats.org/drawingml/2006/main">
            <a:off x="5953125" y="446314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0CD34938-5D83-4DAC-94A6-A1012006F2DA}"/>
              </a:ext>
            </a:extLst>
          </p:cNvPr>
          <p:cNvSpPr>
            <a:spLocks xmlns:a="http://schemas.openxmlformats.org/drawingml/2006/main" noGrp="1"/>
          </p:cNvSpPr>
          <p:nvPr/>
        </p:nvSpPr>
        <p:spPr>
          <a:xfrm xmlns:a="http://schemas.openxmlformats.org/drawingml/2006/main">
            <a:off x="5953125" y="458900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965E6641-5AAA-4E79-838B-BA229B12345D}"/>
              </a:ext>
            </a:extLst>
          </p:cNvPr>
          <p:cNvSpPr>
            <a:spLocks xmlns:a="http://schemas.openxmlformats.org/drawingml/2006/main" noGrp="1"/>
          </p:cNvSpPr>
          <p:nvPr/>
        </p:nvSpPr>
        <p:spPr>
          <a:xfrm xmlns:a="http://schemas.openxmlformats.org/drawingml/2006/main">
            <a:off x="1666875" y="2143125"/>
            <a:ext cx="4286250" cy="9525"/>
          </a:xfrm>
          <a:custGeom xmlns:a="http://schemas.openxmlformats.org/drawingml/2006/main">
            <a:pathLst>
              <a:path w="4286250" h="9525">
                <a:moveTo>
                  <a:pt x="0" y="0"/>
                </a:moveTo>
                <a:lnTo>
                  <a:pt x="4286250" y="0"/>
                </a:lnTo>
              </a:path>
            </a:pathLst>
          </a:custGeom>
          <a:noFill xmlns:a="http://schemas.openxmlformats.org/drawingml/2006/main"/>
          <a:ln xmlns:a="http://schemas.openxmlformats.org/drawingml/2006/main" w="15240">
            <a:solidFill>
              <a:srgbClr val="2876A8"/>
            </a:solidFill>
          </a:ln>
        </p:spPr>
      </p:sp>
      <p:sp>
        <p:nvSpPr>
          <p:cNvPr id="37" name="">
            <a:extLst xmlns:a="http://schemas.openxmlformats.org/drawingml/2006/main">
              <a:ext uri="{FF2B5EF4-FFF2-40B4-BE49-F238E27FC236}">
                <a16:creationId xmlns:a16="http://schemas.microsoft.com/office/drawing/2014/main" id="{97685715-FAA4-4E2F-A38A-42DD6FACDE24}"/>
              </a:ext>
            </a:extLst>
          </p:cNvPr>
          <p:cNvSpPr>
            <a:spLocks xmlns:a="http://schemas.openxmlformats.org/drawingml/2006/main" noGrp="1"/>
          </p:cNvSpPr>
          <p:nvPr/>
        </p:nvSpPr>
        <p:spPr>
          <a:xfrm xmlns:a="http://schemas.openxmlformats.org/drawingml/2006/main">
            <a:off x="5876925" y="211112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D2EB4F59-A456-41B9-BB92-CF5E77D35251}"/>
              </a:ext>
            </a:extLst>
          </p:cNvPr>
          <p:cNvSpPr>
            <a:spLocks xmlns:a="http://schemas.openxmlformats.org/drawingml/2006/main" noGrp="1"/>
          </p:cNvSpPr>
          <p:nvPr/>
        </p:nvSpPr>
        <p:spPr>
          <a:xfrm xmlns:a="http://schemas.openxmlformats.org/drawingml/2006/main">
            <a:off x="1666875" y="2143125"/>
            <a:ext cx="4286250" cy="9525"/>
          </a:xfrm>
          <a:custGeom xmlns:a="http://schemas.openxmlformats.org/drawingml/2006/main">
            <a:pathLst>
              <a:path w="4286250" h="9525">
                <a:moveTo>
                  <a:pt x="4286250" y="0"/>
                </a:moveTo>
                <a:lnTo>
                  <a:pt x="0" y="0"/>
                </a:lnTo>
              </a:path>
            </a:pathLst>
          </a:custGeom>
          <a:noFill xmlns:a="http://schemas.openxmlformats.org/drawingml/2006/main"/>
          <a:ln xmlns:a="http://schemas.openxmlformats.org/drawingml/2006/main" w="15240">
            <a:solidFill>
              <a:srgbClr val="2876A8"/>
            </a:solidFill>
          </a:ln>
        </p:spPr>
      </p:sp>
      <p:sp>
        <p:nvSpPr>
          <p:cNvPr id="39" name="">
            <a:extLst xmlns:a="http://schemas.openxmlformats.org/drawingml/2006/main">
              <a:ext uri="{FF2B5EF4-FFF2-40B4-BE49-F238E27FC236}">
                <a16:creationId xmlns:a16="http://schemas.microsoft.com/office/drawing/2014/main" id="{606DED14-F31C-41A1-A5BA-D4024D6B2243}"/>
              </a:ext>
            </a:extLst>
          </p:cNvPr>
          <p:cNvSpPr>
            <a:spLocks xmlns:a="http://schemas.openxmlformats.org/drawingml/2006/main" noGrp="1"/>
          </p:cNvSpPr>
          <p:nvPr/>
        </p:nvSpPr>
        <p:spPr>
          <a:xfrm xmlns:a="http://schemas.openxmlformats.org/drawingml/2006/main">
            <a:off x="1666875" y="211112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4D807BA5-7F3E-4822-A6EC-4FC7C99B8D47}"/>
              </a:ext>
            </a:extLst>
          </p:cNvPr>
          <p:cNvSpPr>
            <a:spLocks xmlns:a="http://schemas.openxmlformats.org/drawingml/2006/main" noGrp="1"/>
          </p:cNvSpPr>
          <p:nvPr/>
        </p:nvSpPr>
        <p:spPr>
          <a:xfrm xmlns:a="http://schemas.openxmlformats.org/drawingml/2006/main">
            <a:off x="1476375" y="2219325"/>
            <a:ext cx="466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L₀ = 1,000 mm</a:t>
            </a:r>
          </a:p>
        </p:txBody>
      </p:sp>
      <p:sp>
        <p:nvSpPr>
          <p:cNvPr id="41" name="">
            <a:extLst xmlns:a="http://schemas.openxmlformats.org/drawingml/2006/main">
              <a:ext uri="{FF2B5EF4-FFF2-40B4-BE49-F238E27FC236}">
                <a16:creationId xmlns:a16="http://schemas.microsoft.com/office/drawing/2014/main" id="{94D383B7-32DE-418A-A401-9F9FE7BC363F}"/>
              </a:ext>
            </a:extLst>
          </p:cNvPr>
          <p:cNvSpPr>
            <a:spLocks xmlns:a="http://schemas.openxmlformats.org/drawingml/2006/main" noGrp="1"/>
          </p:cNvSpPr>
          <p:nvPr/>
        </p:nvSpPr>
        <p:spPr>
          <a:xfrm xmlns:a="http://schemas.openxmlformats.org/drawingml/2006/main">
            <a:off x="5953125" y="466725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5240">
            <a:solidFill>
              <a:srgbClr val="087E8B"/>
            </a:solidFill>
          </a:ln>
        </p:spPr>
      </p:sp>
      <p:sp>
        <p:nvSpPr>
          <p:cNvPr id="42" name="">
            <a:extLst xmlns:a="http://schemas.openxmlformats.org/drawingml/2006/main">
              <a:ext uri="{FF2B5EF4-FFF2-40B4-BE49-F238E27FC236}">
                <a16:creationId xmlns:a16="http://schemas.microsoft.com/office/drawing/2014/main" id="{A731C8DE-27B9-43DD-8936-056B06102F73}"/>
              </a:ext>
            </a:extLst>
          </p:cNvPr>
          <p:cNvSpPr>
            <a:spLocks xmlns:a="http://schemas.openxmlformats.org/drawingml/2006/main" noGrp="1"/>
          </p:cNvSpPr>
          <p:nvPr/>
        </p:nvSpPr>
        <p:spPr>
          <a:xfrm xmlns:a="http://schemas.openxmlformats.org/drawingml/2006/main">
            <a:off x="6448425" y="463524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087E8B"/>
          </a:solidFill>
          <a:ln xmlns:a="http://schemas.openxmlformats.org/drawingml/2006/main" w="4763">
            <a:solidFill>
              <a:srgbClr val="087E8B"/>
            </a:solidFill>
          </a:ln>
        </p:spPr>
      </p:sp>
      <p:sp>
        <p:nvSpPr>
          <p:cNvPr id="43" name="">
            <a:extLst xmlns:a="http://schemas.openxmlformats.org/drawingml/2006/main">
              <a:ext uri="{FF2B5EF4-FFF2-40B4-BE49-F238E27FC236}">
                <a16:creationId xmlns:a16="http://schemas.microsoft.com/office/drawing/2014/main" id="{9DA1346B-64A8-4EF8-AD2A-E0EE1465C675}"/>
              </a:ext>
            </a:extLst>
          </p:cNvPr>
          <p:cNvSpPr>
            <a:spLocks xmlns:a="http://schemas.openxmlformats.org/drawingml/2006/main" noGrp="1"/>
          </p:cNvSpPr>
          <p:nvPr/>
        </p:nvSpPr>
        <p:spPr>
          <a:xfrm xmlns:a="http://schemas.openxmlformats.org/drawingml/2006/main">
            <a:off x="5953125" y="4667250"/>
            <a:ext cx="571500" cy="9525"/>
          </a:xfrm>
          <a:custGeom xmlns:a="http://schemas.openxmlformats.org/drawingml/2006/main">
            <a:pathLst>
              <a:path w="571500" h="9525">
                <a:moveTo>
                  <a:pt x="571500" y="0"/>
                </a:moveTo>
                <a:lnTo>
                  <a:pt x="0" y="0"/>
                </a:lnTo>
              </a:path>
            </a:pathLst>
          </a:custGeom>
          <a:noFill xmlns:a="http://schemas.openxmlformats.org/drawingml/2006/main"/>
          <a:ln xmlns:a="http://schemas.openxmlformats.org/drawingml/2006/main" w="15240">
            <a:solidFill>
              <a:srgbClr val="087E8B"/>
            </a:solidFill>
          </a:ln>
        </p:spPr>
      </p:sp>
      <p:sp>
        <p:nvSpPr>
          <p:cNvPr id="44" name="">
            <a:extLst xmlns:a="http://schemas.openxmlformats.org/drawingml/2006/main">
              <a:ext uri="{FF2B5EF4-FFF2-40B4-BE49-F238E27FC236}">
                <a16:creationId xmlns:a16="http://schemas.microsoft.com/office/drawing/2014/main" id="{39E8B77D-7B60-498D-BF54-268A6B46D749}"/>
              </a:ext>
            </a:extLst>
          </p:cNvPr>
          <p:cNvSpPr>
            <a:spLocks xmlns:a="http://schemas.openxmlformats.org/drawingml/2006/main" noGrp="1"/>
          </p:cNvSpPr>
          <p:nvPr/>
        </p:nvSpPr>
        <p:spPr>
          <a:xfrm xmlns:a="http://schemas.openxmlformats.org/drawingml/2006/main">
            <a:off x="5953125" y="4635246"/>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087E8B"/>
          </a:solidFill>
          <a:ln xmlns:a="http://schemas.openxmlformats.org/drawingml/2006/main" w="4763">
            <a:solidFill>
              <a:srgbClr val="087E8B"/>
            </a:solidFill>
          </a:ln>
        </p:spPr>
      </p:sp>
      <p:sp>
        <p:nvSpPr>
          <p:cNvPr id="45" name="">
            <a:extLst xmlns:a="http://schemas.openxmlformats.org/drawingml/2006/main">
              <a:ext uri="{FF2B5EF4-FFF2-40B4-BE49-F238E27FC236}">
                <a16:creationId xmlns:a16="http://schemas.microsoft.com/office/drawing/2014/main" id="{EE1B30EF-9D08-466D-8D36-F86B2403F73F}"/>
              </a:ext>
            </a:extLst>
          </p:cNvPr>
          <p:cNvSpPr>
            <a:spLocks xmlns:a="http://schemas.openxmlformats.org/drawingml/2006/main" noGrp="1"/>
          </p:cNvSpPr>
          <p:nvPr/>
        </p:nvSpPr>
        <p:spPr>
          <a:xfrm xmlns:a="http://schemas.openxmlformats.org/drawingml/2006/main">
            <a:off x="5762625" y="47434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087E8B"/>
                </a:solidFill>
                <a:latin typeface="Yu Gothic"/>
                <a:ea typeface="Yu Gothic"/>
                <a:cs typeface="Yu Gothic"/>
              </a:defRPr>
            </a:defPPr>
            <a:lvl1pPr>
              <a:buNone/>
              <a:defRPr sz="1725" b="0">
                <a:solidFill>
                  <a:srgbClr val="087E8B"/>
                </a:solidFill>
                <a:latin typeface="Yu Gothic"/>
                <a:ea typeface="Yu Gothic"/>
                <a:cs typeface="Yu Gothic"/>
              </a:defRPr>
            </a:lvl1pPr>
            <a:lvl2pPr>
              <a:buNone/>
              <a:defRPr sz="1725" b="0">
                <a:solidFill>
                  <a:srgbClr val="087E8B"/>
                </a:solidFill>
                <a:latin typeface="Yu Gothic"/>
                <a:ea typeface="Yu Gothic"/>
                <a:cs typeface="Yu Gothic"/>
              </a:defRPr>
            </a:lvl2pPr>
            <a:lvl3pPr>
              <a:buNone/>
              <a:defRPr sz="1725" b="0">
                <a:solidFill>
                  <a:srgbClr val="087E8B"/>
                </a:solidFill>
                <a:latin typeface="Yu Gothic"/>
                <a:ea typeface="Yu Gothic"/>
                <a:cs typeface="Yu Gothic"/>
              </a:defRPr>
            </a:lvl3pPr>
            <a:lvl4pPr>
              <a:buNone/>
              <a:defRPr sz="1725" b="0">
                <a:solidFill>
                  <a:srgbClr val="087E8B"/>
                </a:solidFill>
                <a:latin typeface="Yu Gothic"/>
                <a:ea typeface="Yu Gothic"/>
                <a:cs typeface="Yu Gothic"/>
              </a:defRPr>
            </a:lvl4pPr>
            <a:lvl5pPr>
              <a:buNone/>
              <a:defRPr sz="1725" b="0">
                <a:solidFill>
                  <a:srgbClr val="087E8B"/>
                </a:solidFill>
                <a:latin typeface="Yu Gothic"/>
                <a:ea typeface="Yu Gothic"/>
                <a:cs typeface="Yu Gothic"/>
              </a:defRPr>
            </a:lvl5pPr>
            <a:lvl6pPr>
              <a:buNone/>
              <a:defRPr sz="1725" b="0">
                <a:solidFill>
                  <a:srgbClr val="087E8B"/>
                </a:solidFill>
                <a:latin typeface="Yu Gothic"/>
                <a:ea typeface="Yu Gothic"/>
                <a:cs typeface="Yu Gothic"/>
              </a:defRPr>
            </a:lvl6pPr>
            <a:lvl7pPr>
              <a:buNone/>
              <a:defRPr sz="1725" b="0">
                <a:solidFill>
                  <a:srgbClr val="087E8B"/>
                </a:solidFill>
                <a:latin typeface="Yu Gothic"/>
                <a:ea typeface="Yu Gothic"/>
                <a:cs typeface="Yu Gothic"/>
              </a:defRPr>
            </a:lvl7pPr>
            <a:lvl8pPr>
              <a:buNone/>
              <a:defRPr sz="1725" b="0">
                <a:solidFill>
                  <a:srgbClr val="087E8B"/>
                </a:solidFill>
                <a:latin typeface="Yu Gothic"/>
                <a:ea typeface="Yu Gothic"/>
                <a:cs typeface="Yu Gothic"/>
              </a:defRPr>
            </a:lvl8pPr>
            <a:lvl9pPr>
              <a:buNone/>
              <a:defRPr sz="1725" b="0">
                <a:solidFill>
                  <a:srgbClr val="087E8B"/>
                </a:solidFill>
                <a:latin typeface="Yu Gothic"/>
                <a:ea typeface="Yu Gothic"/>
                <a:cs typeface="Yu Gothic"/>
              </a:defRPr>
            </a:lvl9pPr>
          </a:lstStyle>
          <a:p xmlns:a="http://schemas.openxmlformats.org/drawingml/2006/main">
            <a:pPr>
              <a:buNone/>
              <a:defRPr sz="1725" b="0">
                <a:solidFill>
                  <a:srgbClr val="087E8B"/>
                </a:solidFill>
                <a:latin typeface="Yu Gothic"/>
                <a:ea typeface="Yu Gothic"/>
                <a:cs typeface="Yu Gothic"/>
              </a:defRPr>
            </a:pPr>
            <a:r>
              <a:rPr sz="1725" b="0">
                <a:solidFill>
                  <a:srgbClr val="087E8B"/>
                </a:solidFill>
                <a:latin typeface="Yu Gothic"/>
                <a:ea typeface="Yu Gothic"/>
                <a:cs typeface="Yu Gothic"/>
              </a:rPr>
              <a:t>ΔL</a:t>
            </a:r>
          </a:p>
        </p:txBody>
      </p:sp>
      <p:sp>
        <p:nvSpPr>
          <p:cNvPr id="46" name="">
            <a:extLst xmlns:a="http://schemas.openxmlformats.org/drawingml/2006/main">
              <a:ext uri="{FF2B5EF4-FFF2-40B4-BE49-F238E27FC236}">
                <a16:creationId xmlns:a16="http://schemas.microsoft.com/office/drawing/2014/main" id="{DB436D15-B421-49A4-A0F5-606B14E234E3}"/>
              </a:ext>
            </a:extLst>
          </p:cNvPr>
          <p:cNvSpPr>
            <a:spLocks xmlns:a="http://schemas.openxmlformats.org/drawingml/2006/main" noGrp="1"/>
          </p:cNvSpPr>
          <p:nvPr/>
        </p:nvSpPr>
        <p:spPr>
          <a:xfrm xmlns:a="http://schemas.openxmlformats.org/drawingml/2006/main">
            <a:off x="4476750" y="5000625"/>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元の標点位置</a:t>
            </a:r>
          </a:p>
        </p:txBody>
      </p:sp>
      <p:sp>
        <p:nvSpPr>
          <p:cNvPr id="47" name="">
            <a:extLst xmlns:a="http://schemas.openxmlformats.org/drawingml/2006/main">
              <a:ext uri="{FF2B5EF4-FFF2-40B4-BE49-F238E27FC236}">
                <a16:creationId xmlns:a16="http://schemas.microsoft.com/office/drawing/2014/main" id="{988771C4-0C19-4150-BBD3-E37A74009B59}"/>
              </a:ext>
            </a:extLst>
          </p:cNvPr>
          <p:cNvSpPr>
            <a:spLocks xmlns:a="http://schemas.openxmlformats.org/drawingml/2006/main" noGrp="1"/>
          </p:cNvSpPr>
          <p:nvPr/>
        </p:nvSpPr>
        <p:spPr>
          <a:xfrm xmlns:a="http://schemas.openxmlformats.org/drawingml/2006/main">
            <a:off x="7905750" y="1809750"/>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263D4D"/>
                </a:solidFill>
                <a:latin typeface="Yu Gothic"/>
                <a:ea typeface="Yu Gothic"/>
                <a:cs typeface="Yu Gothic"/>
              </a:defRPr>
            </a:defPPr>
            <a:lvl1pPr>
              <a:buNone/>
              <a:defRPr sz="3000" b="1">
                <a:solidFill>
                  <a:srgbClr val="263D4D"/>
                </a:solidFill>
                <a:latin typeface="Yu Gothic"/>
                <a:ea typeface="Yu Gothic"/>
                <a:cs typeface="Yu Gothic"/>
              </a:defRPr>
            </a:lvl1pPr>
            <a:lvl2pPr>
              <a:buNone/>
              <a:defRPr sz="3000" b="1">
                <a:solidFill>
                  <a:srgbClr val="263D4D"/>
                </a:solidFill>
                <a:latin typeface="Yu Gothic"/>
                <a:ea typeface="Yu Gothic"/>
                <a:cs typeface="Yu Gothic"/>
              </a:defRPr>
            </a:lvl2pPr>
            <a:lvl3pPr>
              <a:buNone/>
              <a:defRPr sz="3000" b="1">
                <a:solidFill>
                  <a:srgbClr val="263D4D"/>
                </a:solidFill>
                <a:latin typeface="Yu Gothic"/>
                <a:ea typeface="Yu Gothic"/>
                <a:cs typeface="Yu Gothic"/>
              </a:defRPr>
            </a:lvl3pPr>
            <a:lvl4pPr>
              <a:buNone/>
              <a:defRPr sz="3000" b="1">
                <a:solidFill>
                  <a:srgbClr val="263D4D"/>
                </a:solidFill>
                <a:latin typeface="Yu Gothic"/>
                <a:ea typeface="Yu Gothic"/>
                <a:cs typeface="Yu Gothic"/>
              </a:defRPr>
            </a:lvl4pPr>
            <a:lvl5pPr>
              <a:buNone/>
              <a:defRPr sz="3000" b="1">
                <a:solidFill>
                  <a:srgbClr val="263D4D"/>
                </a:solidFill>
                <a:latin typeface="Yu Gothic"/>
                <a:ea typeface="Yu Gothic"/>
                <a:cs typeface="Yu Gothic"/>
              </a:defRPr>
            </a:lvl5pPr>
            <a:lvl6pPr>
              <a:buNone/>
              <a:defRPr sz="3000" b="1">
                <a:solidFill>
                  <a:srgbClr val="263D4D"/>
                </a:solidFill>
                <a:latin typeface="Yu Gothic"/>
                <a:ea typeface="Yu Gothic"/>
                <a:cs typeface="Yu Gothic"/>
              </a:defRPr>
            </a:lvl6pPr>
            <a:lvl7pPr>
              <a:buNone/>
              <a:defRPr sz="3000" b="1">
                <a:solidFill>
                  <a:srgbClr val="263D4D"/>
                </a:solidFill>
                <a:latin typeface="Yu Gothic"/>
                <a:ea typeface="Yu Gothic"/>
                <a:cs typeface="Yu Gothic"/>
              </a:defRPr>
            </a:lvl7pPr>
            <a:lvl8pPr>
              <a:buNone/>
              <a:defRPr sz="3000" b="1">
                <a:solidFill>
                  <a:srgbClr val="263D4D"/>
                </a:solidFill>
                <a:latin typeface="Yu Gothic"/>
                <a:ea typeface="Yu Gothic"/>
                <a:cs typeface="Yu Gothic"/>
              </a:defRPr>
            </a:lvl8pPr>
            <a:lvl9pPr>
              <a:buNone/>
              <a:defRPr sz="3000" b="1">
                <a:solidFill>
                  <a:srgbClr val="263D4D"/>
                </a:solidFill>
                <a:latin typeface="Yu Gothic"/>
                <a:ea typeface="Yu Gothic"/>
                <a:cs typeface="Yu Gothic"/>
              </a:defRPr>
            </a:lvl9pPr>
          </a:lstStyle>
          <a:p xmlns:a="http://schemas.openxmlformats.org/drawingml/2006/main">
            <a:pPr>
              <a:buNone/>
              <a:defRPr sz="3000" b="1">
                <a:solidFill>
                  <a:srgbClr val="263D4D"/>
                </a:solidFill>
                <a:latin typeface="Yu Gothic"/>
                <a:ea typeface="Yu Gothic"/>
                <a:cs typeface="Yu Gothic"/>
              </a:defRPr>
            </a:pPr>
            <a:r>
              <a:rPr sz="3000" b="1">
                <a:solidFill>
                  <a:srgbClr val="263D4D"/>
                </a:solidFill>
                <a:latin typeface="Yu Gothic"/>
                <a:ea typeface="Yu Gothic"/>
                <a:cs typeface="Yu Gothic"/>
              </a:rPr>
              <a:t>ε = ΔL/L₀</a:t>
            </a:r>
          </a:p>
        </p:txBody>
      </p:sp>
      <p:sp>
        <p:nvSpPr>
          <p:cNvPr id="48" name="">
            <a:extLst xmlns:a="http://schemas.openxmlformats.org/drawingml/2006/main">
              <a:ext uri="{FF2B5EF4-FFF2-40B4-BE49-F238E27FC236}">
                <a16:creationId xmlns:a16="http://schemas.microsoft.com/office/drawing/2014/main" id="{DA04DF40-DA97-4C47-A4A4-0385885ECA1D}"/>
              </a:ext>
            </a:extLst>
          </p:cNvPr>
          <p:cNvSpPr>
            <a:spLocks xmlns:a="http://schemas.openxmlformats.org/drawingml/2006/main" noGrp="1"/>
          </p:cNvSpPr>
          <p:nvPr/>
        </p:nvSpPr>
        <p:spPr>
          <a:xfrm xmlns:a="http://schemas.openxmlformats.org/drawingml/2006/main">
            <a:off x="7572375" y="285750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0.500 mm / 1,000 mm</a:t>
            </a:r>
          </a:p>
        </p:txBody>
      </p:sp>
      <p:sp>
        <p:nvSpPr>
          <p:cNvPr id="49" name="">
            <a:extLst xmlns:a="http://schemas.openxmlformats.org/drawingml/2006/main">
              <a:ext uri="{FF2B5EF4-FFF2-40B4-BE49-F238E27FC236}">
                <a16:creationId xmlns:a16="http://schemas.microsoft.com/office/drawing/2014/main" id="{4E8024A1-BA3E-4D36-96BF-B730148F229E}"/>
              </a:ext>
            </a:extLst>
          </p:cNvPr>
          <p:cNvSpPr>
            <a:spLocks xmlns:a="http://schemas.openxmlformats.org/drawingml/2006/main" noGrp="1"/>
          </p:cNvSpPr>
          <p:nvPr/>
        </p:nvSpPr>
        <p:spPr>
          <a:xfrm xmlns:a="http://schemas.openxmlformats.org/drawingml/2006/main">
            <a:off x="8096250" y="371475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 5.00×10⁻⁴</a:t>
            </a:r>
          </a:p>
        </p:txBody>
      </p:sp>
      <p:sp>
        <p:nvSpPr>
          <p:cNvPr id="50" name="">
            <a:extLst xmlns:a="http://schemas.openxmlformats.org/drawingml/2006/main">
              <a:ext uri="{FF2B5EF4-FFF2-40B4-BE49-F238E27FC236}">
                <a16:creationId xmlns:a16="http://schemas.microsoft.com/office/drawing/2014/main" id="{6618733A-3B22-43C0-8B6E-DC738D6D101B}"/>
              </a:ext>
            </a:extLst>
          </p:cNvPr>
          <p:cNvSpPr>
            <a:spLocks xmlns:a="http://schemas.openxmlformats.org/drawingml/2006/main" noGrp="1"/>
          </p:cNvSpPr>
          <p:nvPr/>
        </p:nvSpPr>
        <p:spPr>
          <a:xfrm xmlns:a="http://schemas.openxmlformats.org/drawingml/2006/main">
            <a:off x="8096250" y="44291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 0.0500 %</a:t>
            </a:r>
          </a:p>
        </p:txBody>
      </p:sp>
      <p:sp>
        <p:nvSpPr>
          <p:cNvPr id="51" name="">
            <a:extLst xmlns:a="http://schemas.openxmlformats.org/drawingml/2006/main">
              <a:ext uri="{FF2B5EF4-FFF2-40B4-BE49-F238E27FC236}">
                <a16:creationId xmlns:a16="http://schemas.microsoft.com/office/drawing/2014/main" id="{9A54CC0F-3265-49BD-92E9-86DC23646B94}"/>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伸びΔLの表示は誇張。ひずみεは長さの比で、単位mm/mmは相殺する。</a:t>
            </a:r>
          </a:p>
        </p:txBody>
      </p:sp>
      <p:sp>
        <p:nvSpPr>
          <p:cNvPr id="52" name="">
            <a:extLst xmlns:a="http://schemas.openxmlformats.org/drawingml/2006/main">
              <a:ext uri="{FF2B5EF4-FFF2-40B4-BE49-F238E27FC236}">
                <a16:creationId xmlns:a16="http://schemas.microsoft.com/office/drawing/2014/main" id="{498720F3-B9E9-472D-B3EE-D0140F4599D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ε：縦ひずみ</a:t>
            </a:r>
          </a:p>
        </p:txBody>
      </p:sp>
    </p:spTree>
    <p:extLst>
      <p:ext uri="{BB962C8B-B14F-4D97-AF65-F5344CB8AC3E}">
        <p14:creationId xmlns:p14="http://schemas.microsoft.com/office/powerpoint/2010/main" val="87809057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440F69-9C9C-49B9-99FC-D4CF419DF8A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測定値の桁と、ひずみへの換算</a:t>
            </a:r>
          </a:p>
        </p:txBody>
      </p:sp>
      <p:sp>
        <p:nvSpPr>
          <p:cNvPr id="2" name="">
            <a:extLst xmlns:a="http://schemas.openxmlformats.org/drawingml/2006/main">
              <a:ext uri="{FF2B5EF4-FFF2-40B4-BE49-F238E27FC236}">
                <a16:creationId xmlns:a16="http://schemas.microsoft.com/office/drawing/2014/main" id="{93349594-0BAD-43D6-BDDE-2DEA3561C09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6C87299-F8D8-44A4-AF9A-FBE7925C382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graphicFrame>
        <p:nvGraphicFramePr>
          <p:cNvPr id="4" name="">
            <a:extLst xmlns:a="http://schemas.openxmlformats.org/drawingml/2006/main">
              <a:ext uri="{FF2B5EF4-FFF2-40B4-BE49-F238E27FC236}">
                <a16:creationId xmlns:a16="http://schemas.microsoft.com/office/drawing/2014/main" id="{A4054E50-CD96-49CE-83BC-8B9866BBB9A3}"/>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条件</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計算されるひずみ</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L₀ = 1,000 mm、ΔL = 0.49 mm</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0.00049</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L₀ = 1,000 mm、ΔL = 0.50 mm</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0.00050</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L₀ = 1,000 mm、ΔL = 0.51 mm</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0.00051</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0AA95CBF-A57A-44CF-9099-27E08B6246E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授業用の仮想値。表示分解能と測定の正確さを区別する。</a:t>
            </a:r>
          </a:p>
        </p:txBody>
      </p:sp>
      <p:sp>
        <p:nvSpPr>
          <p:cNvPr id="6" name="">
            <a:extLst xmlns:a="http://schemas.openxmlformats.org/drawingml/2006/main">
              <a:ext uri="{FF2B5EF4-FFF2-40B4-BE49-F238E27FC236}">
                <a16:creationId xmlns:a16="http://schemas.microsoft.com/office/drawing/2014/main" id="{FB80F625-7F7E-4CE1-B68D-FBC59AC14C9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57</a:t>
            </a:r>
          </a:p>
        </p:txBody>
      </p:sp>
    </p:spTree>
    <p:extLst>
      <p:ext uri="{BB962C8B-B14F-4D97-AF65-F5344CB8AC3E}">
        <p14:creationId xmlns:p14="http://schemas.microsoft.com/office/powerpoint/2010/main" val="189937884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E9B4EE-C29B-462C-88B8-FD4A9A5B30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20FB5254-16C1-47AE-886D-F8362610069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FCDED27-DAE5-40A6-AAB9-35422130BAC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E46F67D-2FCA-4271-BB1E-794B2EDABB7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EC65F803-F1D9-4E54-980D-09318DA59D0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再開後：中学校のばねのフックの法則</a:t>
            </a:r>
          </a:p>
        </p:txBody>
      </p:sp>
      <p:sp>
        <p:nvSpPr>
          <p:cNvPr id="6" name="">
            <a:extLst xmlns:a="http://schemas.openxmlformats.org/drawingml/2006/main">
              <a:ext uri="{FF2B5EF4-FFF2-40B4-BE49-F238E27FC236}">
                <a16:creationId xmlns:a16="http://schemas.microsoft.com/office/drawing/2014/main" id="{2AF4F75A-42FD-498C-B26D-D9AAD905703F}"/>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FDD9DAD5-ADAA-4127-89C9-F07D6BBC3C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8" name="">
            <a:extLst xmlns:a="http://schemas.openxmlformats.org/drawingml/2006/main">
              <a:ext uri="{FF2B5EF4-FFF2-40B4-BE49-F238E27FC236}">
                <a16:creationId xmlns:a16="http://schemas.microsoft.com/office/drawing/2014/main" id="{BF5EF32E-F9D2-4FE3-9AF3-793EF70C047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57</a:t>
            </a:r>
          </a:p>
        </p:txBody>
      </p:sp>
    </p:spTree>
    <p:extLst>
      <p:ext uri="{BB962C8B-B14F-4D97-AF65-F5344CB8AC3E}">
        <p14:creationId xmlns:p14="http://schemas.microsoft.com/office/powerpoint/2010/main" val="136016381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36DE894-DF89-463B-BCBA-6B4B60EC518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中学校のばねのフックの法則</a:t>
            </a:r>
          </a:p>
        </p:txBody>
      </p:sp>
      <p:cxnSp>
        <p:nvCxnSpPr>
          <p:cNvPr id="2" name="">
            <a:extLst xmlns:a="http://schemas.openxmlformats.org/drawingml/2006/main">
              <a:ext uri="{FF2B5EF4-FFF2-40B4-BE49-F238E27FC236}">
                <a16:creationId xmlns:a16="http://schemas.microsoft.com/office/drawing/2014/main" id="{91C1B30C-A93C-487D-8F6E-20BCABCA44C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3AA2F52D-28D0-4207-80C2-D1F2A7D19D77}"/>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6C411093-939B-4E0E-906E-B9527C794AB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27 / 57</a:t>
            </a:r>
          </a:p>
        </p:txBody>
      </p:sp>
      <p:graphicFrame>
        <p:nvGraphicFramePr>
          <p:cNvPr id="11" name="">
            <a:extLst xmlns:a="http://schemas.openxmlformats.org/drawingml/2006/main">
              <a:ext uri="{FF2B5EF4-FFF2-40B4-BE49-F238E27FC236}">
                <a16:creationId xmlns:a16="http://schemas.microsoft.com/office/drawing/2014/main" id="{0C0F7687-87A4-48F2-B67B-4376713BD992}"/>
              </a:ext>
            </a:extLst>
          </p:cNvPr>
          <p:cNvGraphicFramePr/>
          <p:nvPr/>
        </p:nvGraphicFramePr>
        <p:xfrm>
          <a:off xmlns:a="http://schemas.openxmlformats.org/drawingml/2006/main" x="714375" y="1952625"/>
          <a:ext xmlns:a="http://schemas.openxmlformats.org/drawingml/2006/main" cx="3429000" cy="3143250"/>
        </p:xfrm>
        <a:graphic xmlns:a="http://schemas.openxmlformats.org/drawingml/2006/main">
          <a:graphicData uri="http://schemas.openxmlformats.org/drawingml/2006/table">
            <a:tbl>
              <a:tblPr/>
              <a:tblGrid>
                <a:gridCol w="1714500"/>
                <a:gridCol w="1714500"/>
              </a:tblGrid>
              <a:tr h="628650">
                <a:tc>
                  <a:txBody>
                    <a:bodyPr lIns="95250" tIns="95250" rIns="95250" bIns="95250"/>
                    <a:lstStyle/>
                    <a:p>
                      <a:r>
                        <a:rPr sz="1800" b="1">
                          <a:solidFill>
                            <a:srgbClr val="FFFFFF"/>
                          </a:solidFill>
                          <a:latin typeface="Yu Gothic"/>
                          <a:ea typeface="Yu Gothic"/>
                          <a:cs typeface="Yu Gothic"/>
                        </a:rPr>
                        <a:t>荷重F / N</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伸びx / mm</a:t>
                      </a:r>
                    </a:p>
                  </a:txBody>
                  <a:tcPr marL="91440" marR="91440" marT="45720" marB="45720">
                    <a:solidFill>
                      <a:srgbClr val="193B59"/>
                    </a:solidFill>
                  </a:tcPr>
                </a:tc>
              </a:tr>
              <a:tr h="628650">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r>
              <a:tr h="628650">
                <a:tc>
                  <a:txBody>
                    <a:bodyPr lIns="95250" tIns="95250" rIns="95250" bIns="95250"/>
                    <a:lstStyle/>
                    <a:p>
                      <a:r>
                        <a:rPr sz="1800" b="0">
                          <a:solidFill>
                            <a:srgbClr val="263D4D"/>
                          </a:solidFill>
                          <a:latin typeface="Yu Gothic"/>
                          <a:ea typeface="Yu Gothic"/>
                          <a:cs typeface="Yu Gothic"/>
                        </a:rPr>
                        <a:t>1</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10</a:t>
                      </a:r>
                    </a:p>
                  </a:txBody>
                  <a:tcPr marL="91440" marR="91440" marT="45720" marB="45720">
                    <a:solidFill>
                      <a:srgbClr val="FFFFFF"/>
                    </a:solidFill>
                  </a:tcPr>
                </a:tc>
              </a:tr>
              <a:tr h="628650">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20</a:t>
                      </a:r>
                    </a:p>
                  </a:txBody>
                  <a:tcPr marL="91440" marR="91440" marT="45720" marB="45720">
                    <a:solidFill>
                      <a:srgbClr val="E8F0F4"/>
                    </a:solidFill>
                  </a:tcPr>
                </a:tc>
              </a:tr>
              <a:tr h="628650">
                <a:tc>
                  <a:txBody>
                    <a:bodyPr lIns="95250" tIns="95250" rIns="95250" bIns="95250"/>
                    <a:lstStyle/>
                    <a:p>
                      <a:r>
                        <a:rPr sz="1800" b="0">
                          <a:solidFill>
                            <a:srgbClr val="263D4D"/>
                          </a:solidFill>
                          <a:latin typeface="Yu Gothic"/>
                          <a:ea typeface="Yu Gothic"/>
                          <a:cs typeface="Yu Gothic"/>
                        </a:rPr>
                        <a:t>3</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30</a:t>
                      </a:r>
                    </a:p>
                  </a:txBody>
                  <a:tcPr marL="91440" marR="91440" marT="45720" marB="45720">
                    <a:solidFill>
                      <a:srgbClr val="FFFFFF"/>
                    </a:solidFill>
                  </a:tcPr>
                </a:tc>
              </a:tr>
            </a:tbl>
          </a:graphicData>
        </a:graphic>
      </p:graphicFrame>
      <p:graphicFrame>
        <p:nvGraphicFramePr>
          <p:cNvPr id="12" name="Chart">
            <a:extLst xmlns:a="http://schemas.openxmlformats.org/drawingml/2006/main">
              <a:ext uri="{FF2B5EF4-FFF2-40B4-BE49-F238E27FC236}">
                <a16:creationId xmlns:a16="http://schemas.microsoft.com/office/drawing/2014/main" id="{9CD4623C-701A-4F3D-A70C-7E06468613F0}"/>
              </a:ext>
            </a:extLst>
          </p:cNvPr>
          <p:cNvGraphicFramePr/>
          <p:nvPr/>
        </p:nvGraphicFramePr>
        <p:xfrm>
          <a:off xmlns:a="http://schemas.openxmlformats.org/drawingml/2006/main" x="4857750" y="1666875"/>
          <a:ext xmlns:a="http://schemas.openxmlformats.org/drawingml/2006/main" cx="6477000" cy="3667125"/>
        </p:xfrm>
        <a:graphic xmlns:a="http://schemas.openxmlformats.org/drawingml/2006/main">
          <a:graphicData uri="http://schemas.openxmlformats.org/drawingml/2006/chart">
            <c:chart xmlns:r="http://schemas.openxmlformats.org/officeDocument/2006/relationships" xmlns:c="http://schemas.openxmlformats.org/drawingml/2006/chart" r:id="Ra0da6240ed2444d4"/>
          </a:graphicData>
        </a:graphic>
      </p:graphicFrame>
      <p:sp>
        <p:nvSpPr>
          <p:cNvPr id="13" name="">
            <a:extLst xmlns:a="http://schemas.openxmlformats.org/drawingml/2006/main">
              <a:ext uri="{FF2B5EF4-FFF2-40B4-BE49-F238E27FC236}">
                <a16:creationId xmlns:a16="http://schemas.microsoft.com/office/drawing/2014/main" id="{32688EE9-D49F-4C70-BD65-EFB485A2A70F}"/>
              </a:ext>
            </a:extLst>
          </p:cNvPr>
          <p:cNvSpPr>
            <a:spLocks xmlns:a="http://schemas.openxmlformats.org/drawingml/2006/main" noGrp="1"/>
          </p:cNvSpPr>
          <p:nvPr/>
        </p:nvSpPr>
        <p:spPr>
          <a:xfrm xmlns:a="http://schemas.openxmlformats.org/drawingml/2006/main">
            <a:off x="809625" y="52387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F = kx　　k = 0.10 N/mm</a:t>
            </a:r>
          </a:p>
        </p:txBody>
      </p:sp>
      <p:sp>
        <p:nvSpPr>
          <p:cNvPr id="14" name="">
            <a:extLst xmlns:a="http://schemas.openxmlformats.org/drawingml/2006/main">
              <a:ext uri="{FF2B5EF4-FFF2-40B4-BE49-F238E27FC236}">
                <a16:creationId xmlns:a16="http://schemas.microsoft.com/office/drawing/2014/main" id="{E4B3F5C1-A9E8-4628-ABD8-98EFDC0AC070}"/>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同じばねの荷重と伸びの関係。表・グラフは授業用の仮想測定データ。</a:t>
            </a:r>
          </a:p>
        </p:txBody>
      </p:sp>
    </p:spTree>
    <p:extLst>
      <p:ext uri="{BB962C8B-B14F-4D97-AF65-F5344CB8AC3E}">
        <p14:creationId xmlns:p14="http://schemas.microsoft.com/office/powerpoint/2010/main" val="127804389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4A53C4A-EC65-4108-9C9A-2EFE6ACDCC6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棒の荷重と伸びの関係</a:t>
            </a:r>
          </a:p>
        </p:txBody>
      </p:sp>
      <p:cxnSp>
        <p:nvCxnSpPr>
          <p:cNvPr id="2" name="">
            <a:extLst xmlns:a="http://schemas.openxmlformats.org/drawingml/2006/main">
              <a:ext uri="{FF2B5EF4-FFF2-40B4-BE49-F238E27FC236}">
                <a16:creationId xmlns:a16="http://schemas.microsoft.com/office/drawing/2014/main" id="{99A4A38F-85D8-4B51-9314-74A1D23343A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785849FC-6C1B-4B09-8FD1-0E1415AE42B9}"/>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B39D2F8D-950F-450F-96EC-7B9E8D37401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28 / 57</a:t>
            </a:r>
          </a:p>
        </p:txBody>
      </p:sp>
      <p:graphicFrame>
        <p:nvGraphicFramePr>
          <p:cNvPr id="11" name="">
            <a:extLst xmlns:a="http://schemas.openxmlformats.org/drawingml/2006/main">
              <a:ext uri="{FF2B5EF4-FFF2-40B4-BE49-F238E27FC236}">
                <a16:creationId xmlns:a16="http://schemas.microsoft.com/office/drawing/2014/main" id="{77529051-A547-40CC-8D1B-240AD59DD595}"/>
              </a:ext>
            </a:extLst>
          </p:cNvPr>
          <p:cNvGraphicFramePr/>
          <p:nvPr/>
        </p:nvGraphicFramePr>
        <p:xfrm>
          <a:off xmlns:a="http://schemas.openxmlformats.org/drawingml/2006/main" x="714375" y="1952625"/>
          <a:ext xmlns:a="http://schemas.openxmlformats.org/drawingml/2006/main" cx="3619500" cy="2714625"/>
        </p:xfrm>
        <a:graphic xmlns:a="http://schemas.openxmlformats.org/drawingml/2006/main">
          <a:graphicData uri="http://schemas.openxmlformats.org/drawingml/2006/table">
            <a:tbl>
              <a:tblPr/>
              <a:tblGrid>
                <a:gridCol w="1666875"/>
                <a:gridCol w="1952625"/>
              </a:tblGrid>
              <a:tr h="678656">
                <a:tc>
                  <a:txBody>
                    <a:bodyPr lIns="95250" tIns="95250" rIns="95250" bIns="95250"/>
                    <a:lstStyle/>
                    <a:p>
                      <a:r>
                        <a:rPr sz="1800" b="1">
                          <a:solidFill>
                            <a:srgbClr val="FFFFFF"/>
                          </a:solidFill>
                          <a:latin typeface="Yu Gothic"/>
                          <a:ea typeface="Yu Gothic"/>
                          <a:cs typeface="Yu Gothic"/>
                        </a:rPr>
                        <a:t>荷重F / N</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伸びΔL / mm</a:t>
                      </a:r>
                    </a:p>
                  </a:txBody>
                  <a:tcPr marL="91440" marR="91440" marT="45720" marB="45720">
                    <a:solidFill>
                      <a:srgbClr val="193B59"/>
                    </a:solidFill>
                  </a:tcPr>
                </a:tc>
              </a:tr>
              <a:tr h="678656">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0</a:t>
                      </a:r>
                    </a:p>
                  </a:txBody>
                  <a:tcPr marL="91440" marR="91440" marT="45720" marB="45720">
                    <a:solidFill>
                      <a:srgbClr val="E8F0F4"/>
                    </a:solidFill>
                  </a:tcPr>
                </a:tc>
              </a:tr>
              <a:tr h="678656">
                <a:tc>
                  <a:txBody>
                    <a:bodyPr lIns="95250" tIns="95250" rIns="95250" bIns="95250"/>
                    <a:lstStyle/>
                    <a:p>
                      <a:r>
                        <a:rPr sz="1800" b="0">
                          <a:solidFill>
                            <a:srgbClr val="263D4D"/>
                          </a:solidFill>
                          <a:latin typeface="Yu Gothic"/>
                          <a:ea typeface="Yu Gothic"/>
                          <a:cs typeface="Yu Gothic"/>
                        </a:rPr>
                        <a:t>1,030</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0.250</a:t>
                      </a:r>
                    </a:p>
                  </a:txBody>
                  <a:tcPr marL="91440" marR="91440" marT="45720" marB="45720">
                    <a:solidFill>
                      <a:srgbClr val="FFFFFF"/>
                    </a:solidFill>
                  </a:tcPr>
                </a:tc>
              </a:tr>
              <a:tr h="678656">
                <a:tc>
                  <a:txBody>
                    <a:bodyPr lIns="95250" tIns="95250" rIns="95250" bIns="95250"/>
                    <a:lstStyle/>
                    <a:p>
                      <a:r>
                        <a:rPr sz="1800" b="0">
                          <a:solidFill>
                            <a:srgbClr val="263D4D"/>
                          </a:solidFill>
                          <a:latin typeface="Yu Gothic"/>
                          <a:ea typeface="Yu Gothic"/>
                          <a:cs typeface="Yu Gothic"/>
                        </a:rPr>
                        <a:t>2,060</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0.500</a:t>
                      </a:r>
                    </a:p>
                  </a:txBody>
                  <a:tcPr marL="91440" marR="91440" marT="45720" marB="45720">
                    <a:solidFill>
                      <a:srgbClr val="E8F0F4"/>
                    </a:solidFill>
                  </a:tcPr>
                </a:tc>
              </a:tr>
            </a:tbl>
          </a:graphicData>
        </a:graphic>
      </p:graphicFrame>
      <p:graphicFrame>
        <p:nvGraphicFramePr>
          <p:cNvPr id="12" name="Chart">
            <a:extLst xmlns:a="http://schemas.openxmlformats.org/drawingml/2006/main">
              <a:ext uri="{FF2B5EF4-FFF2-40B4-BE49-F238E27FC236}">
                <a16:creationId xmlns:a16="http://schemas.microsoft.com/office/drawing/2014/main" id="{BE13B3E8-BE57-41ED-AEAF-025E28BBDCE8}"/>
              </a:ext>
            </a:extLst>
          </p:cNvPr>
          <p:cNvGraphicFramePr/>
          <p:nvPr/>
        </p:nvGraphicFramePr>
        <p:xfrm>
          <a:off xmlns:a="http://schemas.openxmlformats.org/drawingml/2006/main" x="5048250" y="1666875"/>
          <a:ext xmlns:a="http://schemas.openxmlformats.org/drawingml/2006/main" cx="6286500" cy="3667125"/>
        </p:xfrm>
        <a:graphic xmlns:a="http://schemas.openxmlformats.org/drawingml/2006/main">
          <a:graphicData uri="http://schemas.openxmlformats.org/drawingml/2006/chart">
            <c:chart xmlns:r="http://schemas.openxmlformats.org/officeDocument/2006/relationships" xmlns:c="http://schemas.openxmlformats.org/drawingml/2006/chart" r:id="R83a8601d2b774774"/>
          </a:graphicData>
        </a:graphic>
      </p:graphicFrame>
      <p:sp>
        <p:nvSpPr>
          <p:cNvPr id="13" name="">
            <a:extLst xmlns:a="http://schemas.openxmlformats.org/drawingml/2006/main">
              <a:ext uri="{FF2B5EF4-FFF2-40B4-BE49-F238E27FC236}">
                <a16:creationId xmlns:a16="http://schemas.microsoft.com/office/drawing/2014/main" id="{0C3E19C9-19AB-4C02-9842-EA1578851DBE}"/>
              </a:ext>
            </a:extLst>
          </p:cNvPr>
          <p:cNvSpPr>
            <a:spLocks xmlns:a="http://schemas.openxmlformats.org/drawingml/2006/main" noGrp="1"/>
          </p:cNvSpPr>
          <p:nvPr/>
        </p:nvSpPr>
        <p:spPr>
          <a:xfrm xmlns:a="http://schemas.openxmlformats.org/drawingml/2006/main">
            <a:off x="809625" y="50482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F = k棒 ΔL　　k棒 = 4,120 N/mm</a:t>
            </a:r>
          </a:p>
        </p:txBody>
      </p:sp>
      <p:sp>
        <p:nvSpPr>
          <p:cNvPr id="14" name="">
            <a:extLst xmlns:a="http://schemas.openxmlformats.org/drawingml/2006/main">
              <a:ext uri="{FF2B5EF4-FFF2-40B4-BE49-F238E27FC236}">
                <a16:creationId xmlns:a16="http://schemas.microsoft.com/office/drawing/2014/main" id="{74D23584-8D44-4D3D-8121-9B11A1330D2E}"/>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L₀ = 1,000 mm、A₀ = 20 mm²。授業用の仮想測定データ。k棒は棒の長さ・太さで変わる。</a:t>
            </a:r>
          </a:p>
        </p:txBody>
      </p:sp>
    </p:spTree>
    <p:extLst>
      <p:ext uri="{BB962C8B-B14F-4D97-AF65-F5344CB8AC3E}">
        <p14:creationId xmlns:p14="http://schemas.microsoft.com/office/powerpoint/2010/main" val="28588897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4C0ECC4-820E-453A-AE5B-77F8C7CE91C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材料の係数 E と棒のフックの法則</a:t>
            </a:r>
          </a:p>
        </p:txBody>
      </p:sp>
      <p:cxnSp>
        <p:nvCxnSpPr>
          <p:cNvPr id="2" name="">
            <a:extLst xmlns:a="http://schemas.openxmlformats.org/drawingml/2006/main">
              <a:ext uri="{FF2B5EF4-FFF2-40B4-BE49-F238E27FC236}">
                <a16:creationId xmlns:a16="http://schemas.microsoft.com/office/drawing/2014/main" id="{4972079D-D13B-4AFF-80BD-AB50DFDD9AC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EA859487-CC7C-480F-8ED0-115C1F11D00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29 / 57</a:t>
            </a:r>
          </a:p>
        </p:txBody>
      </p:sp>
      <p:sp>
        <p:nvSpPr>
          <p:cNvPr id="11" name="">
            <a:extLst xmlns:a="http://schemas.openxmlformats.org/drawingml/2006/main">
              <a:ext uri="{FF2B5EF4-FFF2-40B4-BE49-F238E27FC236}">
                <a16:creationId xmlns:a16="http://schemas.microsoft.com/office/drawing/2014/main" id="{0A9FF882-8187-49B8-9733-9E2563B685C1}"/>
              </a:ext>
            </a:extLst>
          </p:cNvPr>
          <p:cNvSpPr>
            <a:spLocks xmlns:a="http://schemas.openxmlformats.org/drawingml/2006/main" noGrp="1"/>
          </p:cNvSpPr>
          <p:nvPr/>
        </p:nvSpPr>
        <p:spPr>
          <a:xfrm xmlns:a="http://schemas.openxmlformats.org/drawingml/2006/main">
            <a:off x="809625" y="157162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荷重と伸びの値を換算</a:t>
            </a:r>
          </a:p>
        </p:txBody>
      </p:sp>
      <p:sp>
        <p:nvSpPr>
          <p:cNvPr id="12" name="">
            <a:extLst xmlns:a="http://schemas.openxmlformats.org/drawingml/2006/main">
              <a:ext uri="{FF2B5EF4-FFF2-40B4-BE49-F238E27FC236}">
                <a16:creationId xmlns:a16="http://schemas.microsoft.com/office/drawing/2014/main" id="{F8A202A3-192B-4D6F-9250-BF9B4B2930EB}"/>
              </a:ext>
            </a:extLst>
          </p:cNvPr>
          <p:cNvSpPr>
            <a:spLocks xmlns:a="http://schemas.openxmlformats.org/drawingml/2006/main" noGrp="1"/>
          </p:cNvSpPr>
          <p:nvPr/>
        </p:nvSpPr>
        <p:spPr>
          <a:xfrm xmlns:a="http://schemas.openxmlformats.org/drawingml/2006/main">
            <a:off x="857250" y="2381250"/>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F = 2,060 N</a:t>
            </a:r>
          </a:p>
        </p:txBody>
      </p:sp>
      <p:sp>
        <p:nvSpPr>
          <p:cNvPr id="13" name="">
            <a:extLst xmlns:a="http://schemas.openxmlformats.org/drawingml/2006/main">
              <a:ext uri="{FF2B5EF4-FFF2-40B4-BE49-F238E27FC236}">
                <a16:creationId xmlns:a16="http://schemas.microsoft.com/office/drawing/2014/main" id="{5AA3B98F-FB43-4235-AB36-941F5EAC0207}"/>
              </a:ext>
            </a:extLst>
          </p:cNvPr>
          <p:cNvSpPr>
            <a:spLocks xmlns:a="http://schemas.openxmlformats.org/drawingml/2006/main" noGrp="1"/>
          </p:cNvSpPr>
          <p:nvPr/>
        </p:nvSpPr>
        <p:spPr>
          <a:xfrm xmlns:a="http://schemas.openxmlformats.org/drawingml/2006/main">
            <a:off x="857250" y="3048000"/>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σ = F/A₀ = 103 MPa</a:t>
            </a:r>
          </a:p>
        </p:txBody>
      </p:sp>
      <p:sp>
        <p:nvSpPr>
          <p:cNvPr id="14" name="">
            <a:extLst xmlns:a="http://schemas.openxmlformats.org/drawingml/2006/main">
              <a:ext uri="{FF2B5EF4-FFF2-40B4-BE49-F238E27FC236}">
                <a16:creationId xmlns:a16="http://schemas.microsoft.com/office/drawing/2014/main" id="{E4F979AA-9780-468D-84FB-C0387ED21FE6}"/>
              </a:ext>
            </a:extLst>
          </p:cNvPr>
          <p:cNvSpPr>
            <a:spLocks xmlns:a="http://schemas.openxmlformats.org/drawingml/2006/main" noGrp="1"/>
          </p:cNvSpPr>
          <p:nvPr/>
        </p:nvSpPr>
        <p:spPr>
          <a:xfrm xmlns:a="http://schemas.openxmlformats.org/drawingml/2006/main">
            <a:off x="857250" y="3905250"/>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ΔL = 0.500 mm</a:t>
            </a:r>
          </a:p>
        </p:txBody>
      </p:sp>
      <p:sp>
        <p:nvSpPr>
          <p:cNvPr id="15" name="">
            <a:extLst xmlns:a="http://schemas.openxmlformats.org/drawingml/2006/main">
              <a:ext uri="{FF2B5EF4-FFF2-40B4-BE49-F238E27FC236}">
                <a16:creationId xmlns:a16="http://schemas.microsoft.com/office/drawing/2014/main" id="{E0C1EF93-7258-4A40-96E5-7DB6722D157D}"/>
              </a:ext>
            </a:extLst>
          </p:cNvPr>
          <p:cNvSpPr>
            <a:spLocks xmlns:a="http://schemas.openxmlformats.org/drawingml/2006/main" noGrp="1"/>
          </p:cNvSpPr>
          <p:nvPr/>
        </p:nvSpPr>
        <p:spPr>
          <a:xfrm xmlns:a="http://schemas.openxmlformats.org/drawingml/2006/main">
            <a:off x="857250" y="4572000"/>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ε = ΔL/L₀ = 0.000500</a:t>
            </a:r>
          </a:p>
        </p:txBody>
      </p:sp>
      <p:graphicFrame>
        <p:nvGraphicFramePr>
          <p:cNvPr id="16" name="Chart">
            <a:extLst xmlns:a="http://schemas.openxmlformats.org/drawingml/2006/main">
              <a:ext uri="{FF2B5EF4-FFF2-40B4-BE49-F238E27FC236}">
                <a16:creationId xmlns:a16="http://schemas.microsoft.com/office/drawing/2014/main" id="{BCA4FDC2-9DEA-4B5C-A43D-28EB32B782D1}"/>
              </a:ext>
            </a:extLst>
          </p:cNvPr>
          <p:cNvGraphicFramePr/>
          <p:nvPr/>
        </p:nvGraphicFramePr>
        <p:xfrm>
          <a:off xmlns:a="http://schemas.openxmlformats.org/drawingml/2006/main" x="5953125" y="1666875"/>
          <a:ext xmlns:a="http://schemas.openxmlformats.org/drawingml/2006/main" cx="5429250" cy="3524250"/>
        </p:xfrm>
        <a:graphic xmlns:a="http://schemas.openxmlformats.org/drawingml/2006/main">
          <a:graphicData uri="http://schemas.openxmlformats.org/drawingml/2006/chart">
            <c:chart xmlns:r="http://schemas.openxmlformats.org/officeDocument/2006/relationships" xmlns:c="http://schemas.openxmlformats.org/drawingml/2006/chart" r:id="Rb67af1cd7f9b4195"/>
          </a:graphicData>
        </a:graphic>
      </p:graphicFrame>
      <p:sp>
        <p:nvSpPr>
          <p:cNvPr id="17" name="">
            <a:extLst xmlns:a="http://schemas.openxmlformats.org/drawingml/2006/main">
              <a:ext uri="{FF2B5EF4-FFF2-40B4-BE49-F238E27FC236}">
                <a16:creationId xmlns:a16="http://schemas.microsoft.com/office/drawing/2014/main" id="{AB3BD8ED-8322-427C-9650-1BE7330D4618}"/>
              </a:ext>
            </a:extLst>
          </p:cNvPr>
          <p:cNvSpPr>
            <a:spLocks xmlns:a="http://schemas.openxmlformats.org/drawingml/2006/main" noGrp="1"/>
          </p:cNvSpPr>
          <p:nvPr/>
        </p:nvSpPr>
        <p:spPr>
          <a:xfrm xmlns:a="http://schemas.openxmlformats.org/drawingml/2006/main">
            <a:off x="809625" y="52863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σ = Eε　 E = Δσ/Δε = 206,000 MPa</a:t>
            </a:r>
          </a:p>
        </p:txBody>
      </p:sp>
      <p:sp>
        <p:nvSpPr>
          <p:cNvPr id="18" name="">
            <a:extLst xmlns:a="http://schemas.openxmlformats.org/drawingml/2006/main">
              <a:ext uri="{FF2B5EF4-FFF2-40B4-BE49-F238E27FC236}">
                <a16:creationId xmlns:a16="http://schemas.microsoft.com/office/drawing/2014/main" id="{702AD72F-6EC1-4029-8C9A-8B80D28A93D8}"/>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E = k棒 L₀/A₀ = 206 GPa。グラフは前画面の仮想測定値を換算。Eと破壊の強さは別の量。</a:t>
            </a:r>
          </a:p>
        </p:txBody>
      </p:sp>
      <p:sp>
        <p:nvSpPr>
          <p:cNvPr id="19" name="">
            <a:extLst xmlns:a="http://schemas.openxmlformats.org/drawingml/2006/main">
              <a:ext uri="{FF2B5EF4-FFF2-40B4-BE49-F238E27FC236}">
                <a16:creationId xmlns:a16="http://schemas.microsoft.com/office/drawing/2014/main" id="{EAD253ED-CCB0-4D48-835A-F56352A5494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2443762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FA720FA-0A17-410B-A29E-110CD4511ED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棒の伸びと今回の確認</a:t>
            </a:r>
          </a:p>
        </p:txBody>
      </p:sp>
      <p:cxnSp>
        <p:nvCxnSpPr>
          <p:cNvPr id="2" name="">
            <a:extLst xmlns:a="http://schemas.openxmlformats.org/drawingml/2006/main">
              <a:ext uri="{FF2B5EF4-FFF2-40B4-BE49-F238E27FC236}">
                <a16:creationId xmlns:a16="http://schemas.microsoft.com/office/drawing/2014/main" id="{B1DE40D9-2C84-478C-B5E2-78EEAD2C0227}"/>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148F3647-BBE6-4477-8DC3-5ABB884163F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30 / 57</a:t>
            </a:r>
          </a:p>
        </p:txBody>
      </p:sp>
      <p:sp>
        <p:nvSpPr>
          <p:cNvPr id="10" name="">
            <a:extLst xmlns:a="http://schemas.openxmlformats.org/drawingml/2006/main">
              <a:ext uri="{FF2B5EF4-FFF2-40B4-BE49-F238E27FC236}">
                <a16:creationId xmlns:a16="http://schemas.microsoft.com/office/drawing/2014/main" id="{6C2D1993-EDD2-48DA-AF12-E1C039DA8B66}"/>
              </a:ext>
            </a:extLst>
          </p:cNvPr>
          <p:cNvSpPr>
            <a:spLocks xmlns:a="http://schemas.openxmlformats.org/drawingml/2006/main" noGrp="1"/>
          </p:cNvSpPr>
          <p:nvPr/>
        </p:nvSpPr>
        <p:spPr>
          <a:xfrm xmlns:a="http://schemas.openxmlformats.org/drawingml/2006/main">
            <a:off x="809625" y="16192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263D4D"/>
                </a:solidFill>
                <a:latin typeface="Yu Gothic"/>
                <a:ea typeface="Yu Gothic"/>
                <a:cs typeface="Yu Gothic"/>
              </a:defRPr>
            </a:defPPr>
            <a:lvl1pPr>
              <a:buNone/>
              <a:defRPr sz="3225" b="1">
                <a:solidFill>
                  <a:srgbClr val="263D4D"/>
                </a:solidFill>
                <a:latin typeface="Yu Gothic"/>
                <a:ea typeface="Yu Gothic"/>
                <a:cs typeface="Yu Gothic"/>
              </a:defRPr>
            </a:lvl1pPr>
            <a:lvl2pPr>
              <a:buNone/>
              <a:defRPr sz="3225" b="1">
                <a:solidFill>
                  <a:srgbClr val="263D4D"/>
                </a:solidFill>
                <a:latin typeface="Yu Gothic"/>
                <a:ea typeface="Yu Gothic"/>
                <a:cs typeface="Yu Gothic"/>
              </a:defRPr>
            </a:lvl2pPr>
            <a:lvl3pPr>
              <a:buNone/>
              <a:defRPr sz="3225" b="1">
                <a:solidFill>
                  <a:srgbClr val="263D4D"/>
                </a:solidFill>
                <a:latin typeface="Yu Gothic"/>
                <a:ea typeface="Yu Gothic"/>
                <a:cs typeface="Yu Gothic"/>
              </a:defRPr>
            </a:lvl3pPr>
            <a:lvl4pPr>
              <a:buNone/>
              <a:defRPr sz="3225" b="1">
                <a:solidFill>
                  <a:srgbClr val="263D4D"/>
                </a:solidFill>
                <a:latin typeface="Yu Gothic"/>
                <a:ea typeface="Yu Gothic"/>
                <a:cs typeface="Yu Gothic"/>
              </a:defRPr>
            </a:lvl4pPr>
            <a:lvl5pPr>
              <a:buNone/>
              <a:defRPr sz="3225" b="1">
                <a:solidFill>
                  <a:srgbClr val="263D4D"/>
                </a:solidFill>
                <a:latin typeface="Yu Gothic"/>
                <a:ea typeface="Yu Gothic"/>
                <a:cs typeface="Yu Gothic"/>
              </a:defRPr>
            </a:lvl5pPr>
            <a:lvl6pPr>
              <a:buNone/>
              <a:defRPr sz="3225" b="1">
                <a:solidFill>
                  <a:srgbClr val="263D4D"/>
                </a:solidFill>
                <a:latin typeface="Yu Gothic"/>
                <a:ea typeface="Yu Gothic"/>
                <a:cs typeface="Yu Gothic"/>
              </a:defRPr>
            </a:lvl6pPr>
            <a:lvl7pPr>
              <a:buNone/>
              <a:defRPr sz="3225" b="1">
                <a:solidFill>
                  <a:srgbClr val="263D4D"/>
                </a:solidFill>
                <a:latin typeface="Yu Gothic"/>
                <a:ea typeface="Yu Gothic"/>
                <a:cs typeface="Yu Gothic"/>
              </a:defRPr>
            </a:lvl7pPr>
            <a:lvl8pPr>
              <a:buNone/>
              <a:defRPr sz="3225" b="1">
                <a:solidFill>
                  <a:srgbClr val="263D4D"/>
                </a:solidFill>
                <a:latin typeface="Yu Gothic"/>
                <a:ea typeface="Yu Gothic"/>
                <a:cs typeface="Yu Gothic"/>
              </a:defRPr>
            </a:lvl8pPr>
            <a:lvl9pPr>
              <a:buNone/>
              <a:defRPr sz="3225" b="1">
                <a:solidFill>
                  <a:srgbClr val="263D4D"/>
                </a:solidFill>
                <a:latin typeface="Yu Gothic"/>
                <a:ea typeface="Yu Gothic"/>
                <a:cs typeface="Yu Gothic"/>
              </a:defRPr>
            </a:lvl9pPr>
          </a:lstStyle>
          <a:p xmlns:a="http://schemas.openxmlformats.org/drawingml/2006/main">
            <a:pPr>
              <a:buNone/>
              <a:defRPr sz="3225" b="1">
                <a:solidFill>
                  <a:srgbClr val="263D4D"/>
                </a:solidFill>
                <a:latin typeface="Yu Gothic"/>
                <a:ea typeface="Yu Gothic"/>
                <a:cs typeface="Yu Gothic"/>
              </a:defRPr>
            </a:pPr>
            <a:r>
              <a:rPr sz="3225" b="1">
                <a:solidFill>
                  <a:srgbClr val="263D4D"/>
                </a:solidFill>
                <a:latin typeface="Yu Gothic"/>
                <a:ea typeface="Yu Gothic"/>
                <a:cs typeface="Yu Gothic"/>
              </a:rPr>
              <a:t>ΔL = FL₀/(A₀E)</a:t>
            </a:r>
          </a:p>
        </p:txBody>
      </p:sp>
      <p:sp>
        <p:nvSpPr>
          <p:cNvPr id="11" name="">
            <a:extLst xmlns:a="http://schemas.openxmlformats.org/drawingml/2006/main">
              <a:ext uri="{FF2B5EF4-FFF2-40B4-BE49-F238E27FC236}">
                <a16:creationId xmlns:a16="http://schemas.microsoft.com/office/drawing/2014/main" id="{8BB36AE3-48BA-4E26-8971-81148BEF855D}"/>
              </a:ext>
            </a:extLst>
          </p:cNvPr>
          <p:cNvSpPr>
            <a:spLocks xmlns:a="http://schemas.openxmlformats.org/drawingml/2006/main" noGrp="1"/>
          </p:cNvSpPr>
          <p:nvPr/>
        </p:nvSpPr>
        <p:spPr>
          <a:xfrm xmlns:a="http://schemas.openxmlformats.org/drawingml/2006/main">
            <a:off x="2190750" y="3333750"/>
            <a:ext cx="4953000" cy="7143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07DC967B-A693-4264-9447-596E77DD5BA6}"/>
              </a:ext>
            </a:extLst>
          </p:cNvPr>
          <p:cNvSpPr>
            <a:spLocks xmlns:a="http://schemas.openxmlformats.org/drawingml/2006/main" noGrp="1"/>
          </p:cNvSpPr>
          <p:nvPr/>
        </p:nvSpPr>
        <p:spPr>
          <a:xfrm xmlns:a="http://schemas.openxmlformats.org/drawingml/2006/main">
            <a:off x="1047750" y="368617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38100">
            <a:solidFill>
              <a:srgbClr val="C4483C"/>
            </a:solidFill>
          </a:ln>
        </p:spPr>
      </p:sp>
      <p:sp>
        <p:nvSpPr>
          <p:cNvPr id="13" name="">
            <a:extLst xmlns:a="http://schemas.openxmlformats.org/drawingml/2006/main">
              <a:ext uri="{FF2B5EF4-FFF2-40B4-BE49-F238E27FC236}">
                <a16:creationId xmlns:a16="http://schemas.microsoft.com/office/drawing/2014/main" id="{317939B9-2CF8-4D77-9846-080375498A39}"/>
              </a:ext>
            </a:extLst>
          </p:cNvPr>
          <p:cNvSpPr>
            <a:spLocks xmlns:a="http://schemas.openxmlformats.org/drawingml/2006/main" noGrp="1"/>
          </p:cNvSpPr>
          <p:nvPr/>
        </p:nvSpPr>
        <p:spPr>
          <a:xfrm xmlns:a="http://schemas.openxmlformats.org/drawingml/2006/main">
            <a:off x="1047750" y="36341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4" name="">
            <a:extLst xmlns:a="http://schemas.openxmlformats.org/drawingml/2006/main">
              <a:ext uri="{FF2B5EF4-FFF2-40B4-BE49-F238E27FC236}">
                <a16:creationId xmlns:a16="http://schemas.microsoft.com/office/drawing/2014/main" id="{0EDC903E-BA04-4523-AA14-072CBFD073B1}"/>
              </a:ext>
            </a:extLst>
          </p:cNvPr>
          <p:cNvSpPr>
            <a:spLocks xmlns:a="http://schemas.openxmlformats.org/drawingml/2006/main" noGrp="1"/>
          </p:cNvSpPr>
          <p:nvPr/>
        </p:nvSpPr>
        <p:spPr>
          <a:xfrm xmlns:a="http://schemas.openxmlformats.org/drawingml/2006/main">
            <a:off x="7143750" y="368617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38100">
            <a:solidFill>
              <a:srgbClr val="C4483C"/>
            </a:solidFill>
          </a:ln>
        </p:spPr>
      </p:sp>
      <p:sp>
        <p:nvSpPr>
          <p:cNvPr id="15" name="">
            <a:extLst xmlns:a="http://schemas.openxmlformats.org/drawingml/2006/main">
              <a:ext uri="{FF2B5EF4-FFF2-40B4-BE49-F238E27FC236}">
                <a16:creationId xmlns:a16="http://schemas.microsoft.com/office/drawing/2014/main" id="{7ADCABF9-6F16-4421-AF36-0A88D5E1B01C}"/>
              </a:ext>
            </a:extLst>
          </p:cNvPr>
          <p:cNvSpPr>
            <a:spLocks xmlns:a="http://schemas.openxmlformats.org/drawingml/2006/main" noGrp="1"/>
          </p:cNvSpPr>
          <p:nvPr/>
        </p:nvSpPr>
        <p:spPr>
          <a:xfrm xmlns:a="http://schemas.openxmlformats.org/drawingml/2006/main">
            <a:off x="8162925" y="36341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6" name="">
            <a:extLst xmlns:a="http://schemas.openxmlformats.org/drawingml/2006/main">
              <a:ext uri="{FF2B5EF4-FFF2-40B4-BE49-F238E27FC236}">
                <a16:creationId xmlns:a16="http://schemas.microsoft.com/office/drawing/2014/main" id="{4DBBA508-F0A0-447B-BCEF-AE60D0D5ADDB}"/>
              </a:ext>
            </a:extLst>
          </p:cNvPr>
          <p:cNvSpPr>
            <a:spLocks xmlns:a="http://schemas.openxmlformats.org/drawingml/2006/main" noGrp="1"/>
          </p:cNvSpPr>
          <p:nvPr/>
        </p:nvSpPr>
        <p:spPr>
          <a:xfrm xmlns:a="http://schemas.openxmlformats.org/drawingml/2006/main">
            <a:off x="1047750" y="30956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F</a:t>
            </a:r>
          </a:p>
        </p:txBody>
      </p:sp>
      <p:sp>
        <p:nvSpPr>
          <p:cNvPr id="17" name="">
            <a:extLst xmlns:a="http://schemas.openxmlformats.org/drawingml/2006/main">
              <a:ext uri="{FF2B5EF4-FFF2-40B4-BE49-F238E27FC236}">
                <a16:creationId xmlns:a16="http://schemas.microsoft.com/office/drawing/2014/main" id="{AB788C19-D8B2-45CD-8174-66CC5200A6A7}"/>
              </a:ext>
            </a:extLst>
          </p:cNvPr>
          <p:cNvSpPr>
            <a:spLocks xmlns:a="http://schemas.openxmlformats.org/drawingml/2006/main" noGrp="1"/>
          </p:cNvSpPr>
          <p:nvPr/>
        </p:nvSpPr>
        <p:spPr>
          <a:xfrm xmlns:a="http://schemas.openxmlformats.org/drawingml/2006/main">
            <a:off x="7810500" y="30956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F</a:t>
            </a:r>
          </a:p>
        </p:txBody>
      </p:sp>
      <p:sp>
        <p:nvSpPr>
          <p:cNvPr id="18" name="">
            <a:extLst xmlns:a="http://schemas.openxmlformats.org/drawingml/2006/main">
              <a:ext uri="{FF2B5EF4-FFF2-40B4-BE49-F238E27FC236}">
                <a16:creationId xmlns:a16="http://schemas.microsoft.com/office/drawing/2014/main" id="{2D738FB7-7B59-4B66-946F-32CC9A3B9D59}"/>
              </a:ext>
            </a:extLst>
          </p:cNvPr>
          <p:cNvSpPr>
            <a:spLocks xmlns:a="http://schemas.openxmlformats.org/drawingml/2006/main" noGrp="1"/>
          </p:cNvSpPr>
          <p:nvPr/>
        </p:nvSpPr>
        <p:spPr>
          <a:xfrm xmlns:a="http://schemas.openxmlformats.org/drawingml/2006/main">
            <a:off x="2190750" y="4572000"/>
            <a:ext cx="4953000" cy="9525"/>
          </a:xfrm>
          <a:custGeom xmlns:a="http://schemas.openxmlformats.org/drawingml/2006/main">
            <a:pathLst>
              <a:path w="4953000" h="9525">
                <a:moveTo>
                  <a:pt x="0" y="0"/>
                </a:moveTo>
                <a:lnTo>
                  <a:pt x="4953000" y="0"/>
                </a:lnTo>
              </a:path>
            </a:pathLst>
          </a:custGeom>
          <a:noFill xmlns:a="http://schemas.openxmlformats.org/drawingml/2006/main"/>
          <a:ln xmlns:a="http://schemas.openxmlformats.org/drawingml/2006/main" w="15240">
            <a:solidFill>
              <a:srgbClr val="71818B"/>
            </a:solidFill>
          </a:ln>
        </p:spPr>
      </p:sp>
      <p:sp>
        <p:nvSpPr>
          <p:cNvPr id="19" name="">
            <a:extLst xmlns:a="http://schemas.openxmlformats.org/drawingml/2006/main">
              <a:ext uri="{FF2B5EF4-FFF2-40B4-BE49-F238E27FC236}">
                <a16:creationId xmlns:a16="http://schemas.microsoft.com/office/drawing/2014/main" id="{658C4E27-56E8-42A6-B053-C5EABFF5D07B}"/>
              </a:ext>
            </a:extLst>
          </p:cNvPr>
          <p:cNvSpPr>
            <a:spLocks xmlns:a="http://schemas.openxmlformats.org/drawingml/2006/main" noGrp="1"/>
          </p:cNvSpPr>
          <p:nvPr/>
        </p:nvSpPr>
        <p:spPr>
          <a:xfrm xmlns:a="http://schemas.openxmlformats.org/drawingml/2006/main">
            <a:off x="7067550" y="453999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2B4BFE05-CFCD-4F28-89F0-6D75AE1BFAA4}"/>
              </a:ext>
            </a:extLst>
          </p:cNvPr>
          <p:cNvSpPr>
            <a:spLocks xmlns:a="http://schemas.openxmlformats.org/drawingml/2006/main" noGrp="1"/>
          </p:cNvSpPr>
          <p:nvPr/>
        </p:nvSpPr>
        <p:spPr>
          <a:xfrm xmlns:a="http://schemas.openxmlformats.org/drawingml/2006/main">
            <a:off x="2190750" y="4572000"/>
            <a:ext cx="4953000" cy="9525"/>
          </a:xfrm>
          <a:custGeom xmlns:a="http://schemas.openxmlformats.org/drawingml/2006/main">
            <a:pathLst>
              <a:path w="4953000" h="9525">
                <a:moveTo>
                  <a:pt x="4953000" y="0"/>
                </a:moveTo>
                <a:lnTo>
                  <a:pt x="0" y="0"/>
                </a:lnTo>
              </a:path>
            </a:pathLst>
          </a:custGeom>
          <a:noFill xmlns:a="http://schemas.openxmlformats.org/drawingml/2006/main"/>
          <a:ln xmlns:a="http://schemas.openxmlformats.org/drawingml/2006/main" w="15240">
            <a:solidFill>
              <a:srgbClr val="71818B"/>
            </a:solidFill>
          </a:ln>
        </p:spPr>
      </p:sp>
      <p:sp>
        <p:nvSpPr>
          <p:cNvPr id="21" name="">
            <a:extLst xmlns:a="http://schemas.openxmlformats.org/drawingml/2006/main">
              <a:ext uri="{FF2B5EF4-FFF2-40B4-BE49-F238E27FC236}">
                <a16:creationId xmlns:a16="http://schemas.microsoft.com/office/drawing/2014/main" id="{A4489088-1343-4A73-8EC8-6CECA170D15E}"/>
              </a:ext>
            </a:extLst>
          </p:cNvPr>
          <p:cNvSpPr>
            <a:spLocks xmlns:a="http://schemas.openxmlformats.org/drawingml/2006/main" noGrp="1"/>
          </p:cNvSpPr>
          <p:nvPr/>
        </p:nvSpPr>
        <p:spPr>
          <a:xfrm xmlns:a="http://schemas.openxmlformats.org/drawingml/2006/main">
            <a:off x="2190750" y="4539996"/>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71818B"/>
          </a:solidFill>
          <a:ln xmlns:a="http://schemas.openxmlformats.org/drawingml/2006/main" w="4763">
            <a:solidFill>
              <a:srgbClr val="71818B"/>
            </a:solidFill>
          </a:ln>
        </p:spPr>
      </p:sp>
      <p:sp>
        <p:nvSpPr>
          <p:cNvPr id="22" name="">
            <a:extLst xmlns:a="http://schemas.openxmlformats.org/drawingml/2006/main">
              <a:ext uri="{FF2B5EF4-FFF2-40B4-BE49-F238E27FC236}">
                <a16:creationId xmlns:a16="http://schemas.microsoft.com/office/drawing/2014/main" id="{47A8954B-30CE-4CBF-B278-075BB7C207D6}"/>
              </a:ext>
            </a:extLst>
          </p:cNvPr>
          <p:cNvSpPr>
            <a:spLocks xmlns:a="http://schemas.openxmlformats.org/drawingml/2006/main" noGrp="1"/>
          </p:cNvSpPr>
          <p:nvPr/>
        </p:nvSpPr>
        <p:spPr>
          <a:xfrm xmlns:a="http://schemas.openxmlformats.org/drawingml/2006/main">
            <a:off x="2000250" y="4648200"/>
            <a:ext cx="5334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71818B"/>
                </a:solidFill>
                <a:latin typeface="Yu Gothic"/>
                <a:ea typeface="Yu Gothic"/>
                <a:cs typeface="Yu Gothic"/>
              </a:defRPr>
            </a:defPPr>
            <a:lvl1pPr>
              <a:buNone/>
              <a:defRPr sz="1725" b="0">
                <a:solidFill>
                  <a:srgbClr val="71818B"/>
                </a:solidFill>
                <a:latin typeface="Yu Gothic"/>
                <a:ea typeface="Yu Gothic"/>
                <a:cs typeface="Yu Gothic"/>
              </a:defRPr>
            </a:lvl1pPr>
            <a:lvl2pPr>
              <a:buNone/>
              <a:defRPr sz="1725" b="0">
                <a:solidFill>
                  <a:srgbClr val="71818B"/>
                </a:solidFill>
                <a:latin typeface="Yu Gothic"/>
                <a:ea typeface="Yu Gothic"/>
                <a:cs typeface="Yu Gothic"/>
              </a:defRPr>
            </a:lvl2pPr>
            <a:lvl3pPr>
              <a:buNone/>
              <a:defRPr sz="1725" b="0">
                <a:solidFill>
                  <a:srgbClr val="71818B"/>
                </a:solidFill>
                <a:latin typeface="Yu Gothic"/>
                <a:ea typeface="Yu Gothic"/>
                <a:cs typeface="Yu Gothic"/>
              </a:defRPr>
            </a:lvl3pPr>
            <a:lvl4pPr>
              <a:buNone/>
              <a:defRPr sz="1725" b="0">
                <a:solidFill>
                  <a:srgbClr val="71818B"/>
                </a:solidFill>
                <a:latin typeface="Yu Gothic"/>
                <a:ea typeface="Yu Gothic"/>
                <a:cs typeface="Yu Gothic"/>
              </a:defRPr>
            </a:lvl4pPr>
            <a:lvl5pPr>
              <a:buNone/>
              <a:defRPr sz="1725" b="0">
                <a:solidFill>
                  <a:srgbClr val="71818B"/>
                </a:solidFill>
                <a:latin typeface="Yu Gothic"/>
                <a:ea typeface="Yu Gothic"/>
                <a:cs typeface="Yu Gothic"/>
              </a:defRPr>
            </a:lvl5pPr>
            <a:lvl6pPr>
              <a:buNone/>
              <a:defRPr sz="1725" b="0">
                <a:solidFill>
                  <a:srgbClr val="71818B"/>
                </a:solidFill>
                <a:latin typeface="Yu Gothic"/>
                <a:ea typeface="Yu Gothic"/>
                <a:cs typeface="Yu Gothic"/>
              </a:defRPr>
            </a:lvl6pPr>
            <a:lvl7pPr>
              <a:buNone/>
              <a:defRPr sz="1725" b="0">
                <a:solidFill>
                  <a:srgbClr val="71818B"/>
                </a:solidFill>
                <a:latin typeface="Yu Gothic"/>
                <a:ea typeface="Yu Gothic"/>
                <a:cs typeface="Yu Gothic"/>
              </a:defRPr>
            </a:lvl7pPr>
            <a:lvl8pPr>
              <a:buNone/>
              <a:defRPr sz="1725" b="0">
                <a:solidFill>
                  <a:srgbClr val="71818B"/>
                </a:solidFill>
                <a:latin typeface="Yu Gothic"/>
                <a:ea typeface="Yu Gothic"/>
                <a:cs typeface="Yu Gothic"/>
              </a:defRPr>
            </a:lvl8pPr>
            <a:lvl9pPr>
              <a:buNone/>
              <a:defRPr sz="1725" b="0">
                <a:solidFill>
                  <a:srgbClr val="71818B"/>
                </a:solidFill>
                <a:latin typeface="Yu Gothic"/>
                <a:ea typeface="Yu Gothic"/>
                <a:cs typeface="Yu Gothic"/>
              </a:defRPr>
            </a:lvl9pPr>
          </a:lstStyle>
          <a:p xmlns:a="http://schemas.openxmlformats.org/drawingml/2006/main">
            <a:pP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元の長さ L₀</a:t>
            </a:r>
          </a:p>
        </p:txBody>
      </p:sp>
      <p:sp>
        <p:nvSpPr>
          <p:cNvPr id="23" name="">
            <a:extLst xmlns:a="http://schemas.openxmlformats.org/drawingml/2006/main">
              <a:ext uri="{FF2B5EF4-FFF2-40B4-BE49-F238E27FC236}">
                <a16:creationId xmlns:a16="http://schemas.microsoft.com/office/drawing/2014/main" id="{9EF6F613-3DF6-4AC7-B4C4-9347E0BB6CC3}"/>
              </a:ext>
            </a:extLst>
          </p:cNvPr>
          <p:cNvSpPr>
            <a:spLocks xmlns:a="http://schemas.openxmlformats.org/drawingml/2006/main" noGrp="1"/>
          </p:cNvSpPr>
          <p:nvPr/>
        </p:nvSpPr>
        <p:spPr>
          <a:xfrm xmlns:a="http://schemas.openxmlformats.org/drawingml/2006/main">
            <a:off x="3048000" y="3333750"/>
            <a:ext cx="3810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材料の係数 E</a:t>
            </a:r>
          </a:p>
        </p:txBody>
      </p:sp>
      <p:sp>
        <p:nvSpPr>
          <p:cNvPr id="24" name="">
            <a:extLst xmlns:a="http://schemas.openxmlformats.org/drawingml/2006/main">
              <a:ext uri="{FF2B5EF4-FFF2-40B4-BE49-F238E27FC236}">
                <a16:creationId xmlns:a16="http://schemas.microsoft.com/office/drawing/2014/main" id="{447EA897-0800-4E76-9F79-B32A90752F0C}"/>
              </a:ext>
            </a:extLst>
          </p:cNvPr>
          <p:cNvSpPr>
            <a:spLocks xmlns:a="http://schemas.openxmlformats.org/drawingml/2006/main" noGrp="1"/>
          </p:cNvSpPr>
          <p:nvPr/>
        </p:nvSpPr>
        <p:spPr>
          <a:xfrm xmlns:a="http://schemas.openxmlformats.org/drawingml/2006/main">
            <a:off x="9810750" y="3286125"/>
            <a:ext cx="66675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5" name="">
            <a:extLst xmlns:a="http://schemas.openxmlformats.org/drawingml/2006/main">
              <a:ext uri="{FF2B5EF4-FFF2-40B4-BE49-F238E27FC236}">
                <a16:creationId xmlns:a16="http://schemas.microsoft.com/office/drawing/2014/main" id="{E8F380D5-9B03-4975-97A4-EC65A38F4242}"/>
              </a:ext>
            </a:extLst>
          </p:cNvPr>
          <p:cNvSpPr>
            <a:spLocks xmlns:a="http://schemas.openxmlformats.org/drawingml/2006/main" noGrp="1"/>
          </p:cNvSpPr>
          <p:nvPr/>
        </p:nvSpPr>
        <p:spPr>
          <a:xfrm xmlns:a="http://schemas.openxmlformats.org/drawingml/2006/main">
            <a:off x="9144000" y="4143375"/>
            <a:ext cx="2333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断面積 A₀</a:t>
            </a:r>
          </a:p>
        </p:txBody>
      </p:sp>
      <p:sp>
        <p:nvSpPr>
          <p:cNvPr id="26" name="">
            <a:extLst xmlns:a="http://schemas.openxmlformats.org/drawingml/2006/main">
              <a:ext uri="{FF2B5EF4-FFF2-40B4-BE49-F238E27FC236}">
                <a16:creationId xmlns:a16="http://schemas.microsoft.com/office/drawing/2014/main" id="{2BF8920D-06FB-4F35-A722-79FEB9C370E1}"/>
              </a:ext>
            </a:extLst>
          </p:cNvPr>
          <p:cNvSpPr>
            <a:spLocks xmlns:a="http://schemas.openxmlformats.org/drawingml/2006/main" noGrp="1"/>
          </p:cNvSpPr>
          <p:nvPr/>
        </p:nvSpPr>
        <p:spPr>
          <a:xfrm xmlns:a="http://schemas.openxmlformats.org/drawingml/2006/main">
            <a:off x="9191625" y="2619375"/>
            <a:ext cx="228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断面を見る</a:t>
            </a:r>
          </a:p>
        </p:txBody>
      </p:sp>
      <p:sp>
        <p:nvSpPr>
          <p:cNvPr id="27" name="">
            <a:extLst xmlns:a="http://schemas.openxmlformats.org/drawingml/2006/main">
              <a:ext uri="{FF2B5EF4-FFF2-40B4-BE49-F238E27FC236}">
                <a16:creationId xmlns:a16="http://schemas.microsoft.com/office/drawing/2014/main" id="{4E70B6CB-A2D6-4CB1-91EA-2C83FC558B79}"/>
              </a:ext>
            </a:extLst>
          </p:cNvPr>
          <p:cNvSpPr>
            <a:spLocks xmlns:a="http://schemas.openxmlformats.org/drawingml/2006/main" noGrp="1"/>
          </p:cNvSpPr>
          <p:nvPr/>
        </p:nvSpPr>
        <p:spPr>
          <a:xfrm xmlns:a="http://schemas.openxmlformats.org/drawingml/2006/main">
            <a:off x="809625" y="51435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N × mm ÷ (mm² × N/mm²) = mm</a:t>
            </a:r>
          </a:p>
        </p:txBody>
      </p:sp>
      <p:sp>
        <p:nvSpPr>
          <p:cNvPr id="28" name="">
            <a:extLst xmlns:a="http://schemas.openxmlformats.org/drawingml/2006/main">
              <a:ext uri="{FF2B5EF4-FFF2-40B4-BE49-F238E27FC236}">
                <a16:creationId xmlns:a16="http://schemas.microsoft.com/office/drawing/2014/main" id="{B1BF724A-7686-4BAB-9970-6FB60D3803AD}"/>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k棒は部材の剛性、Eは材料の係数。伸びは軸方向・一様断面・線形弾性の範囲で求める。</a:t>
            </a:r>
          </a:p>
        </p:txBody>
      </p:sp>
      <p:sp>
        <p:nvSpPr>
          <p:cNvPr id="29" name="">
            <a:extLst xmlns:a="http://schemas.openxmlformats.org/drawingml/2006/main">
              <a:ext uri="{FF2B5EF4-FFF2-40B4-BE49-F238E27FC236}">
                <a16:creationId xmlns:a16="http://schemas.microsoft.com/office/drawing/2014/main" id="{5D6B70D0-BD45-4B5A-8AA4-4DDE4BDF007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74560496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409E2A-7063-49F1-81B0-BD46EABFE86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材料の E と、部材の剛性 k</a:t>
            </a:r>
          </a:p>
        </p:txBody>
      </p:sp>
      <p:sp>
        <p:nvSpPr>
          <p:cNvPr id="2" name="">
            <a:extLst xmlns:a="http://schemas.openxmlformats.org/drawingml/2006/main">
              <a:ext uri="{FF2B5EF4-FFF2-40B4-BE49-F238E27FC236}">
                <a16:creationId xmlns:a16="http://schemas.microsoft.com/office/drawing/2014/main" id="{A21C38C4-A016-4A11-996E-61A211D2E8E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ADFB414D-36FD-4B33-8D82-7A257EA9E0C4}"/>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2571750"/>
                <a:gridCol w="2095500"/>
                <a:gridCol w="2095500"/>
                <a:gridCol w="4000500"/>
              </a:tblGrid>
              <a:tr h="742950">
                <a:tc>
                  <a:txBody>
                    <a:bodyPr lIns="85725" tIns="85725" rIns="85725" bIns="85725"/>
                    <a:lstStyle/>
                    <a:p>
                      <a:r>
                        <a:rPr sz="1950" b="1">
                          <a:solidFill>
                            <a:srgbClr val="FFFFFF"/>
                          </a:solidFill>
                          <a:latin typeface="Yu Gothic"/>
                          <a:ea typeface="Yu Gothic"/>
                          <a:cs typeface="Yu Gothic"/>
                        </a:rPr>
                        <a:t>棒</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A / mm²</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L₀ / mm</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k = EA/L₀ / (N/mm)</a:t>
                      </a:r>
                    </a:p>
                  </a:txBody>
                  <a:tcPr marL="91440" marR="91440" marT="45720" marB="45720">
                    <a:solidFill>
                      <a:srgbClr val="193B59"/>
                    </a:solidFill>
                  </a:tcPr>
                </a:tc>
              </a:tr>
              <a:tr h="742950">
                <a:tc>
                  <a:txBody>
                    <a:bodyPr lIns="85725" tIns="85725" rIns="85725" bIns="85725"/>
                    <a:lstStyle/>
                    <a:p>
                      <a:r>
                        <a:rPr sz="1950" b="0">
                          <a:solidFill>
                            <a:srgbClr val="263D4D"/>
                          </a:solidFill>
                          <a:latin typeface="Yu Gothic"/>
                          <a:ea typeface="Yu Gothic"/>
                          <a:cs typeface="Yu Gothic"/>
                        </a:rPr>
                        <a:t>基準</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20</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1,000</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4,000</a:t>
                      </a:r>
                    </a:p>
                  </a:txBody>
                  <a:tcPr marL="91440" marR="91440" marT="45720" marB="45720">
                    <a:solidFill>
                      <a:srgbClr val="E8F0F4"/>
                    </a:solidFill>
                  </a:tcPr>
                </a:tc>
              </a:tr>
              <a:tr h="742950">
                <a:tc>
                  <a:txBody>
                    <a:bodyPr lIns="85725" tIns="85725" rIns="85725" bIns="85725"/>
                    <a:lstStyle/>
                    <a:p>
                      <a:r>
                        <a:rPr sz="1950" b="0">
                          <a:solidFill>
                            <a:srgbClr val="263D4D"/>
                          </a:solidFill>
                          <a:latin typeface="Yu Gothic"/>
                          <a:ea typeface="Yu Gothic"/>
                          <a:cs typeface="Yu Gothic"/>
                        </a:rPr>
                        <a:t>面積だけ2倍</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40</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1,000</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8,000</a:t>
                      </a:r>
                    </a:p>
                  </a:txBody>
                  <a:tcPr marL="91440" marR="91440" marT="45720" marB="45720">
                    <a:solidFill>
                      <a:srgbClr val="FFFFFF"/>
                    </a:solidFill>
                  </a:tcPr>
                </a:tc>
              </a:tr>
              <a:tr h="742950">
                <a:tc>
                  <a:txBody>
                    <a:bodyPr lIns="85725" tIns="85725" rIns="85725" bIns="85725"/>
                    <a:lstStyle/>
                    <a:p>
                      <a:r>
                        <a:rPr sz="1950" b="0">
                          <a:solidFill>
                            <a:srgbClr val="263D4D"/>
                          </a:solidFill>
                          <a:latin typeface="Yu Gothic"/>
                          <a:ea typeface="Yu Gothic"/>
                          <a:cs typeface="Yu Gothic"/>
                        </a:rPr>
                        <a:t>長さだけ2倍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20</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2,000</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2,000</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A123075A-7FA3-4E55-A463-CFB20A0CA77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仮想モデル：全てE = 200,000 MPa。一様棒・中心軸方向荷重・線形弾性。</a:t>
            </a:r>
          </a:p>
        </p:txBody>
      </p:sp>
      <p:sp>
        <p:nvSpPr>
          <p:cNvPr id="6" name="">
            <a:extLst xmlns:a="http://schemas.openxmlformats.org/drawingml/2006/main">
              <a:ext uri="{FF2B5EF4-FFF2-40B4-BE49-F238E27FC236}">
                <a16:creationId xmlns:a16="http://schemas.microsoft.com/office/drawing/2014/main" id="{7DD158EE-EAE9-42CB-9A57-D35594D22E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57</a:t>
            </a:r>
          </a:p>
        </p:txBody>
      </p:sp>
      <p:sp>
        <p:nvSpPr>
          <p:cNvPr id="8" name="">
            <a:extLst xmlns:a="http://schemas.openxmlformats.org/drawingml/2006/main">
              <a:ext uri="{FF2B5EF4-FFF2-40B4-BE49-F238E27FC236}">
                <a16:creationId xmlns:a16="http://schemas.microsoft.com/office/drawing/2014/main" id="{A1F1233A-F5FC-4E8E-AD4F-EBB920F960DC}"/>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29459362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55F02CA-536C-4E2F-AEBA-EE65DD303E2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計算の条件と解き方</a:t>
            </a:r>
          </a:p>
        </p:txBody>
      </p:sp>
      <p:cxnSp>
        <p:nvCxnSpPr>
          <p:cNvPr id="2" name="">
            <a:extLst xmlns:a="http://schemas.openxmlformats.org/drawingml/2006/main">
              <a:ext uri="{FF2B5EF4-FFF2-40B4-BE49-F238E27FC236}">
                <a16:creationId xmlns:a16="http://schemas.microsoft.com/office/drawing/2014/main" id="{505CC767-7865-4E97-AAB0-FD1131AE49E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B255F9C0-79FE-4853-8AD9-0BC21325EF0C}"/>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32 / 57</a:t>
            </a:r>
          </a:p>
        </p:txBody>
      </p:sp>
      <p:sp>
        <p:nvSpPr>
          <p:cNvPr id="5" name="text-4">
            <a:extLst xmlns:a="http://schemas.openxmlformats.org/drawingml/2006/main">
              <a:ext uri="{FF2B5EF4-FFF2-40B4-BE49-F238E27FC236}">
                <a16:creationId xmlns:a16="http://schemas.microsoft.com/office/drawing/2014/main" id="{7F101A65-4316-49E2-B135-281D37CCF88E}"/>
              </a:ext>
            </a:extLst>
          </p:cNvPr>
          <p:cNvSpPr>
            <a:spLocks xmlns:a="http://schemas.openxmlformats.org/drawingml/2006/main" noGrp="1"/>
          </p:cNvSpPr>
          <p:nvPr/>
        </p:nvSpPr>
        <p:spPr>
          <a:xfrm xmlns:a="http://schemas.openxmlformats.org/drawingml/2006/main">
            <a:off x="685800" y="17145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8364F"/>
                </a:solidFill>
                <a:latin typeface="Yu Gothic"/>
                <a:ea typeface="Yu Gothic"/>
                <a:cs typeface="Yu Gothic"/>
              </a:defRPr>
            </a:defPPr>
            <a:lvl1pPr algn="l">
              <a:buNone/>
              <a:defRPr sz="2925" b="1">
                <a:solidFill>
                  <a:srgbClr val="18364F"/>
                </a:solidFill>
                <a:latin typeface="Yu Gothic"/>
                <a:ea typeface="Yu Gothic"/>
                <a:cs typeface="Yu Gothic"/>
              </a:defRPr>
            </a:lvl1pPr>
            <a:lvl2pPr algn="l">
              <a:buNone/>
              <a:defRPr sz="2925" b="1">
                <a:solidFill>
                  <a:srgbClr val="18364F"/>
                </a:solidFill>
                <a:latin typeface="Yu Gothic"/>
                <a:ea typeface="Yu Gothic"/>
                <a:cs typeface="Yu Gothic"/>
              </a:defRPr>
            </a:lvl2pPr>
            <a:lvl3pPr algn="l">
              <a:buNone/>
              <a:defRPr sz="2925" b="1">
                <a:solidFill>
                  <a:srgbClr val="18364F"/>
                </a:solidFill>
                <a:latin typeface="Yu Gothic"/>
                <a:ea typeface="Yu Gothic"/>
                <a:cs typeface="Yu Gothic"/>
              </a:defRPr>
            </a:lvl3pPr>
            <a:lvl4pPr algn="l">
              <a:buNone/>
              <a:defRPr sz="2925" b="1">
                <a:solidFill>
                  <a:srgbClr val="18364F"/>
                </a:solidFill>
                <a:latin typeface="Yu Gothic"/>
                <a:ea typeface="Yu Gothic"/>
                <a:cs typeface="Yu Gothic"/>
              </a:defRPr>
            </a:lvl4pPr>
            <a:lvl5pPr algn="l">
              <a:buNone/>
              <a:defRPr sz="2925" b="1">
                <a:solidFill>
                  <a:srgbClr val="18364F"/>
                </a:solidFill>
                <a:latin typeface="Yu Gothic"/>
                <a:ea typeface="Yu Gothic"/>
                <a:cs typeface="Yu Gothic"/>
              </a:defRPr>
            </a:lvl5pPr>
            <a:lvl6pPr algn="l">
              <a:buNone/>
              <a:defRPr sz="2925" b="1">
                <a:solidFill>
                  <a:srgbClr val="18364F"/>
                </a:solidFill>
                <a:latin typeface="Yu Gothic"/>
                <a:ea typeface="Yu Gothic"/>
                <a:cs typeface="Yu Gothic"/>
              </a:defRPr>
            </a:lvl6pPr>
            <a:lvl7pPr algn="l">
              <a:buNone/>
              <a:defRPr sz="2925" b="1">
                <a:solidFill>
                  <a:srgbClr val="18364F"/>
                </a:solidFill>
                <a:latin typeface="Yu Gothic"/>
                <a:ea typeface="Yu Gothic"/>
                <a:cs typeface="Yu Gothic"/>
              </a:defRPr>
            </a:lvl7pPr>
            <a:lvl8pPr algn="l">
              <a:buNone/>
              <a:defRPr sz="2925" b="1">
                <a:solidFill>
                  <a:srgbClr val="18364F"/>
                </a:solidFill>
                <a:latin typeface="Yu Gothic"/>
                <a:ea typeface="Yu Gothic"/>
                <a:cs typeface="Yu Gothic"/>
              </a:defRPr>
            </a:lvl8pPr>
            <a:lvl9pPr algn="l">
              <a:buNone/>
              <a:defRPr sz="2925" b="1">
                <a:solidFill>
                  <a:srgbClr val="18364F"/>
                </a:solidFill>
                <a:latin typeface="Yu Gothic"/>
                <a:ea typeface="Yu Gothic"/>
                <a:cs typeface="Yu Gothic"/>
              </a:defRPr>
            </a:lvl9pPr>
          </a:lstStyle>
          <a:p xmlns:a="http://schemas.openxmlformats.org/drawingml/2006/main">
            <a:pPr algn="l">
              <a:buNone/>
              <a:defRPr sz="2925" b="1">
                <a:solidFill>
                  <a:srgbClr val="18364F"/>
                </a:solidFill>
                <a:latin typeface="Yu Gothic"/>
                <a:ea typeface="Yu Gothic"/>
                <a:cs typeface="Yu Gothic"/>
              </a:defRPr>
            </a:pPr>
            <a:r>
              <a:rPr sz="2925" b="1">
                <a:solidFill>
                  <a:srgbClr val="18364F"/>
                </a:solidFill>
                <a:latin typeface="Yu Gothic"/>
                <a:ea typeface="Yu Gothic"/>
                <a:cs typeface="Yu Gothic"/>
              </a:rPr>
              <a:t>演習用：E = 206 GPa = 206,000 MPa</a:t>
            </a:r>
          </a:p>
        </p:txBody>
      </p:sp>
      <p:sp>
        <p:nvSpPr>
          <p:cNvPr id="6" name="text-5">
            <a:extLst xmlns:a="http://schemas.openxmlformats.org/drawingml/2006/main">
              <a:ext uri="{FF2B5EF4-FFF2-40B4-BE49-F238E27FC236}">
                <a16:creationId xmlns:a16="http://schemas.microsoft.com/office/drawing/2014/main" id="{36FF57D7-D817-4C5C-9DFC-BEE9EA2DC109}"/>
              </a:ext>
            </a:extLst>
          </p:cNvPr>
          <p:cNvSpPr>
            <a:spLocks xmlns:a="http://schemas.openxmlformats.org/drawingml/2006/main" noGrp="1"/>
          </p:cNvSpPr>
          <p:nvPr/>
        </p:nvSpPr>
        <p:spPr>
          <a:xfrm xmlns:a="http://schemas.openxmlformats.org/drawingml/2006/main">
            <a:off x="685800" y="292417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① 単位をそろえる　　　② 変化の方向を予想する</a:t>
            </a:r>
          </a:p>
        </p:txBody>
      </p:sp>
      <p:sp>
        <p:nvSpPr>
          <p:cNvPr id="7" name="text-6">
            <a:extLst xmlns:a="http://schemas.openxmlformats.org/drawingml/2006/main">
              <a:ext uri="{FF2B5EF4-FFF2-40B4-BE49-F238E27FC236}">
                <a16:creationId xmlns:a16="http://schemas.microsoft.com/office/drawing/2014/main" id="{DDE1CBCF-8894-4BEC-A2F9-F2ED4BC0DD71}"/>
              </a:ext>
            </a:extLst>
          </p:cNvPr>
          <p:cNvSpPr>
            <a:spLocks xmlns:a="http://schemas.openxmlformats.org/drawingml/2006/main" noGrp="1"/>
          </p:cNvSpPr>
          <p:nvPr/>
        </p:nvSpPr>
        <p:spPr>
          <a:xfrm xmlns:a="http://schemas.openxmlformats.org/drawingml/2006/main">
            <a:off x="685800" y="376237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③ 式を選んで代入　　　④ 単位と大きさを確かめる</a:t>
            </a:r>
          </a:p>
        </p:txBody>
      </p:sp>
      <p:sp>
        <p:nvSpPr>
          <p:cNvPr id="8" name="text-7">
            <a:extLst xmlns:a="http://schemas.openxmlformats.org/drawingml/2006/main">
              <a:ext uri="{FF2B5EF4-FFF2-40B4-BE49-F238E27FC236}">
                <a16:creationId xmlns:a16="http://schemas.microsoft.com/office/drawing/2014/main" id="{A49FD985-CF1B-40CF-9F54-2FE8F6D0D3F7}"/>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一様断面・軸方向荷重・小変形・線形弾性の範囲で計算する</a:t>
            </a:r>
          </a:p>
        </p:txBody>
      </p:sp>
      <p:sp>
        <p:nvSpPr>
          <p:cNvPr id="10" name="">
            <a:extLst xmlns:a="http://schemas.openxmlformats.org/drawingml/2006/main">
              <a:ext uri="{FF2B5EF4-FFF2-40B4-BE49-F238E27FC236}">
                <a16:creationId xmlns:a16="http://schemas.microsoft.com/office/drawing/2014/main" id="{D99D63D0-9B27-41F9-9999-E8FD98BD954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4965844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215DCD5-9232-4693-9C76-DDA21D736D46}"/>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　単位とICTの接続</a:t>
            </a:r>
          </a:p>
        </p:txBody>
      </p:sp>
      <p:cxnSp>
        <p:nvCxnSpPr>
          <p:cNvPr id="2" name="">
            <a:extLst xmlns:a="http://schemas.openxmlformats.org/drawingml/2006/main">
              <a:ext uri="{FF2B5EF4-FFF2-40B4-BE49-F238E27FC236}">
                <a16:creationId xmlns:a16="http://schemas.microsoft.com/office/drawing/2014/main" id="{0645E6A1-730D-43B9-AF4C-6348DC2AB98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D432D204-629E-4FE2-B0EA-9838D356993A}"/>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DF7239FE-F53A-4356-8DDE-50DF3BCCF60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33 / 57</a:t>
            </a:r>
          </a:p>
        </p:txBody>
      </p:sp>
      <p:sp>
        <p:nvSpPr>
          <p:cNvPr id="5" name="text-4">
            <a:extLst xmlns:a="http://schemas.openxmlformats.org/drawingml/2006/main">
              <a:ext uri="{FF2B5EF4-FFF2-40B4-BE49-F238E27FC236}">
                <a16:creationId xmlns:a16="http://schemas.microsoft.com/office/drawing/2014/main" id="{283DF13C-1E9B-4542-B982-DC306CBA13E9}"/>
              </a:ext>
            </a:extLst>
          </p:cNvPr>
          <p:cNvSpPr>
            <a:spLocks xmlns:a="http://schemas.openxmlformats.org/drawingml/2006/main" noGrp="1"/>
          </p:cNvSpPr>
          <p:nvPr/>
        </p:nvSpPr>
        <p:spPr>
          <a:xfrm xmlns:a="http://schemas.openxmlformats.org/drawingml/2006/main">
            <a:off x="685800" y="17049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a　0.0002 m² は何 mm²か</a:t>
            </a:r>
          </a:p>
        </p:txBody>
      </p:sp>
      <p:sp>
        <p:nvSpPr>
          <p:cNvPr id="6" name="text-5">
            <a:extLst xmlns:a="http://schemas.openxmlformats.org/drawingml/2006/main">
              <a:ext uri="{FF2B5EF4-FFF2-40B4-BE49-F238E27FC236}">
                <a16:creationId xmlns:a16="http://schemas.microsoft.com/office/drawing/2014/main" id="{13B839BB-0687-482B-89A0-E56C658BF927}"/>
              </a:ext>
            </a:extLst>
          </p:cNvPr>
          <p:cNvSpPr>
            <a:spLocks xmlns:a="http://schemas.openxmlformats.org/drawingml/2006/main" noGrp="1"/>
          </p:cNvSpPr>
          <p:nvPr/>
        </p:nvSpPr>
        <p:spPr>
          <a:xfrm xmlns:a="http://schemas.openxmlformats.org/drawingml/2006/main">
            <a:off x="685800" y="26384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b　2 kgf/m² は約何 Paか（1 kgf ≈ 9.8 N）</a:t>
            </a:r>
          </a:p>
        </p:txBody>
      </p:sp>
      <p:sp>
        <p:nvSpPr>
          <p:cNvPr id="7" name="text-6">
            <a:extLst xmlns:a="http://schemas.openxmlformats.org/drawingml/2006/main">
              <a:ext uri="{FF2B5EF4-FFF2-40B4-BE49-F238E27FC236}">
                <a16:creationId xmlns:a16="http://schemas.microsoft.com/office/drawing/2014/main" id="{0D0EAF6B-D135-4E00-8844-B35965D9869C}"/>
              </a:ext>
            </a:extLst>
          </p:cNvPr>
          <p:cNvSpPr>
            <a:spLocks xmlns:a="http://schemas.openxmlformats.org/drawingml/2006/main" noGrp="1"/>
          </p:cNvSpPr>
          <p:nvPr/>
        </p:nvSpPr>
        <p:spPr>
          <a:xfrm xmlns:a="http://schemas.openxmlformats.org/drawingml/2006/main">
            <a:off x="685800" y="35718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c　12 MB は何 Mbitか（1 B = 8 bit）</a:t>
            </a:r>
          </a:p>
        </p:txBody>
      </p:sp>
      <p:sp>
        <p:nvSpPr>
          <p:cNvPr id="8" name="text-7">
            <a:extLst xmlns:a="http://schemas.openxmlformats.org/drawingml/2006/main">
              <a:ext uri="{FF2B5EF4-FFF2-40B4-BE49-F238E27FC236}">
                <a16:creationId xmlns:a16="http://schemas.microsoft.com/office/drawing/2014/main" id="{97DC8B8B-2025-4125-8341-1F48668BC6D3}"/>
              </a:ext>
            </a:extLst>
          </p:cNvPr>
          <p:cNvSpPr>
            <a:spLocks xmlns:a="http://schemas.openxmlformats.org/drawingml/2006/main" noGrp="1"/>
          </p:cNvSpPr>
          <p:nvPr/>
        </p:nvSpPr>
        <p:spPr>
          <a:xfrm xmlns:a="http://schemas.openxmlformats.org/drawingml/2006/main">
            <a:off x="685800" y="45053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d　24 Mbit/s で c の量を送る理想時間は何 sか</a:t>
            </a:r>
          </a:p>
        </p:txBody>
      </p:sp>
      <p:sp>
        <p:nvSpPr>
          <p:cNvPr id="9" name="text-8">
            <a:extLst xmlns:a="http://schemas.openxmlformats.org/drawingml/2006/main">
              <a:ext uri="{FF2B5EF4-FFF2-40B4-BE49-F238E27FC236}">
                <a16:creationId xmlns:a16="http://schemas.microsoft.com/office/drawing/2014/main" id="{AFCD605C-2BF5-4A47-912A-56162F0F017E}"/>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換算倍率と、時間を求める式を答案に書く</a:t>
            </a:r>
          </a:p>
        </p:txBody>
      </p:sp>
    </p:spTree>
    <p:extLst>
      <p:ext uri="{BB962C8B-B14F-4D97-AF65-F5344CB8AC3E}">
        <p14:creationId xmlns:p14="http://schemas.microsoft.com/office/powerpoint/2010/main" val="71417146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4F46D8C-B42F-4059-A16B-4A3F6278516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演習1の解答</a:t>
            </a:r>
          </a:p>
        </p:txBody>
      </p:sp>
      <p:cxnSp>
        <p:nvCxnSpPr>
          <p:cNvPr id="2" name="">
            <a:extLst xmlns:a="http://schemas.openxmlformats.org/drawingml/2006/main">
              <a:ext uri="{FF2B5EF4-FFF2-40B4-BE49-F238E27FC236}">
                <a16:creationId xmlns:a16="http://schemas.microsoft.com/office/drawing/2014/main" id="{84F901ED-9F4D-454B-9B80-7C25938300D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text-2">
            <a:extLst xmlns:a="http://schemas.openxmlformats.org/drawingml/2006/main">
              <a:ext uri="{FF2B5EF4-FFF2-40B4-BE49-F238E27FC236}">
                <a16:creationId xmlns:a16="http://schemas.microsoft.com/office/drawing/2014/main" id="{66B064F0-D6C5-4AFD-B048-FB3638D3A16D}"/>
              </a:ext>
            </a:extLst>
          </p:cNvPr>
          <p:cNvSpPr>
            <a:spLocks xmlns:a="http://schemas.openxmlformats.org/drawingml/2006/main" noGrp="1"/>
          </p:cNvSpPr>
          <p:nvPr/>
        </p:nvSpPr>
        <p:spPr>
          <a:xfrm xmlns:a="http://schemas.openxmlformats.org/drawingml/2006/main">
            <a:off x="685800" y="6410325"/>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第2回</a:t>
            </a:r>
          </a:p>
        </p:txBody>
      </p:sp>
      <p:sp>
        <p:nvSpPr>
          <p:cNvPr id="4" name="text-3">
            <a:extLst xmlns:a="http://schemas.openxmlformats.org/drawingml/2006/main">
              <a:ext uri="{FF2B5EF4-FFF2-40B4-BE49-F238E27FC236}">
                <a16:creationId xmlns:a16="http://schemas.microsoft.com/office/drawing/2014/main" id="{A823D7EE-D225-49E6-8D0E-D0B282D5E3B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34 / 57</a:t>
            </a:r>
          </a:p>
        </p:txBody>
      </p:sp>
      <p:sp>
        <p:nvSpPr>
          <p:cNvPr id="5" name="text-4">
            <a:extLst xmlns:a="http://schemas.openxmlformats.org/drawingml/2006/main">
              <a:ext uri="{FF2B5EF4-FFF2-40B4-BE49-F238E27FC236}">
                <a16:creationId xmlns:a16="http://schemas.microsoft.com/office/drawing/2014/main" id="{CEA100C2-5D5B-462A-8B28-7DCA8B4FC43B}"/>
              </a:ext>
            </a:extLst>
          </p:cNvPr>
          <p:cNvSpPr>
            <a:spLocks xmlns:a="http://schemas.openxmlformats.org/drawingml/2006/main" noGrp="1"/>
          </p:cNvSpPr>
          <p:nvPr/>
        </p:nvSpPr>
        <p:spPr>
          <a:xfrm xmlns:a="http://schemas.openxmlformats.org/drawingml/2006/main">
            <a:off x="685800" y="17049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a　0.0002 × (1,000)² = 200 mm²</a:t>
            </a:r>
          </a:p>
        </p:txBody>
      </p:sp>
      <p:sp>
        <p:nvSpPr>
          <p:cNvPr id="6" name="text-5">
            <a:extLst xmlns:a="http://schemas.openxmlformats.org/drawingml/2006/main">
              <a:ext uri="{FF2B5EF4-FFF2-40B4-BE49-F238E27FC236}">
                <a16:creationId xmlns:a16="http://schemas.microsoft.com/office/drawing/2014/main" id="{7D41547E-2169-496F-A698-492CD9A1CC20}"/>
              </a:ext>
            </a:extLst>
          </p:cNvPr>
          <p:cNvSpPr>
            <a:spLocks xmlns:a="http://schemas.openxmlformats.org/drawingml/2006/main" noGrp="1"/>
          </p:cNvSpPr>
          <p:nvPr/>
        </p:nvSpPr>
        <p:spPr>
          <a:xfrm xmlns:a="http://schemas.openxmlformats.org/drawingml/2006/main">
            <a:off x="685800" y="26384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b　2 kgf/m² × 9.8 N/kgf ≈ 19.6 Pa</a:t>
            </a:r>
          </a:p>
        </p:txBody>
      </p:sp>
      <p:sp>
        <p:nvSpPr>
          <p:cNvPr id="7" name="text-6">
            <a:extLst xmlns:a="http://schemas.openxmlformats.org/drawingml/2006/main">
              <a:ext uri="{FF2B5EF4-FFF2-40B4-BE49-F238E27FC236}">
                <a16:creationId xmlns:a16="http://schemas.microsoft.com/office/drawing/2014/main" id="{D7F84838-25E9-488D-8B01-2CB62E38BDCF}"/>
              </a:ext>
            </a:extLst>
          </p:cNvPr>
          <p:cNvSpPr>
            <a:spLocks xmlns:a="http://schemas.openxmlformats.org/drawingml/2006/main" noGrp="1"/>
          </p:cNvSpPr>
          <p:nvPr/>
        </p:nvSpPr>
        <p:spPr>
          <a:xfrm xmlns:a="http://schemas.openxmlformats.org/drawingml/2006/main">
            <a:off x="685800" y="357187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c　12 MB × 8 bit/B = 96 Mbit</a:t>
            </a:r>
          </a:p>
        </p:txBody>
      </p:sp>
      <p:sp>
        <p:nvSpPr>
          <p:cNvPr id="8" name="text-7">
            <a:extLst xmlns:a="http://schemas.openxmlformats.org/drawingml/2006/main">
              <a:ext uri="{FF2B5EF4-FFF2-40B4-BE49-F238E27FC236}">
                <a16:creationId xmlns:a16="http://schemas.microsoft.com/office/drawing/2014/main" id="{7415ABBF-3118-4DD1-BCFE-BE2D89D71678}"/>
              </a:ext>
            </a:extLst>
          </p:cNvPr>
          <p:cNvSpPr>
            <a:spLocks xmlns:a="http://schemas.openxmlformats.org/drawingml/2006/main" noGrp="1"/>
          </p:cNvSpPr>
          <p:nvPr/>
        </p:nvSpPr>
        <p:spPr>
          <a:xfrm xmlns:a="http://schemas.openxmlformats.org/drawingml/2006/main">
            <a:off x="685800" y="4505325"/>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d　96 Mbit ÷ 24 Mbit/s = 4 s</a:t>
            </a:r>
          </a:p>
        </p:txBody>
      </p:sp>
      <p:sp>
        <p:nvSpPr>
          <p:cNvPr id="9" name="text-8">
            <a:extLst xmlns:a="http://schemas.openxmlformats.org/drawingml/2006/main">
              <a:ext uri="{FF2B5EF4-FFF2-40B4-BE49-F238E27FC236}">
                <a16:creationId xmlns:a16="http://schemas.microsoft.com/office/drawing/2014/main" id="{391FC941-CB19-4F76-A0F3-7CCBCBB4805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8364F"/>
                </a:solidFill>
                <a:latin typeface="Yu Gothic"/>
                <a:ea typeface="Yu Gothic"/>
                <a:cs typeface="Yu Gothic"/>
              </a:defRPr>
            </a:defPPr>
            <a:lvl1pPr algn="l">
              <a:buNone/>
              <a:defRPr sz="1875" b="0">
                <a:solidFill>
                  <a:srgbClr val="18364F"/>
                </a:solidFill>
                <a:latin typeface="Yu Gothic"/>
                <a:ea typeface="Yu Gothic"/>
                <a:cs typeface="Yu Gothic"/>
              </a:defRPr>
            </a:lvl1pPr>
            <a:lvl2pPr algn="l">
              <a:buNone/>
              <a:defRPr sz="1875" b="0">
                <a:solidFill>
                  <a:srgbClr val="18364F"/>
                </a:solidFill>
                <a:latin typeface="Yu Gothic"/>
                <a:ea typeface="Yu Gothic"/>
                <a:cs typeface="Yu Gothic"/>
              </a:defRPr>
            </a:lvl2pPr>
            <a:lvl3pPr algn="l">
              <a:buNone/>
              <a:defRPr sz="1875" b="0">
                <a:solidFill>
                  <a:srgbClr val="18364F"/>
                </a:solidFill>
                <a:latin typeface="Yu Gothic"/>
                <a:ea typeface="Yu Gothic"/>
                <a:cs typeface="Yu Gothic"/>
              </a:defRPr>
            </a:lvl3pPr>
            <a:lvl4pPr algn="l">
              <a:buNone/>
              <a:defRPr sz="1875" b="0">
                <a:solidFill>
                  <a:srgbClr val="18364F"/>
                </a:solidFill>
                <a:latin typeface="Yu Gothic"/>
                <a:ea typeface="Yu Gothic"/>
                <a:cs typeface="Yu Gothic"/>
              </a:defRPr>
            </a:lvl4pPr>
            <a:lvl5pPr algn="l">
              <a:buNone/>
              <a:defRPr sz="1875" b="0">
                <a:solidFill>
                  <a:srgbClr val="18364F"/>
                </a:solidFill>
                <a:latin typeface="Yu Gothic"/>
                <a:ea typeface="Yu Gothic"/>
                <a:cs typeface="Yu Gothic"/>
              </a:defRPr>
            </a:lvl5pPr>
            <a:lvl6pPr algn="l">
              <a:buNone/>
              <a:defRPr sz="1875" b="0">
                <a:solidFill>
                  <a:srgbClr val="18364F"/>
                </a:solidFill>
                <a:latin typeface="Yu Gothic"/>
                <a:ea typeface="Yu Gothic"/>
                <a:cs typeface="Yu Gothic"/>
              </a:defRPr>
            </a:lvl6pPr>
            <a:lvl7pPr algn="l">
              <a:buNone/>
              <a:defRPr sz="1875" b="0">
                <a:solidFill>
                  <a:srgbClr val="18364F"/>
                </a:solidFill>
                <a:latin typeface="Yu Gothic"/>
                <a:ea typeface="Yu Gothic"/>
                <a:cs typeface="Yu Gothic"/>
              </a:defRPr>
            </a:lvl7pPr>
            <a:lvl8pPr algn="l">
              <a:buNone/>
              <a:defRPr sz="1875" b="0">
                <a:solidFill>
                  <a:srgbClr val="18364F"/>
                </a:solidFill>
                <a:latin typeface="Yu Gothic"/>
                <a:ea typeface="Yu Gothic"/>
                <a:cs typeface="Yu Gothic"/>
              </a:defRPr>
            </a:lvl8pPr>
            <a:lvl9pPr algn="l">
              <a:buNone/>
              <a:defRPr sz="1875" b="0">
                <a:solidFill>
                  <a:srgbClr val="18364F"/>
                </a:solidFill>
                <a:latin typeface="Yu Gothic"/>
                <a:ea typeface="Yu Gothic"/>
                <a:cs typeface="Yu Gothic"/>
              </a:defRPr>
            </a:lvl9pPr>
          </a:lstStyle>
          <a:p xmlns:a="http://schemas.openxmlformats.org/drawingml/2006/main">
            <a:pPr algn="l">
              <a:buNone/>
              <a:defRPr sz="1875" b="0">
                <a:solidFill>
                  <a:srgbClr val="18364F"/>
                </a:solidFill>
                <a:latin typeface="Yu Gothic"/>
                <a:ea typeface="Yu Gothic"/>
                <a:cs typeface="Yu Gothic"/>
              </a:defRPr>
            </a:pPr>
            <a:r>
              <a:rPr sz="1875" b="0">
                <a:solidFill>
                  <a:srgbClr val="18364F"/>
                </a:solidFill>
                <a:latin typeface="Yu Gothic"/>
                <a:ea typeface="Yu Gothic"/>
                <a:cs typeface="Yu Gothic"/>
              </a:rPr>
              <a:t>SI接頭語は10の累乗。B と bit の違いも確かめる</a:t>
            </a:r>
          </a:p>
        </p:txBody>
      </p:sp>
    </p:spTree>
    <p:extLst>
      <p:ext uri="{BB962C8B-B14F-4D97-AF65-F5344CB8AC3E}">
        <p14:creationId xmlns:p14="http://schemas.microsoft.com/office/powerpoint/2010/main" val="64335744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F95145E-4BC0-484F-95E2-C3F067BA341F}"/>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　測定値から応力とひずみ</a:t>
            </a:r>
          </a:p>
        </p:txBody>
      </p:sp>
      <p:cxnSp>
        <p:nvCxnSpPr>
          <p:cNvPr id="2" name="">
            <a:extLst xmlns:a="http://schemas.openxmlformats.org/drawingml/2006/main">
              <a:ext uri="{FF2B5EF4-FFF2-40B4-BE49-F238E27FC236}">
                <a16:creationId xmlns:a16="http://schemas.microsoft.com/office/drawing/2014/main" id="{C1CD1E66-6C9F-4299-B006-8D2459C186E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BB4EA65C-1B87-4537-B6D5-EA2A1CF21B2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35 / 57</a:t>
            </a:r>
          </a:p>
        </p:txBody>
      </p:sp>
      <p:sp>
        <p:nvSpPr>
          <p:cNvPr id="5" name="text-4">
            <a:extLst xmlns:a="http://schemas.openxmlformats.org/drawingml/2006/main">
              <a:ext uri="{FF2B5EF4-FFF2-40B4-BE49-F238E27FC236}">
                <a16:creationId xmlns:a16="http://schemas.microsoft.com/office/drawing/2014/main" id="{F29C3F7B-E199-46C1-923B-370D081DBDD2}"/>
              </a:ext>
            </a:extLst>
          </p:cNvPr>
          <p:cNvSpPr>
            <a:spLocks xmlns:a="http://schemas.openxmlformats.org/drawingml/2006/main" noGrp="1"/>
          </p:cNvSpPr>
          <p:nvPr/>
        </p:nvSpPr>
        <p:spPr>
          <a:xfrm xmlns:a="http://schemas.openxmlformats.org/drawingml/2006/main">
            <a:off x="685800" y="168592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F = 2,060 N　　A₀ = 20 mm²</a:t>
            </a:r>
          </a:p>
        </p:txBody>
      </p:sp>
      <p:sp>
        <p:nvSpPr>
          <p:cNvPr id="6" name="text-5">
            <a:extLst xmlns:a="http://schemas.openxmlformats.org/drawingml/2006/main">
              <a:ext uri="{FF2B5EF4-FFF2-40B4-BE49-F238E27FC236}">
                <a16:creationId xmlns:a16="http://schemas.microsoft.com/office/drawing/2014/main" id="{401242FF-4373-4FCD-A774-35091EE5B29C}"/>
              </a:ext>
            </a:extLst>
          </p:cNvPr>
          <p:cNvSpPr>
            <a:spLocks xmlns:a="http://schemas.openxmlformats.org/drawingml/2006/main" noGrp="1"/>
          </p:cNvSpPr>
          <p:nvPr/>
        </p:nvSpPr>
        <p:spPr>
          <a:xfrm xmlns:a="http://schemas.openxmlformats.org/drawingml/2006/main">
            <a:off x="685800" y="27241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253C4D"/>
                </a:solidFill>
                <a:latin typeface="Yu Gothic"/>
                <a:ea typeface="Yu Gothic"/>
                <a:cs typeface="Yu Gothic"/>
              </a:defRPr>
            </a:defPPr>
            <a:lvl1pPr algn="l">
              <a:buNone/>
              <a:defRPr sz="2625" b="0">
                <a:solidFill>
                  <a:srgbClr val="253C4D"/>
                </a:solidFill>
                <a:latin typeface="Yu Gothic"/>
                <a:ea typeface="Yu Gothic"/>
                <a:cs typeface="Yu Gothic"/>
              </a:defRPr>
            </a:lvl1pPr>
            <a:lvl2pPr algn="l">
              <a:buNone/>
              <a:defRPr sz="2625" b="0">
                <a:solidFill>
                  <a:srgbClr val="253C4D"/>
                </a:solidFill>
                <a:latin typeface="Yu Gothic"/>
                <a:ea typeface="Yu Gothic"/>
                <a:cs typeface="Yu Gothic"/>
              </a:defRPr>
            </a:lvl2pPr>
            <a:lvl3pPr algn="l">
              <a:buNone/>
              <a:defRPr sz="2625" b="0">
                <a:solidFill>
                  <a:srgbClr val="253C4D"/>
                </a:solidFill>
                <a:latin typeface="Yu Gothic"/>
                <a:ea typeface="Yu Gothic"/>
                <a:cs typeface="Yu Gothic"/>
              </a:defRPr>
            </a:lvl3pPr>
            <a:lvl4pPr algn="l">
              <a:buNone/>
              <a:defRPr sz="2625" b="0">
                <a:solidFill>
                  <a:srgbClr val="253C4D"/>
                </a:solidFill>
                <a:latin typeface="Yu Gothic"/>
                <a:ea typeface="Yu Gothic"/>
                <a:cs typeface="Yu Gothic"/>
              </a:defRPr>
            </a:lvl4pPr>
            <a:lvl5pPr algn="l">
              <a:buNone/>
              <a:defRPr sz="2625" b="0">
                <a:solidFill>
                  <a:srgbClr val="253C4D"/>
                </a:solidFill>
                <a:latin typeface="Yu Gothic"/>
                <a:ea typeface="Yu Gothic"/>
                <a:cs typeface="Yu Gothic"/>
              </a:defRPr>
            </a:lvl5pPr>
            <a:lvl6pPr algn="l">
              <a:buNone/>
              <a:defRPr sz="2625" b="0">
                <a:solidFill>
                  <a:srgbClr val="253C4D"/>
                </a:solidFill>
                <a:latin typeface="Yu Gothic"/>
                <a:ea typeface="Yu Gothic"/>
                <a:cs typeface="Yu Gothic"/>
              </a:defRPr>
            </a:lvl6pPr>
            <a:lvl7pPr algn="l">
              <a:buNone/>
              <a:defRPr sz="2625" b="0">
                <a:solidFill>
                  <a:srgbClr val="253C4D"/>
                </a:solidFill>
                <a:latin typeface="Yu Gothic"/>
                <a:ea typeface="Yu Gothic"/>
                <a:cs typeface="Yu Gothic"/>
              </a:defRPr>
            </a:lvl7pPr>
            <a:lvl8pPr algn="l">
              <a:buNone/>
              <a:defRPr sz="2625" b="0">
                <a:solidFill>
                  <a:srgbClr val="253C4D"/>
                </a:solidFill>
                <a:latin typeface="Yu Gothic"/>
                <a:ea typeface="Yu Gothic"/>
                <a:cs typeface="Yu Gothic"/>
              </a:defRPr>
            </a:lvl8pPr>
            <a:lvl9pPr algn="l">
              <a:buNone/>
              <a:defRPr sz="2625" b="0">
                <a:solidFill>
                  <a:srgbClr val="253C4D"/>
                </a:solidFill>
                <a:latin typeface="Yu Gothic"/>
                <a:ea typeface="Yu Gothic"/>
                <a:cs typeface="Yu Gothic"/>
              </a:defRPr>
            </a:lvl9pPr>
          </a:lstStyle>
          <a:p xmlns:a="http://schemas.openxmlformats.org/drawingml/2006/main">
            <a:pPr algn="l">
              <a:buNone/>
              <a:defRPr sz="2625" b="0">
                <a:solidFill>
                  <a:srgbClr val="253C4D"/>
                </a:solidFill>
                <a:latin typeface="Yu Gothic"/>
                <a:ea typeface="Yu Gothic"/>
                <a:cs typeface="Yu Gothic"/>
              </a:defRPr>
            </a:pPr>
            <a:r>
              <a:rPr sz="2625" b="0">
                <a:solidFill>
                  <a:srgbClr val="253C4D"/>
                </a:solidFill>
                <a:latin typeface="Yu Gothic"/>
                <a:ea typeface="Yu Gothic"/>
                <a:cs typeface="Yu Gothic"/>
              </a:rPr>
              <a:t>L₀ = 1,000 mm　　測った伸び ΔL = 0.500 mm</a:t>
            </a:r>
          </a:p>
        </p:txBody>
      </p:sp>
      <p:sp>
        <p:nvSpPr>
          <p:cNvPr id="7" name="text-6">
            <a:extLst xmlns:a="http://schemas.openxmlformats.org/drawingml/2006/main">
              <a:ext uri="{FF2B5EF4-FFF2-40B4-BE49-F238E27FC236}">
                <a16:creationId xmlns:a16="http://schemas.microsoft.com/office/drawing/2014/main" id="{CA564294-35C4-479C-B2D1-86FCBC0243B0}"/>
              </a:ext>
            </a:extLst>
          </p:cNvPr>
          <p:cNvSpPr>
            <a:spLocks xmlns:a="http://schemas.openxmlformats.org/drawingml/2006/main" noGrp="1"/>
          </p:cNvSpPr>
          <p:nvPr/>
        </p:nvSpPr>
        <p:spPr>
          <a:xfrm xmlns:a="http://schemas.openxmlformats.org/drawingml/2006/main">
            <a:off x="685800" y="390525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a　平均垂直応力 σ を求める</a:t>
            </a:r>
          </a:p>
        </p:txBody>
      </p:sp>
      <p:sp>
        <p:nvSpPr>
          <p:cNvPr id="8" name="text-7">
            <a:extLst xmlns:a="http://schemas.openxmlformats.org/drawingml/2006/main">
              <a:ext uri="{FF2B5EF4-FFF2-40B4-BE49-F238E27FC236}">
                <a16:creationId xmlns:a16="http://schemas.microsoft.com/office/drawing/2014/main" id="{2C813B4E-6268-41FD-89D6-7316EF02AE35}"/>
              </a:ext>
            </a:extLst>
          </p:cNvPr>
          <p:cNvSpPr>
            <a:spLocks xmlns:a="http://schemas.openxmlformats.org/drawingml/2006/main" noGrp="1"/>
          </p:cNvSpPr>
          <p:nvPr/>
        </p:nvSpPr>
        <p:spPr>
          <a:xfrm xmlns:a="http://schemas.openxmlformats.org/drawingml/2006/main">
            <a:off x="685800" y="4733925"/>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b　ひずみ ε を比と % で表す</a:t>
            </a:r>
          </a:p>
        </p:txBody>
      </p:sp>
      <p:sp>
        <p:nvSpPr>
          <p:cNvPr id="9" name="text-8">
            <a:extLst xmlns:a="http://schemas.openxmlformats.org/drawingml/2006/main">
              <a:ext uri="{FF2B5EF4-FFF2-40B4-BE49-F238E27FC236}">
                <a16:creationId xmlns:a16="http://schemas.microsoft.com/office/drawing/2014/main" id="{674AD574-FEF3-497C-9376-39953530BCB4}"/>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定義式で計算する（授業用の仮想測定データ）</a:t>
            </a:r>
          </a:p>
        </p:txBody>
      </p:sp>
      <p:sp>
        <p:nvSpPr>
          <p:cNvPr id="11" name="">
            <a:extLst xmlns:a="http://schemas.openxmlformats.org/drawingml/2006/main">
              <a:ext uri="{FF2B5EF4-FFF2-40B4-BE49-F238E27FC236}">
                <a16:creationId xmlns:a16="http://schemas.microsoft.com/office/drawing/2014/main" id="{492F9CC2-8A2A-4C0A-9DAA-9B4443DF895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a:t>
            </a:r>
          </a:p>
        </p:txBody>
      </p:sp>
    </p:spTree>
    <p:extLst>
      <p:ext uri="{BB962C8B-B14F-4D97-AF65-F5344CB8AC3E}">
        <p14:creationId xmlns:p14="http://schemas.microsoft.com/office/powerpoint/2010/main" val="49211044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859D459-2D6D-4E85-BD79-35CE21376BF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演習2の解答</a:t>
            </a:r>
          </a:p>
        </p:txBody>
      </p:sp>
      <p:cxnSp>
        <p:nvCxnSpPr>
          <p:cNvPr id="2" name="">
            <a:extLst xmlns:a="http://schemas.openxmlformats.org/drawingml/2006/main">
              <a:ext uri="{FF2B5EF4-FFF2-40B4-BE49-F238E27FC236}">
                <a16:creationId xmlns:a16="http://schemas.microsoft.com/office/drawing/2014/main" id="{74E11C7A-D863-458F-AECD-CEC2A14018F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25B1629E-F3A0-4221-992C-3B39CDD0C12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36 / 57</a:t>
            </a:r>
          </a:p>
        </p:txBody>
      </p:sp>
      <p:sp>
        <p:nvSpPr>
          <p:cNvPr id="5" name="text-4">
            <a:extLst xmlns:a="http://schemas.openxmlformats.org/drawingml/2006/main">
              <a:ext uri="{FF2B5EF4-FFF2-40B4-BE49-F238E27FC236}">
                <a16:creationId xmlns:a16="http://schemas.microsoft.com/office/drawing/2014/main" id="{8195A8C1-0A41-4130-9561-463AB42CCB3C}"/>
              </a:ext>
            </a:extLst>
          </p:cNvPr>
          <p:cNvSpPr>
            <a:spLocks xmlns:a="http://schemas.openxmlformats.org/drawingml/2006/main" noGrp="1"/>
          </p:cNvSpPr>
          <p:nvPr/>
        </p:nvSpPr>
        <p:spPr>
          <a:xfrm xmlns:a="http://schemas.openxmlformats.org/drawingml/2006/main">
            <a:off x="685800" y="16954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8364F"/>
                </a:solidFill>
                <a:latin typeface="Yu Gothic"/>
                <a:ea typeface="Yu Gothic"/>
                <a:cs typeface="Yu Gothic"/>
              </a:defRPr>
            </a:defPPr>
            <a:lvl1pPr algn="l">
              <a:buNone/>
              <a:defRPr sz="3600" b="1">
                <a:solidFill>
                  <a:srgbClr val="18364F"/>
                </a:solidFill>
                <a:latin typeface="Yu Gothic"/>
                <a:ea typeface="Yu Gothic"/>
                <a:cs typeface="Yu Gothic"/>
              </a:defRPr>
            </a:lvl1pPr>
            <a:lvl2pPr algn="l">
              <a:buNone/>
              <a:defRPr sz="3600" b="1">
                <a:solidFill>
                  <a:srgbClr val="18364F"/>
                </a:solidFill>
                <a:latin typeface="Yu Gothic"/>
                <a:ea typeface="Yu Gothic"/>
                <a:cs typeface="Yu Gothic"/>
              </a:defRPr>
            </a:lvl2pPr>
            <a:lvl3pPr algn="l">
              <a:buNone/>
              <a:defRPr sz="3600" b="1">
                <a:solidFill>
                  <a:srgbClr val="18364F"/>
                </a:solidFill>
                <a:latin typeface="Yu Gothic"/>
                <a:ea typeface="Yu Gothic"/>
                <a:cs typeface="Yu Gothic"/>
              </a:defRPr>
            </a:lvl3pPr>
            <a:lvl4pPr algn="l">
              <a:buNone/>
              <a:defRPr sz="3600" b="1">
                <a:solidFill>
                  <a:srgbClr val="18364F"/>
                </a:solidFill>
                <a:latin typeface="Yu Gothic"/>
                <a:ea typeface="Yu Gothic"/>
                <a:cs typeface="Yu Gothic"/>
              </a:defRPr>
            </a:lvl4pPr>
            <a:lvl5pPr algn="l">
              <a:buNone/>
              <a:defRPr sz="3600" b="1">
                <a:solidFill>
                  <a:srgbClr val="18364F"/>
                </a:solidFill>
                <a:latin typeface="Yu Gothic"/>
                <a:ea typeface="Yu Gothic"/>
                <a:cs typeface="Yu Gothic"/>
              </a:defRPr>
            </a:lvl5pPr>
            <a:lvl6pPr algn="l">
              <a:buNone/>
              <a:defRPr sz="3600" b="1">
                <a:solidFill>
                  <a:srgbClr val="18364F"/>
                </a:solidFill>
                <a:latin typeface="Yu Gothic"/>
                <a:ea typeface="Yu Gothic"/>
                <a:cs typeface="Yu Gothic"/>
              </a:defRPr>
            </a:lvl6pPr>
            <a:lvl7pPr algn="l">
              <a:buNone/>
              <a:defRPr sz="3600" b="1">
                <a:solidFill>
                  <a:srgbClr val="18364F"/>
                </a:solidFill>
                <a:latin typeface="Yu Gothic"/>
                <a:ea typeface="Yu Gothic"/>
                <a:cs typeface="Yu Gothic"/>
              </a:defRPr>
            </a:lvl7pPr>
            <a:lvl8pPr algn="l">
              <a:buNone/>
              <a:defRPr sz="3600" b="1">
                <a:solidFill>
                  <a:srgbClr val="18364F"/>
                </a:solidFill>
                <a:latin typeface="Yu Gothic"/>
                <a:ea typeface="Yu Gothic"/>
                <a:cs typeface="Yu Gothic"/>
              </a:defRPr>
            </a:lvl8pPr>
            <a:lvl9pPr algn="l">
              <a:buNone/>
              <a:defRPr sz="3600" b="1">
                <a:solidFill>
                  <a:srgbClr val="18364F"/>
                </a:solidFill>
                <a:latin typeface="Yu Gothic"/>
                <a:ea typeface="Yu Gothic"/>
                <a:cs typeface="Yu Gothic"/>
              </a:defRPr>
            </a:lvl9pPr>
          </a:lstStyle>
          <a:p xmlns:a="http://schemas.openxmlformats.org/drawingml/2006/main">
            <a:pPr algn="l">
              <a:buNone/>
              <a:defRPr sz="3600" b="1">
                <a:solidFill>
                  <a:srgbClr val="18364F"/>
                </a:solidFill>
                <a:latin typeface="Yu Gothic"/>
                <a:ea typeface="Yu Gothic"/>
                <a:cs typeface="Yu Gothic"/>
              </a:defRPr>
            </a:pPr>
            <a:r>
              <a:rPr sz="3600" b="1">
                <a:solidFill>
                  <a:srgbClr val="18364F"/>
                </a:solidFill>
                <a:latin typeface="Yu Gothic"/>
                <a:ea typeface="Yu Gothic"/>
                <a:cs typeface="Yu Gothic"/>
              </a:rPr>
              <a:t>σ = 2,060/20 = 103 MPa</a:t>
            </a:r>
          </a:p>
        </p:txBody>
      </p:sp>
      <p:sp>
        <p:nvSpPr>
          <p:cNvPr id="6" name="text-5">
            <a:extLst xmlns:a="http://schemas.openxmlformats.org/drawingml/2006/main">
              <a:ext uri="{FF2B5EF4-FFF2-40B4-BE49-F238E27FC236}">
                <a16:creationId xmlns:a16="http://schemas.microsoft.com/office/drawing/2014/main" id="{BADB2B71-D79E-4B0D-A8CE-1D94700A3915}"/>
              </a:ext>
            </a:extLst>
          </p:cNvPr>
          <p:cNvSpPr>
            <a:spLocks xmlns:a="http://schemas.openxmlformats.org/drawingml/2006/main" noGrp="1"/>
          </p:cNvSpPr>
          <p:nvPr/>
        </p:nvSpPr>
        <p:spPr>
          <a:xfrm xmlns:a="http://schemas.openxmlformats.org/drawingml/2006/main">
            <a:off x="685800" y="28003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8364F"/>
                </a:solidFill>
                <a:latin typeface="Yu Gothic"/>
                <a:ea typeface="Yu Gothic"/>
                <a:cs typeface="Yu Gothic"/>
              </a:defRPr>
            </a:defPPr>
            <a:lvl1pPr algn="l">
              <a:buNone/>
              <a:defRPr sz="3450" b="1">
                <a:solidFill>
                  <a:srgbClr val="18364F"/>
                </a:solidFill>
                <a:latin typeface="Yu Gothic"/>
                <a:ea typeface="Yu Gothic"/>
                <a:cs typeface="Yu Gothic"/>
              </a:defRPr>
            </a:lvl1pPr>
            <a:lvl2pPr algn="l">
              <a:buNone/>
              <a:defRPr sz="3450" b="1">
                <a:solidFill>
                  <a:srgbClr val="18364F"/>
                </a:solidFill>
                <a:latin typeface="Yu Gothic"/>
                <a:ea typeface="Yu Gothic"/>
                <a:cs typeface="Yu Gothic"/>
              </a:defRPr>
            </a:lvl2pPr>
            <a:lvl3pPr algn="l">
              <a:buNone/>
              <a:defRPr sz="3450" b="1">
                <a:solidFill>
                  <a:srgbClr val="18364F"/>
                </a:solidFill>
                <a:latin typeface="Yu Gothic"/>
                <a:ea typeface="Yu Gothic"/>
                <a:cs typeface="Yu Gothic"/>
              </a:defRPr>
            </a:lvl3pPr>
            <a:lvl4pPr algn="l">
              <a:buNone/>
              <a:defRPr sz="3450" b="1">
                <a:solidFill>
                  <a:srgbClr val="18364F"/>
                </a:solidFill>
                <a:latin typeface="Yu Gothic"/>
                <a:ea typeface="Yu Gothic"/>
                <a:cs typeface="Yu Gothic"/>
              </a:defRPr>
            </a:lvl4pPr>
            <a:lvl5pPr algn="l">
              <a:buNone/>
              <a:defRPr sz="3450" b="1">
                <a:solidFill>
                  <a:srgbClr val="18364F"/>
                </a:solidFill>
                <a:latin typeface="Yu Gothic"/>
                <a:ea typeface="Yu Gothic"/>
                <a:cs typeface="Yu Gothic"/>
              </a:defRPr>
            </a:lvl5pPr>
            <a:lvl6pPr algn="l">
              <a:buNone/>
              <a:defRPr sz="3450" b="1">
                <a:solidFill>
                  <a:srgbClr val="18364F"/>
                </a:solidFill>
                <a:latin typeface="Yu Gothic"/>
                <a:ea typeface="Yu Gothic"/>
                <a:cs typeface="Yu Gothic"/>
              </a:defRPr>
            </a:lvl6pPr>
            <a:lvl7pPr algn="l">
              <a:buNone/>
              <a:defRPr sz="3450" b="1">
                <a:solidFill>
                  <a:srgbClr val="18364F"/>
                </a:solidFill>
                <a:latin typeface="Yu Gothic"/>
                <a:ea typeface="Yu Gothic"/>
                <a:cs typeface="Yu Gothic"/>
              </a:defRPr>
            </a:lvl7pPr>
            <a:lvl8pPr algn="l">
              <a:buNone/>
              <a:defRPr sz="3450" b="1">
                <a:solidFill>
                  <a:srgbClr val="18364F"/>
                </a:solidFill>
                <a:latin typeface="Yu Gothic"/>
                <a:ea typeface="Yu Gothic"/>
                <a:cs typeface="Yu Gothic"/>
              </a:defRPr>
            </a:lvl8pPr>
            <a:lvl9pPr algn="l">
              <a:buNone/>
              <a:defRPr sz="3450" b="1">
                <a:solidFill>
                  <a:srgbClr val="18364F"/>
                </a:solidFill>
                <a:latin typeface="Yu Gothic"/>
                <a:ea typeface="Yu Gothic"/>
                <a:cs typeface="Yu Gothic"/>
              </a:defRPr>
            </a:lvl9pPr>
          </a:lstStyle>
          <a:p xmlns:a="http://schemas.openxmlformats.org/drawingml/2006/main">
            <a:pPr algn="l">
              <a:buNone/>
              <a:defRPr sz="3450" b="1">
                <a:solidFill>
                  <a:srgbClr val="18364F"/>
                </a:solidFill>
                <a:latin typeface="Yu Gothic"/>
                <a:ea typeface="Yu Gothic"/>
                <a:cs typeface="Yu Gothic"/>
              </a:defRPr>
            </a:pPr>
            <a:r>
              <a:rPr sz="3450" b="1">
                <a:solidFill>
                  <a:srgbClr val="18364F"/>
                </a:solidFill>
                <a:latin typeface="Yu Gothic"/>
                <a:ea typeface="Yu Gothic"/>
                <a:cs typeface="Yu Gothic"/>
              </a:rPr>
              <a:t>ε = 0.500/1,000 = 5.00×10⁻⁴</a:t>
            </a:r>
          </a:p>
        </p:txBody>
      </p:sp>
      <p:sp>
        <p:nvSpPr>
          <p:cNvPr id="7" name="text-6">
            <a:extLst xmlns:a="http://schemas.openxmlformats.org/drawingml/2006/main">
              <a:ext uri="{FF2B5EF4-FFF2-40B4-BE49-F238E27FC236}">
                <a16:creationId xmlns:a16="http://schemas.microsoft.com/office/drawing/2014/main" id="{763CF259-D78E-4362-B43F-9C4C996CF0CA}"/>
              </a:ext>
            </a:extLst>
          </p:cNvPr>
          <p:cNvSpPr>
            <a:spLocks xmlns:a="http://schemas.openxmlformats.org/drawingml/2006/main" noGrp="1"/>
          </p:cNvSpPr>
          <p:nvPr/>
        </p:nvSpPr>
        <p:spPr>
          <a:xfrm xmlns:a="http://schemas.openxmlformats.org/drawingml/2006/main">
            <a:off x="685800" y="400050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ε = 0.0500 %</a:t>
            </a:r>
          </a:p>
        </p:txBody>
      </p:sp>
      <p:sp>
        <p:nvSpPr>
          <p:cNvPr id="8" name="text-7">
            <a:extLst xmlns:a="http://schemas.openxmlformats.org/drawingml/2006/main">
              <a:ext uri="{FF2B5EF4-FFF2-40B4-BE49-F238E27FC236}">
                <a16:creationId xmlns:a16="http://schemas.microsoft.com/office/drawing/2014/main" id="{290F2DEC-1EF0-4AA9-8CD5-3990F6400705}"/>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伸び ΔL は mm、ひずみ ε は長さの比</a:t>
            </a:r>
          </a:p>
        </p:txBody>
      </p:sp>
      <p:sp>
        <p:nvSpPr>
          <p:cNvPr id="10" name="">
            <a:extLst xmlns:a="http://schemas.openxmlformats.org/drawingml/2006/main">
              <a:ext uri="{FF2B5EF4-FFF2-40B4-BE49-F238E27FC236}">
                <a16:creationId xmlns:a16="http://schemas.microsoft.com/office/drawing/2014/main" id="{61FB43F0-6E50-42A1-94CC-0A04DA0358D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ε：縦ひずみ</a:t>
            </a:r>
          </a:p>
        </p:txBody>
      </p:sp>
    </p:spTree>
    <p:extLst>
      <p:ext uri="{BB962C8B-B14F-4D97-AF65-F5344CB8AC3E}">
        <p14:creationId xmlns:p14="http://schemas.microsoft.com/office/powerpoint/2010/main" val="48141195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4490F3-8DFC-40BF-ABED-0753B4C1E1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17FE602A-07F4-4EEF-9C4A-06325490DB5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2AACD7B-A755-4D68-B3F5-79E06D37FF1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6051A6D8-08AC-4883-8275-9AC90FF17A7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5CD79526-E9E5-439E-ADD3-C27B1A2B0CB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再開後：演習3　E から伸びを予測</a:t>
            </a:r>
          </a:p>
        </p:txBody>
      </p:sp>
      <p:sp>
        <p:nvSpPr>
          <p:cNvPr id="6" name="">
            <a:extLst xmlns:a="http://schemas.openxmlformats.org/drawingml/2006/main">
              <a:ext uri="{FF2B5EF4-FFF2-40B4-BE49-F238E27FC236}">
                <a16:creationId xmlns:a16="http://schemas.microsoft.com/office/drawing/2014/main" id="{F21A9FCE-A058-48A5-AD78-F7D1C9CB039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8" name="">
            <a:extLst xmlns:a="http://schemas.openxmlformats.org/drawingml/2006/main">
              <a:ext uri="{FF2B5EF4-FFF2-40B4-BE49-F238E27FC236}">
                <a16:creationId xmlns:a16="http://schemas.microsoft.com/office/drawing/2014/main" id="{9CC8F1FD-B95C-4609-B1D7-EE1E796478F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57</a:t>
            </a:r>
          </a:p>
        </p:txBody>
      </p:sp>
      <p:sp>
        <p:nvSpPr>
          <p:cNvPr id="10" name="">
            <a:extLst xmlns:a="http://schemas.openxmlformats.org/drawingml/2006/main">
              <a:ext uri="{FF2B5EF4-FFF2-40B4-BE49-F238E27FC236}">
                <a16:creationId xmlns:a16="http://schemas.microsoft.com/office/drawing/2014/main" id="{F0BBF4F9-9BDA-44CC-9FFD-9721F858144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38043988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D76CDABA-0BF2-4681-89E9-38A5D6DB4FED}"/>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　E から伸びを予測</a:t>
            </a:r>
          </a:p>
        </p:txBody>
      </p:sp>
      <p:cxnSp>
        <p:nvCxnSpPr>
          <p:cNvPr id="2" name="">
            <a:extLst xmlns:a="http://schemas.openxmlformats.org/drawingml/2006/main">
              <a:ext uri="{FF2B5EF4-FFF2-40B4-BE49-F238E27FC236}">
                <a16:creationId xmlns:a16="http://schemas.microsoft.com/office/drawing/2014/main" id="{38573B85-D421-4839-8048-DC44699628F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8D5F9969-5316-4EA4-AC5F-6C44114438D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38 / 57</a:t>
            </a:r>
          </a:p>
        </p:txBody>
      </p:sp>
      <p:sp>
        <p:nvSpPr>
          <p:cNvPr id="5" name="text-4">
            <a:extLst xmlns:a="http://schemas.openxmlformats.org/drawingml/2006/main">
              <a:ext uri="{FF2B5EF4-FFF2-40B4-BE49-F238E27FC236}">
                <a16:creationId xmlns:a16="http://schemas.microsoft.com/office/drawing/2014/main" id="{F68D5758-9F30-4110-B1D9-8BC1C304944F}"/>
              </a:ext>
            </a:extLst>
          </p:cNvPr>
          <p:cNvSpPr>
            <a:spLocks xmlns:a="http://schemas.openxmlformats.org/drawingml/2006/main" noGrp="1"/>
          </p:cNvSpPr>
          <p:nvPr/>
        </p:nvSpPr>
        <p:spPr>
          <a:xfrm xmlns:a="http://schemas.openxmlformats.org/drawingml/2006/main">
            <a:off x="685800" y="16668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8364F"/>
                </a:solidFill>
                <a:latin typeface="Yu Gothic"/>
                <a:ea typeface="Yu Gothic"/>
                <a:cs typeface="Yu Gothic"/>
              </a:defRPr>
            </a:defPPr>
            <a:lvl1pPr algn="l">
              <a:buNone/>
              <a:defRPr sz="2550" b="1">
                <a:solidFill>
                  <a:srgbClr val="18364F"/>
                </a:solidFill>
                <a:latin typeface="Yu Gothic"/>
                <a:ea typeface="Yu Gothic"/>
                <a:cs typeface="Yu Gothic"/>
              </a:defRPr>
            </a:lvl1pPr>
            <a:lvl2pPr algn="l">
              <a:buNone/>
              <a:defRPr sz="2550" b="1">
                <a:solidFill>
                  <a:srgbClr val="18364F"/>
                </a:solidFill>
                <a:latin typeface="Yu Gothic"/>
                <a:ea typeface="Yu Gothic"/>
                <a:cs typeface="Yu Gothic"/>
              </a:defRPr>
            </a:lvl2pPr>
            <a:lvl3pPr algn="l">
              <a:buNone/>
              <a:defRPr sz="2550" b="1">
                <a:solidFill>
                  <a:srgbClr val="18364F"/>
                </a:solidFill>
                <a:latin typeface="Yu Gothic"/>
                <a:ea typeface="Yu Gothic"/>
                <a:cs typeface="Yu Gothic"/>
              </a:defRPr>
            </a:lvl3pPr>
            <a:lvl4pPr algn="l">
              <a:buNone/>
              <a:defRPr sz="2550" b="1">
                <a:solidFill>
                  <a:srgbClr val="18364F"/>
                </a:solidFill>
                <a:latin typeface="Yu Gothic"/>
                <a:ea typeface="Yu Gothic"/>
                <a:cs typeface="Yu Gothic"/>
              </a:defRPr>
            </a:lvl4pPr>
            <a:lvl5pPr algn="l">
              <a:buNone/>
              <a:defRPr sz="2550" b="1">
                <a:solidFill>
                  <a:srgbClr val="18364F"/>
                </a:solidFill>
                <a:latin typeface="Yu Gothic"/>
                <a:ea typeface="Yu Gothic"/>
                <a:cs typeface="Yu Gothic"/>
              </a:defRPr>
            </a:lvl5pPr>
            <a:lvl6pPr algn="l">
              <a:buNone/>
              <a:defRPr sz="2550" b="1">
                <a:solidFill>
                  <a:srgbClr val="18364F"/>
                </a:solidFill>
                <a:latin typeface="Yu Gothic"/>
                <a:ea typeface="Yu Gothic"/>
                <a:cs typeface="Yu Gothic"/>
              </a:defRPr>
            </a:lvl6pPr>
            <a:lvl7pPr algn="l">
              <a:buNone/>
              <a:defRPr sz="2550" b="1">
                <a:solidFill>
                  <a:srgbClr val="18364F"/>
                </a:solidFill>
                <a:latin typeface="Yu Gothic"/>
                <a:ea typeface="Yu Gothic"/>
                <a:cs typeface="Yu Gothic"/>
              </a:defRPr>
            </a:lvl7pPr>
            <a:lvl8pPr algn="l">
              <a:buNone/>
              <a:defRPr sz="2550" b="1">
                <a:solidFill>
                  <a:srgbClr val="18364F"/>
                </a:solidFill>
                <a:latin typeface="Yu Gothic"/>
                <a:ea typeface="Yu Gothic"/>
                <a:cs typeface="Yu Gothic"/>
              </a:defRPr>
            </a:lvl8pPr>
            <a:lvl9pPr algn="l">
              <a:buNone/>
              <a:defRPr sz="2550" b="1">
                <a:solidFill>
                  <a:srgbClr val="18364F"/>
                </a:solidFill>
                <a:latin typeface="Yu Gothic"/>
                <a:ea typeface="Yu Gothic"/>
                <a:cs typeface="Yu Gothic"/>
              </a:defRPr>
            </a:lvl9pPr>
          </a:lstStyle>
          <a:p xmlns:a="http://schemas.openxmlformats.org/drawingml/2006/main">
            <a:pPr algn="l">
              <a:buNone/>
              <a:defRPr sz="2550" b="1">
                <a:solidFill>
                  <a:srgbClr val="18364F"/>
                </a:solidFill>
                <a:latin typeface="Yu Gothic"/>
                <a:ea typeface="Yu Gothic"/>
                <a:cs typeface="Yu Gothic"/>
              </a:defRPr>
            </a:pPr>
            <a:r>
              <a:rPr sz="2550" b="1">
                <a:solidFill>
                  <a:srgbClr val="18364F"/>
                </a:solidFill>
                <a:latin typeface="Yu Gothic"/>
                <a:ea typeface="Yu Gothic"/>
                <a:cs typeface="Yu Gothic"/>
              </a:rPr>
              <a:t>F = 1,000 N　　A₀ = 20 mm²　　L₀ = 1,000 mm</a:t>
            </a:r>
          </a:p>
        </p:txBody>
      </p:sp>
      <p:sp>
        <p:nvSpPr>
          <p:cNvPr id="6" name="text-5">
            <a:extLst xmlns:a="http://schemas.openxmlformats.org/drawingml/2006/main">
              <a:ext uri="{FF2B5EF4-FFF2-40B4-BE49-F238E27FC236}">
                <a16:creationId xmlns:a16="http://schemas.microsoft.com/office/drawing/2014/main" id="{62E17EBC-06F7-4C26-93A0-E72AF245A0FE}"/>
              </a:ext>
            </a:extLst>
          </p:cNvPr>
          <p:cNvSpPr>
            <a:spLocks xmlns:a="http://schemas.openxmlformats.org/drawingml/2006/main" noGrp="1"/>
          </p:cNvSpPr>
          <p:nvPr/>
        </p:nvSpPr>
        <p:spPr>
          <a:xfrm xmlns:a="http://schemas.openxmlformats.org/drawingml/2006/main">
            <a:off x="685800" y="27813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825" b="1">
                <a:solidFill>
                  <a:srgbClr val="18364F"/>
                </a:solidFill>
                <a:latin typeface="Yu Gothic"/>
                <a:ea typeface="Yu Gothic"/>
                <a:cs typeface="Yu Gothic"/>
              </a:defRPr>
            </a:defPPr>
            <a:lvl1pPr algn="l">
              <a:buNone/>
              <a:defRPr sz="3825" b="1">
                <a:solidFill>
                  <a:srgbClr val="18364F"/>
                </a:solidFill>
                <a:latin typeface="Yu Gothic"/>
                <a:ea typeface="Yu Gothic"/>
                <a:cs typeface="Yu Gothic"/>
              </a:defRPr>
            </a:lvl1pPr>
            <a:lvl2pPr algn="l">
              <a:buNone/>
              <a:defRPr sz="3825" b="1">
                <a:solidFill>
                  <a:srgbClr val="18364F"/>
                </a:solidFill>
                <a:latin typeface="Yu Gothic"/>
                <a:ea typeface="Yu Gothic"/>
                <a:cs typeface="Yu Gothic"/>
              </a:defRPr>
            </a:lvl2pPr>
            <a:lvl3pPr algn="l">
              <a:buNone/>
              <a:defRPr sz="3825" b="1">
                <a:solidFill>
                  <a:srgbClr val="18364F"/>
                </a:solidFill>
                <a:latin typeface="Yu Gothic"/>
                <a:ea typeface="Yu Gothic"/>
                <a:cs typeface="Yu Gothic"/>
              </a:defRPr>
            </a:lvl3pPr>
            <a:lvl4pPr algn="l">
              <a:buNone/>
              <a:defRPr sz="3825" b="1">
                <a:solidFill>
                  <a:srgbClr val="18364F"/>
                </a:solidFill>
                <a:latin typeface="Yu Gothic"/>
                <a:ea typeface="Yu Gothic"/>
                <a:cs typeface="Yu Gothic"/>
              </a:defRPr>
            </a:lvl4pPr>
            <a:lvl5pPr algn="l">
              <a:buNone/>
              <a:defRPr sz="3825" b="1">
                <a:solidFill>
                  <a:srgbClr val="18364F"/>
                </a:solidFill>
                <a:latin typeface="Yu Gothic"/>
                <a:ea typeface="Yu Gothic"/>
                <a:cs typeface="Yu Gothic"/>
              </a:defRPr>
            </a:lvl5pPr>
            <a:lvl6pPr algn="l">
              <a:buNone/>
              <a:defRPr sz="3825" b="1">
                <a:solidFill>
                  <a:srgbClr val="18364F"/>
                </a:solidFill>
                <a:latin typeface="Yu Gothic"/>
                <a:ea typeface="Yu Gothic"/>
                <a:cs typeface="Yu Gothic"/>
              </a:defRPr>
            </a:lvl6pPr>
            <a:lvl7pPr algn="l">
              <a:buNone/>
              <a:defRPr sz="3825" b="1">
                <a:solidFill>
                  <a:srgbClr val="18364F"/>
                </a:solidFill>
                <a:latin typeface="Yu Gothic"/>
                <a:ea typeface="Yu Gothic"/>
                <a:cs typeface="Yu Gothic"/>
              </a:defRPr>
            </a:lvl7pPr>
            <a:lvl8pPr algn="l">
              <a:buNone/>
              <a:defRPr sz="3825" b="1">
                <a:solidFill>
                  <a:srgbClr val="18364F"/>
                </a:solidFill>
                <a:latin typeface="Yu Gothic"/>
                <a:ea typeface="Yu Gothic"/>
                <a:cs typeface="Yu Gothic"/>
              </a:defRPr>
            </a:lvl8pPr>
            <a:lvl9pPr algn="l">
              <a:buNone/>
              <a:defRPr sz="3825" b="1">
                <a:solidFill>
                  <a:srgbClr val="18364F"/>
                </a:solidFill>
                <a:latin typeface="Yu Gothic"/>
                <a:ea typeface="Yu Gothic"/>
                <a:cs typeface="Yu Gothic"/>
              </a:defRPr>
            </a:lvl9pPr>
          </a:lstStyle>
          <a:p xmlns:a="http://schemas.openxmlformats.org/drawingml/2006/main">
            <a:pPr algn="l">
              <a:buNone/>
              <a:defRPr sz="3825" b="1">
                <a:solidFill>
                  <a:srgbClr val="18364F"/>
                </a:solidFill>
                <a:latin typeface="Yu Gothic"/>
                <a:ea typeface="Yu Gothic"/>
                <a:cs typeface="Yu Gothic"/>
              </a:defRPr>
            </a:pPr>
            <a:r>
              <a:rPr sz="3825" b="1">
                <a:solidFill>
                  <a:srgbClr val="18364F"/>
                </a:solidFill>
                <a:latin typeface="Yu Gothic"/>
                <a:ea typeface="Yu Gothic"/>
                <a:cs typeface="Yu Gothic"/>
              </a:rPr>
              <a:t>E = 206 GPa</a:t>
            </a:r>
          </a:p>
        </p:txBody>
      </p:sp>
      <p:sp>
        <p:nvSpPr>
          <p:cNvPr id="7" name="text-6">
            <a:extLst xmlns:a="http://schemas.openxmlformats.org/drawingml/2006/main">
              <a:ext uri="{FF2B5EF4-FFF2-40B4-BE49-F238E27FC236}">
                <a16:creationId xmlns:a16="http://schemas.microsoft.com/office/drawing/2014/main" id="{71BF5E0E-3892-410C-BCEB-A4E62D5C62DC}"/>
              </a:ext>
            </a:extLst>
          </p:cNvPr>
          <p:cNvSpPr>
            <a:spLocks xmlns:a="http://schemas.openxmlformats.org/drawingml/2006/main" noGrp="1"/>
          </p:cNvSpPr>
          <p:nvPr/>
        </p:nvSpPr>
        <p:spPr>
          <a:xfrm xmlns:a="http://schemas.openxmlformats.org/drawingml/2006/main">
            <a:off x="685800" y="3924300"/>
            <a:ext cx="108204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a　E の単位を MPa にそろえる</a:t>
            </a:r>
          </a:p>
        </p:txBody>
      </p:sp>
      <p:sp>
        <p:nvSpPr>
          <p:cNvPr id="8" name="text-7">
            <a:extLst xmlns:a="http://schemas.openxmlformats.org/drawingml/2006/main">
              <a:ext uri="{FF2B5EF4-FFF2-40B4-BE49-F238E27FC236}">
                <a16:creationId xmlns:a16="http://schemas.microsoft.com/office/drawing/2014/main" id="{8E8FDF74-B8D8-42D8-912B-4A696AD64B45}"/>
              </a:ext>
            </a:extLst>
          </p:cNvPr>
          <p:cNvSpPr>
            <a:spLocks xmlns:a="http://schemas.openxmlformats.org/drawingml/2006/main" noGrp="1"/>
          </p:cNvSpPr>
          <p:nvPr/>
        </p:nvSpPr>
        <p:spPr>
          <a:xfrm xmlns:a="http://schemas.openxmlformats.org/drawingml/2006/main">
            <a:off x="685800" y="4733925"/>
            <a:ext cx="108204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b　応力、ひずみ、伸びの順に計算する</a:t>
            </a:r>
          </a:p>
        </p:txBody>
      </p:sp>
      <p:sp>
        <p:nvSpPr>
          <p:cNvPr id="9" name="text-8">
            <a:extLst xmlns:a="http://schemas.openxmlformats.org/drawingml/2006/main">
              <a:ext uri="{FF2B5EF4-FFF2-40B4-BE49-F238E27FC236}">
                <a16:creationId xmlns:a16="http://schemas.microsoft.com/office/drawing/2014/main" id="{9CA9E88D-97D9-4D17-9A8F-4E8135A42B16}"/>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先に予想：演習2より荷重が小さい。伸びはどうなるか</a:t>
            </a:r>
          </a:p>
        </p:txBody>
      </p:sp>
      <p:sp>
        <p:nvSpPr>
          <p:cNvPr id="11" name="">
            <a:extLst xmlns:a="http://schemas.openxmlformats.org/drawingml/2006/main">
              <a:ext uri="{FF2B5EF4-FFF2-40B4-BE49-F238E27FC236}">
                <a16:creationId xmlns:a16="http://schemas.microsoft.com/office/drawing/2014/main" id="{A3DA8C0F-6A90-4CCB-A90F-7AFB75E63E8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82065648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8A2C847-BD24-4845-94DA-E94052E2A04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演習3の解答</a:t>
            </a:r>
          </a:p>
        </p:txBody>
      </p:sp>
      <p:cxnSp>
        <p:nvCxnSpPr>
          <p:cNvPr id="2" name="">
            <a:extLst xmlns:a="http://schemas.openxmlformats.org/drawingml/2006/main">
              <a:ext uri="{FF2B5EF4-FFF2-40B4-BE49-F238E27FC236}">
                <a16:creationId xmlns:a16="http://schemas.microsoft.com/office/drawing/2014/main" id="{9CDABA59-61E3-496D-99DF-62F6FF7BC57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DFAB8F7D-4071-4FB6-A3AA-F7AB06842CF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39 / 57</a:t>
            </a:r>
          </a:p>
        </p:txBody>
      </p:sp>
      <p:sp>
        <p:nvSpPr>
          <p:cNvPr id="5" name="text-4">
            <a:extLst xmlns:a="http://schemas.openxmlformats.org/drawingml/2006/main">
              <a:ext uri="{FF2B5EF4-FFF2-40B4-BE49-F238E27FC236}">
                <a16:creationId xmlns:a16="http://schemas.microsoft.com/office/drawing/2014/main" id="{93D80B73-DA51-4D39-A086-19C958E64DFA}"/>
              </a:ext>
            </a:extLst>
          </p:cNvPr>
          <p:cNvSpPr>
            <a:spLocks xmlns:a="http://schemas.openxmlformats.org/drawingml/2006/main" noGrp="1"/>
          </p:cNvSpPr>
          <p:nvPr/>
        </p:nvSpPr>
        <p:spPr>
          <a:xfrm xmlns:a="http://schemas.openxmlformats.org/drawingml/2006/main">
            <a:off x="685800" y="16764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E = 206,000 MPa</a:t>
            </a:r>
          </a:p>
        </p:txBody>
      </p:sp>
      <p:sp>
        <p:nvSpPr>
          <p:cNvPr id="6" name="text-5">
            <a:extLst xmlns:a="http://schemas.openxmlformats.org/drawingml/2006/main">
              <a:ext uri="{FF2B5EF4-FFF2-40B4-BE49-F238E27FC236}">
                <a16:creationId xmlns:a16="http://schemas.microsoft.com/office/drawing/2014/main" id="{5AE34F22-120B-4866-9C38-78555BCEBCD0}"/>
              </a:ext>
            </a:extLst>
          </p:cNvPr>
          <p:cNvSpPr>
            <a:spLocks xmlns:a="http://schemas.openxmlformats.org/drawingml/2006/main" noGrp="1"/>
          </p:cNvSpPr>
          <p:nvPr/>
        </p:nvSpPr>
        <p:spPr>
          <a:xfrm xmlns:a="http://schemas.openxmlformats.org/drawingml/2006/main">
            <a:off x="685800" y="25908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σ = 1,000/20 = 50.0 MPa</a:t>
            </a:r>
          </a:p>
        </p:txBody>
      </p:sp>
      <p:sp>
        <p:nvSpPr>
          <p:cNvPr id="7" name="text-6">
            <a:extLst xmlns:a="http://schemas.openxmlformats.org/drawingml/2006/main">
              <a:ext uri="{FF2B5EF4-FFF2-40B4-BE49-F238E27FC236}">
                <a16:creationId xmlns:a16="http://schemas.microsoft.com/office/drawing/2014/main" id="{9332B14F-87B5-44E6-AB3C-E2E6DB023CF9}"/>
              </a:ext>
            </a:extLst>
          </p:cNvPr>
          <p:cNvSpPr>
            <a:spLocks xmlns:a="http://schemas.openxmlformats.org/drawingml/2006/main" noGrp="1"/>
          </p:cNvSpPr>
          <p:nvPr/>
        </p:nvSpPr>
        <p:spPr>
          <a:xfrm xmlns:a="http://schemas.openxmlformats.org/drawingml/2006/main">
            <a:off x="685800" y="35052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ε = 50.0/206,000 ≈ 2.43×10⁻⁴</a:t>
            </a:r>
          </a:p>
        </p:txBody>
      </p:sp>
      <p:sp>
        <p:nvSpPr>
          <p:cNvPr id="8" name="text-7">
            <a:extLst xmlns:a="http://schemas.openxmlformats.org/drawingml/2006/main">
              <a:ext uri="{FF2B5EF4-FFF2-40B4-BE49-F238E27FC236}">
                <a16:creationId xmlns:a16="http://schemas.microsoft.com/office/drawing/2014/main" id="{64C74864-5A48-468A-86FB-C8E90CA5990F}"/>
              </a:ext>
            </a:extLst>
          </p:cNvPr>
          <p:cNvSpPr>
            <a:spLocks xmlns:a="http://schemas.openxmlformats.org/drawingml/2006/main" noGrp="1"/>
          </p:cNvSpPr>
          <p:nvPr/>
        </p:nvSpPr>
        <p:spPr>
          <a:xfrm xmlns:a="http://schemas.openxmlformats.org/drawingml/2006/main">
            <a:off x="685800" y="441960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253C4D"/>
                </a:solidFill>
                <a:latin typeface="Yu Gothic"/>
                <a:ea typeface="Yu Gothic"/>
                <a:cs typeface="Yu Gothic"/>
              </a:defRPr>
            </a:defPPr>
            <a:lvl1pPr algn="l">
              <a:buNone/>
              <a:defRPr sz="2700" b="0">
                <a:solidFill>
                  <a:srgbClr val="253C4D"/>
                </a:solidFill>
                <a:latin typeface="Yu Gothic"/>
                <a:ea typeface="Yu Gothic"/>
                <a:cs typeface="Yu Gothic"/>
              </a:defRPr>
            </a:lvl1pPr>
            <a:lvl2pPr algn="l">
              <a:buNone/>
              <a:defRPr sz="2700" b="0">
                <a:solidFill>
                  <a:srgbClr val="253C4D"/>
                </a:solidFill>
                <a:latin typeface="Yu Gothic"/>
                <a:ea typeface="Yu Gothic"/>
                <a:cs typeface="Yu Gothic"/>
              </a:defRPr>
            </a:lvl2pPr>
            <a:lvl3pPr algn="l">
              <a:buNone/>
              <a:defRPr sz="2700" b="0">
                <a:solidFill>
                  <a:srgbClr val="253C4D"/>
                </a:solidFill>
                <a:latin typeface="Yu Gothic"/>
                <a:ea typeface="Yu Gothic"/>
                <a:cs typeface="Yu Gothic"/>
              </a:defRPr>
            </a:lvl3pPr>
            <a:lvl4pPr algn="l">
              <a:buNone/>
              <a:defRPr sz="2700" b="0">
                <a:solidFill>
                  <a:srgbClr val="253C4D"/>
                </a:solidFill>
                <a:latin typeface="Yu Gothic"/>
                <a:ea typeface="Yu Gothic"/>
                <a:cs typeface="Yu Gothic"/>
              </a:defRPr>
            </a:lvl4pPr>
            <a:lvl5pPr algn="l">
              <a:buNone/>
              <a:defRPr sz="2700" b="0">
                <a:solidFill>
                  <a:srgbClr val="253C4D"/>
                </a:solidFill>
                <a:latin typeface="Yu Gothic"/>
                <a:ea typeface="Yu Gothic"/>
                <a:cs typeface="Yu Gothic"/>
              </a:defRPr>
            </a:lvl5pPr>
            <a:lvl6pPr algn="l">
              <a:buNone/>
              <a:defRPr sz="2700" b="0">
                <a:solidFill>
                  <a:srgbClr val="253C4D"/>
                </a:solidFill>
                <a:latin typeface="Yu Gothic"/>
                <a:ea typeface="Yu Gothic"/>
                <a:cs typeface="Yu Gothic"/>
              </a:defRPr>
            </a:lvl6pPr>
            <a:lvl7pPr algn="l">
              <a:buNone/>
              <a:defRPr sz="2700" b="0">
                <a:solidFill>
                  <a:srgbClr val="253C4D"/>
                </a:solidFill>
                <a:latin typeface="Yu Gothic"/>
                <a:ea typeface="Yu Gothic"/>
                <a:cs typeface="Yu Gothic"/>
              </a:defRPr>
            </a:lvl7pPr>
            <a:lvl8pPr algn="l">
              <a:buNone/>
              <a:defRPr sz="2700" b="0">
                <a:solidFill>
                  <a:srgbClr val="253C4D"/>
                </a:solidFill>
                <a:latin typeface="Yu Gothic"/>
                <a:ea typeface="Yu Gothic"/>
                <a:cs typeface="Yu Gothic"/>
              </a:defRPr>
            </a:lvl8pPr>
            <a:lvl9pPr algn="l">
              <a:buNone/>
              <a:defRPr sz="2700" b="0">
                <a:solidFill>
                  <a:srgbClr val="253C4D"/>
                </a:solidFill>
                <a:latin typeface="Yu Gothic"/>
                <a:ea typeface="Yu Gothic"/>
                <a:cs typeface="Yu Gothic"/>
              </a:defRPr>
            </a:lvl9pPr>
          </a:lstStyle>
          <a:p xmlns:a="http://schemas.openxmlformats.org/drawingml/2006/main">
            <a:pPr algn="l">
              <a:buNone/>
              <a:defRPr sz="2700" b="0">
                <a:solidFill>
                  <a:srgbClr val="253C4D"/>
                </a:solidFill>
                <a:latin typeface="Yu Gothic"/>
                <a:ea typeface="Yu Gothic"/>
                <a:cs typeface="Yu Gothic"/>
              </a:defRPr>
            </a:pPr>
            <a:r>
              <a:rPr sz="2700" b="0">
                <a:solidFill>
                  <a:srgbClr val="253C4D"/>
                </a:solidFill>
                <a:latin typeface="Yu Gothic"/>
                <a:ea typeface="Yu Gothic"/>
                <a:cs typeface="Yu Gothic"/>
              </a:rPr>
              <a:t>ΔL = εL₀ ≈ 0.243 mm</a:t>
            </a:r>
          </a:p>
        </p:txBody>
      </p:sp>
      <p:sp>
        <p:nvSpPr>
          <p:cNvPr id="9" name="text-8">
            <a:extLst xmlns:a="http://schemas.openxmlformats.org/drawingml/2006/main">
              <a:ext uri="{FF2B5EF4-FFF2-40B4-BE49-F238E27FC236}">
                <a16:creationId xmlns:a16="http://schemas.microsoft.com/office/drawing/2014/main" id="{74C90960-EA0C-4A92-8A70-180D62176B4D}"/>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0.243 mm は約243 μm。伸びの大きさを言葉でも確かめる</a:t>
            </a:r>
          </a:p>
        </p:txBody>
      </p:sp>
      <p:sp>
        <p:nvSpPr>
          <p:cNvPr id="11" name="">
            <a:extLst xmlns:a="http://schemas.openxmlformats.org/drawingml/2006/main">
              <a:ext uri="{FF2B5EF4-FFF2-40B4-BE49-F238E27FC236}">
                <a16:creationId xmlns:a16="http://schemas.microsoft.com/office/drawing/2014/main" id="{3BE5BEE6-72B5-45D0-8AE5-359C4AB5DEF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83030815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ED0E0E9F-AEEE-4D1E-A121-162ED91AEE1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　条件を1つずつ変える</a:t>
            </a:r>
          </a:p>
        </p:txBody>
      </p:sp>
      <p:cxnSp>
        <p:nvCxnSpPr>
          <p:cNvPr id="2" name="">
            <a:extLst xmlns:a="http://schemas.openxmlformats.org/drawingml/2006/main">
              <a:ext uri="{FF2B5EF4-FFF2-40B4-BE49-F238E27FC236}">
                <a16:creationId xmlns:a16="http://schemas.microsoft.com/office/drawing/2014/main" id="{96FA8875-0E95-4D08-A127-57C3D255FFB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CF1B7591-343E-44D7-8067-94AF9B2D12D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40 / 57</a:t>
            </a:r>
          </a:p>
        </p:txBody>
      </p:sp>
      <p:sp>
        <p:nvSpPr>
          <p:cNvPr id="8" name="">
            <a:extLst xmlns:a="http://schemas.openxmlformats.org/drawingml/2006/main">
              <a:ext uri="{FF2B5EF4-FFF2-40B4-BE49-F238E27FC236}">
                <a16:creationId xmlns:a16="http://schemas.microsoft.com/office/drawing/2014/main" id="{D6004DD0-01FB-4CA7-8EBC-CE8B0CB73C83}"/>
              </a:ext>
            </a:extLst>
          </p:cNvPr>
          <p:cNvSpPr>
            <a:spLocks xmlns:a="http://schemas.openxmlformats.org/drawingml/2006/main" noGrp="1"/>
          </p:cNvSpPr>
          <p:nvPr/>
        </p:nvSpPr>
        <p:spPr>
          <a:xfrm xmlns:a="http://schemas.openxmlformats.org/drawingml/2006/main">
            <a:off x="714375" y="14954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演習3の棒を基準に、一つだけ変更する</a:t>
            </a:r>
          </a:p>
        </p:txBody>
      </p:sp>
      <p:graphicFrame>
        <p:nvGraphicFramePr>
          <p:cNvPr id="9" name="">
            <a:extLst xmlns:a="http://schemas.openxmlformats.org/drawingml/2006/main">
              <a:ext uri="{FF2B5EF4-FFF2-40B4-BE49-F238E27FC236}">
                <a16:creationId xmlns:a16="http://schemas.microsoft.com/office/drawing/2014/main" id="{C5A37074-A3C4-49A4-8F39-103CA9B5BD77}"/>
              </a:ext>
            </a:extLst>
          </p:cNvPr>
          <p:cNvGraphicFramePr/>
          <p:nvPr/>
        </p:nvGraphicFramePr>
        <p:xfrm>
          <a:off xmlns:a="http://schemas.openxmlformats.org/drawingml/2006/main" x="714375" y="2095500"/>
          <a:ext xmlns:a="http://schemas.openxmlformats.org/drawingml/2006/main" cx="5381625" cy="3286125"/>
        </p:xfrm>
        <a:graphic xmlns:a="http://schemas.openxmlformats.org/drawingml/2006/main">
          <a:graphicData uri="http://schemas.openxmlformats.org/drawingml/2006/table">
            <a:tbl>
              <a:tblPr/>
              <a:tblGrid>
                <a:gridCol w="2428875"/>
                <a:gridCol w="1428750"/>
                <a:gridCol w="1524000"/>
              </a:tblGrid>
              <a:tr h="657225">
                <a:tc>
                  <a:txBody>
                    <a:bodyPr lIns="95250" tIns="95250" rIns="95250" bIns="95250"/>
                    <a:lstStyle/>
                    <a:p>
                      <a:r>
                        <a:rPr sz="1800" b="1">
                          <a:solidFill>
                            <a:srgbClr val="FFFFFF"/>
                          </a:solidFill>
                          <a:latin typeface="Yu Gothic"/>
                          <a:ea typeface="Yu Gothic"/>
                          <a:cs typeface="Yu Gothic"/>
                        </a:rPr>
                        <a:t>変更</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σ の倍率</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ΔL の倍率</a:t>
                      </a:r>
                    </a:p>
                  </a:txBody>
                  <a:tcPr marL="91440" marR="91440" marT="45720" marB="45720">
                    <a:solidFill>
                      <a:srgbClr val="193B59"/>
                    </a:solidFill>
                  </a:tcPr>
                </a:tc>
              </a:tr>
              <a:tr h="657225">
                <a:tc>
                  <a:txBody>
                    <a:bodyPr lIns="95250" tIns="95250" rIns="95250" bIns="95250"/>
                    <a:lstStyle/>
                    <a:p>
                      <a:r>
                        <a:rPr sz="1800" b="0">
                          <a:solidFill>
                            <a:srgbClr val="263D4D"/>
                          </a:solidFill>
                          <a:latin typeface="Yu Gothic"/>
                          <a:ea typeface="Yu Gothic"/>
                          <a:cs typeface="Yu Gothic"/>
                        </a:rPr>
                        <a:t>F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L₀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r>
              <a:tr h="657225">
                <a:tc>
                  <a:txBody>
                    <a:bodyPr lIns="95250" tIns="95250" rIns="95250" bIns="95250"/>
                    <a:lstStyle/>
                    <a:p>
                      <a:r>
                        <a:rPr sz="1800" b="0">
                          <a:solidFill>
                            <a:srgbClr val="263D4D"/>
                          </a:solidFill>
                          <a:latin typeface="Yu Gothic"/>
                          <a:ea typeface="Yu Gothic"/>
                          <a:cs typeface="Yu Gothic"/>
                        </a:rPr>
                        <a:t>A₀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E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82BA70D7-92A2-43C3-AFE2-97D028E8E3AC}"/>
              </a:ext>
            </a:extLst>
          </p:cNvPr>
          <p:cNvSpPr>
            <a:spLocks xmlns:a="http://schemas.openxmlformats.org/drawingml/2006/main" noGrp="1"/>
          </p:cNvSpPr>
          <p:nvPr/>
        </p:nvSpPr>
        <p:spPr>
          <a:xfrm xmlns:a="http://schemas.openxmlformats.org/drawingml/2006/main">
            <a:off x="7667625" y="2971800"/>
            <a:ext cx="1047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360DA413-FCE8-48C3-A154-CE333380BBA7}"/>
              </a:ext>
            </a:extLst>
          </p:cNvPr>
          <p:cNvSpPr>
            <a:spLocks xmlns:a="http://schemas.openxmlformats.org/drawingml/2006/main" noGrp="1"/>
          </p:cNvSpPr>
          <p:nvPr/>
        </p:nvSpPr>
        <p:spPr>
          <a:xfrm xmlns:a="http://schemas.openxmlformats.org/drawingml/2006/main">
            <a:off x="6334125" y="30575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AA2E64D5-5175-471E-B9EF-545692C8B9FB}"/>
              </a:ext>
            </a:extLst>
          </p:cNvPr>
          <p:cNvSpPr>
            <a:spLocks xmlns:a="http://schemas.openxmlformats.org/drawingml/2006/main" noGrp="1"/>
          </p:cNvSpPr>
          <p:nvPr/>
        </p:nvSpPr>
        <p:spPr>
          <a:xfrm xmlns:a="http://schemas.openxmlformats.org/drawingml/2006/main">
            <a:off x="6334125" y="300551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3" name="">
            <a:extLst xmlns:a="http://schemas.openxmlformats.org/drawingml/2006/main">
              <a:ext uri="{FF2B5EF4-FFF2-40B4-BE49-F238E27FC236}">
                <a16:creationId xmlns:a16="http://schemas.microsoft.com/office/drawing/2014/main" id="{ABD28CAE-0EFB-4454-92C9-0A1666652914}"/>
              </a:ext>
            </a:extLst>
          </p:cNvPr>
          <p:cNvSpPr>
            <a:spLocks xmlns:a="http://schemas.openxmlformats.org/drawingml/2006/main" noGrp="1"/>
          </p:cNvSpPr>
          <p:nvPr/>
        </p:nvSpPr>
        <p:spPr>
          <a:xfrm xmlns:a="http://schemas.openxmlformats.org/drawingml/2006/main">
            <a:off x="8715375" y="30575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0BC0DD8E-4D07-4DFC-9CD1-6933BE427F97}"/>
              </a:ext>
            </a:extLst>
          </p:cNvPr>
          <p:cNvSpPr>
            <a:spLocks xmlns:a="http://schemas.openxmlformats.org/drawingml/2006/main" noGrp="1"/>
          </p:cNvSpPr>
          <p:nvPr/>
        </p:nvSpPr>
        <p:spPr>
          <a:xfrm xmlns:a="http://schemas.openxmlformats.org/drawingml/2006/main">
            <a:off x="9925050" y="300551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5" name="">
            <a:extLst xmlns:a="http://schemas.openxmlformats.org/drawingml/2006/main">
              <a:ext uri="{FF2B5EF4-FFF2-40B4-BE49-F238E27FC236}">
                <a16:creationId xmlns:a16="http://schemas.microsoft.com/office/drawing/2014/main" id="{E5319AC9-78D6-4FD1-9501-A6D6FE2135A0}"/>
              </a:ext>
            </a:extLst>
          </p:cNvPr>
          <p:cNvSpPr>
            <a:spLocks xmlns:a="http://schemas.openxmlformats.org/drawingml/2006/main" noGrp="1"/>
          </p:cNvSpPr>
          <p:nvPr/>
        </p:nvSpPr>
        <p:spPr>
          <a:xfrm xmlns:a="http://schemas.openxmlformats.org/drawingml/2006/main">
            <a:off x="10620375" y="282892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2F</a:t>
            </a:r>
          </a:p>
        </p:txBody>
      </p:sp>
      <p:sp>
        <p:nvSpPr>
          <p:cNvPr id="16" name="">
            <a:extLst xmlns:a="http://schemas.openxmlformats.org/drawingml/2006/main">
              <a:ext uri="{FF2B5EF4-FFF2-40B4-BE49-F238E27FC236}">
                <a16:creationId xmlns:a16="http://schemas.microsoft.com/office/drawing/2014/main" id="{98B362E9-AC77-4B3A-A848-9AC33523E5B2}"/>
              </a:ext>
            </a:extLst>
          </p:cNvPr>
          <p:cNvSpPr>
            <a:spLocks xmlns:a="http://schemas.openxmlformats.org/drawingml/2006/main" noGrp="1"/>
          </p:cNvSpPr>
          <p:nvPr/>
        </p:nvSpPr>
        <p:spPr>
          <a:xfrm xmlns:a="http://schemas.openxmlformats.org/drawingml/2006/main">
            <a:off x="7667625" y="3629025"/>
            <a:ext cx="209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3CCE9138-4646-4AAE-8A55-F9743554B700}"/>
              </a:ext>
            </a:extLst>
          </p:cNvPr>
          <p:cNvSpPr>
            <a:spLocks xmlns:a="http://schemas.openxmlformats.org/drawingml/2006/main" noGrp="1"/>
          </p:cNvSpPr>
          <p:nvPr/>
        </p:nvSpPr>
        <p:spPr>
          <a:xfrm xmlns:a="http://schemas.openxmlformats.org/drawingml/2006/main">
            <a:off x="7124700" y="3714750"/>
            <a:ext cx="542925" cy="9525"/>
          </a:xfrm>
          <a:custGeom xmlns:a="http://schemas.openxmlformats.org/drawingml/2006/main">
            <a:pathLst>
              <a:path w="542925" h="9525">
                <a:moveTo>
                  <a:pt x="542925" y="0"/>
                </a:moveTo>
                <a:lnTo>
                  <a:pt x="0"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62ED0F71-56B3-4467-9F5F-C5BC0B106CE4}"/>
              </a:ext>
            </a:extLst>
          </p:cNvPr>
          <p:cNvSpPr>
            <a:spLocks xmlns:a="http://schemas.openxmlformats.org/drawingml/2006/main" noGrp="1"/>
          </p:cNvSpPr>
          <p:nvPr/>
        </p:nvSpPr>
        <p:spPr>
          <a:xfrm xmlns:a="http://schemas.openxmlformats.org/drawingml/2006/main">
            <a:off x="7124700" y="36627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9" name="">
            <a:extLst xmlns:a="http://schemas.openxmlformats.org/drawingml/2006/main">
              <a:ext uri="{FF2B5EF4-FFF2-40B4-BE49-F238E27FC236}">
                <a16:creationId xmlns:a16="http://schemas.microsoft.com/office/drawing/2014/main" id="{2B751C40-A0DA-4CC1-BCD8-3454B1FFBFD8}"/>
              </a:ext>
            </a:extLst>
          </p:cNvPr>
          <p:cNvSpPr>
            <a:spLocks xmlns:a="http://schemas.openxmlformats.org/drawingml/2006/main" noGrp="1"/>
          </p:cNvSpPr>
          <p:nvPr/>
        </p:nvSpPr>
        <p:spPr>
          <a:xfrm xmlns:a="http://schemas.openxmlformats.org/drawingml/2006/main">
            <a:off x="9763125" y="371475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95EDF15B-246D-4645-86DF-355E9F38295C}"/>
              </a:ext>
            </a:extLst>
          </p:cNvPr>
          <p:cNvSpPr>
            <a:spLocks xmlns:a="http://schemas.openxmlformats.org/drawingml/2006/main" noGrp="1"/>
          </p:cNvSpPr>
          <p:nvPr/>
        </p:nvSpPr>
        <p:spPr>
          <a:xfrm xmlns:a="http://schemas.openxmlformats.org/drawingml/2006/main">
            <a:off x="10306050" y="36627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4496911F-D354-43B6-BFFD-7AB21290D3A6}"/>
              </a:ext>
            </a:extLst>
          </p:cNvPr>
          <p:cNvSpPr>
            <a:spLocks xmlns:a="http://schemas.openxmlformats.org/drawingml/2006/main" noGrp="1"/>
          </p:cNvSpPr>
          <p:nvPr/>
        </p:nvSpPr>
        <p:spPr>
          <a:xfrm xmlns:a="http://schemas.openxmlformats.org/drawingml/2006/main">
            <a:off x="10620375" y="348615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2L₀</a:t>
            </a:r>
          </a:p>
        </p:txBody>
      </p:sp>
      <p:sp>
        <p:nvSpPr>
          <p:cNvPr id="22" name="">
            <a:extLst xmlns:a="http://schemas.openxmlformats.org/drawingml/2006/main">
              <a:ext uri="{FF2B5EF4-FFF2-40B4-BE49-F238E27FC236}">
                <a16:creationId xmlns:a16="http://schemas.microsoft.com/office/drawing/2014/main" id="{5F9DCF8B-B15B-4B4B-8C4B-CF654D2EE699}"/>
              </a:ext>
            </a:extLst>
          </p:cNvPr>
          <p:cNvSpPr>
            <a:spLocks xmlns:a="http://schemas.openxmlformats.org/drawingml/2006/main" noGrp="1"/>
          </p:cNvSpPr>
          <p:nvPr/>
        </p:nvSpPr>
        <p:spPr>
          <a:xfrm xmlns:a="http://schemas.openxmlformats.org/drawingml/2006/main">
            <a:off x="7667625" y="4210050"/>
            <a:ext cx="1047750" cy="3238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3" name="">
            <a:extLst xmlns:a="http://schemas.openxmlformats.org/drawingml/2006/main">
              <a:ext uri="{FF2B5EF4-FFF2-40B4-BE49-F238E27FC236}">
                <a16:creationId xmlns:a16="http://schemas.microsoft.com/office/drawing/2014/main" id="{2BE56DE2-DDD8-4F49-B437-BBA5030D16C7}"/>
              </a:ext>
            </a:extLst>
          </p:cNvPr>
          <p:cNvSpPr>
            <a:spLocks xmlns:a="http://schemas.openxmlformats.org/drawingml/2006/main" noGrp="1"/>
          </p:cNvSpPr>
          <p:nvPr/>
        </p:nvSpPr>
        <p:spPr>
          <a:xfrm xmlns:a="http://schemas.openxmlformats.org/drawingml/2006/main">
            <a:off x="7000875" y="4371975"/>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F680321A-B8A9-423B-8AA9-8CE282CBE8FE}"/>
              </a:ext>
            </a:extLst>
          </p:cNvPr>
          <p:cNvSpPr>
            <a:spLocks xmlns:a="http://schemas.openxmlformats.org/drawingml/2006/main" noGrp="1"/>
          </p:cNvSpPr>
          <p:nvPr/>
        </p:nvSpPr>
        <p:spPr>
          <a:xfrm xmlns:a="http://schemas.openxmlformats.org/drawingml/2006/main">
            <a:off x="7000875" y="43199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F12E878B-06F8-4893-B1BB-5EDFADA701F2}"/>
              </a:ext>
            </a:extLst>
          </p:cNvPr>
          <p:cNvSpPr>
            <a:spLocks xmlns:a="http://schemas.openxmlformats.org/drawingml/2006/main" noGrp="1"/>
          </p:cNvSpPr>
          <p:nvPr/>
        </p:nvSpPr>
        <p:spPr>
          <a:xfrm xmlns:a="http://schemas.openxmlformats.org/drawingml/2006/main">
            <a:off x="8715375" y="4371975"/>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6" name="">
            <a:extLst xmlns:a="http://schemas.openxmlformats.org/drawingml/2006/main">
              <a:ext uri="{FF2B5EF4-FFF2-40B4-BE49-F238E27FC236}">
                <a16:creationId xmlns:a16="http://schemas.microsoft.com/office/drawing/2014/main" id="{CBC7065D-49B5-4987-BE1F-7B07832F3F0F}"/>
              </a:ext>
            </a:extLst>
          </p:cNvPr>
          <p:cNvSpPr>
            <a:spLocks xmlns:a="http://schemas.openxmlformats.org/drawingml/2006/main" noGrp="1"/>
          </p:cNvSpPr>
          <p:nvPr/>
        </p:nvSpPr>
        <p:spPr>
          <a:xfrm xmlns:a="http://schemas.openxmlformats.org/drawingml/2006/main">
            <a:off x="9258300" y="43199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7" name="">
            <a:extLst xmlns:a="http://schemas.openxmlformats.org/drawingml/2006/main">
              <a:ext uri="{FF2B5EF4-FFF2-40B4-BE49-F238E27FC236}">
                <a16:creationId xmlns:a16="http://schemas.microsoft.com/office/drawing/2014/main" id="{24575615-82C3-4643-87CB-8A96E111B32A}"/>
              </a:ext>
            </a:extLst>
          </p:cNvPr>
          <p:cNvSpPr>
            <a:spLocks xmlns:a="http://schemas.openxmlformats.org/drawingml/2006/main" noGrp="1"/>
          </p:cNvSpPr>
          <p:nvPr/>
        </p:nvSpPr>
        <p:spPr>
          <a:xfrm xmlns:a="http://schemas.openxmlformats.org/drawingml/2006/main">
            <a:off x="10620375" y="414337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2A₀</a:t>
            </a:r>
          </a:p>
        </p:txBody>
      </p:sp>
      <p:sp>
        <p:nvSpPr>
          <p:cNvPr id="28" name="">
            <a:extLst xmlns:a="http://schemas.openxmlformats.org/drawingml/2006/main">
              <a:ext uri="{FF2B5EF4-FFF2-40B4-BE49-F238E27FC236}">
                <a16:creationId xmlns:a16="http://schemas.microsoft.com/office/drawing/2014/main" id="{1B8EE2AF-C83A-476B-A661-B52860F50044}"/>
              </a:ext>
            </a:extLst>
          </p:cNvPr>
          <p:cNvSpPr>
            <a:spLocks xmlns:a="http://schemas.openxmlformats.org/drawingml/2006/main" noGrp="1"/>
          </p:cNvSpPr>
          <p:nvPr/>
        </p:nvSpPr>
        <p:spPr>
          <a:xfrm xmlns:a="http://schemas.openxmlformats.org/drawingml/2006/main">
            <a:off x="7667625" y="4943475"/>
            <a:ext cx="1047750" cy="171450"/>
          </a:xfrm>
          <a:prstGeom xmlns:a="http://schemas.openxmlformats.org/drawingml/2006/main" prst="rect">
            <a:avLst/>
          </a:prstGeom>
          <a:solidFill xmlns:a="http://schemas.openxmlformats.org/drawingml/2006/main">
            <a:srgbClr val="C7DFE9"/>
          </a:solidFill>
          <a:ln xmlns:a="http://schemas.openxmlformats.org/drawingml/2006/main" w="16193">
            <a:solidFill>
              <a:srgbClr val="2876A8"/>
            </a:solidFill>
          </a:ln>
        </p:spPr>
      </p:sp>
      <p:sp>
        <p:nvSpPr>
          <p:cNvPr id="29" name="">
            <a:extLst xmlns:a="http://schemas.openxmlformats.org/drawingml/2006/main">
              <a:ext uri="{FF2B5EF4-FFF2-40B4-BE49-F238E27FC236}">
                <a16:creationId xmlns:a16="http://schemas.microsoft.com/office/drawing/2014/main" id="{8ED00A12-4C27-45E4-951C-5132EDF776B9}"/>
              </a:ext>
            </a:extLst>
          </p:cNvPr>
          <p:cNvSpPr>
            <a:spLocks xmlns:a="http://schemas.openxmlformats.org/drawingml/2006/main" noGrp="1"/>
          </p:cNvSpPr>
          <p:nvPr/>
        </p:nvSpPr>
        <p:spPr>
          <a:xfrm xmlns:a="http://schemas.openxmlformats.org/drawingml/2006/main">
            <a:off x="7000875" y="50292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30" name="">
            <a:extLst xmlns:a="http://schemas.openxmlformats.org/drawingml/2006/main">
              <a:ext uri="{FF2B5EF4-FFF2-40B4-BE49-F238E27FC236}">
                <a16:creationId xmlns:a16="http://schemas.microsoft.com/office/drawing/2014/main" id="{92680AAB-D6EA-4136-82F7-5A84C71FF7C7}"/>
              </a:ext>
            </a:extLst>
          </p:cNvPr>
          <p:cNvSpPr>
            <a:spLocks xmlns:a="http://schemas.openxmlformats.org/drawingml/2006/main" noGrp="1"/>
          </p:cNvSpPr>
          <p:nvPr/>
        </p:nvSpPr>
        <p:spPr>
          <a:xfrm xmlns:a="http://schemas.openxmlformats.org/drawingml/2006/main">
            <a:off x="7000875" y="4977194"/>
            <a:ext cx="123825" cy="104013"/>
          </a:xfrm>
          <a:custGeom xmlns:a="http://schemas.openxmlformats.org/drawingml/2006/main">
            <a:pathLst>
              <a:path w="123825" h="104013">
                <a:moveTo>
                  <a:pt x="0" y="52007"/>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31" name="">
            <a:extLst xmlns:a="http://schemas.openxmlformats.org/drawingml/2006/main">
              <a:ext uri="{FF2B5EF4-FFF2-40B4-BE49-F238E27FC236}">
                <a16:creationId xmlns:a16="http://schemas.microsoft.com/office/drawing/2014/main" id="{EC1AFB44-B303-4F18-89D1-4571B8816550}"/>
              </a:ext>
            </a:extLst>
          </p:cNvPr>
          <p:cNvSpPr>
            <a:spLocks xmlns:a="http://schemas.openxmlformats.org/drawingml/2006/main" noGrp="1"/>
          </p:cNvSpPr>
          <p:nvPr/>
        </p:nvSpPr>
        <p:spPr>
          <a:xfrm xmlns:a="http://schemas.openxmlformats.org/drawingml/2006/main">
            <a:off x="8715375" y="50292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32" name="">
            <a:extLst xmlns:a="http://schemas.openxmlformats.org/drawingml/2006/main">
              <a:ext uri="{FF2B5EF4-FFF2-40B4-BE49-F238E27FC236}">
                <a16:creationId xmlns:a16="http://schemas.microsoft.com/office/drawing/2014/main" id="{401A2654-CD32-402D-BB29-D87BC95EF63E}"/>
              </a:ext>
            </a:extLst>
          </p:cNvPr>
          <p:cNvSpPr>
            <a:spLocks xmlns:a="http://schemas.openxmlformats.org/drawingml/2006/main" noGrp="1"/>
          </p:cNvSpPr>
          <p:nvPr/>
        </p:nvSpPr>
        <p:spPr>
          <a:xfrm xmlns:a="http://schemas.openxmlformats.org/drawingml/2006/main">
            <a:off x="9258300" y="4977194"/>
            <a:ext cx="123825" cy="104013"/>
          </a:xfrm>
          <a:custGeom xmlns:a="http://schemas.openxmlformats.org/drawingml/2006/main">
            <a:pathLst>
              <a:path w="123825" h="104013">
                <a:moveTo>
                  <a:pt x="123825" y="52007"/>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0E1F01EC-4280-42F2-85AB-C9ABFCA373F1}"/>
              </a:ext>
            </a:extLst>
          </p:cNvPr>
          <p:cNvSpPr>
            <a:spLocks xmlns:a="http://schemas.openxmlformats.org/drawingml/2006/main" noGrp="1"/>
          </p:cNvSpPr>
          <p:nvPr/>
        </p:nvSpPr>
        <p:spPr>
          <a:xfrm xmlns:a="http://schemas.openxmlformats.org/drawingml/2006/main">
            <a:off x="10620375" y="480060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2E</a:t>
            </a:r>
          </a:p>
        </p:txBody>
      </p:sp>
      <p:sp>
        <p:nvSpPr>
          <p:cNvPr id="34" name="">
            <a:extLst xmlns:a="http://schemas.openxmlformats.org/drawingml/2006/main">
              <a:ext uri="{FF2B5EF4-FFF2-40B4-BE49-F238E27FC236}">
                <a16:creationId xmlns:a16="http://schemas.microsoft.com/office/drawing/2014/main" id="{ACBEED70-A4F1-4600-AA5E-02A063D591A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図は寸法・材料条件の違いを示し、変形は描いていない。式から倍率を予想する。</a:t>
            </a:r>
          </a:p>
        </p:txBody>
      </p:sp>
      <p:sp>
        <p:nvSpPr>
          <p:cNvPr id="35" name="">
            <a:extLst xmlns:a="http://schemas.openxmlformats.org/drawingml/2006/main">
              <a:ext uri="{FF2B5EF4-FFF2-40B4-BE49-F238E27FC236}">
                <a16:creationId xmlns:a16="http://schemas.microsoft.com/office/drawing/2014/main" id="{A5EFB729-1688-4578-AEFB-6A71BD11EB4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a:t>
            </a:r>
          </a:p>
        </p:txBody>
      </p:sp>
    </p:spTree>
    <p:extLst>
      <p:ext uri="{BB962C8B-B14F-4D97-AF65-F5344CB8AC3E}">
        <p14:creationId xmlns:p14="http://schemas.microsoft.com/office/powerpoint/2010/main" val="13851982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71A5999C-29FC-4BB7-B30D-B8BBCBD9E16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演習4の解答</a:t>
            </a:r>
          </a:p>
        </p:txBody>
      </p:sp>
      <p:cxnSp>
        <p:nvCxnSpPr>
          <p:cNvPr id="2" name="">
            <a:extLst xmlns:a="http://schemas.openxmlformats.org/drawingml/2006/main">
              <a:ext uri="{FF2B5EF4-FFF2-40B4-BE49-F238E27FC236}">
                <a16:creationId xmlns:a16="http://schemas.microsoft.com/office/drawing/2014/main" id="{27FF25F2-39EF-4F93-AEA6-A638E868509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FE941528-B33F-4DBA-825E-8763CB32F61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41 / 57</a:t>
            </a:r>
          </a:p>
        </p:txBody>
      </p:sp>
      <p:sp>
        <p:nvSpPr>
          <p:cNvPr id="8" name="">
            <a:extLst xmlns:a="http://schemas.openxmlformats.org/drawingml/2006/main">
              <a:ext uri="{FF2B5EF4-FFF2-40B4-BE49-F238E27FC236}">
                <a16:creationId xmlns:a16="http://schemas.microsoft.com/office/drawing/2014/main" id="{2132615A-719B-4019-80B0-5CCF06B92332}"/>
              </a:ext>
            </a:extLst>
          </p:cNvPr>
          <p:cNvSpPr>
            <a:spLocks xmlns:a="http://schemas.openxmlformats.org/drawingml/2006/main" noGrp="1"/>
          </p:cNvSpPr>
          <p:nvPr/>
        </p:nvSpPr>
        <p:spPr>
          <a:xfrm xmlns:a="http://schemas.openxmlformats.org/drawingml/2006/main">
            <a:off x="714375" y="14954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演習3の棒を基準に、一つだけ変更する</a:t>
            </a:r>
          </a:p>
        </p:txBody>
      </p:sp>
      <p:graphicFrame>
        <p:nvGraphicFramePr>
          <p:cNvPr id="9" name="">
            <a:extLst xmlns:a="http://schemas.openxmlformats.org/drawingml/2006/main">
              <a:ext uri="{FF2B5EF4-FFF2-40B4-BE49-F238E27FC236}">
                <a16:creationId xmlns:a16="http://schemas.microsoft.com/office/drawing/2014/main" id="{CDBF191F-F845-49E8-B77C-AD3837BBB243}"/>
              </a:ext>
            </a:extLst>
          </p:cNvPr>
          <p:cNvGraphicFramePr/>
          <p:nvPr/>
        </p:nvGraphicFramePr>
        <p:xfrm>
          <a:off xmlns:a="http://schemas.openxmlformats.org/drawingml/2006/main" x="714375" y="2095500"/>
          <a:ext xmlns:a="http://schemas.openxmlformats.org/drawingml/2006/main" cx="5381625" cy="3286125"/>
        </p:xfrm>
        <a:graphic xmlns:a="http://schemas.openxmlformats.org/drawingml/2006/main">
          <a:graphicData uri="http://schemas.openxmlformats.org/drawingml/2006/table">
            <a:tbl>
              <a:tblPr/>
              <a:tblGrid>
                <a:gridCol w="2428875"/>
                <a:gridCol w="1428750"/>
                <a:gridCol w="1524000"/>
              </a:tblGrid>
              <a:tr h="657225">
                <a:tc>
                  <a:txBody>
                    <a:bodyPr lIns="95250" tIns="95250" rIns="95250" bIns="95250"/>
                    <a:lstStyle/>
                    <a:p>
                      <a:r>
                        <a:rPr sz="1800" b="1">
                          <a:solidFill>
                            <a:srgbClr val="FFFFFF"/>
                          </a:solidFill>
                          <a:latin typeface="Yu Gothic"/>
                          <a:ea typeface="Yu Gothic"/>
                          <a:cs typeface="Yu Gothic"/>
                        </a:rPr>
                        <a:t>変更</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σ の倍率</a:t>
                      </a:r>
                    </a:p>
                  </a:txBody>
                  <a:tcPr marL="91440" marR="91440" marT="45720" marB="45720">
                    <a:solidFill>
                      <a:srgbClr val="193B59"/>
                    </a:solidFill>
                  </a:tcPr>
                </a:tc>
                <a:tc>
                  <a:txBody>
                    <a:bodyPr lIns="95250" tIns="95250" rIns="95250" bIns="95250"/>
                    <a:lstStyle/>
                    <a:p>
                      <a:r>
                        <a:rPr sz="1800" b="1">
                          <a:solidFill>
                            <a:srgbClr val="FFFFFF"/>
                          </a:solidFill>
                          <a:latin typeface="Yu Gothic"/>
                          <a:ea typeface="Yu Gothic"/>
                          <a:cs typeface="Yu Gothic"/>
                        </a:rPr>
                        <a:t>ΔL の倍率</a:t>
                      </a:r>
                    </a:p>
                  </a:txBody>
                  <a:tcPr marL="91440" marR="91440" marT="45720" marB="45720">
                    <a:solidFill>
                      <a:srgbClr val="193B59"/>
                    </a:solidFill>
                  </a:tcPr>
                </a:tc>
              </a:tr>
              <a:tr h="657225">
                <a:tc>
                  <a:txBody>
                    <a:bodyPr lIns="95250" tIns="95250" rIns="95250" bIns="95250"/>
                    <a:lstStyle/>
                    <a:p>
                      <a:r>
                        <a:rPr sz="1800" b="0">
                          <a:solidFill>
                            <a:srgbClr val="263D4D"/>
                          </a:solidFill>
                          <a:latin typeface="Yu Gothic"/>
                          <a:ea typeface="Yu Gothic"/>
                          <a:cs typeface="Yu Gothic"/>
                        </a:rPr>
                        <a:t>F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L₀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2</a:t>
                      </a:r>
                    </a:p>
                  </a:txBody>
                  <a:tcPr marL="91440" marR="91440" marT="45720" marB="45720">
                    <a:solidFill>
                      <a:srgbClr val="FFFFFF"/>
                    </a:solidFill>
                  </a:tcPr>
                </a:tc>
              </a:tr>
              <a:tr h="657225">
                <a:tc>
                  <a:txBody>
                    <a:bodyPr lIns="95250" tIns="95250" rIns="95250" bIns="95250"/>
                    <a:lstStyle/>
                    <a:p>
                      <a:r>
                        <a:rPr sz="1800" b="0">
                          <a:solidFill>
                            <a:srgbClr val="263D4D"/>
                          </a:solidFill>
                          <a:latin typeface="Yu Gothic"/>
                          <a:ea typeface="Yu Gothic"/>
                          <a:cs typeface="Yu Gothic"/>
                        </a:rPr>
                        <a:t>A₀ だけ2倍</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1/2</a:t>
                      </a:r>
                    </a:p>
                  </a:txBody>
                  <a:tcPr marL="91440" marR="91440" marT="45720" marB="45720">
                    <a:solidFill>
                      <a:srgbClr val="E8F0F4"/>
                    </a:solidFill>
                  </a:tcPr>
                </a:tc>
                <a:tc>
                  <a:txBody>
                    <a:bodyPr lIns="95250" tIns="95250" rIns="95250" bIns="95250"/>
                    <a:lstStyle/>
                    <a:p>
                      <a:r>
                        <a:rPr sz="1800" b="0">
                          <a:solidFill>
                            <a:srgbClr val="263D4D"/>
                          </a:solidFill>
                          <a:latin typeface="Yu Gothic"/>
                          <a:ea typeface="Yu Gothic"/>
                          <a:cs typeface="Yu Gothic"/>
                        </a:rPr>
                        <a:t>1/2</a:t>
                      </a:r>
                    </a:p>
                  </a:txBody>
                  <a:tcPr marL="91440" marR="91440" marT="45720" marB="45720">
                    <a:solidFill>
                      <a:srgbClr val="E8F0F4"/>
                    </a:solidFill>
                  </a:tcPr>
                </a:tc>
              </a:tr>
              <a:tr h="657225">
                <a:tc>
                  <a:txBody>
                    <a:bodyPr lIns="95250" tIns="95250" rIns="95250" bIns="95250"/>
                    <a:lstStyle/>
                    <a:p>
                      <a:r>
                        <a:rPr sz="1800" b="0">
                          <a:solidFill>
                            <a:srgbClr val="263D4D"/>
                          </a:solidFill>
                          <a:latin typeface="Yu Gothic"/>
                          <a:ea typeface="Yu Gothic"/>
                          <a:cs typeface="Yu Gothic"/>
                        </a:rPr>
                        <a:t>E だけ2倍</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a:t>
                      </a:r>
                    </a:p>
                  </a:txBody>
                  <a:tcPr marL="91440" marR="91440" marT="45720" marB="45720">
                    <a:solidFill>
                      <a:srgbClr val="FFFFFF"/>
                    </a:solidFill>
                  </a:tcPr>
                </a:tc>
                <a:tc>
                  <a:txBody>
                    <a:bodyPr lIns="95250" tIns="95250" rIns="95250" bIns="95250"/>
                    <a:lstStyle/>
                    <a:p>
                      <a:r>
                        <a:rPr sz="1800" b="0">
                          <a:solidFill>
                            <a:srgbClr val="263D4D"/>
                          </a:solidFill>
                          <a:latin typeface="Yu Gothic"/>
                          <a:ea typeface="Yu Gothic"/>
                          <a:cs typeface="Yu Gothic"/>
                        </a:rPr>
                        <a:t>1/2</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A9AF35CA-4A3D-43BB-9CFE-A6F1AC594878}"/>
              </a:ext>
            </a:extLst>
          </p:cNvPr>
          <p:cNvSpPr>
            <a:spLocks xmlns:a="http://schemas.openxmlformats.org/drawingml/2006/main" noGrp="1"/>
          </p:cNvSpPr>
          <p:nvPr/>
        </p:nvSpPr>
        <p:spPr>
          <a:xfrm xmlns:a="http://schemas.openxmlformats.org/drawingml/2006/main">
            <a:off x="7667625" y="2971800"/>
            <a:ext cx="1047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7E079E66-036F-4440-B5DF-BD420D65A587}"/>
              </a:ext>
            </a:extLst>
          </p:cNvPr>
          <p:cNvSpPr>
            <a:spLocks xmlns:a="http://schemas.openxmlformats.org/drawingml/2006/main" noGrp="1"/>
          </p:cNvSpPr>
          <p:nvPr/>
        </p:nvSpPr>
        <p:spPr>
          <a:xfrm xmlns:a="http://schemas.openxmlformats.org/drawingml/2006/main">
            <a:off x="6334125" y="30575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C4483C"/>
            </a:solidFill>
          </a:ln>
        </p:spPr>
      </p:sp>
      <p:sp>
        <p:nvSpPr>
          <p:cNvPr id="12" name="">
            <a:extLst xmlns:a="http://schemas.openxmlformats.org/drawingml/2006/main">
              <a:ext uri="{FF2B5EF4-FFF2-40B4-BE49-F238E27FC236}">
                <a16:creationId xmlns:a16="http://schemas.microsoft.com/office/drawing/2014/main" id="{582C846F-A6F9-4F54-9AB7-59DB9430CCAD}"/>
              </a:ext>
            </a:extLst>
          </p:cNvPr>
          <p:cNvSpPr>
            <a:spLocks xmlns:a="http://schemas.openxmlformats.org/drawingml/2006/main" noGrp="1"/>
          </p:cNvSpPr>
          <p:nvPr/>
        </p:nvSpPr>
        <p:spPr>
          <a:xfrm xmlns:a="http://schemas.openxmlformats.org/drawingml/2006/main">
            <a:off x="6334125" y="300551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3" name="">
            <a:extLst xmlns:a="http://schemas.openxmlformats.org/drawingml/2006/main">
              <a:ext uri="{FF2B5EF4-FFF2-40B4-BE49-F238E27FC236}">
                <a16:creationId xmlns:a16="http://schemas.microsoft.com/office/drawing/2014/main" id="{16DB3B06-28A4-4E5D-858A-9D51EBCAA342}"/>
              </a:ext>
            </a:extLst>
          </p:cNvPr>
          <p:cNvSpPr>
            <a:spLocks xmlns:a="http://schemas.openxmlformats.org/drawingml/2006/main" noGrp="1"/>
          </p:cNvSpPr>
          <p:nvPr/>
        </p:nvSpPr>
        <p:spPr>
          <a:xfrm xmlns:a="http://schemas.openxmlformats.org/drawingml/2006/main">
            <a:off x="8715375" y="30575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C4483C"/>
            </a:solidFill>
          </a:ln>
        </p:spPr>
      </p:sp>
      <p:sp>
        <p:nvSpPr>
          <p:cNvPr id="14" name="">
            <a:extLst xmlns:a="http://schemas.openxmlformats.org/drawingml/2006/main">
              <a:ext uri="{FF2B5EF4-FFF2-40B4-BE49-F238E27FC236}">
                <a16:creationId xmlns:a16="http://schemas.microsoft.com/office/drawing/2014/main" id="{746FD9DA-13D2-4F39-9EC1-C21E72D9C5B2}"/>
              </a:ext>
            </a:extLst>
          </p:cNvPr>
          <p:cNvSpPr>
            <a:spLocks xmlns:a="http://schemas.openxmlformats.org/drawingml/2006/main" noGrp="1"/>
          </p:cNvSpPr>
          <p:nvPr/>
        </p:nvSpPr>
        <p:spPr>
          <a:xfrm xmlns:a="http://schemas.openxmlformats.org/drawingml/2006/main">
            <a:off x="9925050" y="300551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15" name="">
            <a:extLst xmlns:a="http://schemas.openxmlformats.org/drawingml/2006/main">
              <a:ext uri="{FF2B5EF4-FFF2-40B4-BE49-F238E27FC236}">
                <a16:creationId xmlns:a16="http://schemas.microsoft.com/office/drawing/2014/main" id="{AA2C4E55-2110-4C8D-ACFE-AFC437BFE44C}"/>
              </a:ext>
            </a:extLst>
          </p:cNvPr>
          <p:cNvSpPr>
            <a:spLocks xmlns:a="http://schemas.openxmlformats.org/drawingml/2006/main" noGrp="1"/>
          </p:cNvSpPr>
          <p:nvPr/>
        </p:nvSpPr>
        <p:spPr>
          <a:xfrm xmlns:a="http://schemas.openxmlformats.org/drawingml/2006/main">
            <a:off x="10620375" y="282892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2F</a:t>
            </a:r>
          </a:p>
        </p:txBody>
      </p:sp>
      <p:sp>
        <p:nvSpPr>
          <p:cNvPr id="16" name="">
            <a:extLst xmlns:a="http://schemas.openxmlformats.org/drawingml/2006/main">
              <a:ext uri="{FF2B5EF4-FFF2-40B4-BE49-F238E27FC236}">
                <a16:creationId xmlns:a16="http://schemas.microsoft.com/office/drawing/2014/main" id="{1F5D16B6-FB1C-4B70-BFC3-8C49763064C6}"/>
              </a:ext>
            </a:extLst>
          </p:cNvPr>
          <p:cNvSpPr>
            <a:spLocks xmlns:a="http://schemas.openxmlformats.org/drawingml/2006/main" noGrp="1"/>
          </p:cNvSpPr>
          <p:nvPr/>
        </p:nvSpPr>
        <p:spPr>
          <a:xfrm xmlns:a="http://schemas.openxmlformats.org/drawingml/2006/main">
            <a:off x="7667625" y="3629025"/>
            <a:ext cx="209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9F65EB7C-BE47-4E84-B2C2-8DFA36211DA6}"/>
              </a:ext>
            </a:extLst>
          </p:cNvPr>
          <p:cNvSpPr>
            <a:spLocks xmlns:a="http://schemas.openxmlformats.org/drawingml/2006/main" noGrp="1"/>
          </p:cNvSpPr>
          <p:nvPr/>
        </p:nvSpPr>
        <p:spPr>
          <a:xfrm xmlns:a="http://schemas.openxmlformats.org/drawingml/2006/main">
            <a:off x="7124700" y="3714750"/>
            <a:ext cx="542925" cy="9525"/>
          </a:xfrm>
          <a:custGeom xmlns:a="http://schemas.openxmlformats.org/drawingml/2006/main">
            <a:pathLst>
              <a:path w="542925" h="9525">
                <a:moveTo>
                  <a:pt x="542925" y="0"/>
                </a:moveTo>
                <a:lnTo>
                  <a:pt x="0" y="0"/>
                </a:lnTo>
              </a:path>
            </a:pathLst>
          </a:custGeom>
          <a:noFill xmlns:a="http://schemas.openxmlformats.org/drawingml/2006/main"/>
          <a:ln xmlns:a="http://schemas.openxmlformats.org/drawingml/2006/main" w="28575">
            <a:solidFill>
              <a:srgbClr val="C4483C"/>
            </a:solidFill>
          </a:ln>
        </p:spPr>
      </p:sp>
      <p:sp>
        <p:nvSpPr>
          <p:cNvPr id="18" name="">
            <a:extLst xmlns:a="http://schemas.openxmlformats.org/drawingml/2006/main">
              <a:ext uri="{FF2B5EF4-FFF2-40B4-BE49-F238E27FC236}">
                <a16:creationId xmlns:a16="http://schemas.microsoft.com/office/drawing/2014/main" id="{FB59E97B-1F22-45A9-AD8D-A7CDBA63D13F}"/>
              </a:ext>
            </a:extLst>
          </p:cNvPr>
          <p:cNvSpPr>
            <a:spLocks xmlns:a="http://schemas.openxmlformats.org/drawingml/2006/main" noGrp="1"/>
          </p:cNvSpPr>
          <p:nvPr/>
        </p:nvSpPr>
        <p:spPr>
          <a:xfrm xmlns:a="http://schemas.openxmlformats.org/drawingml/2006/main">
            <a:off x="7124700" y="3662744"/>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19" name="">
            <a:extLst xmlns:a="http://schemas.openxmlformats.org/drawingml/2006/main">
              <a:ext uri="{FF2B5EF4-FFF2-40B4-BE49-F238E27FC236}">
                <a16:creationId xmlns:a16="http://schemas.microsoft.com/office/drawing/2014/main" id="{39F6D110-C38E-4663-BB83-C5EB014AA7D2}"/>
              </a:ext>
            </a:extLst>
          </p:cNvPr>
          <p:cNvSpPr>
            <a:spLocks xmlns:a="http://schemas.openxmlformats.org/drawingml/2006/main" noGrp="1"/>
          </p:cNvSpPr>
          <p:nvPr/>
        </p:nvSpPr>
        <p:spPr>
          <a:xfrm xmlns:a="http://schemas.openxmlformats.org/drawingml/2006/main">
            <a:off x="9763125" y="371475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3F8CB379-868D-4B70-96F2-37A1194E37D5}"/>
              </a:ext>
            </a:extLst>
          </p:cNvPr>
          <p:cNvSpPr>
            <a:spLocks xmlns:a="http://schemas.openxmlformats.org/drawingml/2006/main" noGrp="1"/>
          </p:cNvSpPr>
          <p:nvPr/>
        </p:nvSpPr>
        <p:spPr>
          <a:xfrm xmlns:a="http://schemas.openxmlformats.org/drawingml/2006/main">
            <a:off x="10306050" y="3662744"/>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965D8A0F-251B-4582-A99B-88CBCC2ED368}"/>
              </a:ext>
            </a:extLst>
          </p:cNvPr>
          <p:cNvSpPr>
            <a:spLocks xmlns:a="http://schemas.openxmlformats.org/drawingml/2006/main" noGrp="1"/>
          </p:cNvSpPr>
          <p:nvPr/>
        </p:nvSpPr>
        <p:spPr>
          <a:xfrm xmlns:a="http://schemas.openxmlformats.org/drawingml/2006/main">
            <a:off x="10620375" y="348615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2L₀</a:t>
            </a:r>
          </a:p>
        </p:txBody>
      </p:sp>
      <p:sp>
        <p:nvSpPr>
          <p:cNvPr id="22" name="">
            <a:extLst xmlns:a="http://schemas.openxmlformats.org/drawingml/2006/main">
              <a:ext uri="{FF2B5EF4-FFF2-40B4-BE49-F238E27FC236}">
                <a16:creationId xmlns:a16="http://schemas.microsoft.com/office/drawing/2014/main" id="{5CC2C4DF-C895-4F11-B4B7-BDB5DF9C1039}"/>
              </a:ext>
            </a:extLst>
          </p:cNvPr>
          <p:cNvSpPr>
            <a:spLocks xmlns:a="http://schemas.openxmlformats.org/drawingml/2006/main" noGrp="1"/>
          </p:cNvSpPr>
          <p:nvPr/>
        </p:nvSpPr>
        <p:spPr>
          <a:xfrm xmlns:a="http://schemas.openxmlformats.org/drawingml/2006/main">
            <a:off x="7667625" y="4210050"/>
            <a:ext cx="1047750" cy="3238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3" name="">
            <a:extLst xmlns:a="http://schemas.openxmlformats.org/drawingml/2006/main">
              <a:ext uri="{FF2B5EF4-FFF2-40B4-BE49-F238E27FC236}">
                <a16:creationId xmlns:a16="http://schemas.microsoft.com/office/drawing/2014/main" id="{25AD66A4-E82C-40A7-AAC6-1BC3E1ECDDFC}"/>
              </a:ext>
            </a:extLst>
          </p:cNvPr>
          <p:cNvSpPr>
            <a:spLocks xmlns:a="http://schemas.openxmlformats.org/drawingml/2006/main" noGrp="1"/>
          </p:cNvSpPr>
          <p:nvPr/>
        </p:nvSpPr>
        <p:spPr>
          <a:xfrm xmlns:a="http://schemas.openxmlformats.org/drawingml/2006/main">
            <a:off x="7000875" y="4371975"/>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37B38098-C3B7-4D44-8D77-2597947AF036}"/>
              </a:ext>
            </a:extLst>
          </p:cNvPr>
          <p:cNvSpPr>
            <a:spLocks xmlns:a="http://schemas.openxmlformats.org/drawingml/2006/main" noGrp="1"/>
          </p:cNvSpPr>
          <p:nvPr/>
        </p:nvSpPr>
        <p:spPr>
          <a:xfrm xmlns:a="http://schemas.openxmlformats.org/drawingml/2006/main">
            <a:off x="7000875" y="4319969"/>
            <a:ext cx="123825" cy="104013"/>
          </a:xfrm>
          <a:custGeom xmlns:a="http://schemas.openxmlformats.org/drawingml/2006/main">
            <a:pathLst>
              <a:path w="123825" h="104013">
                <a:moveTo>
                  <a:pt x="0" y="52006"/>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A9E6939A-BA6C-40BD-ABDA-DFE14DA97F5E}"/>
              </a:ext>
            </a:extLst>
          </p:cNvPr>
          <p:cNvSpPr>
            <a:spLocks xmlns:a="http://schemas.openxmlformats.org/drawingml/2006/main" noGrp="1"/>
          </p:cNvSpPr>
          <p:nvPr/>
        </p:nvSpPr>
        <p:spPr>
          <a:xfrm xmlns:a="http://schemas.openxmlformats.org/drawingml/2006/main">
            <a:off x="8715375" y="4371975"/>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26" name="">
            <a:extLst xmlns:a="http://schemas.openxmlformats.org/drawingml/2006/main">
              <a:ext uri="{FF2B5EF4-FFF2-40B4-BE49-F238E27FC236}">
                <a16:creationId xmlns:a16="http://schemas.microsoft.com/office/drawing/2014/main" id="{CEE9E76A-1DE1-41EA-990F-2996164F7A8C}"/>
              </a:ext>
            </a:extLst>
          </p:cNvPr>
          <p:cNvSpPr>
            <a:spLocks xmlns:a="http://schemas.openxmlformats.org/drawingml/2006/main" noGrp="1"/>
          </p:cNvSpPr>
          <p:nvPr/>
        </p:nvSpPr>
        <p:spPr>
          <a:xfrm xmlns:a="http://schemas.openxmlformats.org/drawingml/2006/main">
            <a:off x="9258300" y="4319969"/>
            <a:ext cx="123825" cy="104013"/>
          </a:xfrm>
          <a:custGeom xmlns:a="http://schemas.openxmlformats.org/drawingml/2006/main">
            <a:pathLst>
              <a:path w="123825" h="104013">
                <a:moveTo>
                  <a:pt x="123825" y="52006"/>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27" name="">
            <a:extLst xmlns:a="http://schemas.openxmlformats.org/drawingml/2006/main">
              <a:ext uri="{FF2B5EF4-FFF2-40B4-BE49-F238E27FC236}">
                <a16:creationId xmlns:a16="http://schemas.microsoft.com/office/drawing/2014/main" id="{4563663B-1FBE-4C96-A08F-67B9DDBE40BE}"/>
              </a:ext>
            </a:extLst>
          </p:cNvPr>
          <p:cNvSpPr>
            <a:spLocks xmlns:a="http://schemas.openxmlformats.org/drawingml/2006/main" noGrp="1"/>
          </p:cNvSpPr>
          <p:nvPr/>
        </p:nvSpPr>
        <p:spPr>
          <a:xfrm xmlns:a="http://schemas.openxmlformats.org/drawingml/2006/main">
            <a:off x="10620375" y="4143375"/>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2A₀</a:t>
            </a:r>
          </a:p>
        </p:txBody>
      </p:sp>
      <p:sp>
        <p:nvSpPr>
          <p:cNvPr id="28" name="">
            <a:extLst xmlns:a="http://schemas.openxmlformats.org/drawingml/2006/main">
              <a:ext uri="{FF2B5EF4-FFF2-40B4-BE49-F238E27FC236}">
                <a16:creationId xmlns:a16="http://schemas.microsoft.com/office/drawing/2014/main" id="{D93FFB0C-5E59-4B26-BC90-43E7D204205B}"/>
              </a:ext>
            </a:extLst>
          </p:cNvPr>
          <p:cNvSpPr>
            <a:spLocks xmlns:a="http://schemas.openxmlformats.org/drawingml/2006/main" noGrp="1"/>
          </p:cNvSpPr>
          <p:nvPr/>
        </p:nvSpPr>
        <p:spPr>
          <a:xfrm xmlns:a="http://schemas.openxmlformats.org/drawingml/2006/main">
            <a:off x="7667625" y="4943475"/>
            <a:ext cx="1047750" cy="171450"/>
          </a:xfrm>
          <a:prstGeom xmlns:a="http://schemas.openxmlformats.org/drawingml/2006/main" prst="rect">
            <a:avLst/>
          </a:prstGeom>
          <a:solidFill xmlns:a="http://schemas.openxmlformats.org/drawingml/2006/main">
            <a:srgbClr val="C7DFE9"/>
          </a:solidFill>
          <a:ln xmlns:a="http://schemas.openxmlformats.org/drawingml/2006/main" w="16193">
            <a:solidFill>
              <a:srgbClr val="2876A8"/>
            </a:solidFill>
          </a:ln>
        </p:spPr>
      </p:sp>
      <p:sp>
        <p:nvSpPr>
          <p:cNvPr id="29" name="">
            <a:extLst xmlns:a="http://schemas.openxmlformats.org/drawingml/2006/main">
              <a:ext uri="{FF2B5EF4-FFF2-40B4-BE49-F238E27FC236}">
                <a16:creationId xmlns:a16="http://schemas.microsoft.com/office/drawing/2014/main" id="{D309E109-232B-4126-A82C-29ED81219C63}"/>
              </a:ext>
            </a:extLst>
          </p:cNvPr>
          <p:cNvSpPr>
            <a:spLocks xmlns:a="http://schemas.openxmlformats.org/drawingml/2006/main" noGrp="1"/>
          </p:cNvSpPr>
          <p:nvPr/>
        </p:nvSpPr>
        <p:spPr>
          <a:xfrm xmlns:a="http://schemas.openxmlformats.org/drawingml/2006/main">
            <a:off x="7000875" y="50292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C4483C"/>
            </a:solidFill>
          </a:ln>
        </p:spPr>
      </p:sp>
      <p:sp>
        <p:nvSpPr>
          <p:cNvPr id="30" name="">
            <a:extLst xmlns:a="http://schemas.openxmlformats.org/drawingml/2006/main">
              <a:ext uri="{FF2B5EF4-FFF2-40B4-BE49-F238E27FC236}">
                <a16:creationId xmlns:a16="http://schemas.microsoft.com/office/drawing/2014/main" id="{B4BE044D-6CC7-4A09-9856-C077D654EC44}"/>
              </a:ext>
            </a:extLst>
          </p:cNvPr>
          <p:cNvSpPr>
            <a:spLocks xmlns:a="http://schemas.openxmlformats.org/drawingml/2006/main" noGrp="1"/>
          </p:cNvSpPr>
          <p:nvPr/>
        </p:nvSpPr>
        <p:spPr>
          <a:xfrm xmlns:a="http://schemas.openxmlformats.org/drawingml/2006/main">
            <a:off x="7000875" y="4977194"/>
            <a:ext cx="123825" cy="104013"/>
          </a:xfrm>
          <a:custGeom xmlns:a="http://schemas.openxmlformats.org/drawingml/2006/main">
            <a:pathLst>
              <a:path w="123825" h="104013">
                <a:moveTo>
                  <a:pt x="0" y="52007"/>
                </a:moveTo>
                <a:lnTo>
                  <a:pt x="123825" y="104013"/>
                </a:lnTo>
                <a:lnTo>
                  <a:pt x="123825" y="0"/>
                </a:lnTo>
                <a:close/>
              </a:path>
            </a:pathLst>
          </a:custGeom>
          <a:solidFill xmlns:a="http://schemas.openxmlformats.org/drawingml/2006/main">
            <a:srgbClr val="C4483C"/>
          </a:solidFill>
          <a:ln xmlns:a="http://schemas.openxmlformats.org/drawingml/2006/main" w="4763">
            <a:solidFill>
              <a:srgbClr val="C4483C"/>
            </a:solidFill>
          </a:ln>
        </p:spPr>
      </p:sp>
      <p:sp>
        <p:nvSpPr>
          <p:cNvPr id="31" name="">
            <a:extLst xmlns:a="http://schemas.openxmlformats.org/drawingml/2006/main">
              <a:ext uri="{FF2B5EF4-FFF2-40B4-BE49-F238E27FC236}">
                <a16:creationId xmlns:a16="http://schemas.microsoft.com/office/drawing/2014/main" id="{2D4A1288-B3B4-497E-9645-E7F24BEF5489}"/>
              </a:ext>
            </a:extLst>
          </p:cNvPr>
          <p:cNvSpPr>
            <a:spLocks xmlns:a="http://schemas.openxmlformats.org/drawingml/2006/main" noGrp="1"/>
          </p:cNvSpPr>
          <p:nvPr/>
        </p:nvSpPr>
        <p:spPr>
          <a:xfrm xmlns:a="http://schemas.openxmlformats.org/drawingml/2006/main">
            <a:off x="8715375" y="50292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C4483C"/>
            </a:solidFill>
          </a:ln>
        </p:spPr>
      </p:sp>
      <p:sp>
        <p:nvSpPr>
          <p:cNvPr id="32" name="">
            <a:extLst xmlns:a="http://schemas.openxmlformats.org/drawingml/2006/main">
              <a:ext uri="{FF2B5EF4-FFF2-40B4-BE49-F238E27FC236}">
                <a16:creationId xmlns:a16="http://schemas.microsoft.com/office/drawing/2014/main" id="{E0CA81F1-D205-4AA4-BCEC-2157FD3C2BA2}"/>
              </a:ext>
            </a:extLst>
          </p:cNvPr>
          <p:cNvSpPr>
            <a:spLocks xmlns:a="http://schemas.openxmlformats.org/drawingml/2006/main" noGrp="1"/>
          </p:cNvSpPr>
          <p:nvPr/>
        </p:nvSpPr>
        <p:spPr>
          <a:xfrm xmlns:a="http://schemas.openxmlformats.org/drawingml/2006/main">
            <a:off x="9258300" y="4977194"/>
            <a:ext cx="123825" cy="104013"/>
          </a:xfrm>
          <a:custGeom xmlns:a="http://schemas.openxmlformats.org/drawingml/2006/main">
            <a:pathLst>
              <a:path w="123825" h="104013">
                <a:moveTo>
                  <a:pt x="123825" y="52007"/>
                </a:moveTo>
                <a:lnTo>
                  <a:pt x="0" y="0"/>
                </a:lnTo>
                <a:lnTo>
                  <a:pt x="0" y="104013"/>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313068FB-5786-4C65-82FB-D1326B326E94}"/>
              </a:ext>
            </a:extLst>
          </p:cNvPr>
          <p:cNvSpPr>
            <a:spLocks xmlns:a="http://schemas.openxmlformats.org/drawingml/2006/main" noGrp="1"/>
          </p:cNvSpPr>
          <p:nvPr/>
        </p:nvSpPr>
        <p:spPr>
          <a:xfrm xmlns:a="http://schemas.openxmlformats.org/drawingml/2006/main">
            <a:off x="10620375" y="4800600"/>
            <a:ext cx="904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2E</a:t>
            </a:r>
          </a:p>
        </p:txBody>
      </p:sp>
      <p:sp>
        <p:nvSpPr>
          <p:cNvPr id="34" name="">
            <a:extLst xmlns:a="http://schemas.openxmlformats.org/drawingml/2006/main">
              <a:ext uri="{FF2B5EF4-FFF2-40B4-BE49-F238E27FC236}">
                <a16:creationId xmlns:a16="http://schemas.microsoft.com/office/drawing/2014/main" id="{9C2F8D01-CA9C-42E4-925E-9D02E3B10F5A}"/>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Eが2倍でも破壊する応力が2倍とは限らない。図は比較条件を示す模式図。</a:t>
            </a:r>
          </a:p>
        </p:txBody>
      </p:sp>
      <p:sp>
        <p:nvSpPr>
          <p:cNvPr id="35" name="">
            <a:extLst xmlns:a="http://schemas.openxmlformats.org/drawingml/2006/main">
              <a:ext uri="{FF2B5EF4-FFF2-40B4-BE49-F238E27FC236}">
                <a16:creationId xmlns:a16="http://schemas.microsoft.com/office/drawing/2014/main" id="{D2E54A25-2A7E-4314-9E75-1AA7D35F224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a:t>
            </a:r>
          </a:p>
        </p:txBody>
      </p:sp>
    </p:spTree>
    <p:extLst>
      <p:ext uri="{BB962C8B-B14F-4D97-AF65-F5344CB8AC3E}">
        <p14:creationId xmlns:p14="http://schemas.microsoft.com/office/powerpoint/2010/main" val="111758949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0">
            <a:extLst xmlns:a="http://schemas.openxmlformats.org/drawingml/2006/main">
              <a:ext uri="{FF2B5EF4-FFF2-40B4-BE49-F238E27FC236}">
                <a16:creationId xmlns:a16="http://schemas.microsoft.com/office/drawing/2014/main" id="{75FC1E66-16A6-45EB-995B-1081FDCD8C30}"/>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軟鋼の応力–ひずみ線図</a:t>
            </a:r>
          </a:p>
        </p:txBody>
      </p:sp>
      <p:cxnSp>
        <p:nvCxnSpPr>
          <p:cNvPr id="2" name="">
            <a:extLst xmlns:a="http://schemas.openxmlformats.org/drawingml/2006/main">
              <a:ext uri="{FF2B5EF4-FFF2-40B4-BE49-F238E27FC236}">
                <a16:creationId xmlns:a16="http://schemas.microsoft.com/office/drawing/2014/main" id="{AEA15702-D8F8-413F-A86E-471B8A182D6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A33470C4-C41C-4D36-8368-F5004A4B0E4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42 / 57</a:t>
            </a:r>
          </a:p>
        </p:txBody>
      </p:sp>
      <p:cxnSp>
        <p:nvCxnSpPr>
          <p:cNvPr id="5" name="">
            <a:extLst xmlns:a="http://schemas.openxmlformats.org/drawingml/2006/main">
              <a:ext uri="{FF2B5EF4-FFF2-40B4-BE49-F238E27FC236}">
                <a16:creationId xmlns:a16="http://schemas.microsoft.com/office/drawing/2014/main" id="{4F57AA89-D1A2-4730-8578-D65C0229E7D8}"/>
              </a:ext>
            </a:extLst>
          </p:cNvPr>
          <p:cNvCxnSpPr/>
          <p:nvPr/>
        </p:nvCxnSpPr>
        <p:spPr>
          <a:xfrm xmlns:a="http://schemas.openxmlformats.org/drawingml/2006/main" flipH="0" flipV="0">
            <a:off x="1333500" y="5172075"/>
            <a:ext cx="6143625" cy="0"/>
          </a:xfrm>
          <a:prstGeom xmlns:a="http://schemas.openxmlformats.org/drawingml/2006/main" prst="straightConnector1">
            <a:avLst/>
          </a:prstGeom>
          <a:ln xmlns:a="http://schemas.openxmlformats.org/drawingml/2006/main" w="19050">
            <a:solidFill>
              <a:srgbClr val="5D6C78"/>
            </a:solidFill>
            <a:tailEnd type="triangle" w="med" len="med"/>
          </a:ln>
        </p:spPr>
      </p:cxnSp>
      <p:cxnSp>
        <p:nvCxnSpPr>
          <p:cNvPr id="6" name="">
            <a:extLst xmlns:a="http://schemas.openxmlformats.org/drawingml/2006/main">
              <a:ext uri="{FF2B5EF4-FFF2-40B4-BE49-F238E27FC236}">
                <a16:creationId xmlns:a16="http://schemas.microsoft.com/office/drawing/2014/main" id="{14FFCEC9-882F-4817-A29A-13DDEDC5FC68}"/>
              </a:ext>
            </a:extLst>
          </p:cNvPr>
          <p:cNvCxnSpPr/>
          <p:nvPr/>
        </p:nvCxnSpPr>
        <p:spPr>
          <a:xfrm xmlns:a="http://schemas.openxmlformats.org/drawingml/2006/main" flipH="0" flipV="1">
            <a:off x="1333500" y="1685925"/>
            <a:ext cx="0" cy="3486150"/>
          </a:xfrm>
          <a:prstGeom xmlns:a="http://schemas.openxmlformats.org/drawingml/2006/main" prst="straightConnector1">
            <a:avLst/>
          </a:prstGeom>
          <a:ln xmlns:a="http://schemas.openxmlformats.org/drawingml/2006/main" w="19050">
            <a:solidFill>
              <a:srgbClr val="5D6C78"/>
            </a:solidFill>
            <a:tailEnd type="triangle" w="med" len="med"/>
          </a:ln>
        </p:spPr>
      </p:cxnSp>
      <p:sp>
        <p:nvSpPr>
          <p:cNvPr id="7" name="text-6">
            <a:extLst xmlns:a="http://schemas.openxmlformats.org/drawingml/2006/main">
              <a:ext uri="{FF2B5EF4-FFF2-40B4-BE49-F238E27FC236}">
                <a16:creationId xmlns:a16="http://schemas.microsoft.com/office/drawing/2014/main" id="{2E3D35AA-A973-42FF-9A44-8E658CA47D73}"/>
              </a:ext>
            </a:extLst>
          </p:cNvPr>
          <p:cNvSpPr>
            <a:spLocks xmlns:a="http://schemas.openxmlformats.org/drawingml/2006/main" noGrp="1"/>
          </p:cNvSpPr>
          <p:nvPr/>
        </p:nvSpPr>
        <p:spPr>
          <a:xfrm xmlns:a="http://schemas.openxmlformats.org/drawingml/2006/main">
            <a:off x="714375" y="147637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公称応力 σ</a:t>
            </a:r>
          </a:p>
        </p:txBody>
      </p:sp>
      <p:sp>
        <p:nvSpPr>
          <p:cNvPr id="8" name="text-7">
            <a:extLst xmlns:a="http://schemas.openxmlformats.org/drawingml/2006/main">
              <a:ext uri="{FF2B5EF4-FFF2-40B4-BE49-F238E27FC236}">
                <a16:creationId xmlns:a16="http://schemas.microsoft.com/office/drawing/2014/main" id="{00E86B91-0536-4744-AC92-A7A933F03C02}"/>
              </a:ext>
            </a:extLst>
          </p:cNvPr>
          <p:cNvSpPr>
            <a:spLocks xmlns:a="http://schemas.openxmlformats.org/drawingml/2006/main" noGrp="1"/>
          </p:cNvSpPr>
          <p:nvPr/>
        </p:nvSpPr>
        <p:spPr>
          <a:xfrm xmlns:a="http://schemas.openxmlformats.org/drawingml/2006/main">
            <a:off x="5334000" y="545782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公称ひずみ ε</a:t>
            </a:r>
          </a:p>
        </p:txBody>
      </p:sp>
      <p:sp>
        <p:nvSpPr>
          <p:cNvPr id="9" name="">
            <a:extLst xmlns:a="http://schemas.openxmlformats.org/drawingml/2006/main">
              <a:ext uri="{FF2B5EF4-FFF2-40B4-BE49-F238E27FC236}">
                <a16:creationId xmlns:a16="http://schemas.microsoft.com/office/drawing/2014/main" id="{BEEF8850-E291-4110-A890-FEBF4EACDC65}"/>
              </a:ext>
            </a:extLst>
          </p:cNvPr>
          <p:cNvSpPr>
            <a:spLocks xmlns:a="http://schemas.openxmlformats.org/drawingml/2006/main" noGrp="1"/>
          </p:cNvSpPr>
          <p:nvPr/>
        </p:nvSpPr>
        <p:spPr>
          <a:xfrm xmlns:a="http://schemas.openxmlformats.org/drawingml/2006/main">
            <a:off x="1333500" y="1885950"/>
            <a:ext cx="5353050" cy="3286125"/>
          </a:xfrm>
          <a:custGeom xmlns:a="http://schemas.openxmlformats.org/drawingml/2006/main">
            <a:pathLst>
              <a:path w="5353050" h="3286125">
                <a:moveTo>
                  <a:pt x="0" y="3286125"/>
                </a:moveTo>
                <a:lnTo>
                  <a:pt x="523875" y="1400175"/>
                </a:lnTo>
                <a:lnTo>
                  <a:pt x="742950" y="838200"/>
                </a:lnTo>
                <a:lnTo>
                  <a:pt x="1000125" y="1171575"/>
                </a:lnTo>
                <a:lnTo>
                  <a:pt x="1666875" y="1171575"/>
                </a:lnTo>
                <a:lnTo>
                  <a:pt x="2381250" y="666750"/>
                </a:lnTo>
                <a:lnTo>
                  <a:pt x="3209925" y="190500"/>
                </a:lnTo>
                <a:lnTo>
                  <a:pt x="3905250" y="0"/>
                </a:lnTo>
                <a:lnTo>
                  <a:pt x="4476750" y="200025"/>
                </a:lnTo>
                <a:lnTo>
                  <a:pt x="5353050" y="1066800"/>
                </a:lnTo>
              </a:path>
            </a:pathLst>
          </a:custGeom>
          <a:noFill xmlns:a="http://schemas.openxmlformats.org/drawingml/2006/main"/>
          <a:ln xmlns:a="http://schemas.openxmlformats.org/drawingml/2006/main" w="38100">
            <a:solidFill>
              <a:srgbClr val="C53D3D"/>
            </a:solidFill>
          </a:ln>
        </p:spPr>
      </p:sp>
      <p:sp>
        <p:nvSpPr>
          <p:cNvPr id="10" name="text-9">
            <a:extLst xmlns:a="http://schemas.openxmlformats.org/drawingml/2006/main">
              <a:ext uri="{FF2B5EF4-FFF2-40B4-BE49-F238E27FC236}">
                <a16:creationId xmlns:a16="http://schemas.microsoft.com/office/drawing/2014/main" id="{36ECA139-92BB-49C4-9F91-359703D3B0FA}"/>
              </a:ext>
            </a:extLst>
          </p:cNvPr>
          <p:cNvSpPr>
            <a:spLocks xmlns:a="http://schemas.openxmlformats.org/drawingml/2006/main" noGrp="1"/>
          </p:cNvSpPr>
          <p:nvPr/>
        </p:nvSpPr>
        <p:spPr>
          <a:xfrm xmlns:a="http://schemas.openxmlformats.org/drawingml/2006/main">
            <a:off x="2009775" y="2143125"/>
            <a:ext cx="147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降伏</a:t>
            </a:r>
          </a:p>
        </p:txBody>
      </p:sp>
      <p:sp>
        <p:nvSpPr>
          <p:cNvPr id="11" name="text-10">
            <a:extLst xmlns:a="http://schemas.openxmlformats.org/drawingml/2006/main">
              <a:ext uri="{FF2B5EF4-FFF2-40B4-BE49-F238E27FC236}">
                <a16:creationId xmlns:a16="http://schemas.microsoft.com/office/drawing/2014/main" id="{11059887-1F7D-4237-95F7-A64C106D6311}"/>
              </a:ext>
            </a:extLst>
          </p:cNvPr>
          <p:cNvSpPr>
            <a:spLocks xmlns:a="http://schemas.openxmlformats.org/drawingml/2006/main" noGrp="1"/>
          </p:cNvSpPr>
          <p:nvPr/>
        </p:nvSpPr>
        <p:spPr>
          <a:xfrm xmlns:a="http://schemas.openxmlformats.org/drawingml/2006/main">
            <a:off x="4276725" y="133350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引張強さ</a:t>
            </a:r>
          </a:p>
        </p:txBody>
      </p:sp>
      <p:sp>
        <p:nvSpPr>
          <p:cNvPr id="12" name="text-11">
            <a:extLst xmlns:a="http://schemas.openxmlformats.org/drawingml/2006/main">
              <a:ext uri="{FF2B5EF4-FFF2-40B4-BE49-F238E27FC236}">
                <a16:creationId xmlns:a16="http://schemas.microsoft.com/office/drawing/2014/main" id="{C21AE493-5E9E-4387-A121-36D48141EFC1}"/>
              </a:ext>
            </a:extLst>
          </p:cNvPr>
          <p:cNvSpPr>
            <a:spLocks xmlns:a="http://schemas.openxmlformats.org/drawingml/2006/main" noGrp="1"/>
          </p:cNvSpPr>
          <p:nvPr/>
        </p:nvSpPr>
        <p:spPr>
          <a:xfrm xmlns:a="http://schemas.openxmlformats.org/drawingml/2006/main">
            <a:off x="6696075" y="2762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253C4D"/>
                </a:solidFill>
                <a:latin typeface="Yu Gothic"/>
                <a:ea typeface="Yu Gothic"/>
                <a:cs typeface="Yu Gothic"/>
              </a:defRPr>
            </a:defPPr>
            <a:lvl1pPr algn="l">
              <a:buNone/>
              <a:defRPr sz="2100" b="0">
                <a:solidFill>
                  <a:srgbClr val="253C4D"/>
                </a:solidFill>
                <a:latin typeface="Yu Gothic"/>
                <a:ea typeface="Yu Gothic"/>
                <a:cs typeface="Yu Gothic"/>
              </a:defRPr>
            </a:lvl1pPr>
            <a:lvl2pPr algn="l">
              <a:buNone/>
              <a:defRPr sz="2100" b="0">
                <a:solidFill>
                  <a:srgbClr val="253C4D"/>
                </a:solidFill>
                <a:latin typeface="Yu Gothic"/>
                <a:ea typeface="Yu Gothic"/>
                <a:cs typeface="Yu Gothic"/>
              </a:defRPr>
            </a:lvl2pPr>
            <a:lvl3pPr algn="l">
              <a:buNone/>
              <a:defRPr sz="2100" b="0">
                <a:solidFill>
                  <a:srgbClr val="253C4D"/>
                </a:solidFill>
                <a:latin typeface="Yu Gothic"/>
                <a:ea typeface="Yu Gothic"/>
                <a:cs typeface="Yu Gothic"/>
              </a:defRPr>
            </a:lvl3pPr>
            <a:lvl4pPr algn="l">
              <a:buNone/>
              <a:defRPr sz="2100" b="0">
                <a:solidFill>
                  <a:srgbClr val="253C4D"/>
                </a:solidFill>
                <a:latin typeface="Yu Gothic"/>
                <a:ea typeface="Yu Gothic"/>
                <a:cs typeface="Yu Gothic"/>
              </a:defRPr>
            </a:lvl4pPr>
            <a:lvl5pPr algn="l">
              <a:buNone/>
              <a:defRPr sz="2100" b="0">
                <a:solidFill>
                  <a:srgbClr val="253C4D"/>
                </a:solidFill>
                <a:latin typeface="Yu Gothic"/>
                <a:ea typeface="Yu Gothic"/>
                <a:cs typeface="Yu Gothic"/>
              </a:defRPr>
            </a:lvl5pPr>
            <a:lvl6pPr algn="l">
              <a:buNone/>
              <a:defRPr sz="2100" b="0">
                <a:solidFill>
                  <a:srgbClr val="253C4D"/>
                </a:solidFill>
                <a:latin typeface="Yu Gothic"/>
                <a:ea typeface="Yu Gothic"/>
                <a:cs typeface="Yu Gothic"/>
              </a:defRPr>
            </a:lvl6pPr>
            <a:lvl7pPr algn="l">
              <a:buNone/>
              <a:defRPr sz="2100" b="0">
                <a:solidFill>
                  <a:srgbClr val="253C4D"/>
                </a:solidFill>
                <a:latin typeface="Yu Gothic"/>
                <a:ea typeface="Yu Gothic"/>
                <a:cs typeface="Yu Gothic"/>
              </a:defRPr>
            </a:lvl7pPr>
            <a:lvl8pPr algn="l">
              <a:buNone/>
              <a:defRPr sz="2100" b="0">
                <a:solidFill>
                  <a:srgbClr val="253C4D"/>
                </a:solidFill>
                <a:latin typeface="Yu Gothic"/>
                <a:ea typeface="Yu Gothic"/>
                <a:cs typeface="Yu Gothic"/>
              </a:defRPr>
            </a:lvl8pPr>
            <a:lvl9pPr algn="l">
              <a:buNone/>
              <a:defRPr sz="2100" b="0">
                <a:solidFill>
                  <a:srgbClr val="253C4D"/>
                </a:solidFill>
                <a:latin typeface="Yu Gothic"/>
                <a:ea typeface="Yu Gothic"/>
                <a:cs typeface="Yu Gothic"/>
              </a:defRPr>
            </a:lvl9pPr>
          </a:lstStyle>
          <a:p xmlns:a="http://schemas.openxmlformats.org/drawingml/2006/main">
            <a:pPr algn="l">
              <a:buNone/>
              <a:defRPr sz="2100" b="0">
                <a:solidFill>
                  <a:srgbClr val="253C4D"/>
                </a:solidFill>
                <a:latin typeface="Yu Gothic"/>
                <a:ea typeface="Yu Gothic"/>
                <a:cs typeface="Yu Gothic"/>
              </a:defRPr>
            </a:pPr>
            <a:r>
              <a:rPr sz="2100" b="0">
                <a:solidFill>
                  <a:srgbClr val="253C4D"/>
                </a:solidFill>
                <a:latin typeface="Yu Gothic"/>
                <a:ea typeface="Yu Gothic"/>
                <a:cs typeface="Yu Gothic"/>
              </a:rPr>
              <a:t>破断</a:t>
            </a:r>
          </a:p>
        </p:txBody>
      </p:sp>
      <p:cxnSp>
        <p:nvCxnSpPr>
          <p:cNvPr id="13" name="">
            <a:extLst xmlns:a="http://schemas.openxmlformats.org/drawingml/2006/main">
              <a:ext uri="{FF2B5EF4-FFF2-40B4-BE49-F238E27FC236}">
                <a16:creationId xmlns:a16="http://schemas.microsoft.com/office/drawing/2014/main" id="{533996BA-AD81-43BD-9808-1F79D1BEFA74}"/>
              </a:ext>
            </a:extLst>
          </p:cNvPr>
          <p:cNvCxnSpPr/>
          <p:nvPr/>
        </p:nvCxnSpPr>
        <p:spPr>
          <a:xfrm xmlns:a="http://schemas.openxmlformats.org/drawingml/2006/main" flipH="0" flipV="0">
            <a:off x="5238750" y="1885950"/>
            <a:ext cx="0" cy="3267075"/>
          </a:xfrm>
          <a:prstGeom xmlns:a="http://schemas.openxmlformats.org/drawingml/2006/main" prst="straightConnector1">
            <a:avLst/>
          </a:prstGeom>
          <a:ln xmlns:a="http://schemas.openxmlformats.org/drawingml/2006/main" w="14288">
            <a:solidFill>
              <a:srgbClr val="5D6C78"/>
            </a:solidFill>
            <a:prstDash val="dash"/>
          </a:ln>
        </p:spPr>
      </p:cxnSp>
      <p:sp>
        <p:nvSpPr>
          <p:cNvPr id="14" name="text-13">
            <a:extLst xmlns:a="http://schemas.openxmlformats.org/drawingml/2006/main">
              <a:ext uri="{FF2B5EF4-FFF2-40B4-BE49-F238E27FC236}">
                <a16:creationId xmlns:a16="http://schemas.microsoft.com/office/drawing/2014/main" id="{9B46AC1E-244E-4988-AA31-6BB8DF1FCFB6}"/>
              </a:ext>
            </a:extLst>
          </p:cNvPr>
          <p:cNvSpPr>
            <a:spLocks xmlns:a="http://schemas.openxmlformats.org/drawingml/2006/main" noGrp="1"/>
          </p:cNvSpPr>
          <p:nvPr/>
        </p:nvSpPr>
        <p:spPr>
          <a:xfrm xmlns:a="http://schemas.openxmlformats.org/drawingml/2006/main">
            <a:off x="5600700" y="3533775"/>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くびれが進む</a:t>
            </a:r>
          </a:p>
        </p:txBody>
      </p:sp>
      <p:sp>
        <p:nvSpPr>
          <p:cNvPr id="15" name="text-14">
            <a:extLst xmlns:a="http://schemas.openxmlformats.org/drawingml/2006/main">
              <a:ext uri="{FF2B5EF4-FFF2-40B4-BE49-F238E27FC236}">
                <a16:creationId xmlns:a16="http://schemas.microsoft.com/office/drawing/2014/main" id="{DD5B583C-C8CC-4FC8-AF10-F9F9C7C783C5}"/>
              </a:ext>
            </a:extLst>
          </p:cNvPr>
          <p:cNvSpPr>
            <a:spLocks xmlns:a="http://schemas.openxmlformats.org/drawingml/2006/main" noGrp="1"/>
          </p:cNvSpPr>
          <p:nvPr/>
        </p:nvSpPr>
        <p:spPr>
          <a:xfrm xmlns:a="http://schemas.openxmlformats.org/drawingml/2006/main">
            <a:off x="8591550" y="2019300"/>
            <a:ext cx="2914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直線の傾き：E</a:t>
            </a:r>
          </a:p>
        </p:txBody>
      </p:sp>
      <p:sp>
        <p:nvSpPr>
          <p:cNvPr id="16" name="text-15">
            <a:extLst xmlns:a="http://schemas.openxmlformats.org/drawingml/2006/main">
              <a:ext uri="{FF2B5EF4-FFF2-40B4-BE49-F238E27FC236}">
                <a16:creationId xmlns:a16="http://schemas.microsoft.com/office/drawing/2014/main" id="{3722DC22-263B-47EA-BD48-40ADF02160FB}"/>
              </a:ext>
            </a:extLst>
          </p:cNvPr>
          <p:cNvSpPr>
            <a:spLocks xmlns:a="http://schemas.openxmlformats.org/drawingml/2006/main" noGrp="1"/>
          </p:cNvSpPr>
          <p:nvPr/>
        </p:nvSpPr>
        <p:spPr>
          <a:xfrm xmlns:a="http://schemas.openxmlformats.org/drawingml/2006/main">
            <a:off x="8591550" y="2924175"/>
            <a:ext cx="2914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降伏後：塑性変形</a:t>
            </a:r>
          </a:p>
        </p:txBody>
      </p:sp>
      <p:sp>
        <p:nvSpPr>
          <p:cNvPr id="17" name="text-16">
            <a:extLst xmlns:a="http://schemas.openxmlformats.org/drawingml/2006/main">
              <a:ext uri="{FF2B5EF4-FFF2-40B4-BE49-F238E27FC236}">
                <a16:creationId xmlns:a16="http://schemas.microsoft.com/office/drawing/2014/main" id="{AC1F5A78-9F7C-4F83-B9F8-BE541950FA4B}"/>
              </a:ext>
            </a:extLst>
          </p:cNvPr>
          <p:cNvSpPr>
            <a:spLocks xmlns:a="http://schemas.openxmlformats.org/drawingml/2006/main" noGrp="1"/>
          </p:cNvSpPr>
          <p:nvPr/>
        </p:nvSpPr>
        <p:spPr>
          <a:xfrm xmlns:a="http://schemas.openxmlformats.org/drawingml/2006/main">
            <a:off x="8591550" y="3829050"/>
            <a:ext cx="29146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253C4D"/>
                </a:solidFill>
                <a:latin typeface="Yu Gothic"/>
                <a:ea typeface="Yu Gothic"/>
                <a:cs typeface="Yu Gothic"/>
              </a:defRPr>
            </a:defPPr>
            <a:lvl1pPr algn="l">
              <a:buNone/>
              <a:defRPr sz="1950" b="0">
                <a:solidFill>
                  <a:srgbClr val="253C4D"/>
                </a:solidFill>
                <a:latin typeface="Yu Gothic"/>
                <a:ea typeface="Yu Gothic"/>
                <a:cs typeface="Yu Gothic"/>
              </a:defRPr>
            </a:lvl1pPr>
            <a:lvl2pPr algn="l">
              <a:buNone/>
              <a:defRPr sz="1950" b="0">
                <a:solidFill>
                  <a:srgbClr val="253C4D"/>
                </a:solidFill>
                <a:latin typeface="Yu Gothic"/>
                <a:ea typeface="Yu Gothic"/>
                <a:cs typeface="Yu Gothic"/>
              </a:defRPr>
            </a:lvl2pPr>
            <a:lvl3pPr algn="l">
              <a:buNone/>
              <a:defRPr sz="1950" b="0">
                <a:solidFill>
                  <a:srgbClr val="253C4D"/>
                </a:solidFill>
                <a:latin typeface="Yu Gothic"/>
                <a:ea typeface="Yu Gothic"/>
                <a:cs typeface="Yu Gothic"/>
              </a:defRPr>
            </a:lvl3pPr>
            <a:lvl4pPr algn="l">
              <a:buNone/>
              <a:defRPr sz="1950" b="0">
                <a:solidFill>
                  <a:srgbClr val="253C4D"/>
                </a:solidFill>
                <a:latin typeface="Yu Gothic"/>
                <a:ea typeface="Yu Gothic"/>
                <a:cs typeface="Yu Gothic"/>
              </a:defRPr>
            </a:lvl4pPr>
            <a:lvl5pPr algn="l">
              <a:buNone/>
              <a:defRPr sz="1950" b="0">
                <a:solidFill>
                  <a:srgbClr val="253C4D"/>
                </a:solidFill>
                <a:latin typeface="Yu Gothic"/>
                <a:ea typeface="Yu Gothic"/>
                <a:cs typeface="Yu Gothic"/>
              </a:defRPr>
            </a:lvl5pPr>
            <a:lvl6pPr algn="l">
              <a:buNone/>
              <a:defRPr sz="1950" b="0">
                <a:solidFill>
                  <a:srgbClr val="253C4D"/>
                </a:solidFill>
                <a:latin typeface="Yu Gothic"/>
                <a:ea typeface="Yu Gothic"/>
                <a:cs typeface="Yu Gothic"/>
              </a:defRPr>
            </a:lvl6pPr>
            <a:lvl7pPr algn="l">
              <a:buNone/>
              <a:defRPr sz="1950" b="0">
                <a:solidFill>
                  <a:srgbClr val="253C4D"/>
                </a:solidFill>
                <a:latin typeface="Yu Gothic"/>
                <a:ea typeface="Yu Gothic"/>
                <a:cs typeface="Yu Gothic"/>
              </a:defRPr>
            </a:lvl7pPr>
            <a:lvl8pPr algn="l">
              <a:buNone/>
              <a:defRPr sz="1950" b="0">
                <a:solidFill>
                  <a:srgbClr val="253C4D"/>
                </a:solidFill>
                <a:latin typeface="Yu Gothic"/>
                <a:ea typeface="Yu Gothic"/>
                <a:cs typeface="Yu Gothic"/>
              </a:defRPr>
            </a:lvl8pPr>
            <a:lvl9pPr algn="l">
              <a:buNone/>
              <a:defRPr sz="1950" b="0">
                <a:solidFill>
                  <a:srgbClr val="253C4D"/>
                </a:solidFill>
                <a:latin typeface="Yu Gothic"/>
                <a:ea typeface="Yu Gothic"/>
                <a:cs typeface="Yu Gothic"/>
              </a:defRPr>
            </a:lvl9pPr>
          </a:lstStyle>
          <a:p xmlns:a="http://schemas.openxmlformats.org/drawingml/2006/main">
            <a:pPr algn="l">
              <a:buNone/>
              <a:defRPr sz="1950" b="0">
                <a:solidFill>
                  <a:srgbClr val="253C4D"/>
                </a:solidFill>
                <a:latin typeface="Yu Gothic"/>
                <a:ea typeface="Yu Gothic"/>
                <a:cs typeface="Yu Gothic"/>
              </a:defRPr>
            </a:pPr>
            <a:r>
              <a:rPr sz="1950" b="0">
                <a:solidFill>
                  <a:srgbClr val="253C4D"/>
                </a:solidFill>
                <a:latin typeface="Yu Gothic"/>
                <a:ea typeface="Yu Gothic"/>
                <a:cs typeface="Yu Gothic"/>
              </a:rPr>
              <a:t>最大の公称応力：引張強さ</a:t>
            </a:r>
          </a:p>
        </p:txBody>
      </p:sp>
      <p:sp>
        <p:nvSpPr>
          <p:cNvPr id="18" name="text-17">
            <a:extLst xmlns:a="http://schemas.openxmlformats.org/drawingml/2006/main">
              <a:ext uri="{FF2B5EF4-FFF2-40B4-BE49-F238E27FC236}">
                <a16:creationId xmlns:a16="http://schemas.microsoft.com/office/drawing/2014/main" id="{9EEDC3DD-42DE-4E88-96FC-2F9035FF99C2}"/>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模式図・縮尺不均一　　E は初期の傾き、引張強さは最大応力</a:t>
            </a:r>
          </a:p>
        </p:txBody>
      </p:sp>
      <p:sp>
        <p:nvSpPr>
          <p:cNvPr id="20" name="">
            <a:extLst xmlns:a="http://schemas.openxmlformats.org/drawingml/2006/main">
              <a:ext uri="{FF2B5EF4-FFF2-40B4-BE49-F238E27FC236}">
                <a16:creationId xmlns:a16="http://schemas.microsoft.com/office/drawing/2014/main" id="{CB44B5E3-EFA3-4789-8C33-C55107EC344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157889386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BC15F45C-AA7C-4012-A895-5319CC4F5626}"/>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弾性変形と塑性変形</a:t>
            </a:r>
          </a:p>
        </p:txBody>
      </p:sp>
      <p:cxnSp>
        <p:nvCxnSpPr>
          <p:cNvPr id="2" name="">
            <a:extLst xmlns:a="http://schemas.openxmlformats.org/drawingml/2006/main">
              <a:ext uri="{FF2B5EF4-FFF2-40B4-BE49-F238E27FC236}">
                <a16:creationId xmlns:a16="http://schemas.microsoft.com/office/drawing/2014/main" id="{446F6006-D203-4EFD-9AE8-97F8F3F8179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27045BD3-9162-4DD1-9B76-81EA9FF1439F}"/>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43 / 57</a:t>
            </a:r>
          </a:p>
        </p:txBody>
      </p:sp>
      <p:sp>
        <p:nvSpPr>
          <p:cNvPr id="21" name="">
            <a:extLst xmlns:a="http://schemas.openxmlformats.org/drawingml/2006/main">
              <a:ext uri="{FF2B5EF4-FFF2-40B4-BE49-F238E27FC236}">
                <a16:creationId xmlns:a16="http://schemas.microsoft.com/office/drawing/2014/main" id="{28497356-92FA-49EF-AA3D-727FF7ECE3CC}"/>
              </a:ext>
            </a:extLst>
          </p:cNvPr>
          <p:cNvSpPr>
            <a:spLocks xmlns:a="http://schemas.openxmlformats.org/drawingml/2006/main" noGrp="1"/>
          </p:cNvSpPr>
          <p:nvPr/>
        </p:nvSpPr>
        <p:spPr>
          <a:xfrm xmlns:a="http://schemas.openxmlformats.org/drawingml/2006/main">
            <a:off x="1238250" y="4905375"/>
            <a:ext cx="5429250" cy="9525"/>
          </a:xfrm>
          <a:custGeom xmlns:a="http://schemas.openxmlformats.org/drawingml/2006/main">
            <a:pathLst>
              <a:path w="5429250" h="9525">
                <a:moveTo>
                  <a:pt x="0" y="0"/>
                </a:moveTo>
                <a:lnTo>
                  <a:pt x="542925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E15B370E-8379-49DE-8DED-51241969C2AE}"/>
              </a:ext>
            </a:extLst>
          </p:cNvPr>
          <p:cNvSpPr>
            <a:spLocks xmlns:a="http://schemas.openxmlformats.org/drawingml/2006/main" noGrp="1"/>
          </p:cNvSpPr>
          <p:nvPr/>
        </p:nvSpPr>
        <p:spPr>
          <a:xfrm xmlns:a="http://schemas.openxmlformats.org/drawingml/2006/main">
            <a:off x="6581775" y="4869371"/>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D7DCC0F5-DF4B-4614-8EDF-03F26DB228F1}"/>
              </a:ext>
            </a:extLst>
          </p:cNvPr>
          <p:cNvSpPr>
            <a:spLocks xmlns:a="http://schemas.openxmlformats.org/drawingml/2006/main" noGrp="1"/>
          </p:cNvSpPr>
          <p:nvPr/>
        </p:nvSpPr>
        <p:spPr>
          <a:xfrm xmlns:a="http://schemas.openxmlformats.org/drawingml/2006/main">
            <a:off x="1238250" y="1762125"/>
            <a:ext cx="9525" cy="3143250"/>
          </a:xfrm>
          <a:custGeom xmlns:a="http://schemas.openxmlformats.org/drawingml/2006/main">
            <a:pathLst>
              <a:path w="9525" h="3143250">
                <a:moveTo>
                  <a:pt x="0" y="3143250"/>
                </a:moveTo>
                <a:lnTo>
                  <a:pt x="0" y="0"/>
                </a:lnTo>
              </a:path>
            </a:pathLst>
          </a:custGeom>
          <a:noFill xmlns:a="http://schemas.openxmlformats.org/drawingml/2006/main"/>
          <a:ln xmlns:a="http://schemas.openxmlformats.org/drawingml/2006/main" w="19050">
            <a:solidFill>
              <a:srgbClr val="71818B"/>
            </a:solidFill>
          </a:ln>
        </p:spPr>
      </p:sp>
      <p:sp>
        <p:nvSpPr>
          <p:cNvPr id="24" name="">
            <a:extLst xmlns:a="http://schemas.openxmlformats.org/drawingml/2006/main">
              <a:ext uri="{FF2B5EF4-FFF2-40B4-BE49-F238E27FC236}">
                <a16:creationId xmlns:a16="http://schemas.microsoft.com/office/drawing/2014/main" id="{005811EE-DBDC-4133-84CD-06B75A2DBA9A}"/>
              </a:ext>
            </a:extLst>
          </p:cNvPr>
          <p:cNvSpPr>
            <a:spLocks xmlns:a="http://schemas.openxmlformats.org/drawingml/2006/main" noGrp="1"/>
          </p:cNvSpPr>
          <p:nvPr/>
        </p:nvSpPr>
        <p:spPr>
          <a:xfrm xmlns:a="http://schemas.openxmlformats.org/drawingml/2006/main">
            <a:off x="1202246" y="1762125"/>
            <a:ext cx="72009" cy="85725"/>
          </a:xfrm>
          <a:custGeom xmlns:a="http://schemas.openxmlformats.org/drawingml/2006/main">
            <a:pathLst>
              <a:path w="72009" h="85725">
                <a:moveTo>
                  <a:pt x="36005" y="0"/>
                </a:moveTo>
                <a:lnTo>
                  <a:pt x="0" y="85725"/>
                </a:lnTo>
                <a:lnTo>
                  <a:pt x="72009" y="85725"/>
                </a:lnTo>
                <a:close/>
              </a:path>
            </a:pathLst>
          </a:custGeom>
          <a:solidFill xmlns:a="http://schemas.openxmlformats.org/drawingml/2006/main">
            <a:srgbClr val="71818B"/>
          </a:solidFill>
          <a:ln xmlns:a="http://schemas.openxmlformats.org/drawingml/2006/main" w="4763">
            <a:solidFill>
              <a:srgbClr val="71818B"/>
            </a:solidFill>
          </a:ln>
        </p:spPr>
      </p:sp>
      <p:sp>
        <p:nvSpPr>
          <p:cNvPr id="25" name="">
            <a:extLst xmlns:a="http://schemas.openxmlformats.org/drawingml/2006/main">
              <a:ext uri="{FF2B5EF4-FFF2-40B4-BE49-F238E27FC236}">
                <a16:creationId xmlns:a16="http://schemas.microsoft.com/office/drawing/2014/main" id="{01BD9149-D84E-4DF3-AEE7-C1D53939F0BC}"/>
              </a:ext>
            </a:extLst>
          </p:cNvPr>
          <p:cNvSpPr>
            <a:spLocks xmlns:a="http://schemas.openxmlformats.org/drawingml/2006/main" noGrp="1"/>
          </p:cNvSpPr>
          <p:nvPr/>
        </p:nvSpPr>
        <p:spPr>
          <a:xfrm xmlns:a="http://schemas.openxmlformats.org/drawingml/2006/main">
            <a:off x="857250" y="1571625"/>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σ</a:t>
            </a:r>
          </a:p>
        </p:txBody>
      </p:sp>
      <p:sp>
        <p:nvSpPr>
          <p:cNvPr id="26" name="">
            <a:extLst xmlns:a="http://schemas.openxmlformats.org/drawingml/2006/main">
              <a:ext uri="{FF2B5EF4-FFF2-40B4-BE49-F238E27FC236}">
                <a16:creationId xmlns:a16="http://schemas.microsoft.com/office/drawing/2014/main" id="{16D8D993-D12A-4596-ACAD-525B4D641E7F}"/>
              </a:ext>
            </a:extLst>
          </p:cNvPr>
          <p:cNvSpPr>
            <a:spLocks xmlns:a="http://schemas.openxmlformats.org/drawingml/2006/main" noGrp="1"/>
          </p:cNvSpPr>
          <p:nvPr/>
        </p:nvSpPr>
        <p:spPr>
          <a:xfrm xmlns:a="http://schemas.openxmlformats.org/drawingml/2006/main">
            <a:off x="6667500" y="4857750"/>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ε</a:t>
            </a:r>
          </a:p>
        </p:txBody>
      </p:sp>
      <p:sp>
        <p:nvSpPr>
          <p:cNvPr id="27" name="">
            <a:extLst xmlns:a="http://schemas.openxmlformats.org/drawingml/2006/main">
              <a:ext uri="{FF2B5EF4-FFF2-40B4-BE49-F238E27FC236}">
                <a16:creationId xmlns:a16="http://schemas.microsoft.com/office/drawing/2014/main" id="{1A459C8C-ED45-4769-AF52-E8483AEA70C7}"/>
              </a:ext>
            </a:extLst>
          </p:cNvPr>
          <p:cNvSpPr>
            <a:spLocks xmlns:a="http://schemas.openxmlformats.org/drawingml/2006/main" noGrp="1"/>
          </p:cNvSpPr>
          <p:nvPr/>
        </p:nvSpPr>
        <p:spPr>
          <a:xfrm xmlns:a="http://schemas.openxmlformats.org/drawingml/2006/main">
            <a:off x="1238250" y="1952625"/>
            <a:ext cx="4000500" cy="2952750"/>
          </a:xfrm>
          <a:custGeom xmlns:a="http://schemas.openxmlformats.org/drawingml/2006/main">
            <a:pathLst>
              <a:path w="4000500" h="2952750">
                <a:moveTo>
                  <a:pt x="0" y="2952750"/>
                </a:moveTo>
                <a:lnTo>
                  <a:pt x="1000125" y="552450"/>
                </a:lnTo>
                <a:lnTo>
                  <a:pt x="2238375" y="161925"/>
                </a:lnTo>
                <a:lnTo>
                  <a:pt x="4000500" y="0"/>
                </a:lnTo>
              </a:path>
            </a:pathLst>
          </a:custGeom>
          <a:noFill xmlns:a="http://schemas.openxmlformats.org/drawingml/2006/main"/>
          <a:ln xmlns:a="http://schemas.openxmlformats.org/drawingml/2006/main" w="38100">
            <a:solidFill>
              <a:srgbClr val="C4483C"/>
            </a:solidFill>
          </a:ln>
        </p:spPr>
      </p:sp>
      <p:sp>
        <p:nvSpPr>
          <p:cNvPr id="28" name="">
            <a:extLst xmlns:a="http://schemas.openxmlformats.org/drawingml/2006/main">
              <a:ext uri="{FF2B5EF4-FFF2-40B4-BE49-F238E27FC236}">
                <a16:creationId xmlns:a16="http://schemas.microsoft.com/office/drawing/2014/main" id="{43AC7737-7DE0-4D3F-8F5A-5A2662882787}"/>
              </a:ext>
            </a:extLst>
          </p:cNvPr>
          <p:cNvSpPr>
            <a:spLocks xmlns:a="http://schemas.openxmlformats.org/drawingml/2006/main" noGrp="1"/>
          </p:cNvSpPr>
          <p:nvPr/>
        </p:nvSpPr>
        <p:spPr>
          <a:xfrm xmlns:a="http://schemas.openxmlformats.org/drawingml/2006/main">
            <a:off x="4010025" y="1952625"/>
            <a:ext cx="1228725" cy="2952750"/>
          </a:xfrm>
          <a:custGeom xmlns:a="http://schemas.openxmlformats.org/drawingml/2006/main">
            <a:pathLst>
              <a:path w="1228725" h="2952750">
                <a:moveTo>
                  <a:pt x="1228725" y="0"/>
                </a:moveTo>
                <a:lnTo>
                  <a:pt x="0" y="2952750"/>
                </a:lnTo>
              </a:path>
            </a:pathLst>
          </a:custGeom>
          <a:noFill xmlns:a="http://schemas.openxmlformats.org/drawingml/2006/main"/>
          <a:ln xmlns:a="http://schemas.openxmlformats.org/drawingml/2006/main" w="38100">
            <a:solidFill>
              <a:srgbClr val="2876A8"/>
            </a:solidFill>
          </a:ln>
        </p:spPr>
      </p:sp>
      <p:sp>
        <p:nvSpPr>
          <p:cNvPr id="29" name="">
            <a:extLst xmlns:a="http://schemas.openxmlformats.org/drawingml/2006/main">
              <a:ext uri="{FF2B5EF4-FFF2-40B4-BE49-F238E27FC236}">
                <a16:creationId xmlns:a16="http://schemas.microsoft.com/office/drawing/2014/main" id="{7F2A90E8-D917-4AD7-ADED-651C5929700F}"/>
              </a:ext>
            </a:extLst>
          </p:cNvPr>
          <p:cNvSpPr>
            <a:spLocks xmlns:a="http://schemas.openxmlformats.org/drawingml/2006/main" noGrp="1"/>
          </p:cNvSpPr>
          <p:nvPr/>
        </p:nvSpPr>
        <p:spPr>
          <a:xfrm xmlns:a="http://schemas.openxmlformats.org/drawingml/2006/main">
            <a:off x="4438650" y="2819400"/>
            <a:ext cx="438150" cy="1047750"/>
          </a:xfrm>
          <a:custGeom xmlns:a="http://schemas.openxmlformats.org/drawingml/2006/main">
            <a:pathLst>
              <a:path w="438150" h="1047750">
                <a:moveTo>
                  <a:pt x="438150" y="0"/>
                </a:moveTo>
                <a:lnTo>
                  <a:pt x="0" y="1047750"/>
                </a:lnTo>
              </a:path>
            </a:pathLst>
          </a:custGeom>
          <a:noFill xmlns:a="http://schemas.openxmlformats.org/drawingml/2006/main"/>
          <a:ln xmlns:a="http://schemas.openxmlformats.org/drawingml/2006/main" w="28575">
            <a:solidFill>
              <a:srgbClr val="2876A8"/>
            </a:solidFill>
          </a:ln>
        </p:spPr>
      </p:sp>
      <p:sp>
        <p:nvSpPr>
          <p:cNvPr id="30" name="">
            <a:extLst xmlns:a="http://schemas.openxmlformats.org/drawingml/2006/main">
              <a:ext uri="{FF2B5EF4-FFF2-40B4-BE49-F238E27FC236}">
                <a16:creationId xmlns:a16="http://schemas.microsoft.com/office/drawing/2014/main" id="{AA48E471-873C-4C28-B718-8F9DFC2722C9}"/>
              </a:ext>
            </a:extLst>
          </p:cNvPr>
          <p:cNvSpPr>
            <a:spLocks xmlns:a="http://schemas.openxmlformats.org/drawingml/2006/main" noGrp="1"/>
          </p:cNvSpPr>
          <p:nvPr/>
        </p:nvSpPr>
        <p:spPr>
          <a:xfrm xmlns:a="http://schemas.openxmlformats.org/drawingml/2006/main">
            <a:off x="4438474" y="3753509"/>
            <a:ext cx="81197" cy="113641"/>
          </a:xfrm>
          <a:custGeom xmlns:a="http://schemas.openxmlformats.org/drawingml/2006/main">
            <a:pathLst>
              <a:path w="81197" h="113641">
                <a:moveTo>
                  <a:pt x="176" y="113641"/>
                </a:moveTo>
                <a:lnTo>
                  <a:pt x="81197" y="33955"/>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1" name="">
            <a:extLst xmlns:a="http://schemas.openxmlformats.org/drawingml/2006/main">
              <a:ext uri="{FF2B5EF4-FFF2-40B4-BE49-F238E27FC236}">
                <a16:creationId xmlns:a16="http://schemas.microsoft.com/office/drawing/2014/main" id="{D6E4D7D1-2759-4DB2-8304-FE00D75BB684}"/>
              </a:ext>
            </a:extLst>
          </p:cNvPr>
          <p:cNvSpPr>
            <a:spLocks xmlns:a="http://schemas.openxmlformats.org/drawingml/2006/main" noGrp="1"/>
          </p:cNvSpPr>
          <p:nvPr/>
        </p:nvSpPr>
        <p:spPr>
          <a:xfrm xmlns:a="http://schemas.openxmlformats.org/drawingml/2006/main">
            <a:off x="5238750" y="195262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2" name="">
            <a:extLst xmlns:a="http://schemas.openxmlformats.org/drawingml/2006/main">
              <a:ext uri="{FF2B5EF4-FFF2-40B4-BE49-F238E27FC236}">
                <a16:creationId xmlns:a16="http://schemas.microsoft.com/office/drawing/2014/main" id="{E0140C98-0ED7-490A-9EF4-39CEA72E4D3E}"/>
              </a:ext>
            </a:extLst>
          </p:cNvPr>
          <p:cNvSpPr>
            <a:spLocks xmlns:a="http://schemas.openxmlformats.org/drawingml/2006/main" noGrp="1"/>
          </p:cNvSpPr>
          <p:nvPr/>
        </p:nvSpPr>
        <p:spPr>
          <a:xfrm xmlns:a="http://schemas.openxmlformats.org/drawingml/2006/main">
            <a:off x="5238750" y="208451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E8CDDEF3-3C88-4865-AA84-86B61F61663B}"/>
              </a:ext>
            </a:extLst>
          </p:cNvPr>
          <p:cNvSpPr>
            <a:spLocks xmlns:a="http://schemas.openxmlformats.org/drawingml/2006/main" noGrp="1"/>
          </p:cNvSpPr>
          <p:nvPr/>
        </p:nvSpPr>
        <p:spPr>
          <a:xfrm xmlns:a="http://schemas.openxmlformats.org/drawingml/2006/main">
            <a:off x="5238750" y="221639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B8BA0CA5-359D-4520-8830-177EC6C62CC4}"/>
              </a:ext>
            </a:extLst>
          </p:cNvPr>
          <p:cNvSpPr>
            <a:spLocks xmlns:a="http://schemas.openxmlformats.org/drawingml/2006/main" noGrp="1"/>
          </p:cNvSpPr>
          <p:nvPr/>
        </p:nvSpPr>
        <p:spPr>
          <a:xfrm xmlns:a="http://schemas.openxmlformats.org/drawingml/2006/main">
            <a:off x="5238750" y="234827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78EFE689-DBFC-4756-825C-723C304E44BA}"/>
              </a:ext>
            </a:extLst>
          </p:cNvPr>
          <p:cNvSpPr>
            <a:spLocks xmlns:a="http://schemas.openxmlformats.org/drawingml/2006/main" noGrp="1"/>
          </p:cNvSpPr>
          <p:nvPr/>
        </p:nvSpPr>
        <p:spPr>
          <a:xfrm xmlns:a="http://schemas.openxmlformats.org/drawingml/2006/main">
            <a:off x="5238750" y="248016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910EDC84-F43F-4D02-891E-3BB4145F3526}"/>
              </a:ext>
            </a:extLst>
          </p:cNvPr>
          <p:cNvSpPr>
            <a:spLocks xmlns:a="http://schemas.openxmlformats.org/drawingml/2006/main" noGrp="1"/>
          </p:cNvSpPr>
          <p:nvPr/>
        </p:nvSpPr>
        <p:spPr>
          <a:xfrm xmlns:a="http://schemas.openxmlformats.org/drawingml/2006/main">
            <a:off x="5238750" y="261204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3DB1E400-796F-41AF-9E9F-4B2E75125200}"/>
              </a:ext>
            </a:extLst>
          </p:cNvPr>
          <p:cNvSpPr>
            <a:spLocks xmlns:a="http://schemas.openxmlformats.org/drawingml/2006/main" noGrp="1"/>
          </p:cNvSpPr>
          <p:nvPr/>
        </p:nvSpPr>
        <p:spPr>
          <a:xfrm xmlns:a="http://schemas.openxmlformats.org/drawingml/2006/main">
            <a:off x="5238750" y="274393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B578138E-DA5F-4802-9677-B2C1B262BA6C}"/>
              </a:ext>
            </a:extLst>
          </p:cNvPr>
          <p:cNvSpPr>
            <a:spLocks xmlns:a="http://schemas.openxmlformats.org/drawingml/2006/main" noGrp="1"/>
          </p:cNvSpPr>
          <p:nvPr/>
        </p:nvSpPr>
        <p:spPr>
          <a:xfrm xmlns:a="http://schemas.openxmlformats.org/drawingml/2006/main">
            <a:off x="5238750" y="287581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6A55B63E-C35C-44A8-A474-785767E38084}"/>
              </a:ext>
            </a:extLst>
          </p:cNvPr>
          <p:cNvSpPr>
            <a:spLocks xmlns:a="http://schemas.openxmlformats.org/drawingml/2006/main" noGrp="1"/>
          </p:cNvSpPr>
          <p:nvPr/>
        </p:nvSpPr>
        <p:spPr>
          <a:xfrm xmlns:a="http://schemas.openxmlformats.org/drawingml/2006/main">
            <a:off x="5238750" y="300770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AE259FD4-44DD-4279-A674-C57892EF14B0}"/>
              </a:ext>
            </a:extLst>
          </p:cNvPr>
          <p:cNvSpPr>
            <a:spLocks xmlns:a="http://schemas.openxmlformats.org/drawingml/2006/main" noGrp="1"/>
          </p:cNvSpPr>
          <p:nvPr/>
        </p:nvSpPr>
        <p:spPr>
          <a:xfrm xmlns:a="http://schemas.openxmlformats.org/drawingml/2006/main">
            <a:off x="5238750" y="313958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DB9EB1BA-D28E-48B9-BB54-F6DE557E8A68}"/>
              </a:ext>
            </a:extLst>
          </p:cNvPr>
          <p:cNvSpPr>
            <a:spLocks xmlns:a="http://schemas.openxmlformats.org/drawingml/2006/main" noGrp="1"/>
          </p:cNvSpPr>
          <p:nvPr/>
        </p:nvSpPr>
        <p:spPr>
          <a:xfrm xmlns:a="http://schemas.openxmlformats.org/drawingml/2006/main">
            <a:off x="5238750" y="327147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2" name="">
            <a:extLst xmlns:a="http://schemas.openxmlformats.org/drawingml/2006/main">
              <a:ext uri="{FF2B5EF4-FFF2-40B4-BE49-F238E27FC236}">
                <a16:creationId xmlns:a16="http://schemas.microsoft.com/office/drawing/2014/main" id="{DC86332B-EA23-4C63-8C7A-3FAD8A0C7A95}"/>
              </a:ext>
            </a:extLst>
          </p:cNvPr>
          <p:cNvSpPr>
            <a:spLocks xmlns:a="http://schemas.openxmlformats.org/drawingml/2006/main" noGrp="1"/>
          </p:cNvSpPr>
          <p:nvPr/>
        </p:nvSpPr>
        <p:spPr>
          <a:xfrm xmlns:a="http://schemas.openxmlformats.org/drawingml/2006/main">
            <a:off x="5238750" y="340335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3BE107E7-0C75-4A38-93D2-0BFA67D81579}"/>
              </a:ext>
            </a:extLst>
          </p:cNvPr>
          <p:cNvSpPr>
            <a:spLocks xmlns:a="http://schemas.openxmlformats.org/drawingml/2006/main" noGrp="1"/>
          </p:cNvSpPr>
          <p:nvPr/>
        </p:nvSpPr>
        <p:spPr>
          <a:xfrm xmlns:a="http://schemas.openxmlformats.org/drawingml/2006/main">
            <a:off x="5238750" y="353524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F2229C56-0E2F-40AF-9334-A3E3C1336717}"/>
              </a:ext>
            </a:extLst>
          </p:cNvPr>
          <p:cNvSpPr>
            <a:spLocks xmlns:a="http://schemas.openxmlformats.org/drawingml/2006/main" noGrp="1"/>
          </p:cNvSpPr>
          <p:nvPr/>
        </p:nvSpPr>
        <p:spPr>
          <a:xfrm xmlns:a="http://schemas.openxmlformats.org/drawingml/2006/main">
            <a:off x="5238750" y="3667125"/>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443BBD0D-3DF4-44C0-825A-431D7C0B501B}"/>
              </a:ext>
            </a:extLst>
          </p:cNvPr>
          <p:cNvSpPr>
            <a:spLocks xmlns:a="http://schemas.openxmlformats.org/drawingml/2006/main" noGrp="1"/>
          </p:cNvSpPr>
          <p:nvPr/>
        </p:nvSpPr>
        <p:spPr>
          <a:xfrm xmlns:a="http://schemas.openxmlformats.org/drawingml/2006/main">
            <a:off x="5238750" y="379901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9EE10C27-DAB5-4C45-AE8D-94106FDABB48}"/>
              </a:ext>
            </a:extLst>
          </p:cNvPr>
          <p:cNvSpPr>
            <a:spLocks xmlns:a="http://schemas.openxmlformats.org/drawingml/2006/main" noGrp="1"/>
          </p:cNvSpPr>
          <p:nvPr/>
        </p:nvSpPr>
        <p:spPr>
          <a:xfrm xmlns:a="http://schemas.openxmlformats.org/drawingml/2006/main">
            <a:off x="5238750" y="3930894"/>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1F4F3AE7-E312-4934-9AF1-1E87B5307C2B}"/>
              </a:ext>
            </a:extLst>
          </p:cNvPr>
          <p:cNvSpPr>
            <a:spLocks xmlns:a="http://schemas.openxmlformats.org/drawingml/2006/main" noGrp="1"/>
          </p:cNvSpPr>
          <p:nvPr/>
        </p:nvSpPr>
        <p:spPr>
          <a:xfrm xmlns:a="http://schemas.openxmlformats.org/drawingml/2006/main">
            <a:off x="5238750" y="4062779"/>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23EC6372-C845-430F-BA97-4146ACB52A6B}"/>
              </a:ext>
            </a:extLst>
          </p:cNvPr>
          <p:cNvSpPr>
            <a:spLocks xmlns:a="http://schemas.openxmlformats.org/drawingml/2006/main" noGrp="1"/>
          </p:cNvSpPr>
          <p:nvPr/>
        </p:nvSpPr>
        <p:spPr>
          <a:xfrm xmlns:a="http://schemas.openxmlformats.org/drawingml/2006/main">
            <a:off x="5238750" y="419466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0495CB19-2647-494C-B476-0E67A8156111}"/>
              </a:ext>
            </a:extLst>
          </p:cNvPr>
          <p:cNvSpPr>
            <a:spLocks xmlns:a="http://schemas.openxmlformats.org/drawingml/2006/main" noGrp="1"/>
          </p:cNvSpPr>
          <p:nvPr/>
        </p:nvSpPr>
        <p:spPr>
          <a:xfrm xmlns:a="http://schemas.openxmlformats.org/drawingml/2006/main">
            <a:off x="5238750" y="4326548"/>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0" name="">
            <a:extLst xmlns:a="http://schemas.openxmlformats.org/drawingml/2006/main">
              <a:ext uri="{FF2B5EF4-FFF2-40B4-BE49-F238E27FC236}">
                <a16:creationId xmlns:a16="http://schemas.microsoft.com/office/drawing/2014/main" id="{54969FF4-BF84-45C2-A80D-430EAC893D93}"/>
              </a:ext>
            </a:extLst>
          </p:cNvPr>
          <p:cNvSpPr>
            <a:spLocks xmlns:a="http://schemas.openxmlformats.org/drawingml/2006/main" noGrp="1"/>
          </p:cNvSpPr>
          <p:nvPr/>
        </p:nvSpPr>
        <p:spPr>
          <a:xfrm xmlns:a="http://schemas.openxmlformats.org/drawingml/2006/main">
            <a:off x="5238750" y="4458433"/>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1" name="">
            <a:extLst xmlns:a="http://schemas.openxmlformats.org/drawingml/2006/main">
              <a:ext uri="{FF2B5EF4-FFF2-40B4-BE49-F238E27FC236}">
                <a16:creationId xmlns:a16="http://schemas.microsoft.com/office/drawing/2014/main" id="{BCFB6684-15F0-47A5-9ED6-13A1FBF36F27}"/>
              </a:ext>
            </a:extLst>
          </p:cNvPr>
          <p:cNvSpPr>
            <a:spLocks xmlns:a="http://schemas.openxmlformats.org/drawingml/2006/main" noGrp="1"/>
          </p:cNvSpPr>
          <p:nvPr/>
        </p:nvSpPr>
        <p:spPr>
          <a:xfrm xmlns:a="http://schemas.openxmlformats.org/drawingml/2006/main">
            <a:off x="5238750" y="459031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2" name="">
            <a:extLst xmlns:a="http://schemas.openxmlformats.org/drawingml/2006/main">
              <a:ext uri="{FF2B5EF4-FFF2-40B4-BE49-F238E27FC236}">
                <a16:creationId xmlns:a16="http://schemas.microsoft.com/office/drawing/2014/main" id="{F421AE15-CC04-447F-9FAB-5EEAAFA41595}"/>
              </a:ext>
            </a:extLst>
          </p:cNvPr>
          <p:cNvSpPr>
            <a:spLocks xmlns:a="http://schemas.openxmlformats.org/drawingml/2006/main" noGrp="1"/>
          </p:cNvSpPr>
          <p:nvPr/>
        </p:nvSpPr>
        <p:spPr>
          <a:xfrm xmlns:a="http://schemas.openxmlformats.org/drawingml/2006/main">
            <a:off x="5238750" y="4722202"/>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3" name="">
            <a:extLst xmlns:a="http://schemas.openxmlformats.org/drawingml/2006/main">
              <a:ext uri="{FF2B5EF4-FFF2-40B4-BE49-F238E27FC236}">
                <a16:creationId xmlns:a16="http://schemas.microsoft.com/office/drawing/2014/main" id="{10329B12-80CB-4A54-803D-52DC4FA98087}"/>
              </a:ext>
            </a:extLst>
          </p:cNvPr>
          <p:cNvSpPr>
            <a:spLocks xmlns:a="http://schemas.openxmlformats.org/drawingml/2006/main" noGrp="1"/>
          </p:cNvSpPr>
          <p:nvPr/>
        </p:nvSpPr>
        <p:spPr>
          <a:xfrm xmlns:a="http://schemas.openxmlformats.org/drawingml/2006/main">
            <a:off x="5238750" y="4854087"/>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4" name="">
            <a:extLst xmlns:a="http://schemas.openxmlformats.org/drawingml/2006/main">
              <a:ext uri="{FF2B5EF4-FFF2-40B4-BE49-F238E27FC236}">
                <a16:creationId xmlns:a16="http://schemas.microsoft.com/office/drawing/2014/main" id="{8D5AEF1E-62AC-4C0A-AC06-E07CB7A51066}"/>
              </a:ext>
            </a:extLst>
          </p:cNvPr>
          <p:cNvSpPr>
            <a:spLocks xmlns:a="http://schemas.openxmlformats.org/drawingml/2006/main" noGrp="1"/>
          </p:cNvSpPr>
          <p:nvPr/>
        </p:nvSpPr>
        <p:spPr>
          <a:xfrm xmlns:a="http://schemas.openxmlformats.org/drawingml/2006/main">
            <a:off x="5238750" y="4985971"/>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5" name="">
            <a:extLst xmlns:a="http://schemas.openxmlformats.org/drawingml/2006/main">
              <a:ext uri="{FF2B5EF4-FFF2-40B4-BE49-F238E27FC236}">
                <a16:creationId xmlns:a16="http://schemas.microsoft.com/office/drawing/2014/main" id="{221A1BED-06BB-41A4-B224-4FF33F402701}"/>
              </a:ext>
            </a:extLst>
          </p:cNvPr>
          <p:cNvSpPr>
            <a:spLocks xmlns:a="http://schemas.openxmlformats.org/drawingml/2006/main" noGrp="1"/>
          </p:cNvSpPr>
          <p:nvPr/>
        </p:nvSpPr>
        <p:spPr>
          <a:xfrm xmlns:a="http://schemas.openxmlformats.org/drawingml/2006/main">
            <a:off x="5238750" y="5117856"/>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6" name="">
            <a:extLst xmlns:a="http://schemas.openxmlformats.org/drawingml/2006/main">
              <a:ext uri="{FF2B5EF4-FFF2-40B4-BE49-F238E27FC236}">
                <a16:creationId xmlns:a16="http://schemas.microsoft.com/office/drawing/2014/main" id="{2F5DAB01-08B9-476E-80FD-9A4CCB47F8B5}"/>
              </a:ext>
            </a:extLst>
          </p:cNvPr>
          <p:cNvSpPr>
            <a:spLocks xmlns:a="http://schemas.openxmlformats.org/drawingml/2006/main" noGrp="1"/>
          </p:cNvSpPr>
          <p:nvPr/>
        </p:nvSpPr>
        <p:spPr>
          <a:xfrm xmlns:a="http://schemas.openxmlformats.org/drawingml/2006/main">
            <a:off x="5238750" y="5249740"/>
            <a:ext cx="9525" cy="72537"/>
          </a:xfrm>
          <a:custGeom xmlns:a="http://schemas.openxmlformats.org/drawingml/2006/main">
            <a:pathLst>
              <a:path w="9525" h="72537">
                <a:moveTo>
                  <a:pt x="0" y="0"/>
                </a:moveTo>
                <a:lnTo>
                  <a:pt x="0" y="72537"/>
                </a:lnTo>
              </a:path>
            </a:pathLst>
          </a:custGeom>
          <a:noFill xmlns:a="http://schemas.openxmlformats.org/drawingml/2006/main"/>
          <a:ln xmlns:a="http://schemas.openxmlformats.org/drawingml/2006/main" w="14288">
            <a:solidFill>
              <a:srgbClr val="71818B"/>
            </a:solidFill>
          </a:ln>
        </p:spPr>
      </p:sp>
      <p:sp>
        <p:nvSpPr>
          <p:cNvPr id="57" name="">
            <a:extLst xmlns:a="http://schemas.openxmlformats.org/drawingml/2006/main">
              <a:ext uri="{FF2B5EF4-FFF2-40B4-BE49-F238E27FC236}">
                <a16:creationId xmlns:a16="http://schemas.microsoft.com/office/drawing/2014/main" id="{749E8AB0-B4F9-45DF-9257-FBF6C3125F79}"/>
              </a:ext>
            </a:extLst>
          </p:cNvPr>
          <p:cNvSpPr>
            <a:spLocks xmlns:a="http://schemas.openxmlformats.org/drawingml/2006/main" noGrp="1"/>
          </p:cNvSpPr>
          <p:nvPr/>
        </p:nvSpPr>
        <p:spPr>
          <a:xfrm xmlns:a="http://schemas.openxmlformats.org/drawingml/2006/main">
            <a:off x="1238250" y="5362575"/>
            <a:ext cx="2771775" cy="9525"/>
          </a:xfrm>
          <a:custGeom xmlns:a="http://schemas.openxmlformats.org/drawingml/2006/main">
            <a:pathLst>
              <a:path w="2771775" h="9525">
                <a:moveTo>
                  <a:pt x="0" y="0"/>
                </a:moveTo>
                <a:lnTo>
                  <a:pt x="2771775" y="0"/>
                </a:lnTo>
              </a:path>
            </a:pathLst>
          </a:custGeom>
          <a:noFill xmlns:a="http://schemas.openxmlformats.org/drawingml/2006/main"/>
          <a:ln xmlns:a="http://schemas.openxmlformats.org/drawingml/2006/main" w="15240">
            <a:solidFill>
              <a:srgbClr val="7655A5"/>
            </a:solidFill>
          </a:ln>
        </p:spPr>
      </p:sp>
      <p:sp>
        <p:nvSpPr>
          <p:cNvPr id="58" name="">
            <a:extLst xmlns:a="http://schemas.openxmlformats.org/drawingml/2006/main">
              <a:ext uri="{FF2B5EF4-FFF2-40B4-BE49-F238E27FC236}">
                <a16:creationId xmlns:a16="http://schemas.microsoft.com/office/drawing/2014/main" id="{B7452514-FB1B-493B-A8CE-A719CCA8B730}"/>
              </a:ext>
            </a:extLst>
          </p:cNvPr>
          <p:cNvSpPr>
            <a:spLocks xmlns:a="http://schemas.openxmlformats.org/drawingml/2006/main" noGrp="1"/>
          </p:cNvSpPr>
          <p:nvPr/>
        </p:nvSpPr>
        <p:spPr>
          <a:xfrm xmlns:a="http://schemas.openxmlformats.org/drawingml/2006/main">
            <a:off x="3933825" y="533057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655A5"/>
          </a:solidFill>
          <a:ln xmlns:a="http://schemas.openxmlformats.org/drawingml/2006/main" w="4763">
            <a:solidFill>
              <a:srgbClr val="7655A5"/>
            </a:solidFill>
          </a:ln>
        </p:spPr>
      </p:sp>
      <p:sp>
        <p:nvSpPr>
          <p:cNvPr id="59" name="">
            <a:extLst xmlns:a="http://schemas.openxmlformats.org/drawingml/2006/main">
              <a:ext uri="{FF2B5EF4-FFF2-40B4-BE49-F238E27FC236}">
                <a16:creationId xmlns:a16="http://schemas.microsoft.com/office/drawing/2014/main" id="{68BB1E10-CE67-480B-A718-A620B0BC2FFF}"/>
              </a:ext>
            </a:extLst>
          </p:cNvPr>
          <p:cNvSpPr>
            <a:spLocks xmlns:a="http://schemas.openxmlformats.org/drawingml/2006/main" noGrp="1"/>
          </p:cNvSpPr>
          <p:nvPr/>
        </p:nvSpPr>
        <p:spPr>
          <a:xfrm xmlns:a="http://schemas.openxmlformats.org/drawingml/2006/main">
            <a:off x="1238250" y="5362575"/>
            <a:ext cx="2771775" cy="9525"/>
          </a:xfrm>
          <a:custGeom xmlns:a="http://schemas.openxmlformats.org/drawingml/2006/main">
            <a:pathLst>
              <a:path w="2771775" h="9525">
                <a:moveTo>
                  <a:pt x="2771775" y="0"/>
                </a:moveTo>
                <a:lnTo>
                  <a:pt x="0" y="0"/>
                </a:lnTo>
              </a:path>
            </a:pathLst>
          </a:custGeom>
          <a:noFill xmlns:a="http://schemas.openxmlformats.org/drawingml/2006/main"/>
          <a:ln xmlns:a="http://schemas.openxmlformats.org/drawingml/2006/main" w="15240">
            <a:solidFill>
              <a:srgbClr val="7655A5"/>
            </a:solidFill>
          </a:ln>
        </p:spPr>
      </p:sp>
      <p:sp>
        <p:nvSpPr>
          <p:cNvPr id="60" name="">
            <a:extLst xmlns:a="http://schemas.openxmlformats.org/drawingml/2006/main">
              <a:ext uri="{FF2B5EF4-FFF2-40B4-BE49-F238E27FC236}">
                <a16:creationId xmlns:a16="http://schemas.microsoft.com/office/drawing/2014/main" id="{1BFAA80B-64E5-4AF3-BA31-C4A72BEA276B}"/>
              </a:ext>
            </a:extLst>
          </p:cNvPr>
          <p:cNvSpPr>
            <a:spLocks xmlns:a="http://schemas.openxmlformats.org/drawingml/2006/main" noGrp="1"/>
          </p:cNvSpPr>
          <p:nvPr/>
        </p:nvSpPr>
        <p:spPr>
          <a:xfrm xmlns:a="http://schemas.openxmlformats.org/drawingml/2006/main">
            <a:off x="1238250" y="533057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7655A5"/>
          </a:solidFill>
          <a:ln xmlns:a="http://schemas.openxmlformats.org/drawingml/2006/main" w="4763">
            <a:solidFill>
              <a:srgbClr val="7655A5"/>
            </a:solidFill>
          </a:ln>
        </p:spPr>
      </p:sp>
      <p:sp>
        <p:nvSpPr>
          <p:cNvPr id="61" name="">
            <a:extLst xmlns:a="http://schemas.openxmlformats.org/drawingml/2006/main">
              <a:ext uri="{FF2B5EF4-FFF2-40B4-BE49-F238E27FC236}">
                <a16:creationId xmlns:a16="http://schemas.microsoft.com/office/drawing/2014/main" id="{668581A2-BAE4-405E-9C5D-E512A195C6ED}"/>
              </a:ext>
            </a:extLst>
          </p:cNvPr>
          <p:cNvSpPr>
            <a:spLocks xmlns:a="http://schemas.openxmlformats.org/drawingml/2006/main" noGrp="1"/>
          </p:cNvSpPr>
          <p:nvPr/>
        </p:nvSpPr>
        <p:spPr>
          <a:xfrm xmlns:a="http://schemas.openxmlformats.org/drawingml/2006/main">
            <a:off x="1047750" y="5438775"/>
            <a:ext cx="3152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7655A5"/>
                </a:solidFill>
                <a:latin typeface="Yu Gothic"/>
                <a:ea typeface="Yu Gothic"/>
                <a:cs typeface="Yu Gothic"/>
              </a:defRPr>
            </a:defPPr>
            <a:lvl1pPr>
              <a:buNone/>
              <a:defRPr sz="1725" b="0">
                <a:solidFill>
                  <a:srgbClr val="7655A5"/>
                </a:solidFill>
                <a:latin typeface="Yu Gothic"/>
                <a:ea typeface="Yu Gothic"/>
                <a:cs typeface="Yu Gothic"/>
              </a:defRPr>
            </a:lvl1pPr>
            <a:lvl2pPr>
              <a:buNone/>
              <a:defRPr sz="1725" b="0">
                <a:solidFill>
                  <a:srgbClr val="7655A5"/>
                </a:solidFill>
                <a:latin typeface="Yu Gothic"/>
                <a:ea typeface="Yu Gothic"/>
                <a:cs typeface="Yu Gothic"/>
              </a:defRPr>
            </a:lvl2pPr>
            <a:lvl3pPr>
              <a:buNone/>
              <a:defRPr sz="1725" b="0">
                <a:solidFill>
                  <a:srgbClr val="7655A5"/>
                </a:solidFill>
                <a:latin typeface="Yu Gothic"/>
                <a:ea typeface="Yu Gothic"/>
                <a:cs typeface="Yu Gothic"/>
              </a:defRPr>
            </a:lvl3pPr>
            <a:lvl4pPr>
              <a:buNone/>
              <a:defRPr sz="1725" b="0">
                <a:solidFill>
                  <a:srgbClr val="7655A5"/>
                </a:solidFill>
                <a:latin typeface="Yu Gothic"/>
                <a:ea typeface="Yu Gothic"/>
                <a:cs typeface="Yu Gothic"/>
              </a:defRPr>
            </a:lvl4pPr>
            <a:lvl5pPr>
              <a:buNone/>
              <a:defRPr sz="1725" b="0">
                <a:solidFill>
                  <a:srgbClr val="7655A5"/>
                </a:solidFill>
                <a:latin typeface="Yu Gothic"/>
                <a:ea typeface="Yu Gothic"/>
                <a:cs typeface="Yu Gothic"/>
              </a:defRPr>
            </a:lvl5pPr>
            <a:lvl6pPr>
              <a:buNone/>
              <a:defRPr sz="1725" b="0">
                <a:solidFill>
                  <a:srgbClr val="7655A5"/>
                </a:solidFill>
                <a:latin typeface="Yu Gothic"/>
                <a:ea typeface="Yu Gothic"/>
                <a:cs typeface="Yu Gothic"/>
              </a:defRPr>
            </a:lvl6pPr>
            <a:lvl7pPr>
              <a:buNone/>
              <a:defRPr sz="1725" b="0">
                <a:solidFill>
                  <a:srgbClr val="7655A5"/>
                </a:solidFill>
                <a:latin typeface="Yu Gothic"/>
                <a:ea typeface="Yu Gothic"/>
                <a:cs typeface="Yu Gothic"/>
              </a:defRPr>
            </a:lvl7pPr>
            <a:lvl8pPr>
              <a:buNone/>
              <a:defRPr sz="1725" b="0">
                <a:solidFill>
                  <a:srgbClr val="7655A5"/>
                </a:solidFill>
                <a:latin typeface="Yu Gothic"/>
                <a:ea typeface="Yu Gothic"/>
                <a:cs typeface="Yu Gothic"/>
              </a:defRPr>
            </a:lvl8pPr>
            <a:lvl9pPr>
              <a:buNone/>
              <a:defRPr sz="1725" b="0">
                <a:solidFill>
                  <a:srgbClr val="7655A5"/>
                </a:solidFill>
                <a:latin typeface="Yu Gothic"/>
                <a:ea typeface="Yu Gothic"/>
                <a:cs typeface="Yu Gothic"/>
              </a:defRPr>
            </a:lvl9pPr>
          </a:lstStyle>
          <a:p xmlns:a="http://schemas.openxmlformats.org/drawingml/2006/main">
            <a:pPr>
              <a:buNone/>
              <a:defRPr sz="1725" b="0">
                <a:solidFill>
                  <a:srgbClr val="7655A5"/>
                </a:solidFill>
                <a:latin typeface="Yu Gothic"/>
                <a:ea typeface="Yu Gothic"/>
                <a:cs typeface="Yu Gothic"/>
              </a:defRPr>
            </a:pPr>
            <a:r>
              <a:rPr sz="1725" b="0">
                <a:solidFill>
                  <a:srgbClr val="7655A5"/>
                </a:solidFill>
                <a:latin typeface="Yu Gothic"/>
                <a:ea typeface="Yu Gothic"/>
                <a:cs typeface="Yu Gothic"/>
              </a:rPr>
              <a:t>残るひずみ</a:t>
            </a:r>
          </a:p>
        </p:txBody>
      </p:sp>
      <p:sp>
        <p:nvSpPr>
          <p:cNvPr id="62" name="">
            <a:extLst xmlns:a="http://schemas.openxmlformats.org/drawingml/2006/main">
              <a:ext uri="{FF2B5EF4-FFF2-40B4-BE49-F238E27FC236}">
                <a16:creationId xmlns:a16="http://schemas.microsoft.com/office/drawing/2014/main" id="{7BF4BCD8-4125-46AF-A633-4A8C74A03BD4}"/>
              </a:ext>
            </a:extLst>
          </p:cNvPr>
          <p:cNvSpPr>
            <a:spLocks xmlns:a="http://schemas.openxmlformats.org/drawingml/2006/main" noGrp="1"/>
          </p:cNvSpPr>
          <p:nvPr/>
        </p:nvSpPr>
        <p:spPr>
          <a:xfrm xmlns:a="http://schemas.openxmlformats.org/drawingml/2006/main">
            <a:off x="4010025" y="5362575"/>
            <a:ext cx="1228725" cy="9525"/>
          </a:xfrm>
          <a:custGeom xmlns:a="http://schemas.openxmlformats.org/drawingml/2006/main">
            <a:pathLst>
              <a:path w="1228725" h="9525">
                <a:moveTo>
                  <a:pt x="0" y="0"/>
                </a:moveTo>
                <a:lnTo>
                  <a:pt x="1228725" y="0"/>
                </a:lnTo>
              </a:path>
            </a:pathLst>
          </a:custGeom>
          <a:noFill xmlns:a="http://schemas.openxmlformats.org/drawingml/2006/main"/>
          <a:ln xmlns:a="http://schemas.openxmlformats.org/drawingml/2006/main" w="15240">
            <a:solidFill>
              <a:srgbClr val="2876A8"/>
            </a:solidFill>
          </a:ln>
        </p:spPr>
      </p:sp>
      <p:sp>
        <p:nvSpPr>
          <p:cNvPr id="63" name="">
            <a:extLst xmlns:a="http://schemas.openxmlformats.org/drawingml/2006/main">
              <a:ext uri="{FF2B5EF4-FFF2-40B4-BE49-F238E27FC236}">
                <a16:creationId xmlns:a16="http://schemas.microsoft.com/office/drawing/2014/main" id="{37A62B87-6731-4E0C-A294-C54F58187D75}"/>
              </a:ext>
            </a:extLst>
          </p:cNvPr>
          <p:cNvSpPr>
            <a:spLocks xmlns:a="http://schemas.openxmlformats.org/drawingml/2006/main" noGrp="1"/>
          </p:cNvSpPr>
          <p:nvPr/>
        </p:nvSpPr>
        <p:spPr>
          <a:xfrm xmlns:a="http://schemas.openxmlformats.org/drawingml/2006/main">
            <a:off x="5162550" y="533057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2876A8"/>
          </a:solidFill>
          <a:ln xmlns:a="http://schemas.openxmlformats.org/drawingml/2006/main" w="4763">
            <a:solidFill>
              <a:srgbClr val="2876A8"/>
            </a:solidFill>
          </a:ln>
        </p:spPr>
      </p:sp>
      <p:sp>
        <p:nvSpPr>
          <p:cNvPr id="64" name="">
            <a:extLst xmlns:a="http://schemas.openxmlformats.org/drawingml/2006/main">
              <a:ext uri="{FF2B5EF4-FFF2-40B4-BE49-F238E27FC236}">
                <a16:creationId xmlns:a16="http://schemas.microsoft.com/office/drawing/2014/main" id="{014D7525-9500-467D-AB3C-85425F0EABAC}"/>
              </a:ext>
            </a:extLst>
          </p:cNvPr>
          <p:cNvSpPr>
            <a:spLocks xmlns:a="http://schemas.openxmlformats.org/drawingml/2006/main" noGrp="1"/>
          </p:cNvSpPr>
          <p:nvPr/>
        </p:nvSpPr>
        <p:spPr>
          <a:xfrm xmlns:a="http://schemas.openxmlformats.org/drawingml/2006/main">
            <a:off x="4010025" y="5362575"/>
            <a:ext cx="1228725" cy="9525"/>
          </a:xfrm>
          <a:custGeom xmlns:a="http://schemas.openxmlformats.org/drawingml/2006/main">
            <a:pathLst>
              <a:path w="1228725" h="9525">
                <a:moveTo>
                  <a:pt x="1228725" y="0"/>
                </a:moveTo>
                <a:lnTo>
                  <a:pt x="0" y="0"/>
                </a:lnTo>
              </a:path>
            </a:pathLst>
          </a:custGeom>
          <a:noFill xmlns:a="http://schemas.openxmlformats.org/drawingml/2006/main"/>
          <a:ln xmlns:a="http://schemas.openxmlformats.org/drawingml/2006/main" w="15240">
            <a:solidFill>
              <a:srgbClr val="2876A8"/>
            </a:solidFill>
          </a:ln>
        </p:spPr>
      </p:sp>
      <p:sp>
        <p:nvSpPr>
          <p:cNvPr id="65" name="">
            <a:extLst xmlns:a="http://schemas.openxmlformats.org/drawingml/2006/main">
              <a:ext uri="{FF2B5EF4-FFF2-40B4-BE49-F238E27FC236}">
                <a16:creationId xmlns:a16="http://schemas.microsoft.com/office/drawing/2014/main" id="{1CD25F8B-0626-4479-9B60-D9C11E74A0C5}"/>
              </a:ext>
            </a:extLst>
          </p:cNvPr>
          <p:cNvSpPr>
            <a:spLocks xmlns:a="http://schemas.openxmlformats.org/drawingml/2006/main" noGrp="1"/>
          </p:cNvSpPr>
          <p:nvPr/>
        </p:nvSpPr>
        <p:spPr>
          <a:xfrm xmlns:a="http://schemas.openxmlformats.org/drawingml/2006/main">
            <a:off x="4010025" y="5330571"/>
            <a:ext cx="76200" cy="64008"/>
          </a:xfrm>
          <a:custGeom xmlns:a="http://schemas.openxmlformats.org/drawingml/2006/main">
            <a:pathLst>
              <a:path w="76200" h="64008">
                <a:moveTo>
                  <a:pt x="0" y="32004"/>
                </a:moveTo>
                <a:lnTo>
                  <a:pt x="76200" y="64008"/>
                </a:lnTo>
                <a:lnTo>
                  <a:pt x="76200" y="0"/>
                </a:lnTo>
                <a:close/>
              </a:path>
            </a:pathLst>
          </a:custGeom>
          <a:solidFill xmlns:a="http://schemas.openxmlformats.org/drawingml/2006/main">
            <a:srgbClr val="2876A8"/>
          </a:solidFill>
          <a:ln xmlns:a="http://schemas.openxmlformats.org/drawingml/2006/main" w="4763">
            <a:solidFill>
              <a:srgbClr val="2876A8"/>
            </a:solidFill>
          </a:ln>
        </p:spPr>
      </p:sp>
      <p:sp>
        <p:nvSpPr>
          <p:cNvPr id="66" name="">
            <a:extLst xmlns:a="http://schemas.openxmlformats.org/drawingml/2006/main">
              <a:ext uri="{FF2B5EF4-FFF2-40B4-BE49-F238E27FC236}">
                <a16:creationId xmlns:a16="http://schemas.microsoft.com/office/drawing/2014/main" id="{27492A64-D7C4-483B-9248-80D58924A2F4}"/>
              </a:ext>
            </a:extLst>
          </p:cNvPr>
          <p:cNvSpPr>
            <a:spLocks xmlns:a="http://schemas.openxmlformats.org/drawingml/2006/main" noGrp="1"/>
          </p:cNvSpPr>
          <p:nvPr/>
        </p:nvSpPr>
        <p:spPr>
          <a:xfrm xmlns:a="http://schemas.openxmlformats.org/drawingml/2006/main">
            <a:off x="3819525" y="5438775"/>
            <a:ext cx="16097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戻る分</a:t>
            </a:r>
          </a:p>
        </p:txBody>
      </p:sp>
      <p:sp>
        <p:nvSpPr>
          <p:cNvPr id="67" name="">
            <a:extLst xmlns:a="http://schemas.openxmlformats.org/drawingml/2006/main">
              <a:ext uri="{FF2B5EF4-FFF2-40B4-BE49-F238E27FC236}">
                <a16:creationId xmlns:a16="http://schemas.microsoft.com/office/drawing/2014/main" id="{9D76824F-6DDD-4B9E-BE35-1A3CA0733038}"/>
              </a:ext>
            </a:extLst>
          </p:cNvPr>
          <p:cNvSpPr>
            <a:spLocks xmlns:a="http://schemas.openxmlformats.org/drawingml/2006/main" noGrp="1"/>
          </p:cNvSpPr>
          <p:nvPr/>
        </p:nvSpPr>
        <p:spPr>
          <a:xfrm xmlns:a="http://schemas.openxmlformats.org/drawingml/2006/main">
            <a:off x="5381625" y="30956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除荷</a:t>
            </a:r>
          </a:p>
        </p:txBody>
      </p:sp>
      <p:sp>
        <p:nvSpPr>
          <p:cNvPr id="68" name="">
            <a:extLst xmlns:a="http://schemas.openxmlformats.org/drawingml/2006/main">
              <a:ext uri="{FF2B5EF4-FFF2-40B4-BE49-F238E27FC236}">
                <a16:creationId xmlns:a16="http://schemas.microsoft.com/office/drawing/2014/main" id="{3DCEDA17-FDFD-4042-A6EF-BAFE3D6CE61E}"/>
              </a:ext>
            </a:extLst>
          </p:cNvPr>
          <p:cNvSpPr>
            <a:spLocks xmlns:a="http://schemas.openxmlformats.org/drawingml/2006/main" noGrp="1"/>
          </p:cNvSpPr>
          <p:nvPr/>
        </p:nvSpPr>
        <p:spPr>
          <a:xfrm xmlns:a="http://schemas.openxmlformats.org/drawingml/2006/main">
            <a:off x="7667625" y="1952625"/>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除荷すると戻る部分：弾性</a:t>
            </a:r>
          </a:p>
        </p:txBody>
      </p:sp>
      <p:sp>
        <p:nvSpPr>
          <p:cNvPr id="69" name="">
            <a:extLst xmlns:a="http://schemas.openxmlformats.org/drawingml/2006/main">
              <a:ext uri="{FF2B5EF4-FFF2-40B4-BE49-F238E27FC236}">
                <a16:creationId xmlns:a16="http://schemas.microsoft.com/office/drawing/2014/main" id="{1F543576-E915-45C7-8807-FA0E59333A88}"/>
              </a:ext>
            </a:extLst>
          </p:cNvPr>
          <p:cNvSpPr>
            <a:spLocks xmlns:a="http://schemas.openxmlformats.org/drawingml/2006/main" noGrp="1"/>
          </p:cNvSpPr>
          <p:nvPr/>
        </p:nvSpPr>
        <p:spPr>
          <a:xfrm xmlns:a="http://schemas.openxmlformats.org/drawingml/2006/main">
            <a:off x="7667625" y="3143250"/>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除荷して残る部分：塑性</a:t>
            </a:r>
          </a:p>
        </p:txBody>
      </p:sp>
      <p:sp>
        <p:nvSpPr>
          <p:cNvPr id="70" name="">
            <a:extLst xmlns:a="http://schemas.openxmlformats.org/drawingml/2006/main">
              <a:ext uri="{FF2B5EF4-FFF2-40B4-BE49-F238E27FC236}">
                <a16:creationId xmlns:a16="http://schemas.microsoft.com/office/drawing/2014/main" id="{CD6C71CE-BF93-4686-96A0-4155203A79F4}"/>
              </a:ext>
            </a:extLst>
          </p:cNvPr>
          <p:cNvSpPr>
            <a:spLocks xmlns:a="http://schemas.openxmlformats.org/drawingml/2006/main" noGrp="1"/>
          </p:cNvSpPr>
          <p:nvPr/>
        </p:nvSpPr>
        <p:spPr>
          <a:xfrm xmlns:a="http://schemas.openxmlformats.org/drawingml/2006/main">
            <a:off x="7667625" y="4286250"/>
            <a:ext cx="371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σ = Eε は線形弾性の範囲</a:t>
            </a:r>
          </a:p>
        </p:txBody>
      </p:sp>
      <p:sp>
        <p:nvSpPr>
          <p:cNvPr id="71" name="">
            <a:extLst xmlns:a="http://schemas.openxmlformats.org/drawingml/2006/main">
              <a:ext uri="{FF2B5EF4-FFF2-40B4-BE49-F238E27FC236}">
                <a16:creationId xmlns:a16="http://schemas.microsoft.com/office/drawing/2014/main" id="{0FA9E249-5999-413C-B309-B9908258DA1B}"/>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模式図・数値目盛なし。除荷線の傾きは、初期の線形弾性の傾きと等しいモデル。</a:t>
            </a:r>
          </a:p>
        </p:txBody>
      </p:sp>
      <p:sp>
        <p:nvSpPr>
          <p:cNvPr id="72" name="">
            <a:extLst xmlns:a="http://schemas.openxmlformats.org/drawingml/2006/main">
              <a:ext uri="{FF2B5EF4-FFF2-40B4-BE49-F238E27FC236}">
                <a16:creationId xmlns:a16="http://schemas.microsoft.com/office/drawing/2014/main" id="{8F1B4E3D-6359-4735-9181-F50EBBA99A0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98757972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5146BDB6-EB48-4E89-9F79-A7865440065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許容応力と変形の制限</a:t>
            </a:r>
          </a:p>
        </p:txBody>
      </p:sp>
      <p:cxnSp>
        <p:nvCxnSpPr>
          <p:cNvPr id="2" name="">
            <a:extLst xmlns:a="http://schemas.openxmlformats.org/drawingml/2006/main">
              <a:ext uri="{FF2B5EF4-FFF2-40B4-BE49-F238E27FC236}">
                <a16:creationId xmlns:a16="http://schemas.microsoft.com/office/drawing/2014/main" id="{5AEA3CA6-F767-4F19-9CF8-257CFA7186BE}"/>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6915A3DA-AD2A-4A55-ADF6-73C9FC15F36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44 / 57</a:t>
            </a:r>
          </a:p>
        </p:txBody>
      </p:sp>
      <p:sp>
        <p:nvSpPr>
          <p:cNvPr id="10" name="">
            <a:extLst xmlns:a="http://schemas.openxmlformats.org/drawingml/2006/main">
              <a:ext uri="{FF2B5EF4-FFF2-40B4-BE49-F238E27FC236}">
                <a16:creationId xmlns:a16="http://schemas.microsoft.com/office/drawing/2014/main" id="{6681CF56-955B-416B-BEF3-A07A4849186F}"/>
              </a:ext>
            </a:extLst>
          </p:cNvPr>
          <p:cNvSpPr>
            <a:spLocks xmlns:a="http://schemas.openxmlformats.org/drawingml/2006/main" noGrp="1"/>
          </p:cNvSpPr>
          <p:nvPr/>
        </p:nvSpPr>
        <p:spPr>
          <a:xfrm xmlns:a="http://schemas.openxmlformats.org/drawingml/2006/main">
            <a:off x="809625" y="1619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63D4D"/>
                </a:solidFill>
                <a:latin typeface="Yu Gothic"/>
                <a:ea typeface="Yu Gothic"/>
                <a:cs typeface="Yu Gothic"/>
              </a:defRPr>
            </a:defPPr>
            <a:lvl1pPr>
              <a:buNone/>
              <a:defRPr sz="2625" b="1">
                <a:solidFill>
                  <a:srgbClr val="263D4D"/>
                </a:solidFill>
                <a:latin typeface="Yu Gothic"/>
                <a:ea typeface="Yu Gothic"/>
                <a:cs typeface="Yu Gothic"/>
              </a:defRPr>
            </a:lvl1pPr>
            <a:lvl2pPr>
              <a:buNone/>
              <a:defRPr sz="2625" b="1">
                <a:solidFill>
                  <a:srgbClr val="263D4D"/>
                </a:solidFill>
                <a:latin typeface="Yu Gothic"/>
                <a:ea typeface="Yu Gothic"/>
                <a:cs typeface="Yu Gothic"/>
              </a:defRPr>
            </a:lvl2pPr>
            <a:lvl3pPr>
              <a:buNone/>
              <a:defRPr sz="2625" b="1">
                <a:solidFill>
                  <a:srgbClr val="263D4D"/>
                </a:solidFill>
                <a:latin typeface="Yu Gothic"/>
                <a:ea typeface="Yu Gothic"/>
                <a:cs typeface="Yu Gothic"/>
              </a:defRPr>
            </a:lvl3pPr>
            <a:lvl4pPr>
              <a:buNone/>
              <a:defRPr sz="2625" b="1">
                <a:solidFill>
                  <a:srgbClr val="263D4D"/>
                </a:solidFill>
                <a:latin typeface="Yu Gothic"/>
                <a:ea typeface="Yu Gothic"/>
                <a:cs typeface="Yu Gothic"/>
              </a:defRPr>
            </a:lvl4pPr>
            <a:lvl5pPr>
              <a:buNone/>
              <a:defRPr sz="2625" b="1">
                <a:solidFill>
                  <a:srgbClr val="263D4D"/>
                </a:solidFill>
                <a:latin typeface="Yu Gothic"/>
                <a:ea typeface="Yu Gothic"/>
                <a:cs typeface="Yu Gothic"/>
              </a:defRPr>
            </a:lvl5pPr>
            <a:lvl6pPr>
              <a:buNone/>
              <a:defRPr sz="2625" b="1">
                <a:solidFill>
                  <a:srgbClr val="263D4D"/>
                </a:solidFill>
                <a:latin typeface="Yu Gothic"/>
                <a:ea typeface="Yu Gothic"/>
                <a:cs typeface="Yu Gothic"/>
              </a:defRPr>
            </a:lvl6pPr>
            <a:lvl7pPr>
              <a:buNone/>
              <a:defRPr sz="2625" b="1">
                <a:solidFill>
                  <a:srgbClr val="263D4D"/>
                </a:solidFill>
                <a:latin typeface="Yu Gothic"/>
                <a:ea typeface="Yu Gothic"/>
                <a:cs typeface="Yu Gothic"/>
              </a:defRPr>
            </a:lvl7pPr>
            <a:lvl8pPr>
              <a:buNone/>
              <a:defRPr sz="2625" b="1">
                <a:solidFill>
                  <a:srgbClr val="263D4D"/>
                </a:solidFill>
                <a:latin typeface="Yu Gothic"/>
                <a:ea typeface="Yu Gothic"/>
                <a:cs typeface="Yu Gothic"/>
              </a:defRPr>
            </a:lvl8pPr>
            <a:lvl9pPr>
              <a:buNone/>
              <a:defRPr sz="2625" b="1">
                <a:solidFill>
                  <a:srgbClr val="263D4D"/>
                </a:solidFill>
                <a:latin typeface="Yu Gothic"/>
                <a:ea typeface="Yu Gothic"/>
                <a:cs typeface="Yu Gothic"/>
              </a:defRPr>
            </a:lvl9pPr>
          </a:lstStyle>
          <a:p xmlns:a="http://schemas.openxmlformats.org/drawingml/2006/main">
            <a:pPr>
              <a:buNone/>
              <a:defRPr sz="2625" b="1">
                <a:solidFill>
                  <a:srgbClr val="263D4D"/>
                </a:solidFill>
                <a:latin typeface="Yu Gothic"/>
                <a:ea typeface="Yu Gothic"/>
                <a:cs typeface="Yu Gothic"/>
              </a:defRPr>
            </a:pPr>
            <a:r>
              <a:rPr sz="2625" b="1">
                <a:solidFill>
                  <a:srgbClr val="263D4D"/>
                </a:solidFill>
                <a:latin typeface="Yu Gothic"/>
                <a:ea typeface="Yu Gothic"/>
                <a:cs typeface="Yu Gothic"/>
              </a:rPr>
              <a:t>応力の条件：F ≤ σ許容 A₀</a:t>
            </a:r>
          </a:p>
        </p:txBody>
      </p:sp>
      <p:sp>
        <p:nvSpPr>
          <p:cNvPr id="11" name="">
            <a:extLst xmlns:a="http://schemas.openxmlformats.org/drawingml/2006/main">
              <a:ext uri="{FF2B5EF4-FFF2-40B4-BE49-F238E27FC236}">
                <a16:creationId xmlns:a16="http://schemas.microsoft.com/office/drawing/2014/main" id="{70EC2EB5-7DBD-49E7-B898-76F14C0E6782}"/>
              </a:ext>
            </a:extLst>
          </p:cNvPr>
          <p:cNvSpPr>
            <a:spLocks xmlns:a="http://schemas.openxmlformats.org/drawingml/2006/main" noGrp="1"/>
          </p:cNvSpPr>
          <p:nvPr/>
        </p:nvSpPr>
        <p:spPr>
          <a:xfrm xmlns:a="http://schemas.openxmlformats.org/drawingml/2006/main">
            <a:off x="809625" y="24288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63D4D"/>
                </a:solidFill>
                <a:latin typeface="Yu Gothic"/>
                <a:ea typeface="Yu Gothic"/>
                <a:cs typeface="Yu Gothic"/>
              </a:defRPr>
            </a:defPPr>
            <a:lvl1pPr>
              <a:buNone/>
              <a:defRPr sz="2625" b="1">
                <a:solidFill>
                  <a:srgbClr val="263D4D"/>
                </a:solidFill>
                <a:latin typeface="Yu Gothic"/>
                <a:ea typeface="Yu Gothic"/>
                <a:cs typeface="Yu Gothic"/>
              </a:defRPr>
            </a:lvl1pPr>
            <a:lvl2pPr>
              <a:buNone/>
              <a:defRPr sz="2625" b="1">
                <a:solidFill>
                  <a:srgbClr val="263D4D"/>
                </a:solidFill>
                <a:latin typeface="Yu Gothic"/>
                <a:ea typeface="Yu Gothic"/>
                <a:cs typeface="Yu Gothic"/>
              </a:defRPr>
            </a:lvl2pPr>
            <a:lvl3pPr>
              <a:buNone/>
              <a:defRPr sz="2625" b="1">
                <a:solidFill>
                  <a:srgbClr val="263D4D"/>
                </a:solidFill>
                <a:latin typeface="Yu Gothic"/>
                <a:ea typeface="Yu Gothic"/>
                <a:cs typeface="Yu Gothic"/>
              </a:defRPr>
            </a:lvl3pPr>
            <a:lvl4pPr>
              <a:buNone/>
              <a:defRPr sz="2625" b="1">
                <a:solidFill>
                  <a:srgbClr val="263D4D"/>
                </a:solidFill>
                <a:latin typeface="Yu Gothic"/>
                <a:ea typeface="Yu Gothic"/>
                <a:cs typeface="Yu Gothic"/>
              </a:defRPr>
            </a:lvl4pPr>
            <a:lvl5pPr>
              <a:buNone/>
              <a:defRPr sz="2625" b="1">
                <a:solidFill>
                  <a:srgbClr val="263D4D"/>
                </a:solidFill>
                <a:latin typeface="Yu Gothic"/>
                <a:ea typeface="Yu Gothic"/>
                <a:cs typeface="Yu Gothic"/>
              </a:defRPr>
            </a:lvl5pPr>
            <a:lvl6pPr>
              <a:buNone/>
              <a:defRPr sz="2625" b="1">
                <a:solidFill>
                  <a:srgbClr val="263D4D"/>
                </a:solidFill>
                <a:latin typeface="Yu Gothic"/>
                <a:ea typeface="Yu Gothic"/>
                <a:cs typeface="Yu Gothic"/>
              </a:defRPr>
            </a:lvl6pPr>
            <a:lvl7pPr>
              <a:buNone/>
              <a:defRPr sz="2625" b="1">
                <a:solidFill>
                  <a:srgbClr val="263D4D"/>
                </a:solidFill>
                <a:latin typeface="Yu Gothic"/>
                <a:ea typeface="Yu Gothic"/>
                <a:cs typeface="Yu Gothic"/>
              </a:defRPr>
            </a:lvl7pPr>
            <a:lvl8pPr>
              <a:buNone/>
              <a:defRPr sz="2625" b="1">
                <a:solidFill>
                  <a:srgbClr val="263D4D"/>
                </a:solidFill>
                <a:latin typeface="Yu Gothic"/>
                <a:ea typeface="Yu Gothic"/>
                <a:cs typeface="Yu Gothic"/>
              </a:defRPr>
            </a:lvl8pPr>
            <a:lvl9pPr>
              <a:buNone/>
              <a:defRPr sz="2625" b="1">
                <a:solidFill>
                  <a:srgbClr val="263D4D"/>
                </a:solidFill>
                <a:latin typeface="Yu Gothic"/>
                <a:ea typeface="Yu Gothic"/>
                <a:cs typeface="Yu Gothic"/>
              </a:defRPr>
            </a:lvl9pPr>
          </a:lstStyle>
          <a:p xmlns:a="http://schemas.openxmlformats.org/drawingml/2006/main">
            <a:pPr>
              <a:buNone/>
              <a:defRPr sz="2625" b="1">
                <a:solidFill>
                  <a:srgbClr val="263D4D"/>
                </a:solidFill>
                <a:latin typeface="Yu Gothic"/>
                <a:ea typeface="Yu Gothic"/>
                <a:cs typeface="Yu Gothic"/>
              </a:defRPr>
            </a:pPr>
            <a:r>
              <a:rPr sz="2625" b="1">
                <a:solidFill>
                  <a:srgbClr val="263D4D"/>
                </a:solidFill>
                <a:latin typeface="Yu Gothic"/>
                <a:ea typeface="Yu Gothic"/>
                <a:cs typeface="Yu Gothic"/>
              </a:rPr>
              <a:t>伸びの条件：F ≤ ΔL許容 A₀E/L₀</a:t>
            </a:r>
          </a:p>
        </p:txBody>
      </p:sp>
      <p:sp>
        <p:nvSpPr>
          <p:cNvPr id="12" name="">
            <a:extLst xmlns:a="http://schemas.openxmlformats.org/drawingml/2006/main">
              <a:ext uri="{FF2B5EF4-FFF2-40B4-BE49-F238E27FC236}">
                <a16:creationId xmlns:a16="http://schemas.microsoft.com/office/drawing/2014/main" id="{04322EE8-03B5-41FE-B0AD-14E800FBB60A}"/>
              </a:ext>
            </a:extLst>
          </p:cNvPr>
          <p:cNvSpPr>
            <a:spLocks xmlns:a="http://schemas.openxmlformats.org/drawingml/2006/main" noGrp="1"/>
          </p:cNvSpPr>
          <p:nvPr/>
        </p:nvSpPr>
        <p:spPr>
          <a:xfrm xmlns:a="http://schemas.openxmlformats.org/drawingml/2006/main">
            <a:off x="1714500" y="4476750"/>
            <a:ext cx="8953500" cy="9525"/>
          </a:xfrm>
          <a:custGeom xmlns:a="http://schemas.openxmlformats.org/drawingml/2006/main">
            <a:pathLst>
              <a:path w="8953500" h="9525">
                <a:moveTo>
                  <a:pt x="0" y="0"/>
                </a:moveTo>
                <a:lnTo>
                  <a:pt x="8953500" y="0"/>
                </a:lnTo>
              </a:path>
            </a:pathLst>
          </a:cu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D1C2E03E-4C6D-474C-96D5-7564CBA404C1}"/>
              </a:ext>
            </a:extLst>
          </p:cNvPr>
          <p:cNvSpPr>
            <a:spLocks xmlns:a="http://schemas.openxmlformats.org/drawingml/2006/main" noGrp="1"/>
          </p:cNvSpPr>
          <p:nvPr/>
        </p:nvSpPr>
        <p:spPr>
          <a:xfrm xmlns:a="http://schemas.openxmlformats.org/drawingml/2006/main">
            <a:off x="10582275" y="4440746"/>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4" name="">
            <a:extLst xmlns:a="http://schemas.openxmlformats.org/drawingml/2006/main">
              <a:ext uri="{FF2B5EF4-FFF2-40B4-BE49-F238E27FC236}">
                <a16:creationId xmlns:a16="http://schemas.microsoft.com/office/drawing/2014/main" id="{C5A0283A-53B2-4887-A35B-5C022BE304D9}"/>
              </a:ext>
            </a:extLst>
          </p:cNvPr>
          <p:cNvSpPr>
            <a:spLocks xmlns:a="http://schemas.openxmlformats.org/drawingml/2006/main" noGrp="1"/>
          </p:cNvSpPr>
          <p:nvPr/>
        </p:nvSpPr>
        <p:spPr>
          <a:xfrm xmlns:a="http://schemas.openxmlformats.org/drawingml/2006/main">
            <a:off x="1428750" y="476250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0</a:t>
            </a:r>
          </a:p>
        </p:txBody>
      </p:sp>
      <p:sp>
        <p:nvSpPr>
          <p:cNvPr id="15" name="">
            <a:extLst xmlns:a="http://schemas.openxmlformats.org/drawingml/2006/main">
              <a:ext uri="{FF2B5EF4-FFF2-40B4-BE49-F238E27FC236}">
                <a16:creationId xmlns:a16="http://schemas.microsoft.com/office/drawing/2014/main" id="{D097F087-230C-49E0-8850-B568BB978F8E}"/>
              </a:ext>
            </a:extLst>
          </p:cNvPr>
          <p:cNvSpPr>
            <a:spLocks xmlns:a="http://schemas.openxmlformats.org/drawingml/2006/main" noGrp="1"/>
          </p:cNvSpPr>
          <p:nvPr/>
        </p:nvSpPr>
        <p:spPr>
          <a:xfrm xmlns:a="http://schemas.openxmlformats.org/drawingml/2006/main">
            <a:off x="10715625" y="4714875"/>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F</a:t>
            </a:r>
          </a:p>
        </p:txBody>
      </p:sp>
      <p:sp>
        <p:nvSpPr>
          <p:cNvPr id="16" name="">
            <a:extLst xmlns:a="http://schemas.openxmlformats.org/drawingml/2006/main">
              <a:ext uri="{FF2B5EF4-FFF2-40B4-BE49-F238E27FC236}">
                <a16:creationId xmlns:a16="http://schemas.microsoft.com/office/drawing/2014/main" id="{FD6D1659-B5FF-4255-A76C-66F92879CA51}"/>
              </a:ext>
            </a:extLst>
          </p:cNvPr>
          <p:cNvSpPr>
            <a:spLocks xmlns:a="http://schemas.openxmlformats.org/drawingml/2006/main" noGrp="1"/>
          </p:cNvSpPr>
          <p:nvPr/>
        </p:nvSpPr>
        <p:spPr>
          <a:xfrm xmlns:a="http://schemas.openxmlformats.org/drawingml/2006/main">
            <a:off x="1714500" y="4476750"/>
            <a:ext cx="4476750" cy="9525"/>
          </a:xfrm>
          <a:custGeom xmlns:a="http://schemas.openxmlformats.org/drawingml/2006/main">
            <a:pathLst>
              <a:path w="4476750" h="9525">
                <a:moveTo>
                  <a:pt x="0" y="0"/>
                </a:moveTo>
                <a:lnTo>
                  <a:pt x="4476750" y="0"/>
                </a:lnTo>
              </a:path>
            </a:pathLst>
          </a:custGeom>
          <a:noFill xmlns:a="http://schemas.openxmlformats.org/drawingml/2006/main"/>
          <a:ln xmlns:a="http://schemas.openxmlformats.org/drawingml/2006/main" w="114300">
            <a:solidFill>
              <a:srgbClr val="087E8B"/>
            </a:solidFill>
          </a:ln>
        </p:spPr>
      </p:sp>
      <p:sp>
        <p:nvSpPr>
          <p:cNvPr id="17" name="">
            <a:extLst xmlns:a="http://schemas.openxmlformats.org/drawingml/2006/main">
              <a:ext uri="{FF2B5EF4-FFF2-40B4-BE49-F238E27FC236}">
                <a16:creationId xmlns:a16="http://schemas.microsoft.com/office/drawing/2014/main" id="{B1A354B4-3203-41A9-964D-F3537E1A6584}"/>
              </a:ext>
            </a:extLst>
          </p:cNvPr>
          <p:cNvSpPr>
            <a:spLocks xmlns:a="http://schemas.openxmlformats.org/drawingml/2006/main" noGrp="1"/>
          </p:cNvSpPr>
          <p:nvPr/>
        </p:nvSpPr>
        <p:spPr>
          <a:xfrm xmlns:a="http://schemas.openxmlformats.org/drawingml/2006/main">
            <a:off x="6191250" y="4476750"/>
            <a:ext cx="2667000" cy="9525"/>
          </a:xfrm>
          <a:custGeom xmlns:a="http://schemas.openxmlformats.org/drawingml/2006/main">
            <a:pathLst>
              <a:path w="2667000" h="9525">
                <a:moveTo>
                  <a:pt x="0" y="0"/>
                </a:moveTo>
                <a:lnTo>
                  <a:pt x="2667000" y="0"/>
                </a:lnTo>
              </a:path>
            </a:pathLst>
          </a:custGeom>
          <a:noFill xmlns:a="http://schemas.openxmlformats.org/drawingml/2006/main"/>
          <a:ln xmlns:a="http://schemas.openxmlformats.org/drawingml/2006/main" w="76200">
            <a:solidFill>
              <a:srgbClr val="D5DFE5"/>
            </a:solidFill>
          </a:ln>
        </p:spPr>
      </p:sp>
      <p:sp>
        <p:nvSpPr>
          <p:cNvPr id="18" name="">
            <a:extLst xmlns:a="http://schemas.openxmlformats.org/drawingml/2006/main">
              <a:ext uri="{FF2B5EF4-FFF2-40B4-BE49-F238E27FC236}">
                <a16:creationId xmlns:a16="http://schemas.microsoft.com/office/drawing/2014/main" id="{8AA835E4-7E31-4F1A-BCA7-A94605154AB1}"/>
              </a:ext>
            </a:extLst>
          </p:cNvPr>
          <p:cNvSpPr>
            <a:spLocks xmlns:a="http://schemas.openxmlformats.org/drawingml/2006/main" noGrp="1"/>
          </p:cNvSpPr>
          <p:nvPr/>
        </p:nvSpPr>
        <p:spPr>
          <a:xfrm xmlns:a="http://schemas.openxmlformats.org/drawingml/2006/main">
            <a:off x="6191250" y="428625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2876A8"/>
            </a:solidFill>
          </a:ln>
        </p:spPr>
      </p:sp>
      <p:sp>
        <p:nvSpPr>
          <p:cNvPr id="19" name="">
            <a:extLst xmlns:a="http://schemas.openxmlformats.org/drawingml/2006/main">
              <a:ext uri="{FF2B5EF4-FFF2-40B4-BE49-F238E27FC236}">
                <a16:creationId xmlns:a16="http://schemas.microsoft.com/office/drawing/2014/main" id="{326E34BB-A535-4586-9BCD-A726A4834073}"/>
              </a:ext>
            </a:extLst>
          </p:cNvPr>
          <p:cNvSpPr>
            <a:spLocks xmlns:a="http://schemas.openxmlformats.org/drawingml/2006/main" noGrp="1"/>
          </p:cNvSpPr>
          <p:nvPr/>
        </p:nvSpPr>
        <p:spPr>
          <a:xfrm xmlns:a="http://schemas.openxmlformats.org/drawingml/2006/main">
            <a:off x="8858250" y="428625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1835B6B6-B191-4F3D-82CE-EB33819B260E}"/>
              </a:ext>
            </a:extLst>
          </p:cNvPr>
          <p:cNvSpPr>
            <a:spLocks xmlns:a="http://schemas.openxmlformats.org/drawingml/2006/main" noGrp="1"/>
          </p:cNvSpPr>
          <p:nvPr/>
        </p:nvSpPr>
        <p:spPr>
          <a:xfrm xmlns:a="http://schemas.openxmlformats.org/drawingml/2006/main">
            <a:off x="4667250" y="37623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小さい方の上限</a:t>
            </a:r>
          </a:p>
        </p:txBody>
      </p:sp>
      <p:sp>
        <p:nvSpPr>
          <p:cNvPr id="21" name="">
            <a:extLst xmlns:a="http://schemas.openxmlformats.org/drawingml/2006/main">
              <a:ext uri="{FF2B5EF4-FFF2-40B4-BE49-F238E27FC236}">
                <a16:creationId xmlns:a16="http://schemas.microsoft.com/office/drawing/2014/main" id="{1E407044-06EF-4DA5-8E5A-76E0957E142A}"/>
              </a:ext>
            </a:extLst>
          </p:cNvPr>
          <p:cNvSpPr>
            <a:spLocks xmlns:a="http://schemas.openxmlformats.org/drawingml/2006/main" noGrp="1"/>
          </p:cNvSpPr>
          <p:nvPr/>
        </p:nvSpPr>
        <p:spPr>
          <a:xfrm xmlns:a="http://schemas.openxmlformats.org/drawingml/2006/main">
            <a:off x="8096250" y="5048250"/>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C4483C"/>
                </a:solidFill>
                <a:latin typeface="Yu Gothic"/>
                <a:ea typeface="Yu Gothic"/>
                <a:cs typeface="Yu Gothic"/>
              </a:defRPr>
            </a:defPPr>
            <a:lvl1pPr>
              <a:buNone/>
              <a:defRPr sz="2025" b="0">
                <a:solidFill>
                  <a:srgbClr val="C4483C"/>
                </a:solidFill>
                <a:latin typeface="Yu Gothic"/>
                <a:ea typeface="Yu Gothic"/>
                <a:cs typeface="Yu Gothic"/>
              </a:defRPr>
            </a:lvl1pPr>
            <a:lvl2pPr>
              <a:buNone/>
              <a:defRPr sz="2025" b="0">
                <a:solidFill>
                  <a:srgbClr val="C4483C"/>
                </a:solidFill>
                <a:latin typeface="Yu Gothic"/>
                <a:ea typeface="Yu Gothic"/>
                <a:cs typeface="Yu Gothic"/>
              </a:defRPr>
            </a:lvl2pPr>
            <a:lvl3pPr>
              <a:buNone/>
              <a:defRPr sz="2025" b="0">
                <a:solidFill>
                  <a:srgbClr val="C4483C"/>
                </a:solidFill>
                <a:latin typeface="Yu Gothic"/>
                <a:ea typeface="Yu Gothic"/>
                <a:cs typeface="Yu Gothic"/>
              </a:defRPr>
            </a:lvl3pPr>
            <a:lvl4pPr>
              <a:buNone/>
              <a:defRPr sz="2025" b="0">
                <a:solidFill>
                  <a:srgbClr val="C4483C"/>
                </a:solidFill>
                <a:latin typeface="Yu Gothic"/>
                <a:ea typeface="Yu Gothic"/>
                <a:cs typeface="Yu Gothic"/>
              </a:defRPr>
            </a:lvl4pPr>
            <a:lvl5pPr>
              <a:buNone/>
              <a:defRPr sz="2025" b="0">
                <a:solidFill>
                  <a:srgbClr val="C4483C"/>
                </a:solidFill>
                <a:latin typeface="Yu Gothic"/>
                <a:ea typeface="Yu Gothic"/>
                <a:cs typeface="Yu Gothic"/>
              </a:defRPr>
            </a:lvl5pPr>
            <a:lvl6pPr>
              <a:buNone/>
              <a:defRPr sz="2025" b="0">
                <a:solidFill>
                  <a:srgbClr val="C4483C"/>
                </a:solidFill>
                <a:latin typeface="Yu Gothic"/>
                <a:ea typeface="Yu Gothic"/>
                <a:cs typeface="Yu Gothic"/>
              </a:defRPr>
            </a:lvl6pPr>
            <a:lvl7pPr>
              <a:buNone/>
              <a:defRPr sz="2025" b="0">
                <a:solidFill>
                  <a:srgbClr val="C4483C"/>
                </a:solidFill>
                <a:latin typeface="Yu Gothic"/>
                <a:ea typeface="Yu Gothic"/>
                <a:cs typeface="Yu Gothic"/>
              </a:defRPr>
            </a:lvl7pPr>
            <a:lvl8pPr>
              <a:buNone/>
              <a:defRPr sz="2025" b="0">
                <a:solidFill>
                  <a:srgbClr val="C4483C"/>
                </a:solidFill>
                <a:latin typeface="Yu Gothic"/>
                <a:ea typeface="Yu Gothic"/>
                <a:cs typeface="Yu Gothic"/>
              </a:defRPr>
            </a:lvl8pPr>
            <a:lvl9pPr>
              <a:buNone/>
              <a:defRPr sz="2025" b="0">
                <a:solidFill>
                  <a:srgbClr val="C4483C"/>
                </a:solidFill>
                <a:latin typeface="Yu Gothic"/>
                <a:ea typeface="Yu Gothic"/>
                <a:cs typeface="Yu Gothic"/>
              </a:defRPr>
            </a:lvl9pPr>
          </a:lstStyle>
          <a:p xmlns:a="http://schemas.openxmlformats.org/drawingml/2006/main">
            <a:pPr>
              <a:buNone/>
              <a:defRPr sz="2025" b="0">
                <a:solidFill>
                  <a:srgbClr val="C4483C"/>
                </a:solidFill>
                <a:latin typeface="Yu Gothic"/>
                <a:ea typeface="Yu Gothic"/>
                <a:cs typeface="Yu Gothic"/>
              </a:defRPr>
            </a:pPr>
            <a:r>
              <a:rPr sz="2025" b="0">
                <a:solidFill>
                  <a:srgbClr val="C4483C"/>
                </a:solidFill>
                <a:latin typeface="Yu Gothic"/>
                <a:ea typeface="Yu Gothic"/>
                <a:cs typeface="Yu Gothic"/>
              </a:rPr>
              <a:t>もう一方の上限</a:t>
            </a:r>
          </a:p>
        </p:txBody>
      </p:sp>
      <p:sp>
        <p:nvSpPr>
          <p:cNvPr id="22" name="">
            <a:extLst xmlns:a="http://schemas.openxmlformats.org/drawingml/2006/main">
              <a:ext uri="{FF2B5EF4-FFF2-40B4-BE49-F238E27FC236}">
                <a16:creationId xmlns:a16="http://schemas.microsoft.com/office/drawing/2014/main" id="{D25FB1EB-DE2C-4342-8E51-C305526D6E35}"/>
              </a:ext>
            </a:extLst>
          </p:cNvPr>
          <p:cNvSpPr>
            <a:spLocks xmlns:a="http://schemas.openxmlformats.org/drawingml/2006/main" noGrp="1"/>
          </p:cNvSpPr>
          <p:nvPr/>
        </p:nvSpPr>
        <p:spPr>
          <a:xfrm xmlns:a="http://schemas.openxmlformats.org/drawingml/2006/main">
            <a:off x="190500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両方を満たす範囲</a:t>
            </a:r>
          </a:p>
        </p:txBody>
      </p:sp>
      <p:sp>
        <p:nvSpPr>
          <p:cNvPr id="23" name="">
            <a:extLst xmlns:a="http://schemas.openxmlformats.org/drawingml/2006/main">
              <a:ext uri="{FF2B5EF4-FFF2-40B4-BE49-F238E27FC236}">
                <a16:creationId xmlns:a16="http://schemas.microsoft.com/office/drawing/2014/main" id="{DD2C9A5E-BD5A-4170-A6D8-78F528510313}"/>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中心引張り・一様断面・線形弾性のモデル。図は二つの上限の関係を示す模式図。</a:t>
            </a:r>
          </a:p>
        </p:txBody>
      </p:sp>
      <p:sp>
        <p:nvSpPr>
          <p:cNvPr id="24" name="">
            <a:extLst xmlns:a="http://schemas.openxmlformats.org/drawingml/2006/main">
              <a:ext uri="{FF2B5EF4-FFF2-40B4-BE49-F238E27FC236}">
                <a16:creationId xmlns:a16="http://schemas.microsoft.com/office/drawing/2014/main" id="{1ACC3594-7D59-4553-8681-E160D66031E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a:t>
            </a:r>
          </a:p>
        </p:txBody>
      </p:sp>
    </p:spTree>
    <p:extLst>
      <p:ext uri="{BB962C8B-B14F-4D97-AF65-F5344CB8AC3E}">
        <p14:creationId xmlns:p14="http://schemas.microsoft.com/office/powerpoint/2010/main" val="175119260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E48678-7CC4-4B17-9E9E-AF8E354D4FA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表計算とAI：入力・式・出力の点検</a:t>
            </a:r>
          </a:p>
        </p:txBody>
      </p:sp>
      <p:sp>
        <p:nvSpPr>
          <p:cNvPr id="2" name="">
            <a:extLst xmlns:a="http://schemas.openxmlformats.org/drawingml/2006/main">
              <a:ext uri="{FF2B5EF4-FFF2-40B4-BE49-F238E27FC236}">
                <a16:creationId xmlns:a16="http://schemas.microsoft.com/office/drawing/2014/main" id="{5F424D13-3155-4CB2-B98A-264C51F780F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D6D66BC4-D047-4356-ABC7-46899031C270}"/>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段階</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記録する内容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入力</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F=1,000 N、A=20 mm²、L₀=1,000 mm</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材料・モデル</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E=200,000 MPa、一様棒・線形弾性</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出力</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σ=50 MPa、ε=0.00025、ΔL=0.25 mm</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検算</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Fが2倍ならΔLも2倍。単位・適用範囲も確認</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B222F13-1E15-4708-8805-AEFE4DDEF1C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授業用の仮想計算。自動計算の一致と、現物の性能確認を区別する。</a:t>
            </a:r>
          </a:p>
        </p:txBody>
      </p:sp>
      <p:sp>
        <p:nvSpPr>
          <p:cNvPr id="6" name="">
            <a:extLst xmlns:a="http://schemas.openxmlformats.org/drawingml/2006/main">
              <a:ext uri="{FF2B5EF4-FFF2-40B4-BE49-F238E27FC236}">
                <a16:creationId xmlns:a16="http://schemas.microsoft.com/office/drawing/2014/main" id="{8E07E19D-50EA-40BC-93E9-5A241737243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57</a:t>
            </a:r>
          </a:p>
        </p:txBody>
      </p:sp>
      <p:sp>
        <p:nvSpPr>
          <p:cNvPr id="8" name="">
            <a:extLst xmlns:a="http://schemas.openxmlformats.org/drawingml/2006/main">
              <a:ext uri="{FF2B5EF4-FFF2-40B4-BE49-F238E27FC236}">
                <a16:creationId xmlns:a16="http://schemas.microsoft.com/office/drawing/2014/main" id="{D241B549-8ACF-405F-B559-551F17BA7E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197494465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149DFB9-9A36-41AD-8B9E-4A37D7DE4A5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　2つの制限を満たす荷重</a:t>
            </a:r>
          </a:p>
        </p:txBody>
      </p:sp>
      <p:cxnSp>
        <p:nvCxnSpPr>
          <p:cNvPr id="2" name="">
            <a:extLst xmlns:a="http://schemas.openxmlformats.org/drawingml/2006/main">
              <a:ext uri="{FF2B5EF4-FFF2-40B4-BE49-F238E27FC236}">
                <a16:creationId xmlns:a16="http://schemas.microsoft.com/office/drawing/2014/main" id="{A8DD537A-C83A-4ACB-9AF0-F58B9147FD8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DADD7B98-11BA-4F60-8F47-17453F94D14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46 / 57</a:t>
            </a:r>
          </a:p>
        </p:txBody>
      </p:sp>
      <p:sp>
        <p:nvSpPr>
          <p:cNvPr id="5" name="text-4">
            <a:extLst xmlns:a="http://schemas.openxmlformats.org/drawingml/2006/main">
              <a:ext uri="{FF2B5EF4-FFF2-40B4-BE49-F238E27FC236}">
                <a16:creationId xmlns:a16="http://schemas.microsoft.com/office/drawing/2014/main" id="{51DCD792-0E43-4C01-B992-CDBFCC74BA36}"/>
              </a:ext>
            </a:extLst>
          </p:cNvPr>
          <p:cNvSpPr>
            <a:spLocks xmlns:a="http://schemas.openxmlformats.org/drawingml/2006/main" noGrp="1"/>
          </p:cNvSpPr>
          <p:nvPr/>
        </p:nvSpPr>
        <p:spPr>
          <a:xfrm xmlns:a="http://schemas.openxmlformats.org/drawingml/2006/main">
            <a:off x="685800" y="1666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8364F"/>
                </a:solidFill>
                <a:latin typeface="Yu Gothic"/>
                <a:ea typeface="Yu Gothic"/>
                <a:cs typeface="Yu Gothic"/>
              </a:defRPr>
            </a:defPPr>
            <a:lvl1pPr algn="l">
              <a:buNone/>
              <a:defRPr sz="2400" b="1">
                <a:solidFill>
                  <a:srgbClr val="18364F"/>
                </a:solidFill>
                <a:latin typeface="Yu Gothic"/>
                <a:ea typeface="Yu Gothic"/>
                <a:cs typeface="Yu Gothic"/>
              </a:defRPr>
            </a:lvl1pPr>
            <a:lvl2pPr algn="l">
              <a:buNone/>
              <a:defRPr sz="2400" b="1">
                <a:solidFill>
                  <a:srgbClr val="18364F"/>
                </a:solidFill>
                <a:latin typeface="Yu Gothic"/>
                <a:ea typeface="Yu Gothic"/>
                <a:cs typeface="Yu Gothic"/>
              </a:defRPr>
            </a:lvl2pPr>
            <a:lvl3pPr algn="l">
              <a:buNone/>
              <a:defRPr sz="2400" b="1">
                <a:solidFill>
                  <a:srgbClr val="18364F"/>
                </a:solidFill>
                <a:latin typeface="Yu Gothic"/>
                <a:ea typeface="Yu Gothic"/>
                <a:cs typeface="Yu Gothic"/>
              </a:defRPr>
            </a:lvl3pPr>
            <a:lvl4pPr algn="l">
              <a:buNone/>
              <a:defRPr sz="2400" b="1">
                <a:solidFill>
                  <a:srgbClr val="18364F"/>
                </a:solidFill>
                <a:latin typeface="Yu Gothic"/>
                <a:ea typeface="Yu Gothic"/>
                <a:cs typeface="Yu Gothic"/>
              </a:defRPr>
            </a:lvl4pPr>
            <a:lvl5pPr algn="l">
              <a:buNone/>
              <a:defRPr sz="2400" b="1">
                <a:solidFill>
                  <a:srgbClr val="18364F"/>
                </a:solidFill>
                <a:latin typeface="Yu Gothic"/>
                <a:ea typeface="Yu Gothic"/>
                <a:cs typeface="Yu Gothic"/>
              </a:defRPr>
            </a:lvl5pPr>
            <a:lvl6pPr algn="l">
              <a:buNone/>
              <a:defRPr sz="2400" b="1">
                <a:solidFill>
                  <a:srgbClr val="18364F"/>
                </a:solidFill>
                <a:latin typeface="Yu Gothic"/>
                <a:ea typeface="Yu Gothic"/>
                <a:cs typeface="Yu Gothic"/>
              </a:defRPr>
            </a:lvl6pPr>
            <a:lvl7pPr algn="l">
              <a:buNone/>
              <a:defRPr sz="2400" b="1">
                <a:solidFill>
                  <a:srgbClr val="18364F"/>
                </a:solidFill>
                <a:latin typeface="Yu Gothic"/>
                <a:ea typeface="Yu Gothic"/>
                <a:cs typeface="Yu Gothic"/>
              </a:defRPr>
            </a:lvl7pPr>
            <a:lvl8pPr algn="l">
              <a:buNone/>
              <a:defRPr sz="2400" b="1">
                <a:solidFill>
                  <a:srgbClr val="18364F"/>
                </a:solidFill>
                <a:latin typeface="Yu Gothic"/>
                <a:ea typeface="Yu Gothic"/>
                <a:cs typeface="Yu Gothic"/>
              </a:defRPr>
            </a:lvl8pPr>
            <a:lvl9pPr algn="l">
              <a:buNone/>
              <a:defRPr sz="2400" b="1">
                <a:solidFill>
                  <a:srgbClr val="18364F"/>
                </a:solidFill>
                <a:latin typeface="Yu Gothic"/>
                <a:ea typeface="Yu Gothic"/>
                <a:cs typeface="Yu Gothic"/>
              </a:defRPr>
            </a:lvl9pPr>
          </a:lstStyle>
          <a:p xmlns:a="http://schemas.openxmlformats.org/drawingml/2006/main">
            <a:pPr algn="l">
              <a:buNone/>
              <a:defRPr sz="2400" b="1">
                <a:solidFill>
                  <a:srgbClr val="18364F"/>
                </a:solidFill>
                <a:latin typeface="Yu Gothic"/>
                <a:ea typeface="Yu Gothic"/>
                <a:cs typeface="Yu Gothic"/>
              </a:defRPr>
            </a:pPr>
            <a:r>
              <a:rPr sz="2400" b="1">
                <a:solidFill>
                  <a:srgbClr val="18364F"/>
                </a:solidFill>
                <a:latin typeface="Yu Gothic"/>
                <a:ea typeface="Yu Gothic"/>
                <a:cs typeface="Yu Gothic"/>
              </a:rPr>
              <a:t>L₀ = 1,000 mm　　A₀ = 20 mm²　　E = 206,000 MPa</a:t>
            </a:r>
          </a:p>
        </p:txBody>
      </p:sp>
      <p:sp>
        <p:nvSpPr>
          <p:cNvPr id="6" name="text-5">
            <a:extLst xmlns:a="http://schemas.openxmlformats.org/drawingml/2006/main">
              <a:ext uri="{FF2B5EF4-FFF2-40B4-BE49-F238E27FC236}">
                <a16:creationId xmlns:a16="http://schemas.microsoft.com/office/drawing/2014/main" id="{034CDC93-5062-460B-AFCC-686CCC4BAD15}"/>
              </a:ext>
            </a:extLst>
          </p:cNvPr>
          <p:cNvSpPr>
            <a:spLocks xmlns:a="http://schemas.openxmlformats.org/drawingml/2006/main" noGrp="1"/>
          </p:cNvSpPr>
          <p:nvPr/>
        </p:nvSpPr>
        <p:spPr>
          <a:xfrm xmlns:a="http://schemas.openxmlformats.org/drawingml/2006/main">
            <a:off x="685800" y="2876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許容応力：150 MPa　　許容する伸び：0.500 mm</a:t>
            </a:r>
          </a:p>
        </p:txBody>
      </p:sp>
      <p:sp>
        <p:nvSpPr>
          <p:cNvPr id="7" name="text-6">
            <a:extLst xmlns:a="http://schemas.openxmlformats.org/drawingml/2006/main">
              <a:ext uri="{FF2B5EF4-FFF2-40B4-BE49-F238E27FC236}">
                <a16:creationId xmlns:a16="http://schemas.microsoft.com/office/drawing/2014/main" id="{3C776597-C25A-48AF-B67A-918C681C5D40}"/>
              </a:ext>
            </a:extLst>
          </p:cNvPr>
          <p:cNvSpPr>
            <a:spLocks xmlns:a="http://schemas.openxmlformats.org/drawingml/2006/main" noGrp="1"/>
          </p:cNvSpPr>
          <p:nvPr/>
        </p:nvSpPr>
        <p:spPr>
          <a:xfrm xmlns:a="http://schemas.openxmlformats.org/drawingml/2006/main">
            <a:off x="685800" y="38100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a　応力と伸び、それぞれの条件による荷重上限</a:t>
            </a:r>
          </a:p>
        </p:txBody>
      </p:sp>
      <p:sp>
        <p:nvSpPr>
          <p:cNvPr id="8" name="text-7">
            <a:extLst xmlns:a="http://schemas.openxmlformats.org/drawingml/2006/main">
              <a:ext uri="{FF2B5EF4-FFF2-40B4-BE49-F238E27FC236}">
                <a16:creationId xmlns:a16="http://schemas.microsoft.com/office/drawing/2014/main" id="{CB2D74CB-DF63-4915-BED8-91EEE2016F51}"/>
              </a:ext>
            </a:extLst>
          </p:cNvPr>
          <p:cNvSpPr>
            <a:spLocks xmlns:a="http://schemas.openxmlformats.org/drawingml/2006/main" noGrp="1"/>
          </p:cNvSpPr>
          <p:nvPr/>
        </p:nvSpPr>
        <p:spPr>
          <a:xfrm xmlns:a="http://schemas.openxmlformats.org/drawingml/2006/main">
            <a:off x="685800" y="47434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b　両条件を満たす最大の軸方向荷重と、その理由</a:t>
            </a:r>
          </a:p>
        </p:txBody>
      </p:sp>
      <p:sp>
        <p:nvSpPr>
          <p:cNvPr id="9" name="text-8">
            <a:extLst xmlns:a="http://schemas.openxmlformats.org/drawingml/2006/main">
              <a:ext uri="{FF2B5EF4-FFF2-40B4-BE49-F238E27FC236}">
                <a16:creationId xmlns:a16="http://schemas.microsoft.com/office/drawing/2014/main" id="{65C6AE52-2EE5-489F-B728-F500E2666902}"/>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中心引張り・一様棒・線形弾性の計算モデルに限る</a:t>
            </a:r>
          </a:p>
        </p:txBody>
      </p:sp>
      <p:sp>
        <p:nvSpPr>
          <p:cNvPr id="11" name="">
            <a:extLst xmlns:a="http://schemas.openxmlformats.org/drawingml/2006/main">
              <a:ext uri="{FF2B5EF4-FFF2-40B4-BE49-F238E27FC236}">
                <a16:creationId xmlns:a16="http://schemas.microsoft.com/office/drawing/2014/main" id="{24AB07E7-7750-4968-B66F-504246FE079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27101163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ED5A5BE-E652-4D5F-8B57-C135EA4B1CBA}"/>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演習5の解答</a:t>
            </a:r>
          </a:p>
        </p:txBody>
      </p:sp>
      <p:cxnSp>
        <p:nvCxnSpPr>
          <p:cNvPr id="2" name="">
            <a:extLst xmlns:a="http://schemas.openxmlformats.org/drawingml/2006/main">
              <a:ext uri="{FF2B5EF4-FFF2-40B4-BE49-F238E27FC236}">
                <a16:creationId xmlns:a16="http://schemas.microsoft.com/office/drawing/2014/main" id="{67392C9C-587A-498F-81DB-2B3FAA1563C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1EC4141C-7416-42B0-90A5-5E48A06386A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47 / 57</a:t>
            </a:r>
          </a:p>
        </p:txBody>
      </p:sp>
      <p:sp>
        <p:nvSpPr>
          <p:cNvPr id="11" name="">
            <a:extLst xmlns:a="http://schemas.openxmlformats.org/drawingml/2006/main">
              <a:ext uri="{FF2B5EF4-FFF2-40B4-BE49-F238E27FC236}">
                <a16:creationId xmlns:a16="http://schemas.microsoft.com/office/drawing/2014/main" id="{018360FD-2EF0-4A60-AD83-FE7834373CDB}"/>
              </a:ext>
            </a:extLst>
          </p:cNvPr>
          <p:cNvSpPr>
            <a:spLocks xmlns:a="http://schemas.openxmlformats.org/drawingml/2006/main" noGrp="1"/>
          </p:cNvSpPr>
          <p:nvPr/>
        </p:nvSpPr>
        <p:spPr>
          <a:xfrm xmlns:a="http://schemas.openxmlformats.org/drawingml/2006/main">
            <a:off x="809625" y="1619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応力の上限：150 × 20 = 3,000 N</a:t>
            </a:r>
          </a:p>
        </p:txBody>
      </p:sp>
      <p:sp>
        <p:nvSpPr>
          <p:cNvPr id="12" name="">
            <a:extLst xmlns:a="http://schemas.openxmlformats.org/drawingml/2006/main">
              <a:ext uri="{FF2B5EF4-FFF2-40B4-BE49-F238E27FC236}">
                <a16:creationId xmlns:a16="http://schemas.microsoft.com/office/drawing/2014/main" id="{892416FC-0E95-4FC8-BFCB-851E0BC514A0}"/>
              </a:ext>
            </a:extLst>
          </p:cNvPr>
          <p:cNvSpPr>
            <a:spLocks xmlns:a="http://schemas.openxmlformats.org/drawingml/2006/main" noGrp="1"/>
          </p:cNvSpPr>
          <p:nvPr/>
        </p:nvSpPr>
        <p:spPr>
          <a:xfrm xmlns:a="http://schemas.openxmlformats.org/drawingml/2006/main">
            <a:off x="809625" y="23336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伸びの上限：0.500 × 20 × 206,000/1,000</a:t>
            </a:r>
          </a:p>
        </p:txBody>
      </p:sp>
      <p:sp>
        <p:nvSpPr>
          <p:cNvPr id="13" name="">
            <a:extLst xmlns:a="http://schemas.openxmlformats.org/drawingml/2006/main">
              <a:ext uri="{FF2B5EF4-FFF2-40B4-BE49-F238E27FC236}">
                <a16:creationId xmlns:a16="http://schemas.microsoft.com/office/drawing/2014/main" id="{C5532B12-87DD-42F3-9973-596D362297B6}"/>
              </a:ext>
            </a:extLst>
          </p:cNvPr>
          <p:cNvSpPr>
            <a:spLocks xmlns:a="http://schemas.openxmlformats.org/drawingml/2006/main" noGrp="1"/>
          </p:cNvSpPr>
          <p:nvPr/>
        </p:nvSpPr>
        <p:spPr>
          <a:xfrm xmlns:a="http://schemas.openxmlformats.org/drawingml/2006/main">
            <a:off x="2952750" y="2905125"/>
            <a:ext cx="857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 2,060 N</a:t>
            </a:r>
          </a:p>
        </p:txBody>
      </p:sp>
      <p:sp>
        <p:nvSpPr>
          <p:cNvPr id="14" name="">
            <a:extLst xmlns:a="http://schemas.openxmlformats.org/drawingml/2006/main">
              <a:ext uri="{FF2B5EF4-FFF2-40B4-BE49-F238E27FC236}">
                <a16:creationId xmlns:a16="http://schemas.microsoft.com/office/drawing/2014/main" id="{7B544D4B-173D-435C-A389-74A6CF2485E6}"/>
              </a:ext>
            </a:extLst>
          </p:cNvPr>
          <p:cNvSpPr>
            <a:spLocks xmlns:a="http://schemas.openxmlformats.org/drawingml/2006/main" noGrp="1"/>
          </p:cNvSpPr>
          <p:nvPr/>
        </p:nvSpPr>
        <p:spPr>
          <a:xfrm xmlns:a="http://schemas.openxmlformats.org/drawingml/2006/main">
            <a:off x="1571625" y="4286250"/>
            <a:ext cx="8801100" cy="9525"/>
          </a:xfrm>
          <a:custGeom xmlns:a="http://schemas.openxmlformats.org/drawingml/2006/main">
            <a:pathLst>
              <a:path w="8801100" h="9525">
                <a:moveTo>
                  <a:pt x="0" y="0"/>
                </a:moveTo>
                <a:lnTo>
                  <a:pt x="8801100" y="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D79EE304-FF25-4079-A999-8A843A8B4AA3}"/>
              </a:ext>
            </a:extLst>
          </p:cNvPr>
          <p:cNvSpPr>
            <a:spLocks xmlns:a="http://schemas.openxmlformats.org/drawingml/2006/main" noGrp="1"/>
          </p:cNvSpPr>
          <p:nvPr/>
        </p:nvSpPr>
        <p:spPr>
          <a:xfrm xmlns:a="http://schemas.openxmlformats.org/drawingml/2006/main">
            <a:off x="10287000" y="4250246"/>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6" name="">
            <a:extLst xmlns:a="http://schemas.openxmlformats.org/drawingml/2006/main">
              <a:ext uri="{FF2B5EF4-FFF2-40B4-BE49-F238E27FC236}">
                <a16:creationId xmlns:a16="http://schemas.microsoft.com/office/drawing/2014/main" id="{CEF26CEF-8F48-4DBB-9AA5-F632428CFDBC}"/>
              </a:ext>
            </a:extLst>
          </p:cNvPr>
          <p:cNvSpPr>
            <a:spLocks xmlns:a="http://schemas.openxmlformats.org/drawingml/2006/main" noGrp="1"/>
          </p:cNvSpPr>
          <p:nvPr/>
        </p:nvSpPr>
        <p:spPr>
          <a:xfrm xmlns:a="http://schemas.openxmlformats.org/drawingml/2006/main">
            <a:off x="1571625" y="4286250"/>
            <a:ext cx="5494020" cy="9525"/>
          </a:xfrm>
          <a:custGeom xmlns:a="http://schemas.openxmlformats.org/drawingml/2006/main">
            <a:pathLst>
              <a:path w="5494020" h="9525">
                <a:moveTo>
                  <a:pt x="0" y="0"/>
                </a:moveTo>
                <a:lnTo>
                  <a:pt x="5494020" y="0"/>
                </a:lnTo>
              </a:path>
            </a:pathLst>
          </a:custGeom>
          <a:noFill xmlns:a="http://schemas.openxmlformats.org/drawingml/2006/main"/>
          <a:ln xmlns:a="http://schemas.openxmlformats.org/drawingml/2006/main" w="114300">
            <a:solidFill>
              <a:srgbClr val="087E8B"/>
            </a:solidFill>
          </a:ln>
        </p:spPr>
      </p:sp>
      <p:sp>
        <p:nvSpPr>
          <p:cNvPr id="17" name="">
            <a:extLst xmlns:a="http://schemas.openxmlformats.org/drawingml/2006/main">
              <a:ext uri="{FF2B5EF4-FFF2-40B4-BE49-F238E27FC236}">
                <a16:creationId xmlns:a16="http://schemas.microsoft.com/office/drawing/2014/main" id="{FB173CFD-D7F7-4465-AE84-68E2622907CB}"/>
              </a:ext>
            </a:extLst>
          </p:cNvPr>
          <p:cNvSpPr>
            <a:spLocks xmlns:a="http://schemas.openxmlformats.org/drawingml/2006/main" noGrp="1"/>
          </p:cNvSpPr>
          <p:nvPr/>
        </p:nvSpPr>
        <p:spPr>
          <a:xfrm xmlns:a="http://schemas.openxmlformats.org/drawingml/2006/main">
            <a:off x="1571625" y="41148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2876A8"/>
            </a:solidFill>
          </a:ln>
        </p:spPr>
      </p:sp>
      <p:sp>
        <p:nvSpPr>
          <p:cNvPr id="18" name="">
            <a:extLst xmlns:a="http://schemas.openxmlformats.org/drawingml/2006/main">
              <a:ext uri="{FF2B5EF4-FFF2-40B4-BE49-F238E27FC236}">
                <a16:creationId xmlns:a16="http://schemas.microsoft.com/office/drawing/2014/main" id="{EAEA60D0-DD2C-4299-A4A1-B6B59A74B0FF}"/>
              </a:ext>
            </a:extLst>
          </p:cNvPr>
          <p:cNvSpPr>
            <a:spLocks xmlns:a="http://schemas.openxmlformats.org/drawingml/2006/main" noGrp="1"/>
          </p:cNvSpPr>
          <p:nvPr/>
        </p:nvSpPr>
        <p:spPr>
          <a:xfrm xmlns:a="http://schemas.openxmlformats.org/drawingml/2006/main">
            <a:off x="952500" y="457200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0</a:t>
            </a:r>
          </a:p>
        </p:txBody>
      </p:sp>
      <p:sp>
        <p:nvSpPr>
          <p:cNvPr id="19" name="">
            <a:extLst xmlns:a="http://schemas.openxmlformats.org/drawingml/2006/main">
              <a:ext uri="{FF2B5EF4-FFF2-40B4-BE49-F238E27FC236}">
                <a16:creationId xmlns:a16="http://schemas.microsoft.com/office/drawing/2014/main" id="{DA606F74-CB35-441B-8DDC-31EA3905F0FA}"/>
              </a:ext>
            </a:extLst>
          </p:cNvPr>
          <p:cNvSpPr>
            <a:spLocks xmlns:a="http://schemas.openxmlformats.org/drawingml/2006/main" noGrp="1"/>
          </p:cNvSpPr>
          <p:nvPr/>
        </p:nvSpPr>
        <p:spPr>
          <a:xfrm xmlns:a="http://schemas.openxmlformats.org/drawingml/2006/main">
            <a:off x="7065645" y="41148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2876A8"/>
            </a:solidFill>
          </a:ln>
        </p:spPr>
      </p:sp>
      <p:sp>
        <p:nvSpPr>
          <p:cNvPr id="20" name="">
            <a:extLst xmlns:a="http://schemas.openxmlformats.org/drawingml/2006/main">
              <a:ext uri="{FF2B5EF4-FFF2-40B4-BE49-F238E27FC236}">
                <a16:creationId xmlns:a16="http://schemas.microsoft.com/office/drawing/2014/main" id="{6E9C259A-BE62-4BE2-8D8F-4F9454628806}"/>
              </a:ext>
            </a:extLst>
          </p:cNvPr>
          <p:cNvSpPr>
            <a:spLocks xmlns:a="http://schemas.openxmlformats.org/drawingml/2006/main" noGrp="1"/>
          </p:cNvSpPr>
          <p:nvPr/>
        </p:nvSpPr>
        <p:spPr>
          <a:xfrm xmlns:a="http://schemas.openxmlformats.org/drawingml/2006/main">
            <a:off x="6446520" y="457200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2,060</a:t>
            </a:r>
          </a:p>
        </p:txBody>
      </p:sp>
      <p:sp>
        <p:nvSpPr>
          <p:cNvPr id="21" name="">
            <a:extLst xmlns:a="http://schemas.openxmlformats.org/drawingml/2006/main">
              <a:ext uri="{FF2B5EF4-FFF2-40B4-BE49-F238E27FC236}">
                <a16:creationId xmlns:a16="http://schemas.microsoft.com/office/drawing/2014/main" id="{698A58F5-9520-46E2-A63D-2CDACB16DCA7}"/>
              </a:ext>
            </a:extLst>
          </p:cNvPr>
          <p:cNvSpPr>
            <a:spLocks xmlns:a="http://schemas.openxmlformats.org/drawingml/2006/main" noGrp="1"/>
          </p:cNvSpPr>
          <p:nvPr/>
        </p:nvSpPr>
        <p:spPr>
          <a:xfrm xmlns:a="http://schemas.openxmlformats.org/drawingml/2006/main">
            <a:off x="9572625" y="41148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C4483C"/>
            </a:solidFill>
          </a:ln>
        </p:spPr>
      </p:sp>
      <p:sp>
        <p:nvSpPr>
          <p:cNvPr id="22" name="">
            <a:extLst xmlns:a="http://schemas.openxmlformats.org/drawingml/2006/main">
              <a:ext uri="{FF2B5EF4-FFF2-40B4-BE49-F238E27FC236}">
                <a16:creationId xmlns:a16="http://schemas.microsoft.com/office/drawing/2014/main" id="{39473D9F-162F-4CE0-AAFA-CC0BEE1DBB6C}"/>
              </a:ext>
            </a:extLst>
          </p:cNvPr>
          <p:cNvSpPr>
            <a:spLocks xmlns:a="http://schemas.openxmlformats.org/drawingml/2006/main" noGrp="1"/>
          </p:cNvSpPr>
          <p:nvPr/>
        </p:nvSpPr>
        <p:spPr>
          <a:xfrm xmlns:a="http://schemas.openxmlformats.org/drawingml/2006/main">
            <a:off x="8953500" y="457200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3,000</a:t>
            </a:r>
          </a:p>
        </p:txBody>
      </p:sp>
      <p:sp>
        <p:nvSpPr>
          <p:cNvPr id="23" name="">
            <a:extLst xmlns:a="http://schemas.openxmlformats.org/drawingml/2006/main">
              <a:ext uri="{FF2B5EF4-FFF2-40B4-BE49-F238E27FC236}">
                <a16:creationId xmlns:a16="http://schemas.microsoft.com/office/drawing/2014/main" id="{F1042C14-03F4-430B-8096-3A515F1EECD2}"/>
              </a:ext>
            </a:extLst>
          </p:cNvPr>
          <p:cNvSpPr>
            <a:spLocks xmlns:a="http://schemas.openxmlformats.org/drawingml/2006/main" noGrp="1"/>
          </p:cNvSpPr>
          <p:nvPr/>
        </p:nvSpPr>
        <p:spPr>
          <a:xfrm xmlns:a="http://schemas.openxmlformats.org/drawingml/2006/main">
            <a:off x="10477500" y="4495800"/>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F / N</a:t>
            </a:r>
          </a:p>
        </p:txBody>
      </p:sp>
      <p:sp>
        <p:nvSpPr>
          <p:cNvPr id="24" name="">
            <a:extLst xmlns:a="http://schemas.openxmlformats.org/drawingml/2006/main">
              <a:ext uri="{FF2B5EF4-FFF2-40B4-BE49-F238E27FC236}">
                <a16:creationId xmlns:a16="http://schemas.microsoft.com/office/drawing/2014/main" id="{CBB0724C-461D-47D6-8B1B-1F227099EE2D}"/>
              </a:ext>
            </a:extLst>
          </p:cNvPr>
          <p:cNvSpPr>
            <a:spLocks xmlns:a="http://schemas.openxmlformats.org/drawingml/2006/main" noGrp="1"/>
          </p:cNvSpPr>
          <p:nvPr/>
        </p:nvSpPr>
        <p:spPr>
          <a:xfrm xmlns:a="http://schemas.openxmlformats.org/drawingml/2006/main">
            <a:off x="809625" y="51435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087E8B"/>
                </a:solidFill>
                <a:latin typeface="Yu Gothic"/>
                <a:ea typeface="Yu Gothic"/>
                <a:cs typeface="Yu Gothic"/>
              </a:defRPr>
            </a:defPPr>
            <a:lvl1pPr>
              <a:buNone/>
              <a:defRPr sz="2475" b="1">
                <a:solidFill>
                  <a:srgbClr val="087E8B"/>
                </a:solidFill>
                <a:latin typeface="Yu Gothic"/>
                <a:ea typeface="Yu Gothic"/>
                <a:cs typeface="Yu Gothic"/>
              </a:defRPr>
            </a:lvl1pPr>
            <a:lvl2pPr>
              <a:buNone/>
              <a:defRPr sz="2475" b="1">
                <a:solidFill>
                  <a:srgbClr val="087E8B"/>
                </a:solidFill>
                <a:latin typeface="Yu Gothic"/>
                <a:ea typeface="Yu Gothic"/>
                <a:cs typeface="Yu Gothic"/>
              </a:defRPr>
            </a:lvl2pPr>
            <a:lvl3pPr>
              <a:buNone/>
              <a:defRPr sz="2475" b="1">
                <a:solidFill>
                  <a:srgbClr val="087E8B"/>
                </a:solidFill>
                <a:latin typeface="Yu Gothic"/>
                <a:ea typeface="Yu Gothic"/>
                <a:cs typeface="Yu Gothic"/>
              </a:defRPr>
            </a:lvl3pPr>
            <a:lvl4pPr>
              <a:buNone/>
              <a:defRPr sz="2475" b="1">
                <a:solidFill>
                  <a:srgbClr val="087E8B"/>
                </a:solidFill>
                <a:latin typeface="Yu Gothic"/>
                <a:ea typeface="Yu Gothic"/>
                <a:cs typeface="Yu Gothic"/>
              </a:defRPr>
            </a:lvl4pPr>
            <a:lvl5pPr>
              <a:buNone/>
              <a:defRPr sz="2475" b="1">
                <a:solidFill>
                  <a:srgbClr val="087E8B"/>
                </a:solidFill>
                <a:latin typeface="Yu Gothic"/>
                <a:ea typeface="Yu Gothic"/>
                <a:cs typeface="Yu Gothic"/>
              </a:defRPr>
            </a:lvl5pPr>
            <a:lvl6pPr>
              <a:buNone/>
              <a:defRPr sz="2475" b="1">
                <a:solidFill>
                  <a:srgbClr val="087E8B"/>
                </a:solidFill>
                <a:latin typeface="Yu Gothic"/>
                <a:ea typeface="Yu Gothic"/>
                <a:cs typeface="Yu Gothic"/>
              </a:defRPr>
            </a:lvl6pPr>
            <a:lvl7pPr>
              <a:buNone/>
              <a:defRPr sz="2475" b="1">
                <a:solidFill>
                  <a:srgbClr val="087E8B"/>
                </a:solidFill>
                <a:latin typeface="Yu Gothic"/>
                <a:ea typeface="Yu Gothic"/>
                <a:cs typeface="Yu Gothic"/>
              </a:defRPr>
            </a:lvl7pPr>
            <a:lvl8pPr>
              <a:buNone/>
              <a:defRPr sz="2475" b="1">
                <a:solidFill>
                  <a:srgbClr val="087E8B"/>
                </a:solidFill>
                <a:latin typeface="Yu Gothic"/>
                <a:ea typeface="Yu Gothic"/>
                <a:cs typeface="Yu Gothic"/>
              </a:defRPr>
            </a:lvl8pPr>
            <a:lvl9pPr>
              <a:buNone/>
              <a:defRPr sz="2475" b="1">
                <a:solidFill>
                  <a:srgbClr val="087E8B"/>
                </a:solidFill>
                <a:latin typeface="Yu Gothic"/>
                <a:ea typeface="Yu Gothic"/>
                <a:cs typeface="Yu Gothic"/>
              </a:defRPr>
            </a:lvl9pPr>
          </a:lstStyle>
          <a:p xmlns:a="http://schemas.openxmlformats.org/drawingml/2006/main">
            <a:pPr>
              <a:buNone/>
              <a:defRPr sz="2475" b="1">
                <a:solidFill>
                  <a:srgbClr val="087E8B"/>
                </a:solidFill>
                <a:latin typeface="Yu Gothic"/>
                <a:ea typeface="Yu Gothic"/>
                <a:cs typeface="Yu Gothic"/>
              </a:defRPr>
            </a:pPr>
            <a:r>
              <a:rPr sz="2475" b="1">
                <a:solidFill>
                  <a:srgbClr val="087E8B"/>
                </a:solidFill>
                <a:latin typeface="Yu Gothic"/>
                <a:ea typeface="Yu Gothic"/>
                <a:cs typeface="Yu Gothic"/>
              </a:rPr>
              <a:t>両条件を満たす最大荷重：2,060 N</a:t>
            </a:r>
          </a:p>
        </p:txBody>
      </p:sp>
      <p:sp>
        <p:nvSpPr>
          <p:cNvPr id="25" name="">
            <a:extLst xmlns:a="http://schemas.openxmlformats.org/drawingml/2006/main">
              <a:ext uri="{FF2B5EF4-FFF2-40B4-BE49-F238E27FC236}">
                <a16:creationId xmlns:a16="http://schemas.microsoft.com/office/drawing/2014/main" id="{C01ED6E2-20E0-4E34-886C-6AE544499567}"/>
              </a:ext>
            </a:extLst>
          </p:cNvPr>
          <p:cNvSpPr>
            <a:spLocks xmlns:a="http://schemas.openxmlformats.org/drawingml/2006/main" noGrp="1"/>
          </p:cNvSpPr>
          <p:nvPr/>
        </p:nvSpPr>
        <p:spPr>
          <a:xfrm xmlns:a="http://schemas.openxmlformats.org/drawingml/2006/main">
            <a:off x="685800" y="5715000"/>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検算：σ = 103 MPa ≤ 150 MPa、ΔL = 0.500 mm。部材の計算モデルに限った上限。</a:t>
            </a:r>
          </a:p>
        </p:txBody>
      </p:sp>
      <p:sp>
        <p:nvSpPr>
          <p:cNvPr id="26" name="">
            <a:extLst xmlns:a="http://schemas.openxmlformats.org/drawingml/2006/main">
              <a:ext uri="{FF2B5EF4-FFF2-40B4-BE49-F238E27FC236}">
                <a16:creationId xmlns:a16="http://schemas.microsoft.com/office/drawing/2014/main" id="{095CDD52-17A0-4012-83DC-70F01021FA3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114253972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AF58E62-B81A-4FAF-B137-71DF29040ED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中学技術・高校工業・情報への接続</a:t>
            </a:r>
          </a:p>
        </p:txBody>
      </p:sp>
      <p:sp>
        <p:nvSpPr>
          <p:cNvPr id="2" name="">
            <a:extLst xmlns:a="http://schemas.openxmlformats.org/drawingml/2006/main">
              <a:ext uri="{FF2B5EF4-FFF2-40B4-BE49-F238E27FC236}">
                <a16:creationId xmlns:a16="http://schemas.microsoft.com/office/drawing/2014/main" id="{280A18BE-84AF-4437-B426-156D953662B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3C821F7-FDB9-407D-975E-D6019C6399C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graphicFrame>
        <p:nvGraphicFramePr>
          <p:cNvPr id="4" name="">
            <a:extLst xmlns:a="http://schemas.openxmlformats.org/drawingml/2006/main">
              <a:ext uri="{FF2B5EF4-FFF2-40B4-BE49-F238E27FC236}">
                <a16:creationId xmlns:a16="http://schemas.microsoft.com/office/drawing/2014/main" id="{BF044515-1A81-4A72-8191-1277E73F9959}"/>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教科・科目</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この回からつながる学習</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材料と寸法、荷重のかかり方を説明</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高校工業「機械設計」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力、応力・ひずみ、部材の寸法を計算</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高校「情報Ⅰ」への題材提案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量と単位をそろえ、モデルを計算・検証</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0D09B3EB-0AC4-44CB-83E5-5556D8D8DB5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現行学習指導要領との対応と、本講義からの授業提案を分けて示す。</a:t>
            </a:r>
          </a:p>
        </p:txBody>
      </p:sp>
      <p:sp>
        <p:nvSpPr>
          <p:cNvPr id="6" name="">
            <a:extLst xmlns:a="http://schemas.openxmlformats.org/drawingml/2006/main">
              <a:ext uri="{FF2B5EF4-FFF2-40B4-BE49-F238E27FC236}">
                <a16:creationId xmlns:a16="http://schemas.microsoft.com/office/drawing/2014/main" id="{449DD07E-9528-4A88-8A20-EC93E7D6709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57</a:t>
            </a:r>
          </a:p>
        </p:txBody>
      </p:sp>
    </p:spTree>
    <p:extLst>
      <p:ext uri="{BB962C8B-B14F-4D97-AF65-F5344CB8AC3E}">
        <p14:creationId xmlns:p14="http://schemas.microsoft.com/office/powerpoint/2010/main" val="59323883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B0BB40-EBA2-48E9-8F21-EE89119EFD4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AIの単位換算を点検する</a:t>
            </a:r>
          </a:p>
        </p:txBody>
      </p:sp>
      <p:sp>
        <p:nvSpPr>
          <p:cNvPr id="2" name="">
            <a:extLst xmlns:a="http://schemas.openxmlformats.org/drawingml/2006/main">
              <a:ext uri="{FF2B5EF4-FFF2-40B4-BE49-F238E27FC236}">
                <a16:creationId xmlns:a16="http://schemas.microsoft.com/office/drawing/2014/main" id="{8F28E499-D967-4E70-A2B3-99D7F9034D4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6D683A7-2E57-41A4-A117-AE7CE6DA890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4" name="">
            <a:extLst xmlns:a="http://schemas.openxmlformats.org/drawingml/2006/main">
              <a:ext uri="{FF2B5EF4-FFF2-40B4-BE49-F238E27FC236}">
                <a16:creationId xmlns:a16="http://schemas.microsoft.com/office/drawing/2014/main" id="{EA38901F-FC23-4376-AD61-7302ABA05DD0}"/>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AIが「1 MPa = 1,000 N/mm²」と回答した。正しい換算を、m²とmm²の関係から説明する。</a:t>
            </a:r>
          </a:p>
        </p:txBody>
      </p:sp>
      <p:sp>
        <p:nvSpPr>
          <p:cNvPr id="5" name="">
            <a:extLst xmlns:a="http://schemas.openxmlformats.org/drawingml/2006/main">
              <a:ext uri="{FF2B5EF4-FFF2-40B4-BE49-F238E27FC236}">
                <a16:creationId xmlns:a16="http://schemas.microsoft.com/office/drawing/2014/main" id="{8E7C5FA6-6078-43F0-A25B-444772D3012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180FC7A6-4DCF-4B87-99D9-B244AA5B061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7A3917B7-30CD-41E3-B709-6EF76AFE908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49 / 57</a:t>
            </a:r>
          </a:p>
        </p:txBody>
      </p:sp>
    </p:spTree>
    <p:extLst>
      <p:ext uri="{BB962C8B-B14F-4D97-AF65-F5344CB8AC3E}">
        <p14:creationId xmlns:p14="http://schemas.microsoft.com/office/powerpoint/2010/main" val="131300740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E983138-64C2-47C6-AE0D-3C68E4CF0A5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解説：AIの単位換算を点検する</a:t>
            </a:r>
          </a:p>
        </p:txBody>
      </p:sp>
      <p:sp>
        <p:nvSpPr>
          <p:cNvPr id="2" name="">
            <a:extLst xmlns:a="http://schemas.openxmlformats.org/drawingml/2006/main">
              <a:ext uri="{FF2B5EF4-FFF2-40B4-BE49-F238E27FC236}">
                <a16:creationId xmlns:a16="http://schemas.microsoft.com/office/drawing/2014/main" id="{14242A60-8BC0-49ED-86CE-53172C829D2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D45D78E-65B2-4A41-AA63-C54BC7ADA6B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第2回</a:t>
            </a:r>
          </a:p>
        </p:txBody>
      </p:sp>
      <p:sp>
        <p:nvSpPr>
          <p:cNvPr id="4" name="">
            <a:extLst xmlns:a="http://schemas.openxmlformats.org/drawingml/2006/main">
              <a:ext uri="{FF2B5EF4-FFF2-40B4-BE49-F238E27FC236}">
                <a16:creationId xmlns:a16="http://schemas.microsoft.com/office/drawing/2014/main" id="{2B56CDA0-9AC9-4C27-9177-617C04CC4F74}"/>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1 m² = 10⁶ mm²</a:t>
            </a:r>
          </a:p>
        </p:txBody>
      </p:sp>
      <p:sp>
        <p:nvSpPr>
          <p:cNvPr id="5" name="">
            <a:extLst xmlns:a="http://schemas.openxmlformats.org/drawingml/2006/main">
              <a:ext uri="{FF2B5EF4-FFF2-40B4-BE49-F238E27FC236}">
                <a16:creationId xmlns:a16="http://schemas.microsoft.com/office/drawing/2014/main" id="{7FE86353-693C-451F-B541-2A8D8FE3663D}"/>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 N/mm² = 10⁶ N/m² = 1 MPa</a:t>
            </a:r>
          </a:p>
        </p:txBody>
      </p:sp>
      <p:sp>
        <p:nvSpPr>
          <p:cNvPr id="6" name="">
            <a:extLst xmlns:a="http://schemas.openxmlformats.org/drawingml/2006/main">
              <a:ext uri="{FF2B5EF4-FFF2-40B4-BE49-F238E27FC236}">
                <a16:creationId xmlns:a16="http://schemas.microsoft.com/office/drawing/2014/main" id="{6CFA2439-3274-4857-BD51-AB6AAF8E2C95}"/>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正しくは 1 MPa = 1 N/mm²</a:t>
            </a:r>
          </a:p>
        </p:txBody>
      </p:sp>
      <p:sp>
        <p:nvSpPr>
          <p:cNvPr id="7" name="">
            <a:extLst xmlns:a="http://schemas.openxmlformats.org/drawingml/2006/main">
              <a:ext uri="{FF2B5EF4-FFF2-40B4-BE49-F238E27FC236}">
                <a16:creationId xmlns:a16="http://schemas.microsoft.com/office/drawing/2014/main" id="{03E51139-A95F-473C-8024-D77282F424E3}"/>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数値だけでなく、面積の換算を確認する</a:t>
            </a:r>
          </a:p>
        </p:txBody>
      </p:sp>
      <p:sp>
        <p:nvSpPr>
          <p:cNvPr id="8" name="">
            <a:extLst xmlns:a="http://schemas.openxmlformats.org/drawingml/2006/main">
              <a:ext uri="{FF2B5EF4-FFF2-40B4-BE49-F238E27FC236}">
                <a16:creationId xmlns:a16="http://schemas.microsoft.com/office/drawing/2014/main" id="{882AE0B2-735F-4D9A-AEF0-D393F0708EA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本編の参照スライド：9・11</a:t>
            </a:r>
          </a:p>
        </p:txBody>
      </p:sp>
      <p:sp>
        <p:nvSpPr>
          <p:cNvPr id="9" name="">
            <a:extLst xmlns:a="http://schemas.openxmlformats.org/drawingml/2006/main">
              <a:ext uri="{FF2B5EF4-FFF2-40B4-BE49-F238E27FC236}">
                <a16:creationId xmlns:a16="http://schemas.microsoft.com/office/drawing/2014/main" id="{EA7AE5B8-EB74-4AF0-9132-16F45F62A7C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50 / 57</a:t>
            </a:r>
          </a:p>
        </p:txBody>
      </p:sp>
    </p:spTree>
    <p:extLst>
      <p:ext uri="{BB962C8B-B14F-4D97-AF65-F5344CB8AC3E}">
        <p14:creationId xmlns:p14="http://schemas.microsoft.com/office/powerpoint/2010/main" val="88178245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D881347-3976-4B7C-A7C0-09213DE2A4B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材料の係数と棒の寸法</a:t>
            </a:r>
          </a:p>
        </p:txBody>
      </p:sp>
      <p:sp>
        <p:nvSpPr>
          <p:cNvPr id="2" name="">
            <a:extLst xmlns:a="http://schemas.openxmlformats.org/drawingml/2006/main">
              <a:ext uri="{FF2B5EF4-FFF2-40B4-BE49-F238E27FC236}">
                <a16:creationId xmlns:a16="http://schemas.microsoft.com/office/drawing/2014/main" id="{C0A1927C-1511-49C8-80EA-DEB7B63BADD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C25285C5-87B5-407C-A730-21F68C9E9E3C}"/>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E=200,000 MPaの一様棒。A=20 mm²、L₀=1,000 mm。①剛性kを求める。②Aだけ2倍、L₀だけ2倍にした各場合のkと、同じ力での伸びの倍率を求める。</a:t>
            </a:r>
          </a:p>
        </p:txBody>
      </p:sp>
      <p:sp>
        <p:nvSpPr>
          <p:cNvPr id="5" name="">
            <a:extLst xmlns:a="http://schemas.openxmlformats.org/drawingml/2006/main">
              <a:ext uri="{FF2B5EF4-FFF2-40B4-BE49-F238E27FC236}">
                <a16:creationId xmlns:a16="http://schemas.microsoft.com/office/drawing/2014/main" id="{0A051083-91FA-4F1B-8CFA-D25BFF4663D9}"/>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9706DE06-576E-41DD-B2C0-B4904461E62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451F13CE-B0F7-4F43-8AAE-DE1BA79DB78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51 / 57</a:t>
            </a:r>
          </a:p>
        </p:txBody>
      </p:sp>
      <p:sp>
        <p:nvSpPr>
          <p:cNvPr id="9" name="">
            <a:extLst xmlns:a="http://schemas.openxmlformats.org/drawingml/2006/main">
              <a:ext uri="{FF2B5EF4-FFF2-40B4-BE49-F238E27FC236}">
                <a16:creationId xmlns:a16="http://schemas.microsoft.com/office/drawing/2014/main" id="{BCDC458F-68E3-4E1B-A338-E0928CE2660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75468074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D63F79D-636B-4E82-A580-C2A261C7E16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解説：材料の係数と棒の寸法</a:t>
            </a:r>
          </a:p>
        </p:txBody>
      </p:sp>
      <p:sp>
        <p:nvSpPr>
          <p:cNvPr id="2" name="">
            <a:extLst xmlns:a="http://schemas.openxmlformats.org/drawingml/2006/main">
              <a:ext uri="{FF2B5EF4-FFF2-40B4-BE49-F238E27FC236}">
                <a16:creationId xmlns:a16="http://schemas.microsoft.com/office/drawing/2014/main" id="{F1A91AEE-C101-4C2F-A3AD-0DEBE1790F6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A1938D5-6437-494E-80A7-F585FBF0B276}"/>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基準：k = EA/L₀ = 4,000 N/mm</a:t>
            </a:r>
          </a:p>
        </p:txBody>
      </p:sp>
      <p:sp>
        <p:nvSpPr>
          <p:cNvPr id="5" name="">
            <a:extLst xmlns:a="http://schemas.openxmlformats.org/drawingml/2006/main">
              <a:ext uri="{FF2B5EF4-FFF2-40B4-BE49-F238E27FC236}">
                <a16:creationId xmlns:a16="http://schemas.microsoft.com/office/drawing/2014/main" id="{A5585A6D-E380-4A66-AA3C-D53EF6D46241}"/>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Aだけ2倍：kは2倍、伸びは1/2</a:t>
            </a:r>
          </a:p>
        </p:txBody>
      </p:sp>
      <p:sp>
        <p:nvSpPr>
          <p:cNvPr id="6" name="">
            <a:extLst xmlns:a="http://schemas.openxmlformats.org/drawingml/2006/main">
              <a:ext uri="{FF2B5EF4-FFF2-40B4-BE49-F238E27FC236}">
                <a16:creationId xmlns:a16="http://schemas.microsoft.com/office/drawing/2014/main" id="{BD2F109C-EDE7-4E81-9156-FCF8CEA106DE}"/>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L₀だけ2倍：kは1/2、伸びは2倍</a:t>
            </a:r>
          </a:p>
        </p:txBody>
      </p:sp>
      <p:sp>
        <p:nvSpPr>
          <p:cNvPr id="7" name="">
            <a:extLst xmlns:a="http://schemas.openxmlformats.org/drawingml/2006/main">
              <a:ext uri="{FF2B5EF4-FFF2-40B4-BE49-F238E27FC236}">
                <a16:creationId xmlns:a16="http://schemas.microsoft.com/office/drawing/2014/main" id="{0BC73AAB-B6E9-4582-AF82-E51243825B5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三つの棒でEは同じ</a:t>
            </a:r>
          </a:p>
        </p:txBody>
      </p:sp>
      <p:sp>
        <p:nvSpPr>
          <p:cNvPr id="8" name="">
            <a:extLst xmlns:a="http://schemas.openxmlformats.org/drawingml/2006/main">
              <a:ext uri="{FF2B5EF4-FFF2-40B4-BE49-F238E27FC236}">
                <a16:creationId xmlns:a16="http://schemas.microsoft.com/office/drawing/2014/main" id="{49094B15-B268-4A26-A78C-BCF5EB4DAC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本編の参照スライド：27・28・29・30</a:t>
            </a:r>
          </a:p>
        </p:txBody>
      </p:sp>
      <p:sp>
        <p:nvSpPr>
          <p:cNvPr id="9" name="">
            <a:extLst xmlns:a="http://schemas.openxmlformats.org/drawingml/2006/main">
              <a:ext uri="{FF2B5EF4-FFF2-40B4-BE49-F238E27FC236}">
                <a16:creationId xmlns:a16="http://schemas.microsoft.com/office/drawing/2014/main" id="{325D8307-8BC7-4687-854A-0FE5C7D154A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52 / 57</a:t>
            </a:r>
          </a:p>
        </p:txBody>
      </p:sp>
      <p:sp>
        <p:nvSpPr>
          <p:cNvPr id="11" name="">
            <a:extLst xmlns:a="http://schemas.openxmlformats.org/drawingml/2006/main">
              <a:ext uri="{FF2B5EF4-FFF2-40B4-BE49-F238E27FC236}">
                <a16:creationId xmlns:a16="http://schemas.microsoft.com/office/drawing/2014/main" id="{D0F14D65-487F-49F9-AEEB-10EA620FE36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54206451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17D575-445B-4608-A427-69302DE8B81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ゼロ点のずれとグラフの傾き</a:t>
            </a:r>
          </a:p>
        </p:txBody>
      </p:sp>
      <p:sp>
        <p:nvSpPr>
          <p:cNvPr id="2" name="">
            <a:extLst xmlns:a="http://schemas.openxmlformats.org/drawingml/2006/main">
              <a:ext uri="{FF2B5EF4-FFF2-40B4-BE49-F238E27FC236}">
                <a16:creationId xmlns:a16="http://schemas.microsoft.com/office/drawing/2014/main" id="{416FDB03-14CD-4AA1-B2AD-8B255010421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FA67F92B-4AD4-4CC6-8D1B-6DC19FE4630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仮想データ：F=100,500,900 Nに対し表示ΔL=0.03,0.13,0.23 mm。L₀=500 mm、A=10 mm²。この範囲の傾きからkとEを求める。表示の原点を通る比例と扱えるか。</a:t>
            </a:r>
          </a:p>
        </p:txBody>
      </p:sp>
      <p:sp>
        <p:nvSpPr>
          <p:cNvPr id="5" name="">
            <a:extLst xmlns:a="http://schemas.openxmlformats.org/drawingml/2006/main">
              <a:ext uri="{FF2B5EF4-FFF2-40B4-BE49-F238E27FC236}">
                <a16:creationId xmlns:a16="http://schemas.microsoft.com/office/drawing/2014/main" id="{D4667D95-4884-46A4-937C-241ABE62644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D28A41EC-299C-4895-B075-54FE9D6D4AA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076D016B-2CC8-455C-8935-B36C5EB2727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53 / 57</a:t>
            </a:r>
          </a:p>
        </p:txBody>
      </p:sp>
      <p:sp>
        <p:nvSpPr>
          <p:cNvPr id="9" name="">
            <a:extLst xmlns:a="http://schemas.openxmlformats.org/drawingml/2006/main">
              <a:ext uri="{FF2B5EF4-FFF2-40B4-BE49-F238E27FC236}">
                <a16:creationId xmlns:a16="http://schemas.microsoft.com/office/drawing/2014/main" id="{52DA52BE-6502-40B5-9DC8-53CF3C847D3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84197995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1CE3450-2BB9-46A1-A348-E4B8313F538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解説：ゼロ点のずれとグラフの傾き</a:t>
            </a:r>
          </a:p>
        </p:txBody>
      </p:sp>
      <p:sp>
        <p:nvSpPr>
          <p:cNvPr id="2" name="">
            <a:extLst xmlns:a="http://schemas.openxmlformats.org/drawingml/2006/main">
              <a:ext uri="{FF2B5EF4-FFF2-40B4-BE49-F238E27FC236}">
                <a16:creationId xmlns:a16="http://schemas.microsoft.com/office/drawing/2014/main" id="{487F9347-4839-4305-9C7A-DC45A0C5744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3E830AC-7A60-49A2-A331-31A9CE15AC6C}"/>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k = (900−100)/(0.23−0.03) = 4,000 N/mm</a:t>
            </a:r>
          </a:p>
        </p:txBody>
      </p:sp>
      <p:sp>
        <p:nvSpPr>
          <p:cNvPr id="5" name="">
            <a:extLst xmlns:a="http://schemas.openxmlformats.org/drawingml/2006/main">
              <a:ext uri="{FF2B5EF4-FFF2-40B4-BE49-F238E27FC236}">
                <a16:creationId xmlns:a16="http://schemas.microsoft.com/office/drawing/2014/main" id="{F8ED7906-4397-4F01-A277-5DB648FCAA9F}"/>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E = kL₀/A = 200,000 MPa</a:t>
            </a:r>
          </a:p>
        </p:txBody>
      </p:sp>
      <p:sp>
        <p:nvSpPr>
          <p:cNvPr id="6" name="">
            <a:extLst xmlns:a="http://schemas.openxmlformats.org/drawingml/2006/main">
              <a:ext uri="{FF2B5EF4-FFF2-40B4-BE49-F238E27FC236}">
                <a16:creationId xmlns:a16="http://schemas.microsoft.com/office/drawing/2014/main" id="{839EC4C7-B882-4B7C-B8B6-906AB7C1037B}"/>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この表示値は、そのまま原点を通らない</a:t>
            </a:r>
          </a:p>
        </p:txBody>
      </p:sp>
      <p:sp>
        <p:nvSpPr>
          <p:cNvPr id="7" name="">
            <a:extLst xmlns:a="http://schemas.openxmlformats.org/drawingml/2006/main">
              <a:ext uri="{FF2B5EF4-FFF2-40B4-BE49-F238E27FC236}">
                <a16:creationId xmlns:a16="http://schemas.microsoft.com/office/drawing/2014/main" id="{67C2ED61-5CB2-470E-A92F-7958C0E29CC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傾き・切片・ゼロ点の確認を分ける</a:t>
            </a:r>
          </a:p>
        </p:txBody>
      </p:sp>
      <p:sp>
        <p:nvSpPr>
          <p:cNvPr id="8" name="">
            <a:extLst xmlns:a="http://schemas.openxmlformats.org/drawingml/2006/main">
              <a:ext uri="{FF2B5EF4-FFF2-40B4-BE49-F238E27FC236}">
                <a16:creationId xmlns:a16="http://schemas.microsoft.com/office/drawing/2014/main" id="{38A38599-DE36-4776-B976-E34C959C3C3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本編の参照スライド：27・28・29</a:t>
            </a:r>
          </a:p>
        </p:txBody>
      </p:sp>
      <p:sp>
        <p:nvSpPr>
          <p:cNvPr id="9" name="">
            <a:extLst xmlns:a="http://schemas.openxmlformats.org/drawingml/2006/main">
              <a:ext uri="{FF2B5EF4-FFF2-40B4-BE49-F238E27FC236}">
                <a16:creationId xmlns:a16="http://schemas.microsoft.com/office/drawing/2014/main" id="{E8076B3A-3171-4130-9FE7-930EB96F863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54 / 57</a:t>
            </a:r>
          </a:p>
        </p:txBody>
      </p:sp>
      <p:sp>
        <p:nvSpPr>
          <p:cNvPr id="11" name="">
            <a:extLst xmlns:a="http://schemas.openxmlformats.org/drawingml/2006/main">
              <a:ext uri="{FF2B5EF4-FFF2-40B4-BE49-F238E27FC236}">
                <a16:creationId xmlns:a16="http://schemas.microsoft.com/office/drawing/2014/main" id="{92C13DE6-F212-4E1E-BB4D-08C55C7A935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70193142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AD6A79-66B7-46B6-96C3-F31009D90CE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二つの条件と材料選択</a:t>
            </a:r>
          </a:p>
        </p:txBody>
      </p:sp>
      <p:sp>
        <p:nvSpPr>
          <p:cNvPr id="2" name="">
            <a:extLst xmlns:a="http://schemas.openxmlformats.org/drawingml/2006/main">
              <a:ext uri="{FF2B5EF4-FFF2-40B4-BE49-F238E27FC236}">
                <a16:creationId xmlns:a16="http://schemas.microsoft.com/office/drawing/2014/main" id="{8E619259-FE68-4F8B-AF25-8C756501CFE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BBE7F03D-487F-4CDD-8FED-DF76309DB332}"/>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仮想の棒A/B：共にF=800 N、断面20 mm²、長さ1,000 mm。EはA=200,000、B=100,000 MPa。許容応力はA=30、B=60 MPa、許容伸びは共に0.30 mm。各条件を満たすか。</a:t>
            </a:r>
          </a:p>
        </p:txBody>
      </p:sp>
      <p:sp>
        <p:nvSpPr>
          <p:cNvPr id="5" name="">
            <a:extLst xmlns:a="http://schemas.openxmlformats.org/drawingml/2006/main">
              <a:ext uri="{FF2B5EF4-FFF2-40B4-BE49-F238E27FC236}">
                <a16:creationId xmlns:a16="http://schemas.microsoft.com/office/drawing/2014/main" id="{D51214E2-DB81-4AE0-92BB-FA3186F1E2C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A1C47B27-5A97-417E-9180-066BE8BF3D4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34911338-C6C3-44AF-8E22-67EFB22E710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55 / 57</a:t>
            </a:r>
          </a:p>
        </p:txBody>
      </p:sp>
      <p:sp>
        <p:nvSpPr>
          <p:cNvPr id="9" name="">
            <a:extLst xmlns:a="http://schemas.openxmlformats.org/drawingml/2006/main">
              <a:ext uri="{FF2B5EF4-FFF2-40B4-BE49-F238E27FC236}">
                <a16:creationId xmlns:a16="http://schemas.microsoft.com/office/drawing/2014/main" id="{8C66E532-D17F-41F7-AF27-8E2199752A5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32752116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0A61214-AD64-485A-8CD0-39F25251E07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解説：二つの条件と材料選択</a:t>
            </a:r>
          </a:p>
        </p:txBody>
      </p:sp>
      <p:sp>
        <p:nvSpPr>
          <p:cNvPr id="2" name="">
            <a:extLst xmlns:a="http://schemas.openxmlformats.org/drawingml/2006/main">
              <a:ext uri="{FF2B5EF4-FFF2-40B4-BE49-F238E27FC236}">
                <a16:creationId xmlns:a16="http://schemas.microsoft.com/office/drawing/2014/main" id="{8F98FFCA-5393-42DE-8EAD-FCD3D2DFF83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A9901096-6B74-4AAD-9657-164D3C941ACF}"/>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応力：どちらも40 MPa</a:t>
            </a:r>
          </a:p>
        </p:txBody>
      </p:sp>
      <p:sp>
        <p:nvSpPr>
          <p:cNvPr id="5" name="">
            <a:extLst xmlns:a="http://schemas.openxmlformats.org/drawingml/2006/main">
              <a:ext uri="{FF2B5EF4-FFF2-40B4-BE49-F238E27FC236}">
                <a16:creationId xmlns:a16="http://schemas.microsoft.com/office/drawing/2014/main" id="{3DEADECF-E2A6-4F7D-997C-7094EF9F4177}"/>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伸び：Aは0.20 mm、Bは0.40 mm</a:t>
            </a:r>
          </a:p>
        </p:txBody>
      </p:sp>
      <p:sp>
        <p:nvSpPr>
          <p:cNvPr id="6" name="">
            <a:extLst xmlns:a="http://schemas.openxmlformats.org/drawingml/2006/main">
              <a:ext uri="{FF2B5EF4-FFF2-40B4-BE49-F238E27FC236}">
                <a16:creationId xmlns:a16="http://schemas.microsoft.com/office/drawing/2014/main" id="{C06BE502-F2B0-4F75-B8C4-3B46EE4D7AB2}"/>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Aは応力条件を、Bは伸び条件を満たさない</a:t>
            </a:r>
          </a:p>
        </p:txBody>
      </p:sp>
      <p:sp>
        <p:nvSpPr>
          <p:cNvPr id="7" name="">
            <a:extLst xmlns:a="http://schemas.openxmlformats.org/drawingml/2006/main">
              <a:ext uri="{FF2B5EF4-FFF2-40B4-BE49-F238E27FC236}">
                <a16:creationId xmlns:a16="http://schemas.microsoft.com/office/drawing/2014/main" id="{9B615346-CEE5-4777-A1CF-5004A4D51C16}"/>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Eだけでは、この二条件の判断はできない</a:t>
            </a:r>
          </a:p>
        </p:txBody>
      </p:sp>
      <p:sp>
        <p:nvSpPr>
          <p:cNvPr id="8" name="">
            <a:extLst xmlns:a="http://schemas.openxmlformats.org/drawingml/2006/main">
              <a:ext uri="{FF2B5EF4-FFF2-40B4-BE49-F238E27FC236}">
                <a16:creationId xmlns:a16="http://schemas.microsoft.com/office/drawing/2014/main" id="{18F9A731-5D52-4FCA-978D-EE3AF84FEC0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本編の参照スライド：41・42・44・46・47</a:t>
            </a:r>
          </a:p>
        </p:txBody>
      </p:sp>
      <p:sp>
        <p:nvSpPr>
          <p:cNvPr id="9" name="">
            <a:extLst xmlns:a="http://schemas.openxmlformats.org/drawingml/2006/main">
              <a:ext uri="{FF2B5EF4-FFF2-40B4-BE49-F238E27FC236}">
                <a16:creationId xmlns:a16="http://schemas.microsoft.com/office/drawing/2014/main" id="{0CFEF106-7042-479F-BEDA-62D0D793327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56 / 57</a:t>
            </a:r>
          </a:p>
        </p:txBody>
      </p:sp>
      <p:sp>
        <p:nvSpPr>
          <p:cNvPr id="11" name="">
            <a:extLst xmlns:a="http://schemas.openxmlformats.org/drawingml/2006/main">
              <a:ext uri="{FF2B5EF4-FFF2-40B4-BE49-F238E27FC236}">
                <a16:creationId xmlns:a16="http://schemas.microsoft.com/office/drawing/2014/main" id="{CF446E0F-2AA1-41BB-84D8-679580E82E1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580616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10A2277-D141-4689-A05E-51A7507B4AF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まとめと出口確認</a:t>
            </a:r>
          </a:p>
        </p:txBody>
      </p:sp>
      <p:cxnSp>
        <p:nvCxnSpPr>
          <p:cNvPr id="2" name="">
            <a:extLst xmlns:a="http://schemas.openxmlformats.org/drawingml/2006/main">
              <a:ext uri="{FF2B5EF4-FFF2-40B4-BE49-F238E27FC236}">
                <a16:creationId xmlns:a16="http://schemas.microsoft.com/office/drawing/2014/main" id="{54CE0684-024B-4E2F-9937-C4387FDF986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text-3">
            <a:extLst xmlns:a="http://schemas.openxmlformats.org/drawingml/2006/main">
              <a:ext uri="{FF2B5EF4-FFF2-40B4-BE49-F238E27FC236}">
                <a16:creationId xmlns:a16="http://schemas.microsoft.com/office/drawing/2014/main" id="{100142C3-40FA-418A-B0AE-0CBCFAB0161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57 / 57</a:t>
            </a:r>
          </a:p>
        </p:txBody>
      </p:sp>
      <p:sp>
        <p:nvSpPr>
          <p:cNvPr id="5" name="text-4">
            <a:extLst xmlns:a="http://schemas.openxmlformats.org/drawingml/2006/main">
              <a:ext uri="{FF2B5EF4-FFF2-40B4-BE49-F238E27FC236}">
                <a16:creationId xmlns:a16="http://schemas.microsoft.com/office/drawing/2014/main" id="{C6EC1AEB-C713-4129-849B-890DEA4D9BA8}"/>
              </a:ext>
            </a:extLst>
          </p:cNvPr>
          <p:cNvSpPr>
            <a:spLocks xmlns:a="http://schemas.openxmlformats.org/drawingml/2006/main" noGrp="1"/>
          </p:cNvSpPr>
          <p:nvPr/>
        </p:nvSpPr>
        <p:spPr>
          <a:xfrm xmlns:a="http://schemas.openxmlformats.org/drawingml/2006/main">
            <a:off x="685800" y="15811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8364F"/>
                </a:solidFill>
                <a:latin typeface="Yu Gothic"/>
                <a:ea typeface="Yu Gothic"/>
                <a:cs typeface="Yu Gothic"/>
              </a:defRPr>
            </a:defPPr>
            <a:lvl1pPr algn="l">
              <a:buNone/>
              <a:defRPr sz="3450" b="1">
                <a:solidFill>
                  <a:srgbClr val="18364F"/>
                </a:solidFill>
                <a:latin typeface="Yu Gothic"/>
                <a:ea typeface="Yu Gothic"/>
                <a:cs typeface="Yu Gothic"/>
              </a:defRPr>
            </a:lvl1pPr>
            <a:lvl2pPr algn="l">
              <a:buNone/>
              <a:defRPr sz="3450" b="1">
                <a:solidFill>
                  <a:srgbClr val="18364F"/>
                </a:solidFill>
                <a:latin typeface="Yu Gothic"/>
                <a:ea typeface="Yu Gothic"/>
                <a:cs typeface="Yu Gothic"/>
              </a:defRPr>
            </a:lvl2pPr>
            <a:lvl3pPr algn="l">
              <a:buNone/>
              <a:defRPr sz="3450" b="1">
                <a:solidFill>
                  <a:srgbClr val="18364F"/>
                </a:solidFill>
                <a:latin typeface="Yu Gothic"/>
                <a:ea typeface="Yu Gothic"/>
                <a:cs typeface="Yu Gothic"/>
              </a:defRPr>
            </a:lvl3pPr>
            <a:lvl4pPr algn="l">
              <a:buNone/>
              <a:defRPr sz="3450" b="1">
                <a:solidFill>
                  <a:srgbClr val="18364F"/>
                </a:solidFill>
                <a:latin typeface="Yu Gothic"/>
                <a:ea typeface="Yu Gothic"/>
                <a:cs typeface="Yu Gothic"/>
              </a:defRPr>
            </a:lvl4pPr>
            <a:lvl5pPr algn="l">
              <a:buNone/>
              <a:defRPr sz="3450" b="1">
                <a:solidFill>
                  <a:srgbClr val="18364F"/>
                </a:solidFill>
                <a:latin typeface="Yu Gothic"/>
                <a:ea typeface="Yu Gothic"/>
                <a:cs typeface="Yu Gothic"/>
              </a:defRPr>
            </a:lvl5pPr>
            <a:lvl6pPr algn="l">
              <a:buNone/>
              <a:defRPr sz="3450" b="1">
                <a:solidFill>
                  <a:srgbClr val="18364F"/>
                </a:solidFill>
                <a:latin typeface="Yu Gothic"/>
                <a:ea typeface="Yu Gothic"/>
                <a:cs typeface="Yu Gothic"/>
              </a:defRPr>
            </a:lvl6pPr>
            <a:lvl7pPr algn="l">
              <a:buNone/>
              <a:defRPr sz="3450" b="1">
                <a:solidFill>
                  <a:srgbClr val="18364F"/>
                </a:solidFill>
                <a:latin typeface="Yu Gothic"/>
                <a:ea typeface="Yu Gothic"/>
                <a:cs typeface="Yu Gothic"/>
              </a:defRPr>
            </a:lvl7pPr>
            <a:lvl8pPr algn="l">
              <a:buNone/>
              <a:defRPr sz="3450" b="1">
                <a:solidFill>
                  <a:srgbClr val="18364F"/>
                </a:solidFill>
                <a:latin typeface="Yu Gothic"/>
                <a:ea typeface="Yu Gothic"/>
                <a:cs typeface="Yu Gothic"/>
              </a:defRPr>
            </a:lvl8pPr>
            <a:lvl9pPr algn="l">
              <a:buNone/>
              <a:defRPr sz="3450" b="1">
                <a:solidFill>
                  <a:srgbClr val="18364F"/>
                </a:solidFill>
                <a:latin typeface="Yu Gothic"/>
                <a:ea typeface="Yu Gothic"/>
                <a:cs typeface="Yu Gothic"/>
              </a:defRPr>
            </a:lvl9pPr>
          </a:lstStyle>
          <a:p xmlns:a="http://schemas.openxmlformats.org/drawingml/2006/main">
            <a:pPr algn="l">
              <a:buNone/>
              <a:defRPr sz="3450" b="1">
                <a:solidFill>
                  <a:srgbClr val="18364F"/>
                </a:solidFill>
                <a:latin typeface="Yu Gothic"/>
                <a:ea typeface="Yu Gothic"/>
                <a:cs typeface="Yu Gothic"/>
              </a:defRPr>
            </a:pPr>
            <a:r>
              <a:rPr sz="3450" b="1">
                <a:solidFill>
                  <a:srgbClr val="18364F"/>
                </a:solidFill>
                <a:latin typeface="Yu Gothic"/>
                <a:ea typeface="Yu Gothic"/>
                <a:cs typeface="Yu Gothic"/>
              </a:rPr>
              <a:t>σ = F/A₀　　 ε = ΔL/L₀</a:t>
            </a:r>
          </a:p>
        </p:txBody>
      </p:sp>
      <p:sp>
        <p:nvSpPr>
          <p:cNvPr id="6" name="text-5">
            <a:extLst xmlns:a="http://schemas.openxmlformats.org/drawingml/2006/main">
              <a:ext uri="{FF2B5EF4-FFF2-40B4-BE49-F238E27FC236}">
                <a16:creationId xmlns:a16="http://schemas.microsoft.com/office/drawing/2014/main" id="{26F3E2FB-C516-4FA0-A5AE-598F880E83A6}"/>
              </a:ext>
            </a:extLst>
          </p:cNvPr>
          <p:cNvSpPr>
            <a:spLocks xmlns:a="http://schemas.openxmlformats.org/drawingml/2006/main" noGrp="1"/>
          </p:cNvSpPr>
          <p:nvPr/>
        </p:nvSpPr>
        <p:spPr>
          <a:xfrm xmlns:a="http://schemas.openxmlformats.org/drawingml/2006/main">
            <a:off x="685800" y="27432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8364F"/>
                </a:solidFill>
                <a:latin typeface="Yu Gothic"/>
                <a:ea typeface="Yu Gothic"/>
                <a:cs typeface="Yu Gothic"/>
              </a:defRPr>
            </a:defPPr>
            <a:lvl1pPr algn="l">
              <a:buNone/>
              <a:defRPr sz="3450" b="1">
                <a:solidFill>
                  <a:srgbClr val="18364F"/>
                </a:solidFill>
                <a:latin typeface="Yu Gothic"/>
                <a:ea typeface="Yu Gothic"/>
                <a:cs typeface="Yu Gothic"/>
              </a:defRPr>
            </a:lvl1pPr>
            <a:lvl2pPr algn="l">
              <a:buNone/>
              <a:defRPr sz="3450" b="1">
                <a:solidFill>
                  <a:srgbClr val="18364F"/>
                </a:solidFill>
                <a:latin typeface="Yu Gothic"/>
                <a:ea typeface="Yu Gothic"/>
                <a:cs typeface="Yu Gothic"/>
              </a:defRPr>
            </a:lvl2pPr>
            <a:lvl3pPr algn="l">
              <a:buNone/>
              <a:defRPr sz="3450" b="1">
                <a:solidFill>
                  <a:srgbClr val="18364F"/>
                </a:solidFill>
                <a:latin typeface="Yu Gothic"/>
                <a:ea typeface="Yu Gothic"/>
                <a:cs typeface="Yu Gothic"/>
              </a:defRPr>
            </a:lvl3pPr>
            <a:lvl4pPr algn="l">
              <a:buNone/>
              <a:defRPr sz="3450" b="1">
                <a:solidFill>
                  <a:srgbClr val="18364F"/>
                </a:solidFill>
                <a:latin typeface="Yu Gothic"/>
                <a:ea typeface="Yu Gothic"/>
                <a:cs typeface="Yu Gothic"/>
              </a:defRPr>
            </a:lvl4pPr>
            <a:lvl5pPr algn="l">
              <a:buNone/>
              <a:defRPr sz="3450" b="1">
                <a:solidFill>
                  <a:srgbClr val="18364F"/>
                </a:solidFill>
                <a:latin typeface="Yu Gothic"/>
                <a:ea typeface="Yu Gothic"/>
                <a:cs typeface="Yu Gothic"/>
              </a:defRPr>
            </a:lvl5pPr>
            <a:lvl6pPr algn="l">
              <a:buNone/>
              <a:defRPr sz="3450" b="1">
                <a:solidFill>
                  <a:srgbClr val="18364F"/>
                </a:solidFill>
                <a:latin typeface="Yu Gothic"/>
                <a:ea typeface="Yu Gothic"/>
                <a:cs typeface="Yu Gothic"/>
              </a:defRPr>
            </a:lvl6pPr>
            <a:lvl7pPr algn="l">
              <a:buNone/>
              <a:defRPr sz="3450" b="1">
                <a:solidFill>
                  <a:srgbClr val="18364F"/>
                </a:solidFill>
                <a:latin typeface="Yu Gothic"/>
                <a:ea typeface="Yu Gothic"/>
                <a:cs typeface="Yu Gothic"/>
              </a:defRPr>
            </a:lvl7pPr>
            <a:lvl8pPr algn="l">
              <a:buNone/>
              <a:defRPr sz="3450" b="1">
                <a:solidFill>
                  <a:srgbClr val="18364F"/>
                </a:solidFill>
                <a:latin typeface="Yu Gothic"/>
                <a:ea typeface="Yu Gothic"/>
                <a:cs typeface="Yu Gothic"/>
              </a:defRPr>
            </a:lvl8pPr>
            <a:lvl9pPr algn="l">
              <a:buNone/>
              <a:defRPr sz="3450" b="1">
                <a:solidFill>
                  <a:srgbClr val="18364F"/>
                </a:solidFill>
                <a:latin typeface="Yu Gothic"/>
                <a:ea typeface="Yu Gothic"/>
                <a:cs typeface="Yu Gothic"/>
              </a:defRPr>
            </a:lvl9pPr>
          </a:lstStyle>
          <a:p xmlns:a="http://schemas.openxmlformats.org/drawingml/2006/main">
            <a:pPr algn="l">
              <a:buNone/>
              <a:defRPr sz="3450" b="1">
                <a:solidFill>
                  <a:srgbClr val="18364F"/>
                </a:solidFill>
                <a:latin typeface="Yu Gothic"/>
                <a:ea typeface="Yu Gothic"/>
                <a:cs typeface="Yu Gothic"/>
              </a:defRPr>
            </a:pPr>
            <a:r>
              <a:rPr sz="3450" b="1">
                <a:solidFill>
                  <a:srgbClr val="18364F"/>
                </a:solidFill>
                <a:latin typeface="Yu Gothic"/>
                <a:ea typeface="Yu Gothic"/>
                <a:cs typeface="Yu Gothic"/>
              </a:rPr>
              <a:t>σ = Eε　　 ΔL = FL₀/(A₀E)</a:t>
            </a:r>
          </a:p>
        </p:txBody>
      </p:sp>
      <p:sp>
        <p:nvSpPr>
          <p:cNvPr id="7" name="text-6">
            <a:extLst xmlns:a="http://schemas.openxmlformats.org/drawingml/2006/main">
              <a:ext uri="{FF2B5EF4-FFF2-40B4-BE49-F238E27FC236}">
                <a16:creationId xmlns:a16="http://schemas.microsoft.com/office/drawing/2014/main" id="{D6FB0926-3904-4787-8F05-0FFC4847742A}"/>
              </a:ext>
            </a:extLst>
          </p:cNvPr>
          <p:cNvSpPr>
            <a:spLocks xmlns:a="http://schemas.openxmlformats.org/drawingml/2006/main" noGrp="1"/>
          </p:cNvSpPr>
          <p:nvPr/>
        </p:nvSpPr>
        <p:spPr>
          <a:xfrm xmlns:a="http://schemas.openxmlformats.org/drawingml/2006/main">
            <a:off x="685800" y="40005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力の通り道、単位、式の条件を一緒に説明する</a:t>
            </a:r>
          </a:p>
        </p:txBody>
      </p:sp>
      <p:sp>
        <p:nvSpPr>
          <p:cNvPr id="8" name="text-7">
            <a:extLst xmlns:a="http://schemas.openxmlformats.org/drawingml/2006/main">
              <a:ext uri="{FF2B5EF4-FFF2-40B4-BE49-F238E27FC236}">
                <a16:creationId xmlns:a16="http://schemas.microsoft.com/office/drawing/2014/main" id="{6EC66BFC-741A-4062-A384-E0A88973EA0F}"/>
              </a:ext>
            </a:extLst>
          </p:cNvPr>
          <p:cNvSpPr>
            <a:spLocks xmlns:a="http://schemas.openxmlformats.org/drawingml/2006/main" noGrp="1"/>
          </p:cNvSpPr>
          <p:nvPr/>
        </p:nvSpPr>
        <p:spPr>
          <a:xfrm xmlns:a="http://schemas.openxmlformats.org/drawingml/2006/main">
            <a:off x="685800" y="57626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出口確認：面積換算／応力の計算／E と強度の違い</a:t>
            </a:r>
          </a:p>
        </p:txBody>
      </p:sp>
      <p:sp>
        <p:nvSpPr>
          <p:cNvPr id="10" name="">
            <a:extLst xmlns:a="http://schemas.openxmlformats.org/drawingml/2006/main">
              <a:ext uri="{FF2B5EF4-FFF2-40B4-BE49-F238E27FC236}">
                <a16:creationId xmlns:a16="http://schemas.microsoft.com/office/drawing/2014/main" id="{4CECDF2F-2293-4BDD-8E29-13B620747B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18892724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2026-10-31T01:02:17.0100000Z</dcterms:created>
  <dcterms:modified xsi:type="dcterms:W3CDTF">2026-10-31T01:02:17.0100000Z</dcterms:modified>
</coreProperties>
</file>