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notesSlides/notesSlide14.xml" ContentType="application/vnd.openxmlformats-officedocument.presentationml.notesSlide+xml"/>
  <Override PartName="/ppt/slides/slide15.xml" ContentType="application/vnd.openxmlformats-officedocument.presentationml.slide+xml"/>
  <Override PartName="/ppt/notesSlides/notesSlide15.xml" ContentType="application/vnd.openxmlformats-officedocument.presentationml.notesSlide+xml"/>
  <Override PartName="/ppt/slides/slide16.xml" ContentType="application/vnd.openxmlformats-officedocument.presentationml.slide+xml"/>
  <Override PartName="/ppt/notesSlides/notesSlide16.xml" ContentType="application/vnd.openxmlformats-officedocument.presentationml.notesSlide+xml"/>
  <Override PartName="/ppt/slides/slide17.xml" ContentType="application/vnd.openxmlformats-officedocument.presentationml.slide+xml"/>
  <Override PartName="/ppt/notesSlides/notesSlide17.xml" ContentType="application/vnd.openxmlformats-officedocument.presentationml.notesSlide+xml"/>
  <Override PartName="/ppt/slides/slide18.xml" ContentType="application/vnd.openxmlformats-officedocument.presentationml.slide+xml"/>
  <Override PartName="/ppt/notesSlides/notesSlide18.xml" ContentType="application/vnd.openxmlformats-officedocument.presentationml.notesSlide+xml"/>
  <Override PartName="/ppt/slides/slide19.xml" ContentType="application/vnd.openxmlformats-officedocument.presentationml.slide+xml"/>
  <Override PartName="/ppt/notesSlides/notesSlide19.xml" ContentType="application/vnd.openxmlformats-officedocument.presentationml.notesSlide+xml"/>
  <Override PartName="/ppt/slides/slide20.xml" ContentType="application/vnd.openxmlformats-officedocument.presentationml.slide+xml"/>
  <Override PartName="/ppt/notesSlides/notesSlide20.xml" ContentType="application/vnd.openxmlformats-officedocument.presentationml.notesSlide+xml"/>
  <Override PartName="/ppt/slides/slide21.xml" ContentType="application/vnd.openxmlformats-officedocument.presentationml.slide+xml"/>
  <Override PartName="/ppt/notesSlides/notesSlide21.xml" ContentType="application/vnd.openxmlformats-officedocument.presentationml.notesSlide+xml"/>
  <Override PartName="/ppt/slides/slide22.xml" ContentType="application/vnd.openxmlformats-officedocument.presentationml.slide+xml"/>
  <Override PartName="/ppt/notesSlides/notesSlide22.xml" ContentType="application/vnd.openxmlformats-officedocument.presentationml.notesSlide+xml"/>
  <Override PartName="/ppt/slides/slide23.xml" ContentType="application/vnd.openxmlformats-officedocument.presentationml.slide+xml"/>
  <Override PartName="/ppt/notesSlides/notesSlide23.xml" ContentType="application/vnd.openxmlformats-officedocument.presentationml.notesSlide+xml"/>
  <Override PartName="/ppt/slides/slide24.xml" ContentType="application/vnd.openxmlformats-officedocument.presentationml.slide+xml"/>
  <Override PartName="/ppt/notesSlides/notesSlide24.xml" ContentType="application/vnd.openxmlformats-officedocument.presentationml.notesSlide+xml"/>
  <Override PartName="/ppt/slides/slide25.xml" ContentType="application/vnd.openxmlformats-officedocument.presentationml.slide+xml"/>
  <Override PartName="/ppt/notesSlides/notesSlide25.xml" ContentType="application/vnd.openxmlformats-officedocument.presentationml.notesSlide+xml"/>
  <Override PartName="/ppt/slides/slide26.xml" ContentType="application/vnd.openxmlformats-officedocument.presentationml.slide+xml"/>
  <Override PartName="/ppt/notesSlides/notesSlide26.xml" ContentType="application/vnd.openxmlformats-officedocument.presentationml.notesSlide+xml"/>
  <Override PartName="/ppt/slides/slide27.xml" ContentType="application/vnd.openxmlformats-officedocument.presentationml.slide+xml"/>
  <Override PartName="/ppt/notesSlides/notesSlide27.xml" ContentType="application/vnd.openxmlformats-officedocument.presentationml.notesSlide+xml"/>
  <Override PartName="/ppt/slides/slide28.xml" ContentType="application/vnd.openxmlformats-officedocument.presentationml.slide+xml"/>
  <Override PartName="/ppt/notesSlides/notesSlide28.xml" ContentType="application/vnd.openxmlformats-officedocument.presentationml.notesSlide+xml"/>
  <Override PartName="/ppt/slides/slide29.xml" ContentType="application/vnd.openxmlformats-officedocument.presentationml.slide+xml"/>
  <Override PartName="/ppt/notesSlides/notesSlide29.xml" ContentType="application/vnd.openxmlformats-officedocument.presentationml.notesSlide+xml"/>
  <Override PartName="/ppt/slides/slide30.xml" ContentType="application/vnd.openxmlformats-officedocument.presentationml.slide+xml"/>
  <Override PartName="/ppt/notesSlides/notesSlide30.xml" ContentType="application/vnd.openxmlformats-officedocument.presentationml.notesSlide+xml"/>
  <Override PartName="/ppt/slides/slide31.xml" ContentType="application/vnd.openxmlformats-officedocument.presentationml.slide+xml"/>
  <Override PartName="/ppt/notesSlides/notesSlide31.xml" ContentType="application/vnd.openxmlformats-officedocument.presentationml.notesSlide+xml"/>
  <Override PartName="/ppt/slides/slide32.xml" ContentType="application/vnd.openxmlformats-officedocument.presentationml.slide+xml"/>
  <Override PartName="/ppt/slides/charts/chart1.xml" ContentType="application/vnd.openxmlformats-officedocument.drawingml.chart+xml"/>
  <Override PartName="/ppt/notesSlides/notesSlide32.xml" ContentType="application/vnd.openxmlformats-officedocument.presentationml.notesSlide+xml"/>
  <Override PartName="/ppt/slides/slide33.xml" ContentType="application/vnd.openxmlformats-officedocument.presentationml.slide+xml"/>
  <Override PartName="/ppt/notesSlides/notesSlide33.xml" ContentType="application/vnd.openxmlformats-officedocument.presentationml.notesSlide+xml"/>
  <Override PartName="/ppt/slides/slide34.xml" ContentType="application/vnd.openxmlformats-officedocument.presentationml.slide+xml"/>
  <Override PartName="/ppt/notesSlides/notesSlide34.xml" ContentType="application/vnd.openxmlformats-officedocument.presentationml.notesSlide+xml"/>
  <Override PartName="/ppt/slides/slide35.xml" ContentType="application/vnd.openxmlformats-officedocument.presentationml.slide+xml"/>
  <Override PartName="/ppt/notesSlides/notesSlide35.xml" ContentType="application/vnd.openxmlformats-officedocument.presentationml.notesSlide+xml"/>
  <Override PartName="/ppt/slides/slide36.xml" ContentType="application/vnd.openxmlformats-officedocument.presentationml.slide+xml"/>
  <Override PartName="/ppt/notesSlides/notesSlide36.xml" ContentType="application/vnd.openxmlformats-officedocument.presentationml.notesSlide+xml"/>
  <Override PartName="/ppt/slides/slide37.xml" ContentType="application/vnd.openxmlformats-officedocument.presentationml.slide+xml"/>
  <Override PartName="/ppt/notesSlides/notesSlide37.xml" ContentType="application/vnd.openxmlformats-officedocument.presentationml.notesSlide+xml"/>
  <Override PartName="/ppt/slides/slide38.xml" ContentType="application/vnd.openxmlformats-officedocument.presentationml.slide+xml"/>
  <Override PartName="/ppt/notesSlides/notesSlide38.xml" ContentType="application/vnd.openxmlformats-officedocument.presentationml.notesSlide+xml"/>
  <Override PartName="/ppt/slides/slide39.xml" ContentType="application/vnd.openxmlformats-officedocument.presentationml.slide+xml"/>
  <Override PartName="/ppt/notesSlides/notesSlide39.xml" ContentType="application/vnd.openxmlformats-officedocument.presentationml.notesSlide+xml"/>
  <Override PartName="/ppt/slides/slide40.xml" ContentType="application/vnd.openxmlformats-officedocument.presentationml.slide+xml"/>
  <Override PartName="/ppt/notesSlides/notesSlide40.xml" ContentType="application/vnd.openxmlformats-officedocument.presentationml.notesSlide+xml"/>
  <Override PartName="/ppt/slides/slide41.xml" ContentType="application/vnd.openxmlformats-officedocument.presentationml.slide+xml"/>
  <Override PartName="/ppt/notesSlides/notesSlide41.xml" ContentType="application/vnd.openxmlformats-officedocument.presentationml.notesSlide+xml"/>
  <Default Extension="xlsx" ContentType="application/vnd.openxmlformats-officedocument.spreadsheetml.sheet"/>
  <Override PartName="/ppt/charts/chart1.xml" ContentType="application/vnd.openxmlformats-officedocument.drawingml.chart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fc3de6d739b54fdc" /><Relationship Type="http://schemas.openxmlformats.org/officeDocument/2006/relationships/extended-properties" Target="/docProps/app.xml" Id="R3dabb984d4594f7f" /><Relationship Type="http://schemas.openxmlformats.org/officeDocument/2006/relationships/officeDocument" Target="/ppt/presentation.xml" Id="R9ea01469b683470f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86566fba69624dfe"/>
  </p:sldMasterIdLst>
  <p:notesMasterIdLst>
    <p:notesMasterId xmlns:r="http://schemas.openxmlformats.org/officeDocument/2006/relationships" r:id="Rfd6433dfeb754526"/>
  </p:notesMasterIdLst>
  <p:sldIdLst>
    <p:sldId xmlns:r="http://schemas.openxmlformats.org/officeDocument/2006/relationships" id="256" r:id="Rf44cda0a00654f42"/>
    <p:sldId xmlns:r="http://schemas.openxmlformats.org/officeDocument/2006/relationships" id="257" r:id="R0d8f20938b4c43c7"/>
    <p:sldId xmlns:r="http://schemas.openxmlformats.org/officeDocument/2006/relationships" id="258" r:id="R16711a47394f474d"/>
    <p:sldId xmlns:r="http://schemas.openxmlformats.org/officeDocument/2006/relationships" id="259" r:id="Rc36a6667a756479d"/>
    <p:sldId xmlns:r="http://schemas.openxmlformats.org/officeDocument/2006/relationships" id="260" r:id="R5f90bc8db4e34402"/>
    <p:sldId xmlns:r="http://schemas.openxmlformats.org/officeDocument/2006/relationships" id="261" r:id="R390b2e1eb7684753"/>
    <p:sldId xmlns:r="http://schemas.openxmlformats.org/officeDocument/2006/relationships" id="262" r:id="R94440e2b649d49d8"/>
    <p:sldId xmlns:r="http://schemas.openxmlformats.org/officeDocument/2006/relationships" id="263" r:id="Rd738c0654abd4aa2"/>
    <p:sldId xmlns:r="http://schemas.openxmlformats.org/officeDocument/2006/relationships" id="264" r:id="Rd09ee6884467401c"/>
    <p:sldId xmlns:r="http://schemas.openxmlformats.org/officeDocument/2006/relationships" id="265" r:id="Rf33fba60812f4094"/>
    <p:sldId xmlns:r="http://schemas.openxmlformats.org/officeDocument/2006/relationships" id="266" r:id="R5d342b92edc64b2a"/>
    <p:sldId xmlns:r="http://schemas.openxmlformats.org/officeDocument/2006/relationships" id="267" r:id="Rc7d29e61285345fe"/>
    <p:sldId xmlns:r="http://schemas.openxmlformats.org/officeDocument/2006/relationships" id="268" r:id="R23269116107743ba"/>
    <p:sldId xmlns:r="http://schemas.openxmlformats.org/officeDocument/2006/relationships" id="269" r:id="R7d2b13be8b78426b"/>
    <p:sldId xmlns:r="http://schemas.openxmlformats.org/officeDocument/2006/relationships" id="270" r:id="R4fa6d3e84ca241c2"/>
    <p:sldId xmlns:r="http://schemas.openxmlformats.org/officeDocument/2006/relationships" id="271" r:id="R5185f79bf6a94f7a"/>
    <p:sldId xmlns:r="http://schemas.openxmlformats.org/officeDocument/2006/relationships" id="272" r:id="Rde017dd40aff4a27"/>
    <p:sldId xmlns:r="http://schemas.openxmlformats.org/officeDocument/2006/relationships" id="273" r:id="R5428bbb454cf40d8"/>
    <p:sldId xmlns:r="http://schemas.openxmlformats.org/officeDocument/2006/relationships" id="274" r:id="R6ba230469fe94195"/>
    <p:sldId xmlns:r="http://schemas.openxmlformats.org/officeDocument/2006/relationships" id="275" r:id="R016e8dcc487f474d"/>
    <p:sldId xmlns:r="http://schemas.openxmlformats.org/officeDocument/2006/relationships" id="276" r:id="Rd4b1e1fc942642a1"/>
    <p:sldId xmlns:r="http://schemas.openxmlformats.org/officeDocument/2006/relationships" id="277" r:id="Re20cd87b6f034027"/>
    <p:sldId xmlns:r="http://schemas.openxmlformats.org/officeDocument/2006/relationships" id="278" r:id="Ra832a554096e4e81"/>
    <p:sldId xmlns:r="http://schemas.openxmlformats.org/officeDocument/2006/relationships" id="279" r:id="Rd338b0fe47874255"/>
    <p:sldId xmlns:r="http://schemas.openxmlformats.org/officeDocument/2006/relationships" id="280" r:id="R6d7f4c1b833048cf"/>
    <p:sldId xmlns:r="http://schemas.openxmlformats.org/officeDocument/2006/relationships" id="281" r:id="R933f518c4a6c40f5"/>
    <p:sldId xmlns:r="http://schemas.openxmlformats.org/officeDocument/2006/relationships" id="282" r:id="Rc1bb4264eb1d401c"/>
    <p:sldId xmlns:r="http://schemas.openxmlformats.org/officeDocument/2006/relationships" id="283" r:id="R3fc5d20ffe2e4a5e"/>
    <p:sldId xmlns:r="http://schemas.openxmlformats.org/officeDocument/2006/relationships" id="284" r:id="Rc0275ca5f6d1445a"/>
    <p:sldId xmlns:r="http://schemas.openxmlformats.org/officeDocument/2006/relationships" id="285" r:id="Re3eab5f576a2436a"/>
    <p:sldId xmlns:r="http://schemas.openxmlformats.org/officeDocument/2006/relationships" id="286" r:id="Ra84f5a8a3b64421d"/>
    <p:sldId xmlns:r="http://schemas.openxmlformats.org/officeDocument/2006/relationships" id="287" r:id="R65ef02bd74354127"/>
    <p:sldId xmlns:r="http://schemas.openxmlformats.org/officeDocument/2006/relationships" id="288" r:id="R59fd0c32e1064f9c"/>
    <p:sldId xmlns:r="http://schemas.openxmlformats.org/officeDocument/2006/relationships" id="289" r:id="Reed4585de7bc4148"/>
    <p:sldId xmlns:r="http://schemas.openxmlformats.org/officeDocument/2006/relationships" id="290" r:id="R8af8eb2d031844a4"/>
    <p:sldId xmlns:r="http://schemas.openxmlformats.org/officeDocument/2006/relationships" id="291" r:id="Rf5d5bd973eaa4d05"/>
    <p:sldId xmlns:r="http://schemas.openxmlformats.org/officeDocument/2006/relationships" id="292" r:id="R4813a7ff70c6455e"/>
    <p:sldId xmlns:r="http://schemas.openxmlformats.org/officeDocument/2006/relationships" id="293" r:id="Re10159212df94d79"/>
    <p:sldId xmlns:r="http://schemas.openxmlformats.org/officeDocument/2006/relationships" id="294" r:id="R78ec91f8f4464f43"/>
    <p:sldId xmlns:r="http://schemas.openxmlformats.org/officeDocument/2006/relationships" id="295" r:id="R0085433eb1c34c0a"/>
    <p:sldId xmlns:r="http://schemas.openxmlformats.org/officeDocument/2006/relationships" id="296" r:id="R6a2d04513fb74080"/>
  </p:sldIdLst>
  <p:sldSz cx="12192000" cy="6858000"/>
  <p:notesSz cx="6858000" cy="9144000"/>
  <p:defaultTextStyle>
    <a:defPPr xmlns:a="http://schemas.openxmlformats.org/drawingml/2006/main">
      <a:buNone/>
    </a:defPPr>
    <a:lvl1pPr xmlns:a="http://schemas.openxmlformats.org/drawingml/2006/main" marL="0" algn="l" defTabSz="914400">
      <a:buNone/>
      <a:defRPr sz="1800" kern="1200">
        <a:solidFill>
          <a:schemeClr val="tx1"/>
        </a:solidFill>
        <a:latin typeface="+mn-lt"/>
        <a:ea typeface="+mn-lt"/>
        <a:cs typeface="+mn-lt"/>
      </a:defRPr>
    </a:lvl1pPr>
    <a:lvl2pPr xmlns:a="http://schemas.openxmlformats.org/drawingml/2006/main" marL="457200" algn="l" defTabSz="914400">
      <a:buNone/>
      <a:defRPr sz="1800" kern="1200">
        <a:solidFill>
          <a:schemeClr val="tx1"/>
        </a:solidFill>
        <a:latin typeface="+mn-lt"/>
        <a:ea typeface="+mn-lt"/>
        <a:cs typeface="+mn-lt"/>
      </a:defRPr>
    </a:lvl2pPr>
    <a:lvl3pPr xmlns:a="http://schemas.openxmlformats.org/drawingml/2006/main" marL="914400" algn="l" defTabSz="914400">
      <a:buNone/>
      <a:defRPr sz="1800" kern="1200">
        <a:solidFill>
          <a:schemeClr val="tx1"/>
        </a:solidFill>
        <a:latin typeface="+mn-lt"/>
        <a:ea typeface="+mn-lt"/>
        <a:cs typeface="+mn-lt"/>
      </a:defRPr>
    </a:lvl3pPr>
    <a:lvl4pPr xmlns:a="http://schemas.openxmlformats.org/drawingml/2006/main" marL="1371600" algn="l" defTabSz="914400">
      <a:buNone/>
      <a:defRPr sz="1800" kern="1200">
        <a:solidFill>
          <a:schemeClr val="tx1"/>
        </a:solidFill>
        <a:latin typeface="+mn-lt"/>
        <a:ea typeface="+mn-lt"/>
        <a:cs typeface="+mn-lt"/>
      </a:defRPr>
    </a:lvl4pPr>
    <a:lvl5pPr xmlns:a="http://schemas.openxmlformats.org/drawingml/2006/main" marL="1828800" algn="l" defTabSz="914400">
      <a:buNone/>
      <a:defRPr sz="1800" kern="1200">
        <a:solidFill>
          <a:schemeClr val="tx1"/>
        </a:solidFill>
        <a:latin typeface="+mn-lt"/>
        <a:ea typeface="+mn-lt"/>
        <a:cs typeface="+mn-lt"/>
      </a:defRPr>
    </a:lvl5pPr>
    <a:lvl6pPr xmlns:a="http://schemas.openxmlformats.org/drawingml/2006/main" marL="2286000" algn="l" defTabSz="914400">
      <a:buNone/>
      <a:defRPr sz="1800" kern="1200">
        <a:solidFill>
          <a:schemeClr val="tx1"/>
        </a:solidFill>
        <a:latin typeface="+mn-lt"/>
        <a:ea typeface="+mn-lt"/>
        <a:cs typeface="+mn-lt"/>
      </a:defRPr>
    </a:lvl6pPr>
    <a:lvl7pPr xmlns:a="http://schemas.openxmlformats.org/drawingml/2006/main" marL="2743200" algn="l" defTabSz="914400">
      <a:buNone/>
      <a:defRPr sz="1800" kern="1200">
        <a:solidFill>
          <a:schemeClr val="tx1"/>
        </a:solidFill>
        <a:latin typeface="+mn-lt"/>
        <a:ea typeface="+mn-lt"/>
        <a:cs typeface="+mn-lt"/>
      </a:defRPr>
    </a:lvl7pPr>
    <a:lvl8pPr xmlns:a="http://schemas.openxmlformats.org/drawingml/2006/main" marL="3200400" algn="l" defTabSz="914400">
      <a:buNone/>
      <a:defRPr sz="1800" kern="1200">
        <a:solidFill>
          <a:schemeClr val="tx1"/>
        </a:solidFill>
        <a:latin typeface="+mn-lt"/>
        <a:ea typeface="+mn-lt"/>
        <a:cs typeface="+mn-lt"/>
      </a:defRPr>
    </a:lvl8pPr>
    <a:lvl9pPr xmlns:a="http://schemas.openxmlformats.org/drawingml/2006/main" marL="3657600" algn="l" defTabSz="914400">
      <a:buNone/>
      <a:defRPr sz="1800" kern="1200">
        <a:solidFill>
          <a:schemeClr val="tx1"/>
        </a:solidFill>
        <a:latin typeface="+mn-lt"/>
        <a:ea typeface="+mn-lt"/>
        <a:cs typeface="+mn-lt"/>
      </a:defRPr>
    </a:lvl9pPr>
  </p:defaultTextStyle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p="http://schemas.openxmlformats.org/presentationml/2006/main">
  <p:gridSpacing cx="72008" cy="72008"/>
</p:viewPr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b845522d90f84eac" /><Relationship Type="http://schemas.openxmlformats.org/officeDocument/2006/relationships/slideMaster" Target="/ppt/slideMasters/slideMaster1.xml" Id="R86566fba69624dfe" /><Relationship Type="http://schemas.openxmlformats.org/officeDocument/2006/relationships/notesMaster" Target="/ppt/notesMasters/notesMaster1.xml" Id="Rfd6433dfeb754526" /><Relationship Type="http://schemas.openxmlformats.org/officeDocument/2006/relationships/presProps" Target="/ppt/presProps.xml" Id="R99448e8d43524be7" /><Relationship Type="http://schemas.openxmlformats.org/officeDocument/2006/relationships/viewProps" Target="/ppt/viewProps.xml" Id="R7229051a7f9544d8" /><Relationship Type="http://schemas.openxmlformats.org/officeDocument/2006/relationships/tableStyles" Target="/ppt/tableStyles.xml" Id="R105cb86569484457" /><Relationship Type="http://schemas.openxmlformats.org/officeDocument/2006/relationships/slide" Target="/ppt/slides/slide1.xml" Id="Rf44cda0a00654f42" /><Relationship Type="http://schemas.openxmlformats.org/officeDocument/2006/relationships/slide" Target="/ppt/slides/slide2.xml" Id="R0d8f20938b4c43c7" /><Relationship Type="http://schemas.openxmlformats.org/officeDocument/2006/relationships/slide" Target="/ppt/slides/slide3.xml" Id="R16711a47394f474d" /><Relationship Type="http://schemas.openxmlformats.org/officeDocument/2006/relationships/slide" Target="/ppt/slides/slide4.xml" Id="Rc36a6667a756479d" /><Relationship Type="http://schemas.openxmlformats.org/officeDocument/2006/relationships/slide" Target="/ppt/slides/slide5.xml" Id="R5f90bc8db4e34402" /><Relationship Type="http://schemas.openxmlformats.org/officeDocument/2006/relationships/slide" Target="/ppt/slides/slide6.xml" Id="R390b2e1eb7684753" /><Relationship Type="http://schemas.openxmlformats.org/officeDocument/2006/relationships/slide" Target="/ppt/slides/slide7.xml" Id="R94440e2b649d49d8" /><Relationship Type="http://schemas.openxmlformats.org/officeDocument/2006/relationships/slide" Target="/ppt/slides/slide8.xml" Id="Rd738c0654abd4aa2" /><Relationship Type="http://schemas.openxmlformats.org/officeDocument/2006/relationships/slide" Target="/ppt/slides/slide9.xml" Id="Rd09ee6884467401c" /><Relationship Type="http://schemas.openxmlformats.org/officeDocument/2006/relationships/slide" Target="/ppt/slides/slide10.xml" Id="Rf33fba60812f4094" /><Relationship Type="http://schemas.openxmlformats.org/officeDocument/2006/relationships/slide" Target="/ppt/slides/slide11.xml" Id="R5d342b92edc64b2a" /><Relationship Type="http://schemas.openxmlformats.org/officeDocument/2006/relationships/slide" Target="/ppt/slides/slide12.xml" Id="Rc7d29e61285345fe" /><Relationship Type="http://schemas.openxmlformats.org/officeDocument/2006/relationships/slide" Target="/ppt/slides/slide13.xml" Id="R23269116107743ba" /><Relationship Type="http://schemas.openxmlformats.org/officeDocument/2006/relationships/slide" Target="/ppt/slides/slide14.xml" Id="R7d2b13be8b78426b" /><Relationship Type="http://schemas.openxmlformats.org/officeDocument/2006/relationships/slide" Target="/ppt/slides/slide15.xml" Id="R4fa6d3e84ca241c2" /><Relationship Type="http://schemas.openxmlformats.org/officeDocument/2006/relationships/slide" Target="/ppt/slides/slide16.xml" Id="R5185f79bf6a94f7a" /><Relationship Type="http://schemas.openxmlformats.org/officeDocument/2006/relationships/slide" Target="/ppt/slides/slide17.xml" Id="Rde017dd40aff4a27" /><Relationship Type="http://schemas.openxmlformats.org/officeDocument/2006/relationships/slide" Target="/ppt/slides/slide18.xml" Id="R5428bbb454cf40d8" /><Relationship Type="http://schemas.openxmlformats.org/officeDocument/2006/relationships/slide" Target="/ppt/slides/slide19.xml" Id="R6ba230469fe94195" /><Relationship Type="http://schemas.openxmlformats.org/officeDocument/2006/relationships/slide" Target="/ppt/slides/slide20.xml" Id="R016e8dcc487f474d" /><Relationship Type="http://schemas.openxmlformats.org/officeDocument/2006/relationships/slide" Target="/ppt/slides/slide21.xml" Id="Rd4b1e1fc942642a1" /><Relationship Type="http://schemas.openxmlformats.org/officeDocument/2006/relationships/slide" Target="/ppt/slides/slide22.xml" Id="Re20cd87b6f034027" /><Relationship Type="http://schemas.openxmlformats.org/officeDocument/2006/relationships/slide" Target="/ppt/slides/slide23.xml" Id="Ra832a554096e4e81" /><Relationship Type="http://schemas.openxmlformats.org/officeDocument/2006/relationships/slide" Target="/ppt/slides/slide24.xml" Id="Rd338b0fe47874255" /><Relationship Type="http://schemas.openxmlformats.org/officeDocument/2006/relationships/slide" Target="/ppt/slides/slide25.xml" Id="R6d7f4c1b833048cf" /><Relationship Type="http://schemas.openxmlformats.org/officeDocument/2006/relationships/slide" Target="/ppt/slides/slide26.xml" Id="R933f518c4a6c40f5" /><Relationship Type="http://schemas.openxmlformats.org/officeDocument/2006/relationships/slide" Target="/ppt/slides/slide27.xml" Id="Rc1bb4264eb1d401c" /><Relationship Type="http://schemas.openxmlformats.org/officeDocument/2006/relationships/slide" Target="/ppt/slides/slide28.xml" Id="R3fc5d20ffe2e4a5e" /><Relationship Type="http://schemas.openxmlformats.org/officeDocument/2006/relationships/slide" Target="/ppt/slides/slide29.xml" Id="Rc0275ca5f6d1445a" /><Relationship Type="http://schemas.openxmlformats.org/officeDocument/2006/relationships/slide" Target="/ppt/slides/slide30.xml" Id="Re3eab5f576a2436a" /><Relationship Type="http://schemas.openxmlformats.org/officeDocument/2006/relationships/slide" Target="/ppt/slides/slide31.xml" Id="Ra84f5a8a3b64421d" /><Relationship Type="http://schemas.openxmlformats.org/officeDocument/2006/relationships/slide" Target="/ppt/slides/slide32.xml" Id="R65ef02bd74354127" /><Relationship Type="http://schemas.openxmlformats.org/officeDocument/2006/relationships/slide" Target="/ppt/slides/slide33.xml" Id="R59fd0c32e1064f9c" /><Relationship Type="http://schemas.openxmlformats.org/officeDocument/2006/relationships/slide" Target="/ppt/slides/slide34.xml" Id="Reed4585de7bc4148" /><Relationship Type="http://schemas.openxmlformats.org/officeDocument/2006/relationships/slide" Target="/ppt/slides/slide35.xml" Id="R8af8eb2d031844a4" /><Relationship Type="http://schemas.openxmlformats.org/officeDocument/2006/relationships/slide" Target="/ppt/slides/slide36.xml" Id="Rf5d5bd973eaa4d05" /><Relationship Type="http://schemas.openxmlformats.org/officeDocument/2006/relationships/slide" Target="/ppt/slides/slide37.xml" Id="R4813a7ff70c6455e" /><Relationship Type="http://schemas.openxmlformats.org/officeDocument/2006/relationships/slide" Target="/ppt/slides/slide38.xml" Id="Re10159212df94d79" /><Relationship Type="http://schemas.openxmlformats.org/officeDocument/2006/relationships/slide" Target="/ppt/slides/slide39.xml" Id="R78ec91f8f4464f43" /><Relationship Type="http://schemas.openxmlformats.org/officeDocument/2006/relationships/slide" Target="/ppt/slides/slide40.xml" Id="R0085433eb1c34c0a" /><Relationship Type="http://schemas.openxmlformats.org/officeDocument/2006/relationships/slide" Target="/ppt/slides/slide41.xml" Id="R6a2d04513fb74080" /></Relationships>
</file>

<file path=ppt/charts/_rels/chart1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1"/>
  <c:lang val="ja-JP"/>
  <c:roundedCorners val="1"/>
  <c:style val="2"/>
  <c:chart>
    <c:autoTitleDeleted val="1"/>
    <c:plotArea>
      <c:layout/>
      <c:lineChart>
        <c:grouping val="standard"/>
        <c:varyColors val="0"/>
        <c:ser>
          <c:idx val="0"/>
          <c:order val="0"/>
          <c:tx>
            <c:v>P = 2 + 3w</c:v>
          </c:tx>
          <c:spPr>
            <a:ln w="38100">
              <a:solidFill>
                <a:srgbClr val="277C91"/>
              </a:solidFill>
            </a:ln>
          </c:spPr>
          <c:marker>
            <c:symbol val="none"/>
          </c:marker>
          <c:cat>
            <c:numRef>
              <c:f>'Chart Data'!$A$2:$A$12</c:f>
              <c:numCache>
                <c:formatCode>General</c:formatCode>
                <c:ptCount val="11"/>
                <c:pt idx="0">
                  <c:v>0.0</c:v>
                </c:pt>
                <c:pt idx="1">
                  <c:v>0.1</c:v>
                </c:pt>
                <c:pt idx="2">
                  <c:v>0.2</c:v>
                </c:pt>
                <c:pt idx="3">
                  <c:v>0.3</c:v>
                </c:pt>
                <c:pt idx="4">
                  <c:v>0.4</c:v>
                </c:pt>
                <c:pt idx="5">
                  <c:v>0.5</c:v>
                </c:pt>
                <c:pt idx="6">
                  <c:v>0.6</c:v>
                </c:pt>
                <c:pt idx="7">
                  <c:v>0.7</c:v>
                </c:pt>
                <c:pt idx="8">
                  <c:v>0.8</c:v>
                </c:pt>
                <c:pt idx="9">
                  <c:v>0.9</c:v>
                </c:pt>
                <c:pt idx="10">
                  <c:v>1.0</c:v>
                </c:pt>
              </c:numCache>
            </c:numRef>
          </c:cat>
          <c:val>
            <c:numRef>
              <c:f>'Chart Data'!$B$2:$B$12</c:f>
              <c:numCache>
                <c:formatCode>0.0</c:formatCode>
                <c:ptCount val="11"/>
                <c:pt idx="0">
                  <c:v>2</c:v>
                </c:pt>
                <c:pt idx="1">
                  <c:v>2.3</c:v>
                </c:pt>
                <c:pt idx="2">
                  <c:v>2.6</c:v>
                </c:pt>
                <c:pt idx="3">
                  <c:v>2.9</c:v>
                </c:pt>
                <c:pt idx="4">
                  <c:v>3.2</c:v>
                </c:pt>
                <c:pt idx="5">
                  <c:v>3.5</c:v>
                </c:pt>
                <c:pt idx="6">
                  <c:v>3.8</c:v>
                </c:pt>
                <c:pt idx="7">
                  <c:v>4.1</c:v>
                </c:pt>
                <c:pt idx="8">
                  <c:v>4.4</c:v>
                </c:pt>
                <c:pt idx="9">
                  <c:v>4.7</c:v>
                </c:pt>
                <c:pt idx="10">
                  <c:v>5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0-EFE8-4599-829F-EEF4E18CA379}"/>
            </c:ext>
          </c:extLst>
        </c:ser>
        <c:ser>
          <c:idx val="1"/>
          <c:order val="1"/>
          <c:tx>
            <c:v>Q = 5 − 3w</c:v>
          </c:tx>
          <c:spPr>
            <a:ln w="38100">
              <a:solidFill>
                <a:srgbClr val="CD7428"/>
              </a:solidFill>
            </a:ln>
          </c:spPr>
          <c:marker>
            <c:symbol val="none"/>
          </c:marker>
          <c:cat>
            <c:numRef>
              <c:f>'Chart Data'!$C$2:$C$12</c:f>
              <c:numCache>
                <c:formatCode>General</c:formatCode>
                <c:ptCount val="11"/>
                <c:pt idx="0">
                  <c:v>0.0</c:v>
                </c:pt>
                <c:pt idx="1">
                  <c:v>0.1</c:v>
                </c:pt>
                <c:pt idx="2">
                  <c:v>0.2</c:v>
                </c:pt>
                <c:pt idx="3">
                  <c:v>0.3</c:v>
                </c:pt>
                <c:pt idx="4">
                  <c:v>0.4</c:v>
                </c:pt>
                <c:pt idx="5">
                  <c:v>0.5</c:v>
                </c:pt>
                <c:pt idx="6">
                  <c:v>0.6</c:v>
                </c:pt>
                <c:pt idx="7">
                  <c:v>0.7</c:v>
                </c:pt>
                <c:pt idx="8">
                  <c:v>0.8</c:v>
                </c:pt>
                <c:pt idx="9">
                  <c:v>0.9</c:v>
                </c:pt>
                <c:pt idx="10">
                  <c:v>1.0</c:v>
                </c:pt>
              </c:numCache>
            </c:numRef>
          </c:cat>
          <c:val>
            <c:numRef>
              <c:f>'Chart Data'!$D$2:$D$12</c:f>
              <c:numCache>
                <c:formatCode>0.0</c:formatCode>
                <c:ptCount val="11"/>
                <c:pt idx="0">
                  <c:v>5</c:v>
                </c:pt>
                <c:pt idx="1">
                  <c:v>4.7</c:v>
                </c:pt>
                <c:pt idx="2">
                  <c:v>4.4</c:v>
                </c:pt>
                <c:pt idx="3">
                  <c:v>4.1</c:v>
                </c:pt>
                <c:pt idx="4">
                  <c:v>3.8</c:v>
                </c:pt>
                <c:pt idx="5">
                  <c:v>3.5</c:v>
                </c:pt>
                <c:pt idx="6">
                  <c:v>3.2</c:v>
                </c:pt>
                <c:pt idx="7">
                  <c:v>2.9</c:v>
                </c:pt>
                <c:pt idx="8">
                  <c:v>2.6</c:v>
                </c:pt>
                <c:pt idx="9">
                  <c:v>2.3</c:v>
                </c:pt>
                <c:pt idx="10">
                  <c:v>2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1-EFE8-4599-829F-EEF4E18CA379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smooth val="0"/>
        <c:axId val="48650112"/>
        <c:axId val="48672768"/>
      </c:lineChart>
      <c:catAx>
        <c:axId val="48650112"/>
        <c:scaling>
          <c:orientation val="minMax"/>
        </c:scaling>
        <c:delete val="0"/>
        <c:axPos val="b"/>
        <c:title>
          <c:tx>
            <c:rich>
              <a:bodyPr/>
              <a:lstStyle/>
              <a:p>
                <a:r>
                  <a:rPr>
                    <a:latin typeface="Yu Gothic"/>
                    <a:ea typeface="Yu Gothic"/>
                    <a:cs typeface="Yu Gothic"/>
                  </a:rPr>
                  <a:t>軽さの重み w</a:t>
                </a:r>
              </a:p>
            </c:rich>
          </c:tx>
          <c:overlay val="0"/>
        </c:title>
        <c:numFmt formatCode="General" sourceLinked="1"/>
        <c:majorTickMark val="none"/>
        <c:minorTickMark val="none"/>
        <c:tickLblPos val="nextTo"/>
        <c:spPr>
          <a:ln w="9525">
            <a:solidFill>
              <a:srgbClr val="D4D4D4"/>
            </a:solidFill>
            <a:prstDash val="solid"/>
          </a:ln>
        </c:spPr>
        <c:txPr>
          <a:bodyPr anchorCtr="1"/>
          <a:lstStyle/>
          <a:p>
            <a:pPr>
              <a:defRPr sz="1650">
                <a:solidFill>
                  <a:srgbClr val="666666"/>
                </a:solidFill>
                <a:latin typeface="Yu Gothic"/>
                <a:ea typeface="Yu Gothic"/>
                <a:cs typeface="Yu Gothic"/>
              </a:defRPr>
            </a:pPr>
            <a:endParaRPr lang="ja-JP"/>
          </a:p>
        </c:txPr>
        <c:crossAx val="48672768"/>
        <c:crosses val="autoZero"/>
        <c:auto val="1"/>
        <c:lblAlgn val="ctr"/>
        <c:lblOffset val="100"/>
        <c:noMultiLvlLbl val="1"/>
      </c:catAx>
      <c:valAx>
        <c:axId val="48672768"/>
        <c:scaling>
          <c:orientation val="minMax"/>
          <c:max val="5"/>
          <c:min val="0"/>
        </c:scaling>
        <c:delete val="0"/>
        <c:axPos val="l"/>
        <c:title>
          <c:tx>
            <c:rich>
              <a:bodyPr/>
              <a:lstStyle/>
              <a:p>
                <a:r>
                  <a:rPr>
                    <a:latin typeface="Yu Gothic"/>
                    <a:ea typeface="Yu Gothic"/>
                    <a:cs typeface="Yu Gothic"/>
                  </a:rPr>
                  <a:t>総合点</a:t>
                </a:r>
              </a:p>
            </c:rich>
          </c:tx>
          <c:overlay val="0"/>
        </c:title>
        <c:numFmt formatCode="0.0" sourceLinked="1"/>
        <c:majorTickMark val="none"/>
        <c:minorTickMark val="none"/>
        <c:tickLblPos val="nextTo"/>
        <c:spPr>
          <a:ln w="9525">
            <a:solidFill>
              <a:srgbClr val="D4D4D4"/>
            </a:solidFill>
            <a:prstDash val="solid"/>
          </a:ln>
        </c:spPr>
        <c:txPr>
          <a:bodyPr anchorCtr="1"/>
          <a:lstStyle/>
          <a:p>
            <a:pPr>
              <a:defRPr sz="1650">
                <a:solidFill>
                  <a:srgbClr val="666666"/>
                </a:solidFill>
                <a:latin typeface="Yu Gothic"/>
                <a:ea typeface="Yu Gothic"/>
                <a:cs typeface="Yu Gothic"/>
              </a:defRPr>
            </a:pPr>
            <a:endParaRPr lang="ja-JP"/>
          </a:p>
        </c:txPr>
        <c:crossAx val="48650112"/>
        <c:crosses val="autoZero"/>
        <c:crossBetween val="between"/>
        <c:majorUnit val="1"/>
      </c:valAx>
    </c:plotArea>
    <c:legend>
      <c:legendPos val="b"/>
      <c:overlay val="0"/>
      <c:txPr>
        <a:bodyPr anchorCtr="1"/>
        <a:lstStyle/>
        <a:p>
          <a:pPr>
            <a:defRPr sz="1800">
              <a:latin typeface="Yu Gothic"/>
              <a:ea typeface="Yu Gothic"/>
              <a:cs typeface="Yu Gothic"/>
            </a:defRPr>
          </a:pPr>
          <a:endParaRPr lang="ja-JP"/>
        </a:p>
      </c:txPr>
    </c:legend>
    <c:plotVisOnly val="1"/>
    <c:dispBlanksAs val="zero"/>
    <c:showDLblsOverMax val="1"/>
  </c:chart>
  <c:externalData r:id="rId1">
    <c:autoUpdate val="0"/>
  </c:externalData>
</c:chartSpace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6e50df8fa3ad4cd4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f6c286cf5ac8406d" /><Relationship Type="http://schemas.openxmlformats.org/officeDocument/2006/relationships/notesMaster" Target="/ppt/notesMasters/notesMaster1.xml" Id="R0cb620be52d94abf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c6ef3deeb432412c" /><Relationship Type="http://schemas.openxmlformats.org/officeDocument/2006/relationships/notesMaster" Target="/ppt/notesMasters/notesMaster1.xml" Id="R0d5b8624149b4ee7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f003a9ff249446bc" /><Relationship Type="http://schemas.openxmlformats.org/officeDocument/2006/relationships/notesMaster" Target="/ppt/notesMasters/notesMaster1.xml" Id="Re83267318a52442d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335ab12f421b4924" /><Relationship Type="http://schemas.openxmlformats.org/officeDocument/2006/relationships/notesMaster" Target="/ppt/notesMasters/notesMaster1.xml" Id="R57abf21841644d07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7cb67909516d4839" /><Relationship Type="http://schemas.openxmlformats.org/officeDocument/2006/relationships/notesMaster" Target="/ppt/notesMasters/notesMaster1.xml" Id="Red68c6441ed140d3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497fdc3f4e234f8c" /><Relationship Type="http://schemas.openxmlformats.org/officeDocument/2006/relationships/notesMaster" Target="/ppt/notesMasters/notesMaster1.xml" Id="R5d1152b683ff4bc7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ba177071174c490a" /><Relationship Type="http://schemas.openxmlformats.org/officeDocument/2006/relationships/notesMaster" Target="/ppt/notesMasters/notesMaster1.xml" Id="Rec9012e80d1c4fd0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9d69f37575e642ba" /><Relationship Type="http://schemas.openxmlformats.org/officeDocument/2006/relationships/notesMaster" Target="/ppt/notesMasters/notesMaster1.xml" Id="R70299f98b1e1471d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cff9450eea24497b" /><Relationship Type="http://schemas.openxmlformats.org/officeDocument/2006/relationships/notesMaster" Target="/ppt/notesMasters/notesMaster1.xml" Id="R0ed47be10f274826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397065696e344344" /><Relationship Type="http://schemas.openxmlformats.org/officeDocument/2006/relationships/notesMaster" Target="/ppt/notesMasters/notesMaster1.xml" Id="Ra5b63f95972744e3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8267ad59449e4da4" /><Relationship Type="http://schemas.openxmlformats.org/officeDocument/2006/relationships/notesMaster" Target="/ppt/notesMasters/notesMaster1.xml" Id="R51021554a978456c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07233466037b4f29" /><Relationship Type="http://schemas.openxmlformats.org/officeDocument/2006/relationships/notesMaster" Target="/ppt/notesMasters/notesMaster1.xml" Id="Re56078f03e9d4d49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e6cca627c26b45e0" /><Relationship Type="http://schemas.openxmlformats.org/officeDocument/2006/relationships/notesMaster" Target="/ppt/notesMasters/notesMaster1.xml" Id="R566644b2a15d49a6" /></Relationships>
</file>

<file path=ppt/notesSlides/_rels/notesSlide14.xml.rels>&#65279;<?xml version="1.0" encoding="utf-8"?><Relationships xmlns="http://schemas.openxmlformats.org/package/2006/relationships"><Relationship Type="http://schemas.openxmlformats.org/officeDocument/2006/relationships/slide" Target="/ppt/slides/slide14.xml" Id="R7a1346d80f974887" /><Relationship Type="http://schemas.openxmlformats.org/officeDocument/2006/relationships/notesMaster" Target="/ppt/notesMasters/notesMaster1.xml" Id="R21b15491980d4ad6" /></Relationships>
</file>

<file path=ppt/notesSlides/_rels/notesSlide15.xml.rels>&#65279;<?xml version="1.0" encoding="utf-8"?><Relationships xmlns="http://schemas.openxmlformats.org/package/2006/relationships"><Relationship Type="http://schemas.openxmlformats.org/officeDocument/2006/relationships/slide" Target="/ppt/slides/slide15.xml" Id="R82eec57643404675" /><Relationship Type="http://schemas.openxmlformats.org/officeDocument/2006/relationships/notesMaster" Target="/ppt/notesMasters/notesMaster1.xml" Id="Rba82a96606c14a6e" /></Relationships>
</file>

<file path=ppt/notesSlides/_rels/notesSlide16.xml.rels>&#65279;<?xml version="1.0" encoding="utf-8"?><Relationships xmlns="http://schemas.openxmlformats.org/package/2006/relationships"><Relationship Type="http://schemas.openxmlformats.org/officeDocument/2006/relationships/slide" Target="/ppt/slides/slide16.xml" Id="R48592d3d8aed42fd" /><Relationship Type="http://schemas.openxmlformats.org/officeDocument/2006/relationships/notesMaster" Target="/ppt/notesMasters/notesMaster1.xml" Id="R34b532b24aa148ee" /></Relationships>
</file>

<file path=ppt/notesSlides/_rels/notesSlide17.xml.rels>&#65279;<?xml version="1.0" encoding="utf-8"?><Relationships xmlns="http://schemas.openxmlformats.org/package/2006/relationships"><Relationship Type="http://schemas.openxmlformats.org/officeDocument/2006/relationships/slide" Target="/ppt/slides/slide17.xml" Id="Re0fcc875c68546d6" /><Relationship Type="http://schemas.openxmlformats.org/officeDocument/2006/relationships/notesMaster" Target="/ppt/notesMasters/notesMaster1.xml" Id="R037dce128ccf44b8" /></Relationships>
</file>

<file path=ppt/notesSlides/_rels/notesSlide18.xml.rels>&#65279;<?xml version="1.0" encoding="utf-8"?><Relationships xmlns="http://schemas.openxmlformats.org/package/2006/relationships"><Relationship Type="http://schemas.openxmlformats.org/officeDocument/2006/relationships/slide" Target="/ppt/slides/slide18.xml" Id="R4169201c59e247eb" /><Relationship Type="http://schemas.openxmlformats.org/officeDocument/2006/relationships/notesMaster" Target="/ppt/notesMasters/notesMaster1.xml" Id="R0fd89e33f5e54083" /></Relationships>
</file>

<file path=ppt/notesSlides/_rels/notesSlide19.xml.rels>&#65279;<?xml version="1.0" encoding="utf-8"?><Relationships xmlns="http://schemas.openxmlformats.org/package/2006/relationships"><Relationship Type="http://schemas.openxmlformats.org/officeDocument/2006/relationships/slide" Target="/ppt/slides/slide19.xml" Id="Re4a9837cbcd44ef4" /><Relationship Type="http://schemas.openxmlformats.org/officeDocument/2006/relationships/notesMaster" Target="/ppt/notesMasters/notesMaster1.xml" Id="Rcf1e1b47fa75412d" /></Relationships>
</file>

<file path=ppt/notesSlides/_rels/notesSlide20.xml.rels>&#65279;<?xml version="1.0" encoding="utf-8"?><Relationships xmlns="http://schemas.openxmlformats.org/package/2006/relationships"><Relationship Type="http://schemas.openxmlformats.org/officeDocument/2006/relationships/slide" Target="/ppt/slides/slide20.xml" Id="R67692ce47c624ad7" /><Relationship Type="http://schemas.openxmlformats.org/officeDocument/2006/relationships/notesMaster" Target="/ppt/notesMasters/notesMaster1.xml" Id="Ref4405c75b374e3e" /></Relationships>
</file>

<file path=ppt/notesSlides/_rels/notesSlide21.xml.rels>&#65279;<?xml version="1.0" encoding="utf-8"?><Relationships xmlns="http://schemas.openxmlformats.org/package/2006/relationships"><Relationship Type="http://schemas.openxmlformats.org/officeDocument/2006/relationships/slide" Target="/ppt/slides/slide21.xml" Id="R6dcc4fa6fc4141cc" /><Relationship Type="http://schemas.openxmlformats.org/officeDocument/2006/relationships/notesMaster" Target="/ppt/notesMasters/notesMaster1.xml" Id="R1f56e9fb07274556" /></Relationships>
</file>

<file path=ppt/notesSlides/_rels/notesSlide22.xml.rels>&#65279;<?xml version="1.0" encoding="utf-8"?><Relationships xmlns="http://schemas.openxmlformats.org/package/2006/relationships"><Relationship Type="http://schemas.openxmlformats.org/officeDocument/2006/relationships/slide" Target="/ppt/slides/slide22.xml" Id="R754331f9b96c4475" /><Relationship Type="http://schemas.openxmlformats.org/officeDocument/2006/relationships/notesMaster" Target="/ppt/notesMasters/notesMaster1.xml" Id="R718b18b49ba24881" /></Relationships>
</file>

<file path=ppt/notesSlides/_rels/notesSlide23.xml.rels>&#65279;<?xml version="1.0" encoding="utf-8"?><Relationships xmlns="http://schemas.openxmlformats.org/package/2006/relationships"><Relationship Type="http://schemas.openxmlformats.org/officeDocument/2006/relationships/slide" Target="/ppt/slides/slide23.xml" Id="R796699f18edb4fa0" /><Relationship Type="http://schemas.openxmlformats.org/officeDocument/2006/relationships/notesMaster" Target="/ppt/notesMasters/notesMaster1.xml" Id="R7b5593c9350e4054" /></Relationships>
</file>

<file path=ppt/notesSlides/_rels/notesSlide24.xml.rels>&#65279;<?xml version="1.0" encoding="utf-8"?><Relationships xmlns="http://schemas.openxmlformats.org/package/2006/relationships"><Relationship Type="http://schemas.openxmlformats.org/officeDocument/2006/relationships/slide" Target="/ppt/slides/slide24.xml" Id="R73f36ad204754e62" /><Relationship Type="http://schemas.openxmlformats.org/officeDocument/2006/relationships/notesMaster" Target="/ppt/notesMasters/notesMaster1.xml" Id="R62f0f251a15b4d1c" /></Relationships>
</file>

<file path=ppt/notesSlides/_rels/notesSlide25.xml.rels>&#65279;<?xml version="1.0" encoding="utf-8"?><Relationships xmlns="http://schemas.openxmlformats.org/package/2006/relationships"><Relationship Type="http://schemas.openxmlformats.org/officeDocument/2006/relationships/slide" Target="/ppt/slides/slide25.xml" Id="Rbf3dc47259ea414b" /><Relationship Type="http://schemas.openxmlformats.org/officeDocument/2006/relationships/notesMaster" Target="/ppt/notesMasters/notesMaster1.xml" Id="R7e49b746dc4f4c50" /></Relationships>
</file>

<file path=ppt/notesSlides/_rels/notesSlide26.xml.rels>&#65279;<?xml version="1.0" encoding="utf-8"?><Relationships xmlns="http://schemas.openxmlformats.org/package/2006/relationships"><Relationship Type="http://schemas.openxmlformats.org/officeDocument/2006/relationships/slide" Target="/ppt/slides/slide26.xml" Id="R2e8cb69ed0e540fd" /><Relationship Type="http://schemas.openxmlformats.org/officeDocument/2006/relationships/notesMaster" Target="/ppt/notesMasters/notesMaster1.xml" Id="R2c15c5de10094431" /></Relationships>
</file>

<file path=ppt/notesSlides/_rels/notesSlide27.xml.rels>&#65279;<?xml version="1.0" encoding="utf-8"?><Relationships xmlns="http://schemas.openxmlformats.org/package/2006/relationships"><Relationship Type="http://schemas.openxmlformats.org/officeDocument/2006/relationships/slide" Target="/ppt/slides/slide27.xml" Id="R0a32318541eb4637" /><Relationship Type="http://schemas.openxmlformats.org/officeDocument/2006/relationships/notesMaster" Target="/ppt/notesMasters/notesMaster1.xml" Id="Re2861a9b956d45ad" /></Relationships>
</file>

<file path=ppt/notesSlides/_rels/notesSlide28.xml.rels>&#65279;<?xml version="1.0" encoding="utf-8"?><Relationships xmlns="http://schemas.openxmlformats.org/package/2006/relationships"><Relationship Type="http://schemas.openxmlformats.org/officeDocument/2006/relationships/slide" Target="/ppt/slides/slide28.xml" Id="R4431e498d4f54cd9" /><Relationship Type="http://schemas.openxmlformats.org/officeDocument/2006/relationships/notesMaster" Target="/ppt/notesMasters/notesMaster1.xml" Id="Rf91d80edc3ba423e" /></Relationships>
</file>

<file path=ppt/notesSlides/_rels/notesSlide29.xml.rels>&#65279;<?xml version="1.0" encoding="utf-8"?><Relationships xmlns="http://schemas.openxmlformats.org/package/2006/relationships"><Relationship Type="http://schemas.openxmlformats.org/officeDocument/2006/relationships/slide" Target="/ppt/slides/slide29.xml" Id="R304177ee11cb4b5a" /><Relationship Type="http://schemas.openxmlformats.org/officeDocument/2006/relationships/notesMaster" Target="/ppt/notesMasters/notesMaster1.xml" Id="R001fd17e1c0544a3" /></Relationships>
</file>

<file path=ppt/notesSlides/_rels/notesSlide30.xml.rels>&#65279;<?xml version="1.0" encoding="utf-8"?><Relationships xmlns="http://schemas.openxmlformats.org/package/2006/relationships"><Relationship Type="http://schemas.openxmlformats.org/officeDocument/2006/relationships/slide" Target="/ppt/slides/slide30.xml" Id="Rf4c0fb85ac3b4d6d" /><Relationship Type="http://schemas.openxmlformats.org/officeDocument/2006/relationships/notesMaster" Target="/ppt/notesMasters/notesMaster1.xml" Id="Rf9bb7f3edcfe4966" /></Relationships>
</file>

<file path=ppt/notesSlides/_rels/notesSlide31.xml.rels>&#65279;<?xml version="1.0" encoding="utf-8"?><Relationships xmlns="http://schemas.openxmlformats.org/package/2006/relationships"><Relationship Type="http://schemas.openxmlformats.org/officeDocument/2006/relationships/slide" Target="/ppt/slides/slide31.xml" Id="Rf7b1b7325f59426f" /><Relationship Type="http://schemas.openxmlformats.org/officeDocument/2006/relationships/notesMaster" Target="/ppt/notesMasters/notesMaster1.xml" Id="R14152aab68e64279" /></Relationships>
</file>

<file path=ppt/notesSlides/_rels/notesSlide32.xml.rels>&#65279;<?xml version="1.0" encoding="utf-8"?><Relationships xmlns="http://schemas.openxmlformats.org/package/2006/relationships"><Relationship Type="http://schemas.openxmlformats.org/officeDocument/2006/relationships/slide" Target="/ppt/slides/slide32.xml" Id="R9a9eb42daf754413" /><Relationship Type="http://schemas.openxmlformats.org/officeDocument/2006/relationships/notesMaster" Target="/ppt/notesMasters/notesMaster1.xml" Id="Rd9abea09b2d64273" /></Relationships>
</file>

<file path=ppt/notesSlides/_rels/notesSlide33.xml.rels>&#65279;<?xml version="1.0" encoding="utf-8"?><Relationships xmlns="http://schemas.openxmlformats.org/package/2006/relationships"><Relationship Type="http://schemas.openxmlformats.org/officeDocument/2006/relationships/slide" Target="/ppt/slides/slide33.xml" Id="R93b5a7286baf4a2a" /><Relationship Type="http://schemas.openxmlformats.org/officeDocument/2006/relationships/notesMaster" Target="/ppt/notesMasters/notesMaster1.xml" Id="R17d728dc46ab4bf5" /></Relationships>
</file>

<file path=ppt/notesSlides/_rels/notesSlide34.xml.rels>&#65279;<?xml version="1.0" encoding="utf-8"?><Relationships xmlns="http://schemas.openxmlformats.org/package/2006/relationships"><Relationship Type="http://schemas.openxmlformats.org/officeDocument/2006/relationships/slide" Target="/ppt/slides/slide34.xml" Id="Raafe65cf05ee4931" /><Relationship Type="http://schemas.openxmlformats.org/officeDocument/2006/relationships/notesMaster" Target="/ppt/notesMasters/notesMaster1.xml" Id="R9c83736271e346ac" /></Relationships>
</file>

<file path=ppt/notesSlides/_rels/notesSlide35.xml.rels>&#65279;<?xml version="1.0" encoding="utf-8"?><Relationships xmlns="http://schemas.openxmlformats.org/package/2006/relationships"><Relationship Type="http://schemas.openxmlformats.org/officeDocument/2006/relationships/slide" Target="/ppt/slides/slide35.xml" Id="R36ec8476f55b4717" /><Relationship Type="http://schemas.openxmlformats.org/officeDocument/2006/relationships/notesMaster" Target="/ppt/notesMasters/notesMaster1.xml" Id="R6d374d6fcce64593" /></Relationships>
</file>

<file path=ppt/notesSlides/_rels/notesSlide36.xml.rels>&#65279;<?xml version="1.0" encoding="utf-8"?><Relationships xmlns="http://schemas.openxmlformats.org/package/2006/relationships"><Relationship Type="http://schemas.openxmlformats.org/officeDocument/2006/relationships/slide" Target="/ppt/slides/slide36.xml" Id="R9e52589a6f184f27" /><Relationship Type="http://schemas.openxmlformats.org/officeDocument/2006/relationships/notesMaster" Target="/ppt/notesMasters/notesMaster1.xml" Id="R2098784ce7d14ffe" /></Relationships>
</file>

<file path=ppt/notesSlides/_rels/notesSlide37.xml.rels>&#65279;<?xml version="1.0" encoding="utf-8"?><Relationships xmlns="http://schemas.openxmlformats.org/package/2006/relationships"><Relationship Type="http://schemas.openxmlformats.org/officeDocument/2006/relationships/slide" Target="/ppt/slides/slide37.xml" Id="R83f46b274b8f4451" /><Relationship Type="http://schemas.openxmlformats.org/officeDocument/2006/relationships/notesMaster" Target="/ppt/notesMasters/notesMaster1.xml" Id="Rb12075cfddaf43fd" /></Relationships>
</file>

<file path=ppt/notesSlides/_rels/notesSlide38.xml.rels>&#65279;<?xml version="1.0" encoding="utf-8"?><Relationships xmlns="http://schemas.openxmlformats.org/package/2006/relationships"><Relationship Type="http://schemas.openxmlformats.org/officeDocument/2006/relationships/slide" Target="/ppt/slides/slide38.xml" Id="R7e4084c7b7fd4e41" /><Relationship Type="http://schemas.openxmlformats.org/officeDocument/2006/relationships/notesMaster" Target="/ppt/notesMasters/notesMaster1.xml" Id="Rc197663b5c04491d" /></Relationships>
</file>

<file path=ppt/notesSlides/_rels/notesSlide39.xml.rels>&#65279;<?xml version="1.0" encoding="utf-8"?><Relationships xmlns="http://schemas.openxmlformats.org/package/2006/relationships"><Relationship Type="http://schemas.openxmlformats.org/officeDocument/2006/relationships/slide" Target="/ppt/slides/slide39.xml" Id="Ra6459e3072e84013" /><Relationship Type="http://schemas.openxmlformats.org/officeDocument/2006/relationships/notesMaster" Target="/ppt/notesMasters/notesMaster1.xml" Id="R3fb8234891b24b26" /></Relationships>
</file>

<file path=ppt/notesSlides/_rels/notesSlide40.xml.rels>&#65279;<?xml version="1.0" encoding="utf-8"?><Relationships xmlns="http://schemas.openxmlformats.org/package/2006/relationships"><Relationship Type="http://schemas.openxmlformats.org/officeDocument/2006/relationships/slide" Target="/ppt/slides/slide40.xml" Id="Rcd366111298d49dd" /><Relationship Type="http://schemas.openxmlformats.org/officeDocument/2006/relationships/notesMaster" Target="/ppt/notesMasters/notesMaster1.xml" Id="R21c3f701231e4627" /></Relationships>
</file>

<file path=ppt/notesSlides/_rels/notesSlide41.xml.rels>&#65279;<?xml version="1.0" encoding="utf-8"?><Relationships xmlns="http://schemas.openxmlformats.org/package/2006/relationships"><Relationship Type="http://schemas.openxmlformats.org/officeDocument/2006/relationships/slide" Target="/ppt/slides/slide41.xml" Id="Rf83e11734d914d90" /><Relationship Type="http://schemas.openxmlformats.org/officeDocument/2006/relationships/notesMaster" Target="/ppt/notesMasters/notesMaster1.xml" Id="R6b13463784974de1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複数の観点から材料を選ぶ</a:t>
            </a:r>
          </a:p>
          <a:p xmlns:a="http://schemas.openxmlformats.org/drawingml/2006/main">
            <a:endParaRPr/>
          </a:p>
          <a:p xmlns:a="http://schemas.openxmlformats.org/drawingml/2006/main">
            <a:endParaRPr/>
          </a:p>
          <a:p xmlns:a="http://schemas.openxmlformats.org/drawingml/2006/main">
            <a:endParaRPr/>
          </a:p>
          <a:p xmlns:a="http://schemas.openxmlformats.org/drawingml/2006/main">
            <a:r>
              <a:t>関連教材：工業材料概論 第1〜11回の材料各論と計算、木材及び木質材料学の関連回。</a:t>
            </a:r>
          </a:p>
          <a:p xmlns:a="http://schemas.openxmlformats.org/drawingml/2006/main">
            <a:r>
              <a:t>授業用に構成した問い・設計例・説明。</a:t>
            </a:r>
          </a:p>
          <a:p xmlns:a="http://schemas.openxmlformats.org/drawingml/2006/main">
            <a:r>
              <a:t>正式課題の設問・配点・締切は別の授業指示に従う。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今回の到達点</a:t>
            </a:r>
          </a:p>
          <a:p xmlns:a="http://schemas.openxmlformats.org/drawingml/2006/main">
            <a:r>
              <a:t>用途を、確かめられる要求条件へ言い換える</a:t>
            </a:r>
          </a:p>
          <a:p xmlns:a="http://schemas.openxmlformats.org/drawingml/2006/main">
            <a:r>
              <a:t>材料・形・加工・使用環境を組み合わせて比べる</a:t>
            </a:r>
          </a:p>
          <a:p xmlns:a="http://schemas.openxmlformats.org/drawingml/2006/main">
            <a:r>
              <a:t>有利な点と不利な点、未確認の点を示して選ぶ</a:t>
            </a:r>
          </a:p>
          <a:p xmlns:a="http://schemas.openxmlformats.org/drawingml/2006/main">
            <a:r>
              <a:t>条件が変わったときに、選択を見直す</a:t>
            </a:r>
          </a:p>
          <a:p xmlns:a="http://schemas.openxmlformats.org/drawingml/2006/main">
            <a:endParaRPr/>
          </a:p>
          <a:p xmlns:a="http://schemas.openxmlformats.org/drawingml/2006/main">
            <a:endParaRPr/>
          </a:p>
          <a:p xmlns:a="http://schemas.openxmlformats.org/drawingml/2006/main">
            <a:r>
              <a:t>関連教材：工業材料概論 第1〜11回の材料各論と計算、木材及び木質材料学の関連回。</a:t>
            </a:r>
          </a:p>
          <a:p xmlns:a="http://schemas.openxmlformats.org/drawingml/2006/main">
            <a:r>
              <a:t>授業用に構成した問い・設計例・説明。</a:t>
            </a:r>
          </a:p>
          <a:p xmlns:a="http://schemas.openxmlformats.org/drawingml/2006/main">
            <a:r>
              <a:t>正式課題の設問・配点・締切は別の授業指示に従う。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材料名から、用途と条件へ</a:t>
            </a:r>
          </a:p>
          <a:p xmlns:a="http://schemas.openxmlformats.org/drawingml/2006/main">
            <a:r>
              <a:t>「棚板には木材」と材料名だけで決めない</a:t>
            </a:r>
          </a:p>
          <a:p xmlns:a="http://schemas.openxmlformats.org/drawingml/2006/main">
            <a:r>
              <a:t>誰が、何を載せ、どこで、どれだけの期間使うか</a:t>
            </a:r>
          </a:p>
          <a:p xmlns:a="http://schemas.openxmlformats.org/drawingml/2006/main">
            <a:r>
              <a:t>たわみ、質量、水、加工、修理などの要求を整理する</a:t>
            </a:r>
          </a:p>
          <a:p xmlns:a="http://schemas.openxmlformats.org/drawingml/2006/main">
            <a:r>
              <a:t>材料選択は、製品を成立させる設計の一部</a:t>
            </a:r>
          </a:p>
          <a:p xmlns:a="http://schemas.openxmlformats.org/drawingml/2006/main">
            <a:endParaRPr/>
          </a:p>
          <a:p xmlns:a="http://schemas.openxmlformats.org/drawingml/2006/main">
            <a:endParaRPr/>
          </a:p>
          <a:p xmlns:a="http://schemas.openxmlformats.org/drawingml/2006/main">
            <a:r>
              <a:t>文部科学省「中学校学習指導要領（平成29年告示）解説 技術・家庭編」印刷27〜33頁。https://www.mext.go.jp/component/a_menu/education/micro_detail/__icsFiles/afieldfile/2019/03/18/1387018_009.pdf （2026年10月28日確認）</a:t>
            </a:r>
          </a:p>
          <a:p xmlns:a="http://schemas.openxmlformats.org/drawingml/2006/main">
            <a:r>
              <a:t>正式課題の設問・配点・締切は別の授業指示に従う。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要求条件と、望ましい条件</a:t>
            </a:r>
          </a:p>
          <a:p xmlns:a="http://schemas.openxmlformats.org/drawingml/2006/main">
            <a:endParaRPr/>
          </a:p>
          <a:p xmlns:a="http://schemas.openxmlformats.org/drawingml/2006/main">
            <a:r>
              <a:t>種類 | 棚板での例 | 判断の仕方</a:t>
            </a:r>
          </a:p>
          <a:p xmlns:a="http://schemas.openxmlformats.org/drawingml/2006/main">
            <a:r>
              <a:t>満たす必要がある条件 | 所定荷重・寸法・支持 | 満たさなければ見直す</a:t>
            </a:r>
          </a:p>
          <a:p xmlns:a="http://schemas.openxmlformats.org/drawingml/2006/main">
            <a:r>
              <a:t>比較して選ぶ条件 | 質量・加工時間・費用 | 重視する理由を示す</a:t>
            </a:r>
          </a:p>
          <a:p xmlns:a="http://schemas.openxmlformats.org/drawingml/2006/main">
            <a:r>
              <a:t>確認が必要な条件 | 接合・長期変形・破壊 | 未確認として残す</a:t>
            </a:r>
          </a:p>
          <a:p xmlns:a="http://schemas.openxmlformats.org/drawingml/2006/main">
            <a:r>
              <a:t>必要条件を点数の合計で相殺しない。</a:t>
            </a:r>
          </a:p>
          <a:p xmlns:a="http://schemas.openxmlformats.org/drawingml/2006/main">
            <a:r>
              <a:t>関連教材：工業材料概論 第1〜11回の材料各論と計算、木材及び木質材料学の関連回。</a:t>
            </a:r>
          </a:p>
          <a:p xmlns:a="http://schemas.openxmlformats.org/drawingml/2006/main">
            <a:r>
              <a:t>授業用に構成した問い・設計例・説明。</a:t>
            </a:r>
          </a:p>
          <a:p xmlns:a="http://schemas.openxmlformats.org/drawingml/2006/main">
            <a:r>
              <a:t>正式課題の設問・配点・締切は別の授業指示に従う。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三材料を比べる観点</a:t>
            </a:r>
          </a:p>
          <a:p xmlns:a="http://schemas.openxmlformats.org/drawingml/2006/main">
            <a:r>
              <a:t>強さ・剛性・質量：必要な形と荷重に対応</a:t>
            </a:r>
          </a:p>
          <a:p xmlns:a="http://schemas.openxmlformats.org/drawingml/2006/main">
            <a:r>
              <a:t>水・熱・時間：使う場所と使用期間に対応</a:t>
            </a:r>
          </a:p>
          <a:p xmlns:a="http://schemas.openxmlformats.org/drawingml/2006/main">
            <a:r>
              <a:t>加工・接合：道具、技能、精度、作業時間に対応</a:t>
            </a:r>
          </a:p>
          <a:p xmlns:a="http://schemas.openxmlformats.org/drawingml/2006/main">
            <a:r>
              <a:t>入手・費用・維持・使用後：製品の一生に対応</a:t>
            </a:r>
          </a:p>
          <a:p xmlns:a="http://schemas.openxmlformats.org/drawingml/2006/main">
            <a:endParaRPr/>
          </a:p>
          <a:p xmlns:a="http://schemas.openxmlformats.org/drawingml/2006/main">
            <a:endParaRPr/>
          </a:p>
          <a:p xmlns:a="http://schemas.openxmlformats.org/drawingml/2006/main">
            <a:r>
              <a:t>文部科学省「中学校学習指導要領（平成29年告示）解説 技術・家庭編」印刷27〜33頁。https://www.mext.go.jp/component/a_menu/education/micro_detail/__icsFiles/afieldfile/2019/03/18/1387018_009.pdf （2026年10月28日確認）</a:t>
            </a:r>
          </a:p>
          <a:p xmlns:a="http://schemas.openxmlformats.org/drawingml/2006/main">
            <a:r>
              <a:t>正式課題の設問・配点・締切は別の授業指示に従う。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例題：持ち運ぶ教材棚の部材</a:t>
            </a:r>
          </a:p>
          <a:p xmlns:a="http://schemas.openxmlformats.org/drawingml/2006/main">
            <a:r>
              <a:t>第11回と同じ、長さ600 mm・幅30 mmの部材</a:t>
            </a:r>
          </a:p>
          <a:p xmlns:a="http://schemas.openxmlformats.org/drawingml/2006/main">
            <a:r>
              <a:t>中央荷重20 N、単純支持。まず高さ20 mmで比較</a:t>
            </a:r>
          </a:p>
          <a:p xmlns:a="http://schemas.openxmlformats.org/drawingml/2006/main">
            <a:r>
              <a:t>授業用の条件：たわみ1.0 mm以下、質量500 g以下</a:t>
            </a:r>
          </a:p>
          <a:p xmlns:a="http://schemas.openxmlformats.org/drawingml/2006/main">
            <a:r>
              <a:t>ここでは、この二条件だけの一次判定を行う</a:t>
            </a:r>
          </a:p>
          <a:p xmlns:a="http://schemas.openxmlformats.org/drawingml/2006/main">
            <a:endParaRPr/>
          </a:p>
          <a:p xmlns:a="http://schemas.openxmlformats.org/drawingml/2006/main">
            <a:endParaRPr/>
          </a:p>
          <a:p xmlns:a="http://schemas.openxmlformats.org/drawingml/2006/main">
            <a:r>
              <a:t>工業材料概論 第11回9〜20枚の授業用モデルを再利用。F=20 N、L=600 mm、単純支持・中央集中荷重、長方形断面b=30 mm。木材E=13400 MPa、密度538 kg/m3。金属E=70000 MPa、密度2700 kg/m3、樹脂E=3200 MPa、密度1190 kg/m3は仮定値。自重による応力・たわみ、せん断変形、クリープ、破壊判定は含まない。線形弾性・微小変形の比較モデル。木材値はWood Handbook 2021第5章表5–3aに基づく。https://research.fs.usda.gov/treesearch/62244</a:t>
            </a:r>
          </a:p>
          <a:p xmlns:a="http://schemas.openxmlformats.org/drawingml/2006/main">
            <a:r>
              <a:t>正式課題の設問・配点・締切は別の授業指示に従う。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同じ断面での一次判定</a:t>
            </a:r>
          </a:p>
          <a:p xmlns:a="http://schemas.openxmlformats.org/drawingml/2006/main">
            <a:endParaRPr/>
          </a:p>
          <a:p xmlns:a="http://schemas.openxmlformats.org/drawingml/2006/main">
            <a:r>
              <a:t>モデル | たわみ / mm | 質量 / g | 二条件</a:t>
            </a:r>
          </a:p>
          <a:p xmlns:a="http://schemas.openxmlformats.org/drawingml/2006/main">
            <a:r>
              <a:t>木材 | 0.336 | 194 | 満たす</a:t>
            </a:r>
          </a:p>
          <a:p xmlns:a="http://schemas.openxmlformats.org/drawingml/2006/main">
            <a:r>
              <a:t>金属 | 0.0643 | 972 | 質量が超過</a:t>
            </a:r>
          </a:p>
          <a:p xmlns:a="http://schemas.openxmlformats.org/drawingml/2006/main">
            <a:r>
              <a:t>樹脂 | 1.41 | 428 | たわみが超過</a:t>
            </a:r>
          </a:p>
          <a:p xmlns:a="http://schemas.openxmlformats.org/drawingml/2006/main">
            <a:r>
              <a:t>仮定した値と条件での判定。製品の安全性や適否の最終判定ではない。</a:t>
            </a:r>
          </a:p>
          <a:p xmlns:a="http://schemas.openxmlformats.org/drawingml/2006/main">
            <a:r>
              <a:t>工業材料概論 第11回9〜20枚の授業用モデルを再利用。F=20 N、L=600 mm、単純支持・中央集中荷重、長方形断面b=30 mm。木材E=13400 MPa、密度538 kg/m3。金属E=70000 MPa、密度2700 kg/m3、樹脂E=3200 MPa、密度1190 kg/m3は仮定値。自重による応力・たわみ、せん断変形、クリープ、破壊判定は含まない。線形弾性・微小変形の比較モデル。木材値はWood Handbook 2021第5章表5–3aに基づく。https://research.fs.usda.gov/treesearch/62244</a:t>
            </a:r>
          </a:p>
          <a:p xmlns:a="http://schemas.openxmlformats.org/drawingml/2006/main">
            <a:r>
              <a:t>正式課題の設問・配点・締切は別の授業指示に従う。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自己確認：ここで選択を終えてよいか</a:t>
            </a:r>
          </a:p>
          <a:p xmlns:a="http://schemas.openxmlformats.org/drawingml/2006/main">
            <a:r>
              <a:t>二条件を満たした木材を、そのまま採用してよいか</a:t>
            </a:r>
          </a:p>
          <a:p xmlns:a="http://schemas.openxmlformats.org/drawingml/2006/main">
            <a:r>
              <a:t>破壊、接合、繊維方向、水分、長期の変形はどうか</a:t>
            </a:r>
          </a:p>
          <a:p xmlns:a="http://schemas.openxmlformats.org/drawingml/2006/main">
            <a:r>
              <a:t>金属と樹脂は、形を変えても候補にならないか</a:t>
            </a:r>
          </a:p>
          <a:p xmlns:a="http://schemas.openxmlformats.org/drawingml/2006/main">
            <a:r>
              <a:t>追加して確かめる条件を三つ書く</a:t>
            </a:r>
          </a:p>
          <a:p xmlns:a="http://schemas.openxmlformats.org/drawingml/2006/main">
            <a:endParaRPr/>
          </a:p>
          <a:p xmlns:a="http://schemas.openxmlformats.org/drawingml/2006/main">
            <a:endParaRPr/>
          </a:p>
          <a:p xmlns:a="http://schemas.openxmlformats.org/drawingml/2006/main">
            <a:r>
              <a:t>工業材料概論 第11回9〜20枚の授業用モデルを再利用。F=20 N、L=600 mm、単純支持・中央集中荷重、長方形断面b=30 mm。木材E=13400 MPa、密度538 kg/m3。金属E=70000 MPa、密度2700 kg/m3、樹脂E=3200 MPa、密度1190 kg/m3は仮定値。自重による応力・たわみ、せん断変形、クリープ、破壊判定は含まない。線形弾性・微小変形の比較モデル。木材値はWood Handbook 2021第5章表5–3aに基づく。https://research.fs.usda.gov/treesearch/62244</a:t>
            </a:r>
          </a:p>
          <a:p xmlns:a="http://schemas.openxmlformats.org/drawingml/2006/main">
            <a:r>
              <a:t>正式課題の設問・配点・締切は別の授業指示に従う。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解説：一次判定の範囲</a:t>
            </a:r>
          </a:p>
          <a:p xmlns:a="http://schemas.openxmlformats.org/drawingml/2006/main">
            <a:r>
              <a:t>計算は、決めた荷重と形でのたわみ・質量の比較</a:t>
            </a:r>
          </a:p>
          <a:p xmlns:a="http://schemas.openxmlformats.org/drawingml/2006/main">
            <a:r>
              <a:t>二条件を満たしても、破壊や接合の確認は残る</a:t>
            </a:r>
          </a:p>
          <a:p xmlns:a="http://schemas.openxmlformats.org/drawingml/2006/main">
            <a:r>
              <a:t>満たさない候補も、形や支持を変えて再検討できる</a:t>
            </a:r>
          </a:p>
          <a:p xmlns:a="http://schemas.openxmlformats.org/drawingml/2006/main">
            <a:r>
              <a:t>材群の優劣へ広げず、設計案を比較する</a:t>
            </a:r>
          </a:p>
          <a:p xmlns:a="http://schemas.openxmlformats.org/drawingml/2006/main">
            <a:endParaRPr/>
          </a:p>
          <a:p xmlns:a="http://schemas.openxmlformats.org/drawingml/2006/main">
            <a:endParaRPr/>
          </a:p>
          <a:p xmlns:a="http://schemas.openxmlformats.org/drawingml/2006/main">
            <a:r>
              <a:t>工業材料概論 第11回9〜20枚の授業用モデルを再利用。F=20 N、L=600 mm、単純支持・中央集中荷重、長方形断面b=30 mm。木材E=13400 MPa、密度538 kg/m3。金属E=70000 MPa、密度2700 kg/m3、樹脂E=3200 MPa、密度1190 kg/m3は仮定値。自重による応力・たわみ、せん断変形、クリープ、破壊判定は含まない。線形弾性・微小変形の比較モデル。木材値はWood Handbook 2021第5章表5–3aに基づく。https://research.fs.usda.gov/treesearch/62244</a:t>
            </a:r>
          </a:p>
          <a:p xmlns:a="http://schemas.openxmlformats.org/drawingml/2006/main">
            <a:r>
              <a:t>正式課題の設問・配点・締切は別の授業指示に従う。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画面のアイは、断面二次モーメントです。単位はmmの4乗です。</a:t>
            </a:r>
          </a:p>
          <a:p xmlns:a="http://schemas.openxmlformats.org/drawingml/2006/main">
            <a:r>
              <a:t>画面のゼットは、断面係数です。単位はmmの3乗です。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問1では、寸法変更によって候補が変わるかを計算します。荷重20ニュートン、長さ600ミリメートル、幅30ミリメートルは維持します。高さを木材20ミリメートル、金属10ミリメートル、樹脂23ミリメートルとします。断面二次モーメント、断面係数、最大曲げ応力、たわみ、質量を求めてください。最後に、たわみ1.0ミリメートル以下、質量500グラム以下の二条件で判定します。材料の物性値と式は次の画面に示しますので、計算の時間は次の画面で取ります。ハンドアウト1ページを開いて、材料ごとの高さを記入してください。高さを変えても元の断面二次モーメントを使い回してしまうと、寸法変更の効果を計算したことになりません。断面から決まる量を先に求め、外力から決まるモーメントと組み合わせる順序を確認します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【改訂前の出典・記録を含むノート】</a:t>
            </a:r>
          </a:p>
          <a:p xmlns:a="http://schemas.openxmlformats.org/drawingml/2006/main">
            <a:r>
              <a:t>自作演習。ハンドアウト1頁のE・密度を使用。木材13400 MPa・538 kg/m³、金属70000・2700、樹脂3200・1190。第11回の授業用モデルを継承。金属・樹脂の値は仮定。長さは支点間と体積計算の長さを同じとした。自重とせん断変形は省く。計算目安6分。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画面のイーは、ヤング率、縦弾性係数とも呼ぶ量です。単位はMPaまたはGPaです。</a:t>
            </a:r>
          </a:p>
          <a:p xmlns:a="http://schemas.openxmlformats.org/drawingml/2006/main">
            <a:r>
              <a:t>画面のシグマは、垂直応力です。単位はMPaです。</a:t>
            </a:r>
          </a:p>
          <a:p xmlns:a="http://schemas.openxmlformats.org/drawingml/2006/main">
            <a:r>
              <a:t>画面のデルタは、たわみです。単位はmmです。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計算に使う物性値です。木材モデルのヤング率は13400メガパスカル、密度は538キログラム毎立方メートルです。金属モデルは70000と2700、樹脂モデルは3200と1190です。これらは前回と同じ授業用モデルで、金属と樹脂は仮定値です。材料の分類全体を代表する値として使わないでください。断面二次モーメントは幅かける高さの三乗を12で割り、断面係数は幅かける高さの二乗を6で割ります。最大モーメントは荷重かける支点間を4で割ります。応力はモーメントを断面係数で割り、中央たわみは画面の式を使います。寸法をミリメートルで計算した体積は立方ミリメートルなので、質量をキログラムで出す際は10のマイナス9乗を掛けて立方メートルへ換算します。6分間、計算してください。途中式と単位を残し、最後に二条件を満たすか、未確認事項が何かを書きます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【改訂前の出典・記録を含むノート】</a:t>
            </a:r>
          </a:p>
          <a:p xmlns:a="http://schemas.openxmlformats.org/drawingml/2006/main">
            <a:r>
              <a:t>全寸法はmm、力はN。質量kgはρbhL×10⁻⁹。木材は第11回の含水率12%モデル。Eとρは材群全体の代表値ではない。計算条件と出典は第11回のノート参照。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高さを変えた再検討</a:t>
            </a:r>
          </a:p>
          <a:p xmlns:a="http://schemas.openxmlformats.org/drawingml/2006/main">
            <a:endParaRPr/>
          </a:p>
          <a:p xmlns:a="http://schemas.openxmlformats.org/drawingml/2006/main">
            <a:r>
              <a:t>モデル | 高さh / mm | たわみ / mm | 質量 / g</a:t>
            </a:r>
          </a:p>
          <a:p xmlns:a="http://schemas.openxmlformats.org/drawingml/2006/main">
            <a:r>
              <a:t>木材 | 20 | 0.336 | 194</a:t>
            </a:r>
          </a:p>
          <a:p xmlns:a="http://schemas.openxmlformats.org/drawingml/2006/main">
            <a:r>
              <a:t>金属 | 10 | 0.514 | 486</a:t>
            </a:r>
          </a:p>
          <a:p xmlns:a="http://schemas.openxmlformats.org/drawingml/2006/main">
            <a:r>
              <a:t>樹脂 | 23 | 0.925 | 493</a:t>
            </a:r>
          </a:p>
          <a:p xmlns:a="http://schemas.openxmlformats.org/drawingml/2006/main">
            <a:r>
              <a:t>幅30 mm・長さ600 mm。各モデルのE・密度は第11回と同じ。</a:t>
            </a:r>
          </a:p>
          <a:p xmlns:a="http://schemas.openxmlformats.org/drawingml/2006/main">
            <a:r>
              <a:t>工業材料概論 第11回9〜20枚の授業用モデルを再利用。F=20 N、L=600 mm、単純支持・中央集中荷重、長方形断面b=30 mm。木材E=13400 MPa、密度538 kg/m3。金属E=70000 MPa、密度2700 kg/m3、樹脂E=3200 MPa、密度1190 kg/m3は仮定値。自重による応力・たわみ、せん断変形、クリープ、破壊判定は含まない。線形弾性・微小変形の比較モデル。木材値はWood Handbook 2021第5章表5–3aに基づく。https://research.fs.usda.gov/treesearch/62244</a:t>
            </a:r>
          </a:p>
          <a:p xmlns:a="http://schemas.openxmlformats.org/drawingml/2006/main">
            <a:r>
              <a:t>正式課題の設問・配点・締切は別の授業指示に従う。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再検討の計算と、残る判断</a:t>
            </a:r>
          </a:p>
          <a:p xmlns:a="http://schemas.openxmlformats.org/drawingml/2006/main">
            <a:r>
              <a:t>幅・長さが同じなら、質量は高さhに比例する</a:t>
            </a:r>
          </a:p>
          <a:p xmlns:a="http://schemas.openxmlformats.org/drawingml/2006/main">
            <a:r>
              <a:t>たわみは1/h³に比例する：材料を変えず形を変える</a:t>
            </a:r>
          </a:p>
          <a:p xmlns:a="http://schemas.openxmlformats.org/drawingml/2006/main">
            <a:r>
              <a:t>金属：0.0643×(20/10)³ ≈ 0.514 mm</a:t>
            </a:r>
          </a:p>
          <a:p xmlns:a="http://schemas.openxmlformats.org/drawingml/2006/main">
            <a:r>
              <a:t>樹脂：1.40625×(20/23)³ ≈ 0.925 mm</a:t>
            </a:r>
          </a:p>
          <a:p xmlns:a="http://schemas.openxmlformats.org/drawingml/2006/main">
            <a:endParaRPr/>
          </a:p>
          <a:p xmlns:a="http://schemas.openxmlformats.org/drawingml/2006/main">
            <a:endParaRPr/>
          </a:p>
          <a:p xmlns:a="http://schemas.openxmlformats.org/drawingml/2006/main">
            <a:r>
              <a:t>工業材料概論 第11回9〜20枚の授業用モデルを再利用。F=20 N、L=600 mm、単純支持・中央集中荷重、長方形断面b=30 mm。木材E=13400 MPa、密度538 kg/m3。金属E=70000 MPa、密度2700 kg/m3、樹脂E=3200 MPa、密度1190 kg/m3は仮定値。自重による応力・たわみ、せん断変形、クリープ、破壊判定は含まない。線形弾性・微小変形の比較モデル。木材値はWood Handbook 2021第5章表5–3aに基づく。https://research.fs.usda.gov/treesearch/62244</a:t>
            </a:r>
          </a:p>
          <a:p xmlns:a="http://schemas.openxmlformats.org/drawingml/2006/main">
            <a:r>
              <a:t>正式課題の設問・配点・締切は別の授業指示に従う。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Iは20000、2500、30417.5 mm⁴。Zは2000、500、2645 mm³。M=3000 N mm。二条件を満たしても破壊・接合・長期変形の判定は別。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矩形断面・小変形線形弾性・単純支持中央荷重のモデル。寸法変更で材料が同じでも設計案は変わる。応力増加が許容されるかは別の強度情報が必要。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同じ二条件でも、使い方で選ぶ</a:t>
            </a:r>
          </a:p>
          <a:p xmlns:a="http://schemas.openxmlformats.org/drawingml/2006/main">
            <a:r>
              <a:t>薄さを求める、触れた感触を重視する、加工を急ぐ</a:t>
            </a:r>
          </a:p>
          <a:p xmlns:a="http://schemas.openxmlformats.org/drawingml/2006/main">
            <a:r>
              <a:t>道具や技能、接合の方法によって作りやすさが変わる</a:t>
            </a:r>
          </a:p>
          <a:p xmlns:a="http://schemas.openxmlformats.org/drawingml/2006/main">
            <a:r>
              <a:t>樹脂は温度・時間、木材は方向・水分を加えて考える</a:t>
            </a:r>
          </a:p>
          <a:p xmlns:a="http://schemas.openxmlformats.org/drawingml/2006/main">
            <a:r>
              <a:t>不足する情報は調べ、比較表を更新する</a:t>
            </a:r>
          </a:p>
          <a:p xmlns:a="http://schemas.openxmlformats.org/drawingml/2006/main">
            <a:endParaRPr/>
          </a:p>
          <a:p xmlns:a="http://schemas.openxmlformats.org/drawingml/2006/main">
            <a:endParaRPr/>
          </a:p>
          <a:p xmlns:a="http://schemas.openxmlformats.org/drawingml/2006/main">
            <a:r>
              <a:t>工業材料概論 第11回9〜20枚の授業用モデルを再利用。F=20 N、L=600 mm、単純支持・中央集中荷重、長方形断面b=30 mm。木材E=13400 MPa、密度538 kg/m3。金属E=70000 MPa、密度2700 kg/m3、樹脂E=3200 MPa、密度1190 kg/m3は仮定値。自重による応力・たわみ、せん断変形、クリープ、破壊判定は含まない。線形弾性・微小変形の比較モデル。木材値はWood Handbook 2021第5章表5–3aに基づく。https://research.fs.usda.gov/treesearch/62244</a:t>
            </a:r>
          </a:p>
          <a:p xmlns:a="http://schemas.openxmlformats.org/drawingml/2006/main">
            <a:r>
              <a:t>正式課題の設問・配点・締切は別の授業指示に従う。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定性的な比較表の書き方</a:t>
            </a:r>
          </a:p>
          <a:p xmlns:a="http://schemas.openxmlformats.org/drawingml/2006/main">
            <a:endParaRPr/>
          </a:p>
          <a:p xmlns:a="http://schemas.openxmlformats.org/drawingml/2006/main">
            <a:r>
              <a:t>観点 | 理由を付けた記述 | 確認する条件</a:t>
            </a:r>
          </a:p>
          <a:p xmlns:a="http://schemas.openxmlformats.org/drawingml/2006/main">
            <a:r>
              <a:t>水への対応 | 濡れ方と乾き方から説明 | 表面・木口・接合部</a:t>
            </a:r>
          </a:p>
          <a:p xmlns:a="http://schemas.openxmlformats.org/drawingml/2006/main">
            <a:r>
              <a:t>加工と接合 | 道具と工程に結び付ける | 材種・厚さ・技能</a:t>
            </a:r>
          </a:p>
          <a:p xmlns:a="http://schemas.openxmlformats.org/drawingml/2006/main">
            <a:r>
              <a:t>長期の使用 | 変形・劣化・保守を考える | 温湿度・日射・時間</a:t>
            </a:r>
          </a:p>
          <a:p xmlns:a="http://schemas.openxmlformats.org/drawingml/2006/main">
            <a:r>
              <a:t>○△×だけで終えず、対象と根拠を書く。</a:t>
            </a:r>
          </a:p>
          <a:p xmlns:a="http://schemas.openxmlformats.org/drawingml/2006/main">
            <a:r>
              <a:t>関連教材：工業材料概論 第1〜11回の材料各論と計算、木材及び木質材料学の関連回。</a:t>
            </a:r>
          </a:p>
          <a:p xmlns:a="http://schemas.openxmlformats.org/drawingml/2006/main">
            <a:r>
              <a:t>授業用に構成した問い・設計例・説明。</a:t>
            </a:r>
          </a:p>
          <a:p xmlns:a="http://schemas.openxmlformats.org/drawingml/2006/main">
            <a:r>
              <a:t>正式課題の設問・配点・締切は別の授業指示に従う。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自己確認：「水に強い」を具体化する</a:t>
            </a:r>
          </a:p>
          <a:p xmlns:a="http://schemas.openxmlformats.org/drawingml/2006/main">
            <a:r>
              <a:t>木材・金属・樹脂の比較で「水に強い」と書いた</a:t>
            </a:r>
          </a:p>
          <a:p xmlns:a="http://schemas.openxmlformats.org/drawingml/2006/main">
            <a:r>
              <a:t>水を吸うこと、腐食、接着、変形は同じ問題か</a:t>
            </a:r>
          </a:p>
          <a:p xmlns:a="http://schemas.openxmlformats.org/drawingml/2006/main">
            <a:r>
              <a:t>雨が当たる場合と、室内で時々拭く場合を分ける</a:t>
            </a:r>
          </a:p>
          <a:p xmlns:a="http://schemas.openxmlformats.org/drawingml/2006/main">
            <a:r>
              <a:t>どこを、何から守る必要があるか説明する</a:t>
            </a:r>
          </a:p>
          <a:p xmlns:a="http://schemas.openxmlformats.org/drawingml/2006/main">
            <a:endParaRPr/>
          </a:p>
          <a:p xmlns:a="http://schemas.openxmlformats.org/drawingml/2006/main">
            <a:endParaRPr/>
          </a:p>
          <a:p xmlns:a="http://schemas.openxmlformats.org/drawingml/2006/main">
            <a:r>
              <a:t>関連教材：工業材料概論 第1〜11回の材料各論と計算、木材及び木質材料学の関連回。</a:t>
            </a:r>
          </a:p>
          <a:p xmlns:a="http://schemas.openxmlformats.org/drawingml/2006/main">
            <a:r>
              <a:t>授業用に構成した問い・設計例・説明。</a:t>
            </a:r>
          </a:p>
          <a:p xmlns:a="http://schemas.openxmlformats.org/drawingml/2006/main">
            <a:r>
              <a:t>正式課題の設問・配点・締切は別の授業指示に従う。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解説：水との関わりを分ける</a:t>
            </a:r>
          </a:p>
          <a:p xmlns:a="http://schemas.openxmlformats.org/drawingml/2006/main">
            <a:r>
              <a:t>木材：吸放湿と寸法、濡れが続く部分と劣化</a:t>
            </a:r>
          </a:p>
          <a:p xmlns:a="http://schemas.openxmlformats.org/drawingml/2006/main">
            <a:r>
              <a:t>金属：材種、表面、接触する相手と腐食の条件</a:t>
            </a:r>
          </a:p>
          <a:p xmlns:a="http://schemas.openxmlformats.org/drawingml/2006/main">
            <a:r>
              <a:t>樹脂：種類、接合、温度・日射も含めた使用条件</a:t>
            </a:r>
          </a:p>
          <a:p xmlns:a="http://schemas.openxmlformats.org/drawingml/2006/main">
            <a:r>
              <a:t>材料表面だけでなく、接合部と水のたまり方を見る</a:t>
            </a:r>
          </a:p>
          <a:p xmlns:a="http://schemas.openxmlformats.org/drawingml/2006/main">
            <a:endParaRPr/>
          </a:p>
          <a:p xmlns:a="http://schemas.openxmlformats.org/drawingml/2006/main">
            <a:endParaRPr/>
          </a:p>
          <a:p xmlns:a="http://schemas.openxmlformats.org/drawingml/2006/main">
            <a:r>
              <a:t>関連教材：工業材料概論 第1〜11回の材料各論と計算、木材及び木質材料学の関連回。</a:t>
            </a:r>
          </a:p>
          <a:p xmlns:a="http://schemas.openxmlformats.org/drawingml/2006/main">
            <a:r>
              <a:t>授業用に構成した問い・設計例・説明。</a:t>
            </a:r>
          </a:p>
          <a:p xmlns:a="http://schemas.openxmlformats.org/drawingml/2006/main">
            <a:r>
              <a:t>正式課題の設問・配点・締切は別の授業指示に従う。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栽培設備を例にした要求の整理</a:t>
            </a:r>
          </a:p>
          <a:p xmlns:a="http://schemas.openxmlformats.org/drawingml/2006/main">
            <a:r>
              <a:t>容器、支柱、架台、灌水部品を一つにまとめない</a:t>
            </a:r>
          </a:p>
          <a:p xmlns:a="http://schemas.openxmlformats.org/drawingml/2006/main">
            <a:r>
              <a:t>土・水・生物の重さと、手入れ中の荷重を考える</a:t>
            </a:r>
          </a:p>
          <a:p xmlns:a="http://schemas.openxmlformats.org/drawingml/2006/main">
            <a:r>
              <a:t>排水、清掃、移動、交換のしやすさも要求に含める</a:t>
            </a:r>
          </a:p>
          <a:p xmlns:a="http://schemas.openxmlformats.org/drawingml/2006/main">
            <a:r>
              <a:t>生物育成で定めた環境条件を、部材の条件へ移す</a:t>
            </a:r>
          </a:p>
          <a:p xmlns:a="http://schemas.openxmlformats.org/drawingml/2006/main">
            <a:endParaRPr/>
          </a:p>
          <a:p xmlns:a="http://schemas.openxmlformats.org/drawingml/2006/main">
            <a:endParaRPr/>
          </a:p>
          <a:p xmlns:a="http://schemas.openxmlformats.org/drawingml/2006/main">
            <a:r>
              <a:t>関連教材：工業材料概論 第1〜11回の材料各論と計算、木材及び木質材料学の関連回。</a:t>
            </a:r>
          </a:p>
          <a:p xmlns:a="http://schemas.openxmlformats.org/drawingml/2006/main">
            <a:r>
              <a:t>授業用に構成した問い・設計例・説明。</a:t>
            </a:r>
          </a:p>
          <a:p xmlns:a="http://schemas.openxmlformats.org/drawingml/2006/main">
            <a:r>
              <a:t>正式課題の設問・配点・締切は別の授業指示に従う。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栽培設備：部位ごとに選ぶ</a:t>
            </a:r>
          </a:p>
          <a:p xmlns:a="http://schemas.openxmlformats.org/drawingml/2006/main">
            <a:endParaRPr/>
          </a:p>
          <a:p xmlns:a="http://schemas.openxmlformats.org/drawingml/2006/main">
            <a:r>
              <a:t>部位 | 主な要求 | 材料側で確かめること</a:t>
            </a:r>
          </a:p>
          <a:p xmlns:a="http://schemas.openxmlformats.org/drawingml/2006/main">
            <a:r>
              <a:t>容器 | 水・土を保持、排水 | 水との関係・形・接合</a:t>
            </a:r>
          </a:p>
          <a:p xmlns:a="http://schemas.openxmlformats.org/drawingml/2006/main">
            <a:r>
              <a:t>支柱・架台 | 支える、位置を保つ | 荷重・変形・耐久性</a:t>
            </a:r>
          </a:p>
          <a:p xmlns:a="http://schemas.openxmlformats.org/drawingml/2006/main">
            <a:r>
              <a:t>センサー支持具 | 位置を保つ、着脱 | 固定・濡れ・保守</a:t>
            </a:r>
          </a:p>
          <a:p xmlns:a="http://schemas.openxmlformats.org/drawingml/2006/main">
            <a:r>
              <a:t>一つの製品に複数の材料を組み合わせる案も比較する。</a:t>
            </a:r>
          </a:p>
          <a:p xmlns:a="http://schemas.openxmlformats.org/drawingml/2006/main">
            <a:r>
              <a:t>関連教材：工業材料概論 第1〜11回の材料各論と計算、木材及び木質材料学の関連回。</a:t>
            </a:r>
          </a:p>
          <a:p xmlns:a="http://schemas.openxmlformats.org/drawingml/2006/main">
            <a:r>
              <a:t>授業用に構成した問い・設計例・説明。</a:t>
            </a:r>
          </a:p>
          <a:p xmlns:a="http://schemas.openxmlformats.org/drawingml/2006/main">
            <a:r>
              <a:t>正式課題の設問・配点・締切は別の授業指示に従う。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自作の仮想場面。荷重や使用期間の詳細は未指定。乾いた鉢だけでなく土と水、移動時の力を確認する。演習目安5分。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解答例は唯一の設計解ではない。破壊しなくてもセンサー位置がずれると測定条件が変わる。栽培状態の変化と支持具の変形を混同しない。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加工・接合を含めた比較</a:t>
            </a:r>
          </a:p>
          <a:p xmlns:a="http://schemas.openxmlformats.org/drawingml/2006/main">
            <a:r>
              <a:t>手元の材料と道具で、要求する形に作れるか</a:t>
            </a:r>
          </a:p>
          <a:p xmlns:a="http://schemas.openxmlformats.org/drawingml/2006/main">
            <a:r>
              <a:t>穴あけや切欠きで断面・繊維を損なわないか</a:t>
            </a:r>
          </a:p>
          <a:p xmlns:a="http://schemas.openxmlformats.org/drawingml/2006/main">
            <a:r>
              <a:t>接合は、力と水と交換の仕方に対応しているか</a:t>
            </a:r>
          </a:p>
          <a:p xmlns:a="http://schemas.openxmlformats.org/drawingml/2006/main">
            <a:r>
              <a:t>加工の容易さを、材料名だけで決めない</a:t>
            </a:r>
          </a:p>
          <a:p xmlns:a="http://schemas.openxmlformats.org/drawingml/2006/main">
            <a:endParaRPr/>
          </a:p>
          <a:p xmlns:a="http://schemas.openxmlformats.org/drawingml/2006/main">
            <a:endParaRPr/>
          </a:p>
          <a:p xmlns:a="http://schemas.openxmlformats.org/drawingml/2006/main">
            <a:r>
              <a:t>関連教材：工業材料概論 第1〜11回の材料各論と計算、木材及び木質材料学の関連回。</a:t>
            </a:r>
          </a:p>
          <a:p xmlns:a="http://schemas.openxmlformats.org/drawingml/2006/main">
            <a:r>
              <a:t>授業用に構成した問い・設計例・説明。</a:t>
            </a:r>
          </a:p>
          <a:p xmlns:a="http://schemas.openxmlformats.org/drawingml/2006/main">
            <a:r>
              <a:t>正式課題の設問・配点・締切は別の授業指示に従う。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費用と使用期間の比較</a:t>
            </a:r>
          </a:p>
          <a:p xmlns:a="http://schemas.openxmlformats.org/drawingml/2006/main">
            <a:r>
              <a:t>初期費用に、加工・表面処理・保守・交換を加える</a:t>
            </a:r>
          </a:p>
          <a:p xmlns:a="http://schemas.openxmlformats.org/drawingml/2006/main">
            <a:r>
              <a:t>比較する数量・期間・同じ機能をそろえる</a:t>
            </a:r>
          </a:p>
          <a:p xmlns:a="http://schemas.openxmlformats.org/drawingml/2006/main">
            <a:r>
              <a:t>安価でも交換が多い案、高価でも修理できる案を比べる</a:t>
            </a:r>
          </a:p>
          <a:p xmlns:a="http://schemas.openxmlformats.org/drawingml/2006/main">
            <a:r>
              <a:t>価格を調べた日と、含めた費目を記録する</a:t>
            </a:r>
          </a:p>
          <a:p xmlns:a="http://schemas.openxmlformats.org/drawingml/2006/main">
            <a:endParaRPr/>
          </a:p>
          <a:p xmlns:a="http://schemas.openxmlformats.org/drawingml/2006/main">
            <a:endParaRPr/>
          </a:p>
          <a:p xmlns:a="http://schemas.openxmlformats.org/drawingml/2006/main">
            <a:r>
              <a:t>関連教材：工業材料概論 第1〜11回の材料各論と計算、木材及び木質材料学の関連回。</a:t>
            </a:r>
          </a:p>
          <a:p xmlns:a="http://schemas.openxmlformats.org/drawingml/2006/main">
            <a:r>
              <a:t>授業用に構成した問い・設計例・説明。</a:t>
            </a:r>
          </a:p>
          <a:p xmlns:a="http://schemas.openxmlformats.org/drawingml/2006/main">
            <a:r>
              <a:t>正式課題の設問・配点・締切は別の授業指示に従う。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Aの交換は1回、保守は交換年も含め5回。割引率・税・残存価値・処分費は省略。総額と、Aの交換が不要な場合を比較する。作業時間が費用に含まれない場合に何を追記するか。目安4分。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特定の材群の経済性を示した例ではない。比較期間と費用に含めた範囲を明示。修理可能という表現だけで実際の修理の実現性を保証しない。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環境面の比較条件</a:t>
            </a:r>
          </a:p>
          <a:p xmlns:a="http://schemas.openxmlformats.org/drawingml/2006/main">
            <a:r>
              <a:t>同じ働きを、どれだけの期間提供するかをそろえる</a:t>
            </a:r>
          </a:p>
          <a:p xmlns:a="http://schemas.openxmlformats.org/drawingml/2006/main">
            <a:r>
              <a:t>製造、輸送、使用、保守、回収までの範囲を決める</a:t>
            </a:r>
          </a:p>
          <a:p xmlns:a="http://schemas.openxmlformats.org/drawingml/2006/main">
            <a:r>
              <a:t>原料由来だけで、製品全体の環境負荷を断定しない</a:t>
            </a:r>
          </a:p>
          <a:p xmlns:a="http://schemas.openxmlformats.org/drawingml/2006/main">
            <a:r>
              <a:t>数値や回収条件が不足する項目は、未確認とする</a:t>
            </a:r>
          </a:p>
          <a:p xmlns:a="http://schemas.openxmlformats.org/drawingml/2006/main">
            <a:endParaRPr/>
          </a:p>
          <a:p xmlns:a="http://schemas.openxmlformats.org/drawingml/2006/main">
            <a:endParaRPr/>
          </a:p>
          <a:p xmlns:a="http://schemas.openxmlformats.org/drawingml/2006/main">
            <a:r>
              <a:t>関連教材：工業材料概論 第1〜11回の材料各論と計算、木材及び木質材料学の関連回。</a:t>
            </a:r>
          </a:p>
          <a:p xmlns:a="http://schemas.openxmlformats.org/drawingml/2006/main">
            <a:r>
              <a:t>授業用に構成した問い・設計例・説明。</a:t>
            </a:r>
          </a:p>
          <a:p xmlns:a="http://schemas.openxmlformats.org/drawingml/2006/main">
            <a:r>
              <a:t>正式課題の設問・配点・締切は別の授業指示に従う。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重み付けと、判断の透明性</a:t>
            </a:r>
          </a:p>
          <a:p xmlns:a="http://schemas.openxmlformats.org/drawingml/2006/main">
            <a:r>
              <a:t>全項目を一律に点数化することは必須ではない</a:t>
            </a:r>
          </a:p>
          <a:p xmlns:a="http://schemas.openxmlformats.org/drawingml/2006/main">
            <a:r>
              <a:t>重みを付けるなら、利用者と目的に照らして理由を書く</a:t>
            </a:r>
          </a:p>
          <a:p xmlns:a="http://schemas.openxmlformats.org/drawingml/2006/main">
            <a:r>
              <a:t>必須条件の不適合を、高得点の項目で打ち消さない</a:t>
            </a:r>
          </a:p>
          <a:p xmlns:a="http://schemas.openxmlformats.org/drawingml/2006/main">
            <a:r>
              <a:t>誰が使うかが変われば、重視する条件も変わる</a:t>
            </a:r>
          </a:p>
          <a:p xmlns:a="http://schemas.openxmlformats.org/drawingml/2006/main">
            <a:endParaRPr/>
          </a:p>
          <a:p xmlns:a="http://schemas.openxmlformats.org/drawingml/2006/main">
            <a:endParaRPr/>
          </a:p>
          <a:p xmlns:a="http://schemas.openxmlformats.org/drawingml/2006/main">
            <a:r>
              <a:t>関連教材：工業材料概論 第1〜11回の材料各論と計算、木材及び木質材料学の関連回。</a:t>
            </a:r>
          </a:p>
          <a:p xmlns:a="http://schemas.openxmlformats.org/drawingml/2006/main">
            <a:r>
              <a:t>授業用に構成した問い・設計例・説明。</a:t>
            </a:r>
          </a:p>
          <a:p xmlns:a="http://schemas.openxmlformats.org/drawingml/2006/main">
            <a:r>
              <a:t>正式課題の設問・配点・締切は別の授業指示に従う。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得点は仮想値、大きいほど望ましいと仮定。両案とも必須条件を満たした後の比較。加重和を使うことと得点間隔を今回のモデル仮定とする。境界を求め、必須条件不適合を高得点で相殺できるか説明。目安5分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P−Q=6w−3。0≤w≤1。Pの優位はw&gt;0.5。数式を使っても評価項目、点数間隔、重みの判断は残る。単なる順序を等間隔の量とみなせるかも検討する。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自作仮想モデル。P=2+3w、Q=5−3w、0≤w≤1。5点満点の総合点。重み0.5が交点。点数は材料固有の物性ではなく、設定した目的と評価法に依存する。表計算でも同じ式から検算できる。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実際のAIサービスの発言ではない。樹脂の種類、温度、日射、時間、接合を確認する。たわみ条件と強度・接合条件を分ける。目安4分。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中学校技術の用途に応じた比較、高校工業の寸法・接合、高校情報のモデル・感度分析・情報源確認へつなぐ題材提案。指導要領本文の逐語引用ではない。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自己確認：条件を一つ変えて選び直す</a:t>
            </a:r>
          </a:p>
          <a:p xmlns:a="http://schemas.openxmlformats.org/drawingml/2006/main">
            <a:r>
              <a:t>屋内の教材棚を、屋外の栽培設備へ変更する</a:t>
            </a:r>
          </a:p>
          <a:p xmlns:a="http://schemas.openxmlformats.org/drawingml/2006/main">
            <a:r>
              <a:t>寸法と荷重は同じでも、何を追加して確認するか</a:t>
            </a:r>
          </a:p>
          <a:p xmlns:a="http://schemas.openxmlformats.org/drawingml/2006/main">
            <a:r>
              <a:t>材料・形・接合・保守のうち二つを見直す</a:t>
            </a:r>
          </a:p>
          <a:p xmlns:a="http://schemas.openxmlformats.org/drawingml/2006/main">
            <a:r>
              <a:t>元の案を続ける／変える理由を、条件付きで書く</a:t>
            </a:r>
          </a:p>
          <a:p xmlns:a="http://schemas.openxmlformats.org/drawingml/2006/main">
            <a:endParaRPr/>
          </a:p>
          <a:p xmlns:a="http://schemas.openxmlformats.org/drawingml/2006/main">
            <a:endParaRPr/>
          </a:p>
          <a:p xmlns:a="http://schemas.openxmlformats.org/drawingml/2006/main">
            <a:r>
              <a:t>関連教材：工業材料概論 第1〜11回の材料各論と計算、木材及び木質材料学の関連回。</a:t>
            </a:r>
          </a:p>
          <a:p xmlns:a="http://schemas.openxmlformats.org/drawingml/2006/main">
            <a:r>
              <a:t>授業用に構成した問い・設計例・説明。</a:t>
            </a:r>
          </a:p>
          <a:p xmlns:a="http://schemas.openxmlformats.org/drawingml/2006/main">
            <a:r>
              <a:t>正式課題の設問・配点・締切は別の授業指示に従う。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解説：条件変更による見直し</a:t>
            </a:r>
          </a:p>
          <a:p xmlns:a="http://schemas.openxmlformats.org/drawingml/2006/main">
            <a:r>
              <a:t>雨・日射・温度差・濡れが続く場所を追加する</a:t>
            </a:r>
          </a:p>
          <a:p xmlns:a="http://schemas.openxmlformats.org/drawingml/2006/main">
            <a:r>
              <a:t>排水・接合・表面処理・交換できる構成を見直す</a:t>
            </a:r>
          </a:p>
          <a:p xmlns:a="http://schemas.openxmlformats.org/drawingml/2006/main">
            <a:r>
              <a:t>条件変更が、元のたわみ計算の不足も明らかにする</a:t>
            </a:r>
          </a:p>
          <a:p xmlns:a="http://schemas.openxmlformats.org/drawingml/2006/main">
            <a:r>
              <a:t>結論を維持する場合も、新しい根拠を示す</a:t>
            </a:r>
          </a:p>
          <a:p xmlns:a="http://schemas.openxmlformats.org/drawingml/2006/main">
            <a:endParaRPr/>
          </a:p>
          <a:p xmlns:a="http://schemas.openxmlformats.org/drawingml/2006/main">
            <a:endParaRPr/>
          </a:p>
          <a:p xmlns:a="http://schemas.openxmlformats.org/drawingml/2006/main">
            <a:r>
              <a:t>関連教材：工業材料概論 第1〜11回の材料各論と計算、木材及び木質材料学の関連回。</a:t>
            </a:r>
          </a:p>
          <a:p xmlns:a="http://schemas.openxmlformats.org/drawingml/2006/main">
            <a:r>
              <a:t>授業用に構成した問い・設計例・説明。</a:t>
            </a:r>
          </a:p>
          <a:p xmlns:a="http://schemas.openxmlformats.org/drawingml/2006/main">
            <a:r>
              <a:t>正式課題の設問・配点・締切は別の授業指示に従う。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課題IIIにつながる比較の記録</a:t>
            </a:r>
          </a:p>
          <a:p xmlns:a="http://schemas.openxmlformats.org/drawingml/2006/main">
            <a:r>
              <a:t>用途・利用者・必要条件と、比較した設計案を書く</a:t>
            </a:r>
          </a:p>
          <a:p xmlns:a="http://schemas.openxmlformats.org/drawingml/2006/main">
            <a:r>
              <a:t>観点ごとに、根拠・条件・未確認事項を記録する</a:t>
            </a:r>
          </a:p>
          <a:p xmlns:a="http://schemas.openxmlformats.org/drawingml/2006/main">
            <a:r>
              <a:t>採用案の不利点と、それへの対応も書く</a:t>
            </a:r>
          </a:p>
          <a:p xmlns:a="http://schemas.openxmlformats.org/drawingml/2006/main">
            <a:r>
              <a:t>正式な設問・配点・締切は授業の指示に従う</a:t>
            </a:r>
          </a:p>
          <a:p xmlns:a="http://schemas.openxmlformats.org/drawingml/2006/main">
            <a:endParaRPr/>
          </a:p>
          <a:p xmlns:a="http://schemas.openxmlformats.org/drawingml/2006/main">
            <a:endParaRPr/>
          </a:p>
          <a:p xmlns:a="http://schemas.openxmlformats.org/drawingml/2006/main">
            <a:r>
              <a:t>関連教材：工業材料概論 第1〜11回の材料各論と計算、木材及び木質材料学の関連回。</a:t>
            </a:r>
          </a:p>
          <a:p xmlns:a="http://schemas.openxmlformats.org/drawingml/2006/main">
            <a:r>
              <a:t>授業用に構成した問い・設計例・説明。</a:t>
            </a:r>
          </a:p>
          <a:p xmlns:a="http://schemas.openxmlformats.org/drawingml/2006/main">
            <a:r>
              <a:t>正式課題の設問・配点・締切は別の授業指示に従う。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実際の過去問ではなく、出題頻度を示すものでもない。目安5分。用途・利用者、必須条件、設計案、採用理由、不利点、未知、追加確認、変更条件を記録。正式課題IIIの設問や配点は変更しない。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記号を一律に点数へ変えるだけでなく、条件付きの説明を促す。教師が原理と適用範囲を理解していれば、短い問いで説明を深められる。答えの例は唯一の正解文ではない。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今回の整理</a:t>
            </a:r>
          </a:p>
          <a:p xmlns:a="http://schemas.openxmlformats.org/drawingml/2006/main">
            <a:r>
              <a:t>材料と形、加工と環境を組み合わせて選ぶ</a:t>
            </a:r>
          </a:p>
          <a:p xmlns:a="http://schemas.openxmlformats.org/drawingml/2006/main">
            <a:r>
              <a:t>必要条件と、比較して選ぶ条件を分ける</a:t>
            </a:r>
          </a:p>
          <a:p xmlns:a="http://schemas.openxmlformats.org/drawingml/2006/main">
            <a:r>
              <a:t>有利・不利・未確認を残し、根拠を更新する</a:t>
            </a:r>
          </a:p>
          <a:p xmlns:a="http://schemas.openxmlformats.org/drawingml/2006/main">
            <a:r>
              <a:t>次回：確かめる方法と、改善の計画を作る</a:t>
            </a:r>
          </a:p>
          <a:p xmlns:a="http://schemas.openxmlformats.org/drawingml/2006/main">
            <a:endParaRPr/>
          </a:p>
          <a:p xmlns:a="http://schemas.openxmlformats.org/drawingml/2006/main">
            <a:endParaRPr/>
          </a:p>
          <a:p xmlns:a="http://schemas.openxmlformats.org/drawingml/2006/main">
            <a:r>
              <a:t>関連教材：工業材料概論 第1〜11回の材料各論と計算、木材及び木質材料学の関連回。</a:t>
            </a:r>
          </a:p>
          <a:p xmlns:a="http://schemas.openxmlformats.org/drawingml/2006/main">
            <a:r>
              <a:t>授業用に構成した問い・設計例・説明。</a:t>
            </a:r>
          </a:p>
          <a:p xmlns:a="http://schemas.openxmlformats.org/drawingml/2006/main">
            <a:r>
              <a:t>正式課題の設問・配点・締切は別の授業指示に従う。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参照：文部科学省</a:t>
            </a:r>
            <a:r>
              <a:t>『</a:t>
            </a:r>
            <a:r>
              <a:t>中学校学習指導要領（平成</a:t>
            </a:r>
            <a:r>
              <a:t>29</a:t>
            </a:r>
            <a:r>
              <a:t>年告示）解説 技術・家庭編</a:t>
            </a:r>
            <a:r>
              <a:t>』A(1)</a:t>
            </a:r>
            <a:r>
              <a:t>～</a:t>
            </a:r>
            <a:r>
              <a:t>A(3)</a:t>
            </a:r>
            <a:r>
              <a:t>。</a:t>
            </a:r>
            <a:r>
              <a:t>https://www.mext.go.jp/a_menu/shotou/new-cs/1387016.htm </a:t>
            </a:r>
            <a:r>
              <a:t>と </a:t>
            </a:r>
            <a:r>
              <a:t>https://www.mext.go.jp/component/a_menu/education/micro_detail/__icsFiles/afieldfile/2019/03/18/1387018_009.pdf </a:t>
            </a:r>
            <a:r>
              <a:t>。</a:t>
            </a:r>
            <a:r>
              <a:t>2026</a:t>
            </a:r>
            <a:r>
              <a:t>年</a:t>
            </a:r>
            <a:r>
              <a:t>10</a:t>
            </a:r>
            <a:r>
              <a:t>月</a:t>
            </a:r>
            <a:r>
              <a:t>30</a:t>
            </a:r>
            <a:r>
              <a:t>日確認。授業内の学校との接続は題材提案で、逐語引用ではない。木材及び木質材料学は</a:t>
            </a:r>
            <a:r>
              <a:t>2026</a:t>
            </a:r>
            <a:r>
              <a:t>年</a:t>
            </a:r>
            <a:r>
              <a:t>10</a:t>
            </a:r>
            <a:r>
              <a:t>月</a:t>
            </a:r>
            <a:r>
              <a:t>29</a:t>
            </a:r>
            <a:r>
              <a:t>日の再構成後の第</a:t>
            </a:r>
            <a:r>
              <a:t>14</a:t>
            </a:r>
            <a:r>
              <a:t>回（資源・環境）、第</a:t>
            </a:r>
            <a:r>
              <a:t>15</a:t>
            </a:r>
            <a:r>
              <a:t>回（加工・選択・教育統合）に対応。物性値は工業材料概論第</a:t>
            </a:r>
            <a:r>
              <a:t>11</a:t>
            </a:r>
            <a:r>
              <a:t>回のモデル、費用と評価点は今回の仮想値。正式課題</a:t>
            </a:r>
            <a:r>
              <a:t>III</a:t>
            </a:r>
            <a:r>
              <a:t>の設問・配点は変更しない。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dd8994f323ba4f82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3dcc852865ca4a41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a27298bcd2474091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133336c2e64e4c94" /></Relationships>
</file>

<file path=ppt/slideLayouts/_rels/slideLayout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3d214ad281064964" /></Relationships>
</file>

<file path=ppt/slideLayouts/_rels/slideLayout6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2ffa9592317744f2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5BDC23B3-2AF8-4BCF-BC81-0689C6795CF8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590800"/>
            <a:ext cx="97536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>
            <a:endParaRPr/>
          </a:p>
        </p:txBody>
      </p:sp>
      <p:sp>
        <p:nvSpPr>
          <p:cNvPr id="2" name="Subtitle">
            <a:extLst xmlns:a="http://schemas.openxmlformats.org/drawingml/2006/main">
              <a:ext uri="{FF2B5EF4-FFF2-40B4-BE49-F238E27FC236}">
                <a16:creationId xmlns:a16="http://schemas.microsoft.com/office/drawing/2014/main" id="{CF709D14-B167-4CB2-971F-67FB7BDF688C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1828800" y="3771900"/>
            <a:ext cx="85344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endParaRPr/>
          </a:p>
        </p:txBody>
      </p:sp>
    </p:spTree>
  </p:cSld>
</p:sldLayout>
</file>

<file path=ppt/slideLayouts/slideLayout2.xml><?xml version="1.0" encoding="utf-8"?>
<p:sldLayout xmlns:p="http://schemas.openxmlformats.org/presentationml/2006/main">
  <p:cSld name="Section Header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ection title">
            <a:extLst xmlns:a="http://schemas.openxmlformats.org/drawingml/2006/main">
              <a:ext uri="{FF2B5EF4-FFF2-40B4-BE49-F238E27FC236}">
                <a16:creationId xmlns:a16="http://schemas.microsoft.com/office/drawing/2014/main" id="{0C7D1C45-BF42-4445-93A9-72459AB2381F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857500"/>
            <a:ext cx="97536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>
            <a:endParaRPr/>
          </a:p>
        </p:txBody>
      </p:sp>
    </p:spTree>
  </p:cSld>
</p:sldLayout>
</file>

<file path=ppt/slideLayouts/slideLayout3.xml><?xml version="1.0" encoding="utf-8"?>
<p:sldLayout xmlns:p="http://schemas.openxmlformats.org/presentationml/2006/main">
  <p:cSld name="Title and Body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EBD1671D-E448-4B40-AE43-734BB422FED2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>
            <a:endParaRPr/>
          </a:p>
        </p:txBody>
      </p:sp>
      <p:sp>
        <p:nvSpPr>
          <p:cNvPr id="2" name="Body">
            <a:extLst xmlns:a="http://schemas.openxmlformats.org/drawingml/2006/main">
              <a:ext uri="{FF2B5EF4-FFF2-40B4-BE49-F238E27FC236}">
                <a16:creationId xmlns:a16="http://schemas.microsoft.com/office/drawing/2014/main" id="{801E2C02-143E-4031-B4AB-8923330F573E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108204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endParaRPr/>
          </a:p>
        </p:txBody>
      </p:sp>
    </p:spTree>
  </p:cSld>
</p:sldLayout>
</file>

<file path=ppt/slideLayouts/slideLayout4.xml><?xml version="1.0" encoding="utf-8"?>
<p:sldLayout xmlns:p="http://schemas.openxmlformats.org/presentationml/2006/main">
  <p:cSld name="Title and Two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Title">
            <a:extLst xmlns:a="http://schemas.openxmlformats.org/drawingml/2006/main">
              <a:ext uri="{FF2B5EF4-FFF2-40B4-BE49-F238E27FC236}">
                <a16:creationId xmlns:a16="http://schemas.microsoft.com/office/drawing/2014/main" id="{B71E59E6-5F93-4765-B463-73012349DF67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>
            <a:endParaRPr/>
          </a:p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1861661F-0E60-4038-8D12-1331CC928045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endParaRPr/>
          </a:p>
        </p:txBody>
      </p:sp>
      <p:sp>
        <p:nvSpPr>
          <p:cNvPr id="3" name="Right column">
            <a:extLst xmlns:a="http://schemas.openxmlformats.org/drawingml/2006/main">
              <a:ext uri="{FF2B5EF4-FFF2-40B4-BE49-F238E27FC236}">
                <a16:creationId xmlns:a16="http://schemas.microsoft.com/office/drawing/2014/main" id="{6FD4E466-AA55-46F9-98D7-DF2CD1B18D6B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64770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endParaRPr/>
          </a:p>
        </p:txBody>
      </p:sp>
    </p:spTree>
  </p:cSld>
</p:sldLayout>
</file>

<file path=ppt/slideLayouts/slideLayout5.xml><?xml version="1.0" encoding="utf-8"?>
<p:sldLayout xmlns:p="http://schemas.openxmlformats.org/presentationml/2006/main">
  <p:cSld name="Title and One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1B388108-F38F-4791-A869-F6EDB4AF944A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>
            <a:endParaRPr/>
          </a:p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114ABEB8-FC62-4C74-B715-90A2E6024A5B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endParaRPr/>
          </a:p>
        </p:txBody>
      </p:sp>
    </p:spTree>
  </p:cSld>
</p:sldLayout>
</file>

<file path=ppt/slideLayouts/slideLayout6.xml><?xml version="1.0" encoding="utf-8"?>
<p:sldLayout xmlns:p="http://schemas.openxmlformats.org/presentationml/2006/main" type="blank">
  <p:cSld name="Blank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49ab1e5874064a4b" /><Relationship Type="http://schemas.openxmlformats.org/officeDocument/2006/relationships/slideLayout" Target="/ppt/slideLayouts/slideLayout1.xml" Id="R2c350b7a6c91428c" /><Relationship Type="http://schemas.openxmlformats.org/officeDocument/2006/relationships/slideLayout" Target="/ppt/slideLayouts/slideLayout2.xml" Id="R0b5848746f3741ce" /><Relationship Type="http://schemas.openxmlformats.org/officeDocument/2006/relationships/slideLayout" Target="/ppt/slideLayouts/slideLayout3.xml" Id="R466ac0d110f142e5" /><Relationship Type="http://schemas.openxmlformats.org/officeDocument/2006/relationships/slideLayout" Target="/ppt/slideLayouts/slideLayout4.xml" Id="R43db1c417b024027" /><Relationship Type="http://schemas.openxmlformats.org/officeDocument/2006/relationships/slideLayout" Target="/ppt/slideLayouts/slideLayout5.xml" Id="R7d68362738ed4db8" /><Relationship Type="http://schemas.openxmlformats.org/officeDocument/2006/relationships/slideLayout" Target="/ppt/slideLayouts/slideLayout6.xml" Id="Rf6cb6a0d50234cf7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2c350b7a6c91428c"/>
    <p:sldLayoutId xmlns:r="http://schemas.openxmlformats.org/officeDocument/2006/relationships" id="2147483650" r:id="R0b5848746f3741ce"/>
    <p:sldLayoutId xmlns:r="http://schemas.openxmlformats.org/officeDocument/2006/relationships" id="2147483651" r:id="R466ac0d110f142e5"/>
    <p:sldLayoutId xmlns:r="http://schemas.openxmlformats.org/officeDocument/2006/relationships" id="2147483652" r:id="R43db1c417b024027"/>
    <p:sldLayoutId xmlns:r="http://schemas.openxmlformats.org/officeDocument/2006/relationships" id="2147483653" r:id="R7d68362738ed4db8"/>
    <p:sldLayoutId xmlns:r="http://schemas.openxmlformats.org/officeDocument/2006/relationships" id="2147483654" r:id="Rf6cb6a0d50234cf7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387c59386c9e4863" /><Relationship Type="http://schemas.openxmlformats.org/officeDocument/2006/relationships/notesSlide" Target="/ppt/notesSlides/notesSlide1.xml" Id="R0238c574e0894433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f87576e4777c408c" /><Relationship Type="http://schemas.openxmlformats.org/officeDocument/2006/relationships/notesSlide" Target="/ppt/notesSlides/notesSlide2.xml" Id="Rc39072496fbf4d07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7a96007c7b7a4c7d" /><Relationship Type="http://schemas.openxmlformats.org/officeDocument/2006/relationships/notesSlide" Target="/ppt/notesSlides/notesSlide3.xml" Id="R746f82f6452342dc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f150870f4a8e411d" /><Relationship Type="http://schemas.openxmlformats.org/officeDocument/2006/relationships/notesSlide" Target="/ppt/notesSlides/notesSlide4.xml" Id="R64492edb1c00450b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9f5f68b8ac6a432c" /><Relationship Type="http://schemas.openxmlformats.org/officeDocument/2006/relationships/notesSlide" Target="/ppt/notesSlides/notesSlide5.xml" Id="R53fd58a166f143ad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cd493aa329c94bdf" /><Relationship Type="http://schemas.openxmlformats.org/officeDocument/2006/relationships/notesSlide" Target="/ppt/notesSlides/notesSlide6.xml" Id="R6fe44ec9b20e438c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b763e78c8c1442e6" /><Relationship Type="http://schemas.openxmlformats.org/officeDocument/2006/relationships/notesSlide" Target="/ppt/notesSlides/notesSlide7.xml" Id="Rcc26827b1cf74558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9861b4b3ce734d18" /><Relationship Type="http://schemas.openxmlformats.org/officeDocument/2006/relationships/notesSlide" Target="/ppt/notesSlides/notesSlide8.xml" Id="R0081b79a3df84f74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9b542af72a714d3b" /><Relationship Type="http://schemas.openxmlformats.org/officeDocument/2006/relationships/notesSlide" Target="/ppt/notesSlides/notesSlide9.xml" Id="R9c02b604a17a4f88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84b735a4a48e4925" /><Relationship Type="http://schemas.openxmlformats.org/officeDocument/2006/relationships/notesSlide" Target="/ppt/notesSlides/notesSlide10.xml" Id="R8c90377fc71d4fc3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bc7f27f45f304c7e" /><Relationship Type="http://schemas.openxmlformats.org/officeDocument/2006/relationships/notesSlide" Target="/ppt/notesSlides/notesSlide11.xml" Id="R1e522ae985804c3d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6b966ba6e5f34b54" /><Relationship Type="http://schemas.openxmlformats.org/officeDocument/2006/relationships/notesSlide" Target="/ppt/notesSlides/notesSlide12.xml" Id="R1233206f18d343cc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582600386a914e71" /><Relationship Type="http://schemas.openxmlformats.org/officeDocument/2006/relationships/notesSlide" Target="/ppt/notesSlides/notesSlide13.xml" Id="Rd3f725c9c6124c1e" /></Relationships>
</file>

<file path=ppt/slides/_rels/slide14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1f4e489dbadf48ad" /><Relationship Type="http://schemas.openxmlformats.org/officeDocument/2006/relationships/notesSlide" Target="/ppt/notesSlides/notesSlide14.xml" Id="R267c990f1ae748bc" /></Relationships>
</file>

<file path=ppt/slides/_rels/slide15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d9a6957263214353" /><Relationship Type="http://schemas.openxmlformats.org/officeDocument/2006/relationships/notesSlide" Target="/ppt/notesSlides/notesSlide15.xml" Id="R86a76e9fc7594d58" /></Relationships>
</file>

<file path=ppt/slides/_rels/slide16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b9a56783a0d842f0" /><Relationship Type="http://schemas.openxmlformats.org/officeDocument/2006/relationships/notesSlide" Target="/ppt/notesSlides/notesSlide16.xml" Id="R6b3858955ab342fe" /></Relationships>
</file>

<file path=ppt/slides/_rels/slide17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2aedba82486a4fcd" /><Relationship Type="http://schemas.openxmlformats.org/officeDocument/2006/relationships/notesSlide" Target="/ppt/notesSlides/notesSlide17.xml" Id="R89031baf93a74dcc" /></Relationships>
</file>

<file path=ppt/slides/_rels/slide18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f5043bedde614c6f" /><Relationship Type="http://schemas.openxmlformats.org/officeDocument/2006/relationships/notesSlide" Target="/ppt/notesSlides/notesSlide18.xml" Id="R4bd98c80abb3470f" /></Relationships>
</file>

<file path=ppt/slides/_rels/slide19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2194d887da3d4c1a" /><Relationship Type="http://schemas.openxmlformats.org/officeDocument/2006/relationships/notesSlide" Target="/ppt/notesSlides/notesSlide19.xml" Id="R197a2f9b0e2e4436" /></Relationships>
</file>

<file path=ppt/slides/_rels/slide20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eaa24410a8f54a82" /><Relationship Type="http://schemas.openxmlformats.org/officeDocument/2006/relationships/notesSlide" Target="/ppt/notesSlides/notesSlide20.xml" Id="Rd595b70120bf4c4d" /></Relationships>
</file>

<file path=ppt/slides/_rels/slide2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518d19d852d74afd" /><Relationship Type="http://schemas.openxmlformats.org/officeDocument/2006/relationships/notesSlide" Target="/ppt/notesSlides/notesSlide21.xml" Id="R58a0438785244afc" /></Relationships>
</file>

<file path=ppt/slides/_rels/slide22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80492f5880ea4ff9" /><Relationship Type="http://schemas.openxmlformats.org/officeDocument/2006/relationships/notesSlide" Target="/ppt/notesSlides/notesSlide22.xml" Id="R13fe48e6bcb44aa9" /></Relationships>
</file>

<file path=ppt/slides/_rels/slide23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54c3bf26761143c9" /><Relationship Type="http://schemas.openxmlformats.org/officeDocument/2006/relationships/notesSlide" Target="/ppt/notesSlides/notesSlide23.xml" Id="Rb76387d4142c4071" /></Relationships>
</file>

<file path=ppt/slides/_rels/slide24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2e0053449fb549cd" /><Relationship Type="http://schemas.openxmlformats.org/officeDocument/2006/relationships/notesSlide" Target="/ppt/notesSlides/notesSlide24.xml" Id="Rd00edb80f5014116" /></Relationships>
</file>

<file path=ppt/slides/_rels/slide25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19be1269a8974923" /><Relationship Type="http://schemas.openxmlformats.org/officeDocument/2006/relationships/notesSlide" Target="/ppt/notesSlides/notesSlide25.xml" Id="R8a5988ba8e7d411c" /></Relationships>
</file>

<file path=ppt/slides/_rels/slide26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aa4e8e3569544bd1" /><Relationship Type="http://schemas.openxmlformats.org/officeDocument/2006/relationships/notesSlide" Target="/ppt/notesSlides/notesSlide26.xml" Id="R067a135c4f354110" /></Relationships>
</file>

<file path=ppt/slides/_rels/slide27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8e8601838d894e6f" /><Relationship Type="http://schemas.openxmlformats.org/officeDocument/2006/relationships/notesSlide" Target="/ppt/notesSlides/notesSlide27.xml" Id="R862f95e28b5a46f1" /></Relationships>
</file>

<file path=ppt/slides/_rels/slide28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3afdbe606c014829" /><Relationship Type="http://schemas.openxmlformats.org/officeDocument/2006/relationships/notesSlide" Target="/ppt/notesSlides/notesSlide28.xml" Id="Re98dd495e0814ae9" /></Relationships>
</file>

<file path=ppt/slides/_rels/slide29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45e81f62b0a348dd" /><Relationship Type="http://schemas.openxmlformats.org/officeDocument/2006/relationships/notesSlide" Target="/ppt/notesSlides/notesSlide29.xml" Id="R52301327ec354d2e" /></Relationships>
</file>

<file path=ppt/slides/_rels/slide30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ed29011117e54a42" /><Relationship Type="http://schemas.openxmlformats.org/officeDocument/2006/relationships/notesSlide" Target="/ppt/notesSlides/notesSlide30.xml" Id="R63713997fdca4e5c" /></Relationships>
</file>

<file path=ppt/slides/_rels/slide3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b269f3652f3d455c" /><Relationship Type="http://schemas.openxmlformats.org/officeDocument/2006/relationships/notesSlide" Target="/ppt/notesSlides/notesSlide31.xml" Id="R8de521a5a944480f" /></Relationships>
</file>

<file path=ppt/slides/_rels/slide32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fe57d647cdfc45e7" /><Relationship Type="http://schemas.openxmlformats.org/officeDocument/2006/relationships/chart" Target="/ppt/slides/charts/chart1.xml" Id="Rd2f05531f2204b70" /><Relationship Type="http://schemas.openxmlformats.org/officeDocument/2006/relationships/notesSlide" Target="/ppt/notesSlides/notesSlide32.xml" Id="R72533a8def3e42c4" /></Relationships>
</file>

<file path=ppt/slides/_rels/slide33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3a59cc4038b2464c" /><Relationship Type="http://schemas.openxmlformats.org/officeDocument/2006/relationships/notesSlide" Target="/ppt/notesSlides/notesSlide33.xml" Id="R3bae283730894296" /></Relationships>
</file>

<file path=ppt/slides/_rels/slide34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64c036bae25a4f76" /><Relationship Type="http://schemas.openxmlformats.org/officeDocument/2006/relationships/notesSlide" Target="/ppt/notesSlides/notesSlide34.xml" Id="R8849c2fcde684c6d" /></Relationships>
</file>

<file path=ppt/slides/_rels/slide35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1df071831a8a412c" /><Relationship Type="http://schemas.openxmlformats.org/officeDocument/2006/relationships/notesSlide" Target="/ppt/notesSlides/notesSlide35.xml" Id="Rf014ee77c3c14c85" /></Relationships>
</file>

<file path=ppt/slides/_rels/slide36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d75ed2f33f474656" /><Relationship Type="http://schemas.openxmlformats.org/officeDocument/2006/relationships/notesSlide" Target="/ppt/notesSlides/notesSlide36.xml" Id="Rd634601755934896" /></Relationships>
</file>

<file path=ppt/slides/_rels/slide37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d1d318cee4384bb8" /><Relationship Type="http://schemas.openxmlformats.org/officeDocument/2006/relationships/notesSlide" Target="/ppt/notesSlides/notesSlide37.xml" Id="Rfbe099ab06e342be" /></Relationships>
</file>

<file path=ppt/slides/_rels/slide38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384d4832cbba405c" /><Relationship Type="http://schemas.openxmlformats.org/officeDocument/2006/relationships/notesSlide" Target="/ppt/notesSlides/notesSlide38.xml" Id="Ra3e4d7db8a184e28" /></Relationships>
</file>

<file path=ppt/slides/_rels/slide39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80ee43f2f064423b" /><Relationship Type="http://schemas.openxmlformats.org/officeDocument/2006/relationships/notesSlide" Target="/ppt/notesSlides/notesSlide39.xml" Id="Rec98c683c39f4ad0" /></Relationships>
</file>

<file path=ppt/slides/_rels/slide40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acc8d519b23c40dc" /><Relationship Type="http://schemas.openxmlformats.org/officeDocument/2006/relationships/notesSlide" Target="/ppt/notesSlides/notesSlide40.xml" Id="R5375897bf7a44f9f" /></Relationships>
</file>

<file path=ppt/slides/_rels/slide4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43a01938401947cb" /><Relationship Type="http://schemas.openxmlformats.org/officeDocument/2006/relationships/notesSlide" Target="/ppt/notesSlides/notesSlide41.xml" Id="Rb01f1505a62c4314" /></Relationships>
</file>

<file path=ppt/slides/charts/_rels/chart1.xml.rels><?xml version='1.0' encoding='utf-8'?>
<Relationships xmlns="http://schemas.openxmlformats.org/package/2006/relationships"><Relationship Id="rId1" Type="http://schemas.openxmlformats.org/officeDocument/2006/relationships/package" Target="../../embeddings/Microsoft_Excel_Worksheet.xlsx" /></Relationships>
</file>

<file path=ppt/slides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1"/>
  <c:lang val="ja-JP"/>
  <c:roundedCorners val="1"/>
  <c:style val="2"/>
  <c:chart>
    <c:autoTitleDeleted val="1"/>
    <c:plotArea>
      <c:layout/>
      <c:lineChart>
        <c:grouping val="standard"/>
        <c:varyColors val="0"/>
        <c:ser>
          <c:idx val="0"/>
          <c:order val="0"/>
          <c:tx>
            <c:v>P = 2 + 3w</c:v>
          </c:tx>
          <c:spPr>
            <a:ln w="38100">
              <a:solidFill>
                <a:srgbClr val="277C91"/>
              </a:solidFill>
            </a:ln>
          </c:spPr>
          <c:marker>
            <c:symbol val="none"/>
          </c:marker>
          <c:cat>
            <c:numRef>
              <c:f>'Chart Data'!$A$2:$A$12</c:f>
              <c:numCache>
                <c:formatCode>General</c:formatCode>
                <c:ptCount val="11"/>
                <c:pt idx="0">
                  <c:v>0.0</c:v>
                </c:pt>
                <c:pt idx="1">
                  <c:v>0.1</c:v>
                </c:pt>
                <c:pt idx="2">
                  <c:v>0.2</c:v>
                </c:pt>
                <c:pt idx="3">
                  <c:v>0.3</c:v>
                </c:pt>
                <c:pt idx="4">
                  <c:v>0.4</c:v>
                </c:pt>
                <c:pt idx="5">
                  <c:v>0.5</c:v>
                </c:pt>
                <c:pt idx="6">
                  <c:v>0.6</c:v>
                </c:pt>
                <c:pt idx="7">
                  <c:v>0.7</c:v>
                </c:pt>
                <c:pt idx="8">
                  <c:v>0.8</c:v>
                </c:pt>
                <c:pt idx="9">
                  <c:v>0.9</c:v>
                </c:pt>
                <c:pt idx="10">
                  <c:v>1.0</c:v>
                </c:pt>
              </c:numCache>
            </c:numRef>
          </c:cat>
          <c:val>
            <c:numRef>
              <c:f>'Chart Data'!$B$2:$B$12</c:f>
              <c:numCache>
                <c:formatCode>0.0</c:formatCode>
                <c:ptCount val="11"/>
                <c:pt idx="0">
                  <c:v>2</c:v>
                </c:pt>
                <c:pt idx="1">
                  <c:v>2.3</c:v>
                </c:pt>
                <c:pt idx="2">
                  <c:v>2.6</c:v>
                </c:pt>
                <c:pt idx="3">
                  <c:v>2.9</c:v>
                </c:pt>
                <c:pt idx="4">
                  <c:v>3.2</c:v>
                </c:pt>
                <c:pt idx="5">
                  <c:v>3.5</c:v>
                </c:pt>
                <c:pt idx="6">
                  <c:v>3.8</c:v>
                </c:pt>
                <c:pt idx="7">
                  <c:v>4.1</c:v>
                </c:pt>
                <c:pt idx="8">
                  <c:v>4.4</c:v>
                </c:pt>
                <c:pt idx="9">
                  <c:v>4.7</c:v>
                </c:pt>
                <c:pt idx="10">
                  <c:v>5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0-EFE8-4599-829F-EEF4E18CA379}"/>
            </c:ext>
          </c:extLst>
        </c:ser>
        <c:ser>
          <c:idx val="1"/>
          <c:order val="1"/>
          <c:tx>
            <c:v>Q = 5 − 3w</c:v>
          </c:tx>
          <c:spPr>
            <a:ln w="38100">
              <a:solidFill>
                <a:srgbClr val="CD7428"/>
              </a:solidFill>
            </a:ln>
          </c:spPr>
          <c:marker>
            <c:symbol val="none"/>
          </c:marker>
          <c:cat>
            <c:numRef>
              <c:f>'Chart Data'!$C$2:$C$12</c:f>
              <c:numCache>
                <c:formatCode>General</c:formatCode>
                <c:ptCount val="11"/>
                <c:pt idx="0">
                  <c:v>0.0</c:v>
                </c:pt>
                <c:pt idx="1">
                  <c:v>0.1</c:v>
                </c:pt>
                <c:pt idx="2">
                  <c:v>0.2</c:v>
                </c:pt>
                <c:pt idx="3">
                  <c:v>0.3</c:v>
                </c:pt>
                <c:pt idx="4">
                  <c:v>0.4</c:v>
                </c:pt>
                <c:pt idx="5">
                  <c:v>0.5</c:v>
                </c:pt>
                <c:pt idx="6">
                  <c:v>0.6</c:v>
                </c:pt>
                <c:pt idx="7">
                  <c:v>0.7</c:v>
                </c:pt>
                <c:pt idx="8">
                  <c:v>0.8</c:v>
                </c:pt>
                <c:pt idx="9">
                  <c:v>0.9</c:v>
                </c:pt>
                <c:pt idx="10">
                  <c:v>1.0</c:v>
                </c:pt>
              </c:numCache>
            </c:numRef>
          </c:cat>
          <c:val>
            <c:numRef>
              <c:f>'Chart Data'!$D$2:$D$12</c:f>
              <c:numCache>
                <c:formatCode>0.0</c:formatCode>
                <c:ptCount val="11"/>
                <c:pt idx="0">
                  <c:v>5</c:v>
                </c:pt>
                <c:pt idx="1">
                  <c:v>4.7</c:v>
                </c:pt>
                <c:pt idx="2">
                  <c:v>4.4</c:v>
                </c:pt>
                <c:pt idx="3">
                  <c:v>4.1</c:v>
                </c:pt>
                <c:pt idx="4">
                  <c:v>3.8</c:v>
                </c:pt>
                <c:pt idx="5">
                  <c:v>3.5</c:v>
                </c:pt>
                <c:pt idx="6">
                  <c:v>3.2</c:v>
                </c:pt>
                <c:pt idx="7">
                  <c:v>2.9</c:v>
                </c:pt>
                <c:pt idx="8">
                  <c:v>2.6</c:v>
                </c:pt>
                <c:pt idx="9">
                  <c:v>2.3</c:v>
                </c:pt>
                <c:pt idx="10">
                  <c:v>2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1-EFE8-4599-829F-EEF4E18CA379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smooth val="0"/>
        <c:axId val="48650112"/>
        <c:axId val="48672768"/>
      </c:lineChart>
      <c:catAx>
        <c:axId val="48650112"/>
        <c:scaling>
          <c:orientation val="minMax"/>
        </c:scaling>
        <c:delete val="0"/>
        <c:axPos val="b"/>
        <c:title>
          <c:tx>
            <c:rich>
              <a:bodyPr/>
              <a:lstStyle/>
              <a:p>
                <a:r>
                  <a:rPr>
                    <a:latin typeface="Yu Gothic"/>
                    <a:ea typeface="Yu Gothic"/>
                    <a:cs typeface="Yu Gothic"/>
                  </a:rPr>
                  <a:t>軽さの重み w</a:t>
                </a:r>
              </a:p>
            </c:rich>
          </c:tx>
          <c:overlay val="0"/>
        </c:title>
        <c:numFmt formatCode="General" sourceLinked="1"/>
        <c:majorTickMark val="none"/>
        <c:minorTickMark val="none"/>
        <c:tickLblPos val="nextTo"/>
        <c:spPr>
          <a:ln w="9525">
            <a:solidFill>
              <a:srgbClr val="D4D4D4"/>
            </a:solidFill>
            <a:prstDash val="solid"/>
          </a:ln>
        </c:spPr>
        <c:txPr>
          <a:bodyPr anchorCtr="1"/>
          <a:lstStyle/>
          <a:p>
            <a:pPr>
              <a:defRPr sz="1650">
                <a:solidFill>
                  <a:srgbClr val="666666"/>
                </a:solidFill>
                <a:latin typeface="Yu Gothic"/>
                <a:ea typeface="Yu Gothic"/>
                <a:cs typeface="Yu Gothic"/>
              </a:defRPr>
            </a:pPr>
            <a:endParaRPr lang="ja-JP"/>
          </a:p>
        </c:txPr>
        <c:crossAx val="48672768"/>
        <c:crosses val="autoZero"/>
        <c:auto val="1"/>
        <c:lblAlgn val="ctr"/>
        <c:lblOffset val="100"/>
        <c:noMultiLvlLbl val="1"/>
      </c:catAx>
      <c:valAx>
        <c:axId val="48672768"/>
        <c:scaling>
          <c:orientation val="minMax"/>
          <c:max val="5"/>
          <c:min val="0"/>
        </c:scaling>
        <c:delete val="0"/>
        <c:axPos val="l"/>
        <c:title>
          <c:tx>
            <c:rich>
              <a:bodyPr/>
              <a:lstStyle/>
              <a:p>
                <a:r>
                  <a:rPr>
                    <a:latin typeface="Yu Gothic"/>
                    <a:ea typeface="Yu Gothic"/>
                    <a:cs typeface="Yu Gothic"/>
                  </a:rPr>
                  <a:t>総合点</a:t>
                </a:r>
              </a:p>
            </c:rich>
          </c:tx>
          <c:overlay val="0"/>
        </c:title>
        <c:numFmt formatCode="0.0" sourceLinked="1"/>
        <c:majorTickMark val="none"/>
        <c:minorTickMark val="none"/>
        <c:tickLblPos val="nextTo"/>
        <c:spPr>
          <a:ln w="9525">
            <a:solidFill>
              <a:srgbClr val="D4D4D4"/>
            </a:solidFill>
            <a:prstDash val="solid"/>
          </a:ln>
        </c:spPr>
        <c:txPr>
          <a:bodyPr anchorCtr="1"/>
          <a:lstStyle/>
          <a:p>
            <a:pPr>
              <a:defRPr sz="1650">
                <a:solidFill>
                  <a:srgbClr val="666666"/>
                </a:solidFill>
                <a:latin typeface="Yu Gothic"/>
                <a:ea typeface="Yu Gothic"/>
                <a:cs typeface="Yu Gothic"/>
              </a:defRPr>
            </a:pPr>
            <a:endParaRPr lang="ja-JP"/>
          </a:p>
        </c:txPr>
        <c:crossAx val="48650112"/>
        <c:crosses val="autoZero"/>
        <c:crossBetween val="between"/>
        <c:majorUnit val="1"/>
      </c:valAx>
    </c:plotArea>
    <c:legend>
      <c:legendPos val="b"/>
      <c:overlay val="0"/>
      <c:txPr>
        <a:bodyPr anchorCtr="1"/>
        <a:lstStyle/>
        <a:p>
          <a:pPr>
            <a:defRPr sz="1800">
              <a:latin typeface="Yu Gothic"/>
              <a:ea typeface="Yu Gothic"/>
              <a:cs typeface="Yu Gothic"/>
            </a:defRPr>
          </a:pPr>
          <a:endParaRPr lang="ja-JP"/>
        </a:p>
      </c:txPr>
    </c:legend>
    <c:plotVisOnly val="1"/>
    <c:dispBlanksAs val="zero"/>
    <c:showDLblsOverMax val="1"/>
  </c:chart>
  <c:externalData r:id="rId1">
    <c:autoUpdate val="0"/>
  </c:externalData>
</c:chartSpace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正方形/長方形 6">
            <a:extLst xmlns:a="http://schemas.openxmlformats.org/drawingml/2006/main">
              <a:ext uri="{FF2B5EF4-FFF2-40B4-BE49-F238E27FC236}">
                <a16:creationId xmlns:a16="http://schemas.microsoft.com/office/drawing/2014/main" id="{63CA2D38-771E-496D-AD59-CA33E96199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714375"/>
            <a:ext cx="107632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>
              <a:defRPr sz="2250" b="1">
                <a:solidFill>
                  <a:srgbClr val="2A6C9B"/>
                </a:solidFill>
                <a:latin typeface="Yu Gothic"/>
                <a:ea typeface="Yu Gothic"/>
                <a:cs typeface="Yu Gothic"/>
              </a:defRPr>
            </a:defPPr>
            <a:lvl1pPr>
              <a:buNone/>
              <a:defRPr sz="2250" b="1">
                <a:solidFill>
                  <a:srgbClr val="2A6C9B"/>
                </a:solidFill>
                <a:latin typeface="Yu Gothic"/>
                <a:ea typeface="Yu Gothic"/>
                <a:cs typeface="Yu Gothic"/>
              </a:defRPr>
            </a:lvl1pPr>
            <a:lvl2pPr>
              <a:buNone/>
              <a:defRPr sz="2250" b="1">
                <a:solidFill>
                  <a:srgbClr val="2A6C9B"/>
                </a:solidFill>
                <a:latin typeface="Yu Gothic"/>
                <a:ea typeface="Yu Gothic"/>
                <a:cs typeface="Yu Gothic"/>
              </a:defRPr>
            </a:lvl2pPr>
            <a:lvl3pPr>
              <a:buNone/>
              <a:defRPr sz="2250" b="1">
                <a:solidFill>
                  <a:srgbClr val="2A6C9B"/>
                </a:solidFill>
                <a:latin typeface="Yu Gothic"/>
                <a:ea typeface="Yu Gothic"/>
                <a:cs typeface="Yu Gothic"/>
              </a:defRPr>
            </a:lvl3pPr>
            <a:lvl4pPr>
              <a:buNone/>
              <a:defRPr sz="2250" b="1">
                <a:solidFill>
                  <a:srgbClr val="2A6C9B"/>
                </a:solidFill>
                <a:latin typeface="Yu Gothic"/>
                <a:ea typeface="Yu Gothic"/>
                <a:cs typeface="Yu Gothic"/>
              </a:defRPr>
            </a:lvl4pPr>
            <a:lvl5pPr>
              <a:buNone/>
              <a:defRPr sz="2250" b="1">
                <a:solidFill>
                  <a:srgbClr val="2A6C9B"/>
                </a:solidFill>
                <a:latin typeface="Yu Gothic"/>
                <a:ea typeface="Yu Gothic"/>
                <a:cs typeface="Yu Gothic"/>
              </a:defRPr>
            </a:lvl5pPr>
            <a:lvl6pPr>
              <a:buNone/>
              <a:defRPr sz="2250" b="1">
                <a:solidFill>
                  <a:srgbClr val="2A6C9B"/>
                </a:solidFill>
                <a:latin typeface="Yu Gothic"/>
                <a:ea typeface="Yu Gothic"/>
                <a:cs typeface="Yu Gothic"/>
              </a:defRPr>
            </a:lvl6pPr>
            <a:lvl7pPr>
              <a:buNone/>
              <a:defRPr sz="2250" b="1">
                <a:solidFill>
                  <a:srgbClr val="2A6C9B"/>
                </a:solidFill>
                <a:latin typeface="Yu Gothic"/>
                <a:ea typeface="Yu Gothic"/>
                <a:cs typeface="Yu Gothic"/>
              </a:defRPr>
            </a:lvl7pPr>
            <a:lvl8pPr>
              <a:buNone/>
              <a:defRPr sz="2250" b="1">
                <a:solidFill>
                  <a:srgbClr val="2A6C9B"/>
                </a:solidFill>
                <a:latin typeface="Yu Gothic"/>
                <a:ea typeface="Yu Gothic"/>
                <a:cs typeface="Yu Gothic"/>
              </a:defRPr>
            </a:lvl8pPr>
            <a:lvl9pPr>
              <a:buNone/>
              <a:defRPr sz="2250" b="1">
                <a:solidFill>
                  <a:srgbClr val="2A6C9B"/>
                </a:solidFill>
                <a:latin typeface="Yu Gothic"/>
                <a:ea typeface="Yu Gothic"/>
                <a:cs typeface="Yu Gothic"/>
              </a:defRPr>
            </a:lvl9pPr>
          </a:lstStyle>
          <a:p xmlns:a="http://schemas.openxmlformats.org/drawingml/2006/main">
            <a:pPr>
              <a:buNone/>
              <a:defRPr sz="2250" b="1">
                <a:solidFill>
                  <a:srgbClr val="2A6C9B"/>
                </a:solidFill>
                <a:latin typeface="Yu Gothic"/>
                <a:ea typeface="Yu Gothic"/>
                <a:cs typeface="Yu Gothic"/>
              </a:defRPr>
            </a:pPr>
            <a:r>
              <a:rPr sz="2250" b="1">
                <a:solidFill>
                  <a:srgbClr val="2A6C9B"/>
                </a:solidFill>
                <a:latin typeface="Yu Gothic"/>
                <a:ea typeface="Yu Gothic"/>
                <a:cs typeface="Yu Gothic"/>
              </a:rPr>
              <a:t>工業材料概論　第12回</a:t>
            </a:r>
          </a:p>
        </p:txBody>
      </p:sp>
      <p:sp>
        <p:nvSpPr>
          <p:cNvPr id="2" name="正方形/長方形 1">
            <a:extLst xmlns:a="http://schemas.openxmlformats.org/drawingml/2006/main">
              <a:ext uri="{FF2B5EF4-FFF2-40B4-BE49-F238E27FC236}">
                <a16:creationId xmlns:a16="http://schemas.microsoft.com/office/drawing/2014/main" id="{B4663E8F-781C-4F06-944A-57B922FADB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1905000"/>
            <a:ext cx="10763250" cy="1428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>
              <a:defRPr sz="3600" b="1">
                <a:solidFill>
                  <a:srgbClr val="193B59"/>
                </a:solidFill>
                <a:latin typeface="Yu Gothic"/>
                <a:ea typeface="Yu Gothic"/>
                <a:cs typeface="Yu Gothic"/>
              </a:defRPr>
            </a:defPPr>
            <a:lvl1pPr>
              <a:buNone/>
              <a:defRPr sz="3600" b="1">
                <a:solidFill>
                  <a:srgbClr val="193B59"/>
                </a:solidFill>
                <a:latin typeface="Yu Gothic"/>
                <a:ea typeface="Yu Gothic"/>
                <a:cs typeface="Yu Gothic"/>
              </a:defRPr>
            </a:lvl1pPr>
            <a:lvl2pPr>
              <a:buNone/>
              <a:defRPr sz="3600" b="1">
                <a:solidFill>
                  <a:srgbClr val="193B59"/>
                </a:solidFill>
                <a:latin typeface="Yu Gothic"/>
                <a:ea typeface="Yu Gothic"/>
                <a:cs typeface="Yu Gothic"/>
              </a:defRPr>
            </a:lvl2pPr>
            <a:lvl3pPr>
              <a:buNone/>
              <a:defRPr sz="3600" b="1">
                <a:solidFill>
                  <a:srgbClr val="193B59"/>
                </a:solidFill>
                <a:latin typeface="Yu Gothic"/>
                <a:ea typeface="Yu Gothic"/>
                <a:cs typeface="Yu Gothic"/>
              </a:defRPr>
            </a:lvl3pPr>
            <a:lvl4pPr>
              <a:buNone/>
              <a:defRPr sz="3600" b="1">
                <a:solidFill>
                  <a:srgbClr val="193B59"/>
                </a:solidFill>
                <a:latin typeface="Yu Gothic"/>
                <a:ea typeface="Yu Gothic"/>
                <a:cs typeface="Yu Gothic"/>
              </a:defRPr>
            </a:lvl4pPr>
            <a:lvl5pPr>
              <a:buNone/>
              <a:defRPr sz="3600" b="1">
                <a:solidFill>
                  <a:srgbClr val="193B59"/>
                </a:solidFill>
                <a:latin typeface="Yu Gothic"/>
                <a:ea typeface="Yu Gothic"/>
                <a:cs typeface="Yu Gothic"/>
              </a:defRPr>
            </a:lvl5pPr>
            <a:lvl6pPr>
              <a:buNone/>
              <a:defRPr sz="3600" b="1">
                <a:solidFill>
                  <a:srgbClr val="193B59"/>
                </a:solidFill>
                <a:latin typeface="Yu Gothic"/>
                <a:ea typeface="Yu Gothic"/>
                <a:cs typeface="Yu Gothic"/>
              </a:defRPr>
            </a:lvl6pPr>
            <a:lvl7pPr>
              <a:buNone/>
              <a:defRPr sz="3600" b="1">
                <a:solidFill>
                  <a:srgbClr val="193B59"/>
                </a:solidFill>
                <a:latin typeface="Yu Gothic"/>
                <a:ea typeface="Yu Gothic"/>
                <a:cs typeface="Yu Gothic"/>
              </a:defRPr>
            </a:lvl7pPr>
            <a:lvl8pPr>
              <a:buNone/>
              <a:defRPr sz="3600" b="1">
                <a:solidFill>
                  <a:srgbClr val="193B59"/>
                </a:solidFill>
                <a:latin typeface="Yu Gothic"/>
                <a:ea typeface="Yu Gothic"/>
                <a:cs typeface="Yu Gothic"/>
              </a:defRPr>
            </a:lvl8pPr>
            <a:lvl9pPr>
              <a:buNone/>
              <a:defRPr sz="3600" b="1">
                <a:solidFill>
                  <a:srgbClr val="193B59"/>
                </a:solidFill>
                <a:latin typeface="Yu Gothic"/>
                <a:ea typeface="Yu Gothic"/>
                <a:cs typeface="Yu Gothic"/>
              </a:defRPr>
            </a:lvl9pPr>
          </a:lstStyle>
          <a:p xmlns:a="http://schemas.openxmlformats.org/drawingml/2006/main">
            <a:pPr>
              <a:buNone/>
              <a:defRPr sz="3600" b="1">
                <a:solidFill>
                  <a:srgbClr val="193B59"/>
                </a:solidFill>
                <a:latin typeface="Yu Gothic"/>
                <a:ea typeface="Yu Gothic"/>
                <a:cs typeface="Yu Gothic"/>
              </a:defRPr>
            </a:pPr>
            <a:r>
              <a:rPr sz="3600" b="1">
                <a:solidFill>
                  <a:srgbClr val="193B59"/>
                </a:solidFill>
                <a:latin typeface="Yu Gothic"/>
                <a:ea typeface="Yu Gothic"/>
                <a:cs typeface="Yu Gothic"/>
              </a:rPr>
              <a:t>複数の観点から材料を選ぶ</a:t>
            </a:r>
          </a:p>
        </p:txBody>
      </p:sp>
      <p:sp>
        <p:nvSpPr>
          <p:cNvPr id="3" name="正方形/長方形 2">
            <a:extLst xmlns:a="http://schemas.openxmlformats.org/drawingml/2006/main">
              <a:ext uri="{FF2B5EF4-FFF2-40B4-BE49-F238E27FC236}">
                <a16:creationId xmlns:a16="http://schemas.microsoft.com/office/drawing/2014/main" id="{E35100E6-64B5-4674-B858-85CBD8A795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3762375"/>
            <a:ext cx="1047750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>
              <a:defRPr sz="2250" b="0">
                <a:solidFill>
                  <a:srgbClr val="263D4D"/>
                </a:solidFill>
                <a:latin typeface="Yu Gothic"/>
                <a:ea typeface="Yu Gothic"/>
                <a:cs typeface="Yu Gothic"/>
              </a:defRPr>
            </a:defPPr>
            <a:lvl1pPr>
              <a:buNone/>
              <a:defRPr sz="2250" b="0">
                <a:solidFill>
                  <a:srgbClr val="263D4D"/>
                </a:solidFill>
                <a:latin typeface="Yu Gothic"/>
                <a:ea typeface="Yu Gothic"/>
                <a:cs typeface="Yu Gothic"/>
              </a:defRPr>
            </a:lvl1pPr>
            <a:lvl2pPr>
              <a:buNone/>
              <a:defRPr sz="2250" b="0">
                <a:solidFill>
                  <a:srgbClr val="263D4D"/>
                </a:solidFill>
                <a:latin typeface="Yu Gothic"/>
                <a:ea typeface="Yu Gothic"/>
                <a:cs typeface="Yu Gothic"/>
              </a:defRPr>
            </a:lvl2pPr>
            <a:lvl3pPr>
              <a:buNone/>
              <a:defRPr sz="2250" b="0">
                <a:solidFill>
                  <a:srgbClr val="263D4D"/>
                </a:solidFill>
                <a:latin typeface="Yu Gothic"/>
                <a:ea typeface="Yu Gothic"/>
                <a:cs typeface="Yu Gothic"/>
              </a:defRPr>
            </a:lvl3pPr>
            <a:lvl4pPr>
              <a:buNone/>
              <a:defRPr sz="2250" b="0">
                <a:solidFill>
                  <a:srgbClr val="263D4D"/>
                </a:solidFill>
                <a:latin typeface="Yu Gothic"/>
                <a:ea typeface="Yu Gothic"/>
                <a:cs typeface="Yu Gothic"/>
              </a:defRPr>
            </a:lvl4pPr>
            <a:lvl5pPr>
              <a:buNone/>
              <a:defRPr sz="2250" b="0">
                <a:solidFill>
                  <a:srgbClr val="263D4D"/>
                </a:solidFill>
                <a:latin typeface="Yu Gothic"/>
                <a:ea typeface="Yu Gothic"/>
                <a:cs typeface="Yu Gothic"/>
              </a:defRPr>
            </a:lvl5pPr>
            <a:lvl6pPr>
              <a:buNone/>
              <a:defRPr sz="2250" b="0">
                <a:solidFill>
                  <a:srgbClr val="263D4D"/>
                </a:solidFill>
                <a:latin typeface="Yu Gothic"/>
                <a:ea typeface="Yu Gothic"/>
                <a:cs typeface="Yu Gothic"/>
              </a:defRPr>
            </a:lvl6pPr>
            <a:lvl7pPr>
              <a:buNone/>
              <a:defRPr sz="2250" b="0">
                <a:solidFill>
                  <a:srgbClr val="263D4D"/>
                </a:solidFill>
                <a:latin typeface="Yu Gothic"/>
                <a:ea typeface="Yu Gothic"/>
                <a:cs typeface="Yu Gothic"/>
              </a:defRPr>
            </a:lvl7pPr>
            <a:lvl8pPr>
              <a:buNone/>
              <a:defRPr sz="2250" b="0">
                <a:solidFill>
                  <a:srgbClr val="263D4D"/>
                </a:solidFill>
                <a:latin typeface="Yu Gothic"/>
                <a:ea typeface="Yu Gothic"/>
                <a:cs typeface="Yu Gothic"/>
              </a:defRPr>
            </a:lvl8pPr>
            <a:lvl9pPr>
              <a:buNone/>
              <a:defRPr sz="2250" b="0">
                <a:solidFill>
                  <a:srgbClr val="263D4D"/>
                </a:solidFill>
                <a:latin typeface="Yu Gothic"/>
                <a:ea typeface="Yu Gothic"/>
                <a:cs typeface="Yu Gothic"/>
              </a:defRPr>
            </a:lvl9pPr>
          </a:lstStyle>
          <a:p xmlns:a="http://schemas.openxmlformats.org/drawingml/2006/main">
            <a:pPr>
              <a:buNone/>
              <a:defRPr sz="2250" b="0">
                <a:solidFill>
                  <a:srgbClr val="263D4D"/>
                </a:solidFill>
                <a:latin typeface="Yu Gothic"/>
                <a:ea typeface="Yu Gothic"/>
                <a:cs typeface="Yu Gothic"/>
              </a:defRPr>
            </a:pPr>
            <a:r>
              <a:rPr sz="2250" b="0">
                <a:solidFill>
                  <a:srgbClr val="263D4D"/>
                </a:solidFill>
                <a:latin typeface="Yu Gothic"/>
                <a:ea typeface="Yu Gothic"/>
                <a:cs typeface="Yu Gothic"/>
              </a:rPr>
              <a:t>条件と根拠をそろえ、選択と改善を説明する</a:t>
            </a:r>
          </a:p>
        </p:txBody>
      </p:sp>
      <p:sp>
        <p:nvSpPr>
          <p:cNvPr id="4" name="正方形/長方形 3">
            <a:extLst xmlns:a="http://schemas.openxmlformats.org/drawingml/2006/main">
              <a:ext uri="{FF2B5EF4-FFF2-40B4-BE49-F238E27FC236}">
                <a16:creationId xmlns:a16="http://schemas.microsoft.com/office/drawing/2014/main" id="{01AB6B58-715B-4974-AAB5-1DB1A33E50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5238750"/>
            <a:ext cx="95250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>
              <a:defRPr sz="2025" b="0">
                <a:solidFill>
                  <a:srgbClr val="263D4D"/>
                </a:solidFill>
                <a:latin typeface="Yu Gothic"/>
                <a:ea typeface="Yu Gothic"/>
                <a:cs typeface="Yu Gothic"/>
              </a:defRPr>
            </a:defPPr>
            <a:lvl1pPr>
              <a:buNone/>
              <a:defRPr sz="2025" b="0">
                <a:solidFill>
                  <a:srgbClr val="263D4D"/>
                </a:solidFill>
                <a:latin typeface="Yu Gothic"/>
                <a:ea typeface="Yu Gothic"/>
                <a:cs typeface="Yu Gothic"/>
              </a:defRPr>
            </a:lvl1pPr>
            <a:lvl2pPr>
              <a:buNone/>
              <a:defRPr sz="2025" b="0">
                <a:solidFill>
                  <a:srgbClr val="263D4D"/>
                </a:solidFill>
                <a:latin typeface="Yu Gothic"/>
                <a:ea typeface="Yu Gothic"/>
                <a:cs typeface="Yu Gothic"/>
              </a:defRPr>
            </a:lvl2pPr>
            <a:lvl3pPr>
              <a:buNone/>
              <a:defRPr sz="2025" b="0">
                <a:solidFill>
                  <a:srgbClr val="263D4D"/>
                </a:solidFill>
                <a:latin typeface="Yu Gothic"/>
                <a:ea typeface="Yu Gothic"/>
                <a:cs typeface="Yu Gothic"/>
              </a:defRPr>
            </a:lvl3pPr>
            <a:lvl4pPr>
              <a:buNone/>
              <a:defRPr sz="2025" b="0">
                <a:solidFill>
                  <a:srgbClr val="263D4D"/>
                </a:solidFill>
                <a:latin typeface="Yu Gothic"/>
                <a:ea typeface="Yu Gothic"/>
                <a:cs typeface="Yu Gothic"/>
              </a:defRPr>
            </a:lvl4pPr>
            <a:lvl5pPr>
              <a:buNone/>
              <a:defRPr sz="2025" b="0">
                <a:solidFill>
                  <a:srgbClr val="263D4D"/>
                </a:solidFill>
                <a:latin typeface="Yu Gothic"/>
                <a:ea typeface="Yu Gothic"/>
                <a:cs typeface="Yu Gothic"/>
              </a:defRPr>
            </a:lvl5pPr>
            <a:lvl6pPr>
              <a:buNone/>
              <a:defRPr sz="2025" b="0">
                <a:solidFill>
                  <a:srgbClr val="263D4D"/>
                </a:solidFill>
                <a:latin typeface="Yu Gothic"/>
                <a:ea typeface="Yu Gothic"/>
                <a:cs typeface="Yu Gothic"/>
              </a:defRPr>
            </a:lvl6pPr>
            <a:lvl7pPr>
              <a:buNone/>
              <a:defRPr sz="2025" b="0">
                <a:solidFill>
                  <a:srgbClr val="263D4D"/>
                </a:solidFill>
                <a:latin typeface="Yu Gothic"/>
                <a:ea typeface="Yu Gothic"/>
                <a:cs typeface="Yu Gothic"/>
              </a:defRPr>
            </a:lvl7pPr>
            <a:lvl8pPr>
              <a:buNone/>
              <a:defRPr sz="2025" b="0">
                <a:solidFill>
                  <a:srgbClr val="263D4D"/>
                </a:solidFill>
                <a:latin typeface="Yu Gothic"/>
                <a:ea typeface="Yu Gothic"/>
                <a:cs typeface="Yu Gothic"/>
              </a:defRPr>
            </a:lvl8pPr>
            <a:lvl9pPr>
              <a:buNone/>
              <a:defRPr sz="2025" b="0">
                <a:solidFill>
                  <a:srgbClr val="263D4D"/>
                </a:solidFill>
                <a:latin typeface="Yu Gothic"/>
                <a:ea typeface="Yu Gothic"/>
                <a:cs typeface="Yu Gothic"/>
              </a:defRPr>
            </a:lvl9pPr>
          </a:lstStyle>
          <a:p xmlns:a="http://schemas.openxmlformats.org/drawingml/2006/main">
            <a:pPr>
              <a:buNone/>
              <a:defRPr sz="2025" b="0">
                <a:solidFill>
                  <a:srgbClr val="263D4D"/>
                </a:solidFill>
                <a:latin typeface="Yu Gothic"/>
                <a:ea typeface="Yu Gothic"/>
                <a:cs typeface="Yu Gothic"/>
              </a:defRPr>
            </a:pPr>
            <a:r>
              <a:rPr sz="2025" b="0">
                <a:solidFill>
                  <a:srgbClr val="263D4D"/>
                </a:solidFill>
                <a:latin typeface="Yu Gothic"/>
                <a:ea typeface="Yu Gothic"/>
                <a:cs typeface="Yu Gothic"/>
              </a:rPr>
              <a:t>米延 仁志</a:t>
            </a:r>
          </a:p>
        </p:txBody>
      </p:sp>
      <p:sp>
        <p:nvSpPr>
          <p:cNvPr id="5" name="正方形/長方形 4">
            <a:extLst xmlns:a="http://schemas.openxmlformats.org/drawingml/2006/main">
              <a:ext uri="{FF2B5EF4-FFF2-40B4-BE49-F238E27FC236}">
                <a16:creationId xmlns:a16="http://schemas.microsoft.com/office/drawing/2014/main" id="{B6AD7BD8-7871-484A-BA57-93CD000FB8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353175"/>
            <a:ext cx="8953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>
              <a:defRPr sz="1425" b="0">
                <a:solidFill>
                  <a:srgbClr val="71818B"/>
                </a:solidFill>
                <a:latin typeface="Yu Gothic"/>
                <a:ea typeface="Yu Gothic"/>
                <a:cs typeface="Yu Gothic"/>
              </a:defRPr>
            </a:defPPr>
            <a:lvl1pPr>
              <a:buNone/>
              <a:defRPr sz="1425" b="0">
                <a:solidFill>
                  <a:srgbClr val="71818B"/>
                </a:solidFill>
                <a:latin typeface="Yu Gothic"/>
                <a:ea typeface="Yu Gothic"/>
                <a:cs typeface="Yu Gothic"/>
              </a:defRPr>
            </a:lvl1pPr>
            <a:lvl2pPr>
              <a:buNone/>
              <a:defRPr sz="1425" b="0">
                <a:solidFill>
                  <a:srgbClr val="71818B"/>
                </a:solidFill>
                <a:latin typeface="Yu Gothic"/>
                <a:ea typeface="Yu Gothic"/>
                <a:cs typeface="Yu Gothic"/>
              </a:defRPr>
            </a:lvl2pPr>
            <a:lvl3pPr>
              <a:buNone/>
              <a:defRPr sz="1425" b="0">
                <a:solidFill>
                  <a:srgbClr val="71818B"/>
                </a:solidFill>
                <a:latin typeface="Yu Gothic"/>
                <a:ea typeface="Yu Gothic"/>
                <a:cs typeface="Yu Gothic"/>
              </a:defRPr>
            </a:lvl3pPr>
            <a:lvl4pPr>
              <a:buNone/>
              <a:defRPr sz="1425" b="0">
                <a:solidFill>
                  <a:srgbClr val="71818B"/>
                </a:solidFill>
                <a:latin typeface="Yu Gothic"/>
                <a:ea typeface="Yu Gothic"/>
                <a:cs typeface="Yu Gothic"/>
              </a:defRPr>
            </a:lvl4pPr>
            <a:lvl5pPr>
              <a:buNone/>
              <a:defRPr sz="1425" b="0">
                <a:solidFill>
                  <a:srgbClr val="71818B"/>
                </a:solidFill>
                <a:latin typeface="Yu Gothic"/>
                <a:ea typeface="Yu Gothic"/>
                <a:cs typeface="Yu Gothic"/>
              </a:defRPr>
            </a:lvl5pPr>
            <a:lvl6pPr>
              <a:buNone/>
              <a:defRPr sz="1425" b="0">
                <a:solidFill>
                  <a:srgbClr val="71818B"/>
                </a:solidFill>
                <a:latin typeface="Yu Gothic"/>
                <a:ea typeface="Yu Gothic"/>
                <a:cs typeface="Yu Gothic"/>
              </a:defRPr>
            </a:lvl6pPr>
            <a:lvl7pPr>
              <a:buNone/>
              <a:defRPr sz="1425" b="0">
                <a:solidFill>
                  <a:srgbClr val="71818B"/>
                </a:solidFill>
                <a:latin typeface="Yu Gothic"/>
                <a:ea typeface="Yu Gothic"/>
                <a:cs typeface="Yu Gothic"/>
              </a:defRPr>
            </a:lvl7pPr>
            <a:lvl8pPr>
              <a:buNone/>
              <a:defRPr sz="1425" b="0">
                <a:solidFill>
                  <a:srgbClr val="71818B"/>
                </a:solidFill>
                <a:latin typeface="Yu Gothic"/>
                <a:ea typeface="Yu Gothic"/>
                <a:cs typeface="Yu Gothic"/>
              </a:defRPr>
            </a:lvl8pPr>
            <a:lvl9pPr>
              <a:buNone/>
              <a:defRPr sz="1425" b="0">
                <a:solidFill>
                  <a:srgbClr val="71818B"/>
                </a:solidFill>
                <a:latin typeface="Yu Gothic"/>
                <a:ea typeface="Yu Gothic"/>
                <a:cs typeface="Yu Gothic"/>
              </a:defRPr>
            </a:lvl9pPr>
          </a:lstStyle>
          <a:p xmlns:a="http://schemas.openxmlformats.org/drawingml/2006/main">
            <a:pPr>
              <a:buNone/>
              <a:defRPr sz="1425" b="0">
                <a:solidFill>
                  <a:srgbClr val="71818B"/>
                </a:solidFill>
                <a:latin typeface="Yu Gothic"/>
                <a:ea typeface="Yu Gothic"/>
                <a:cs typeface="Yu Gothic"/>
              </a:defRPr>
            </a:pPr>
            <a:r>
              <a:rPr sz="1425" b="0">
                <a:solidFill>
                  <a:srgbClr val="71818B"/>
                </a:solidFill>
                <a:latin typeface="Yu Gothic"/>
                <a:ea typeface="Yu Gothic"/>
                <a:cs typeface="Yu Gothic"/>
              </a:rPr>
              <a:t>工業材料概論　第12回</a:t>
            </a:r>
          </a:p>
        </p:txBody>
      </p:sp>
      <p:sp>
        <p:nvSpPr>
          <p:cNvPr id="6" name="正方形/長方形 5">
            <a:extLst xmlns:a="http://schemas.openxmlformats.org/drawingml/2006/main">
              <a:ext uri="{FF2B5EF4-FFF2-40B4-BE49-F238E27FC236}">
                <a16:creationId xmlns:a16="http://schemas.microsoft.com/office/drawing/2014/main" id="{79183730-AB75-43BF-B728-67DAEA31A8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82250" y="6353175"/>
            <a:ext cx="1238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>
              <a:defRPr sz="1425" b="0">
                <a:solidFill>
                  <a:srgbClr val="71818B"/>
                </a:solidFill>
                <a:latin typeface="Yu Gothic"/>
                <a:ea typeface="Yu Gothic"/>
                <a:cs typeface="Yu Gothic"/>
              </a:defRPr>
            </a:defPPr>
            <a:lvl1pPr>
              <a:buNone/>
              <a:defRPr sz="1425" b="0">
                <a:solidFill>
                  <a:srgbClr val="71818B"/>
                </a:solidFill>
                <a:latin typeface="Yu Gothic"/>
                <a:ea typeface="Yu Gothic"/>
                <a:cs typeface="Yu Gothic"/>
              </a:defRPr>
            </a:lvl1pPr>
            <a:lvl2pPr>
              <a:buNone/>
              <a:defRPr sz="1425" b="0">
                <a:solidFill>
                  <a:srgbClr val="71818B"/>
                </a:solidFill>
                <a:latin typeface="Yu Gothic"/>
                <a:ea typeface="Yu Gothic"/>
                <a:cs typeface="Yu Gothic"/>
              </a:defRPr>
            </a:lvl2pPr>
            <a:lvl3pPr>
              <a:buNone/>
              <a:defRPr sz="1425" b="0">
                <a:solidFill>
                  <a:srgbClr val="71818B"/>
                </a:solidFill>
                <a:latin typeface="Yu Gothic"/>
                <a:ea typeface="Yu Gothic"/>
                <a:cs typeface="Yu Gothic"/>
              </a:defRPr>
            </a:lvl3pPr>
            <a:lvl4pPr>
              <a:buNone/>
              <a:defRPr sz="1425" b="0">
                <a:solidFill>
                  <a:srgbClr val="71818B"/>
                </a:solidFill>
                <a:latin typeface="Yu Gothic"/>
                <a:ea typeface="Yu Gothic"/>
                <a:cs typeface="Yu Gothic"/>
              </a:defRPr>
            </a:lvl4pPr>
            <a:lvl5pPr>
              <a:buNone/>
              <a:defRPr sz="1425" b="0">
                <a:solidFill>
                  <a:srgbClr val="71818B"/>
                </a:solidFill>
                <a:latin typeface="Yu Gothic"/>
                <a:ea typeface="Yu Gothic"/>
                <a:cs typeface="Yu Gothic"/>
              </a:defRPr>
            </a:lvl5pPr>
            <a:lvl6pPr>
              <a:buNone/>
              <a:defRPr sz="1425" b="0">
                <a:solidFill>
                  <a:srgbClr val="71818B"/>
                </a:solidFill>
                <a:latin typeface="Yu Gothic"/>
                <a:ea typeface="Yu Gothic"/>
                <a:cs typeface="Yu Gothic"/>
              </a:defRPr>
            </a:lvl6pPr>
            <a:lvl7pPr>
              <a:buNone/>
              <a:defRPr sz="1425" b="0">
                <a:solidFill>
                  <a:srgbClr val="71818B"/>
                </a:solidFill>
                <a:latin typeface="Yu Gothic"/>
                <a:ea typeface="Yu Gothic"/>
                <a:cs typeface="Yu Gothic"/>
              </a:defRPr>
            </a:lvl7pPr>
            <a:lvl8pPr>
              <a:buNone/>
              <a:defRPr sz="1425" b="0">
                <a:solidFill>
                  <a:srgbClr val="71818B"/>
                </a:solidFill>
                <a:latin typeface="Yu Gothic"/>
                <a:ea typeface="Yu Gothic"/>
                <a:cs typeface="Yu Gothic"/>
              </a:defRPr>
            </a:lvl8pPr>
            <a:lvl9pPr>
              <a:buNone/>
              <a:defRPr sz="1425" b="0">
                <a:solidFill>
                  <a:srgbClr val="71818B"/>
                </a:solidFill>
                <a:latin typeface="Yu Gothic"/>
                <a:ea typeface="Yu Gothic"/>
                <a:cs typeface="Yu Gothic"/>
              </a:defRPr>
            </a:lvl9pPr>
          </a:lstStyle>
          <a:p xmlns:a="http://schemas.openxmlformats.org/drawingml/2006/main">
            <a:pPr>
              <a:buNone/>
              <a:defRPr sz="1425" b="0">
                <a:solidFill>
                  <a:srgbClr val="71818B"/>
                </a:solidFill>
                <a:latin typeface="Yu Gothic"/>
                <a:ea typeface="Yu Gothic"/>
                <a:cs typeface="Yu Gothic"/>
              </a:defRPr>
            </a:pPr>
            <a:r>
              <a:rPr sz="1425" b="0">
                <a:solidFill>
                  <a:srgbClr val="71818B"/>
                </a:solidFill>
                <a:latin typeface="Yu Gothic"/>
                <a:ea typeface="Yu Gothic"/>
                <a:cs typeface="Yu Gothic"/>
              </a:rPr>
              <a:t>1 / 41</a:t>
            </a:r>
            <a:endParaRPr sz="1425" b="0">
              <a:solidFill>
                <a:srgbClr val="71818B"/>
              </a:solidFill>
              <a:latin typeface="Yu Gothic"/>
              <a:ea typeface="Yu Gothic"/>
              <a:cs typeface="Yu Gothic"/>
            </a:endParaRPr>
          </a:p>
        </p:txBody>
      </p:sp>
    </p:spTree>
    <p:extLst>
      <p:ext uri="{BB962C8B-B14F-4D97-AF65-F5344CB8AC3E}">
        <p14:creationId xmlns:p14="http://schemas.microsoft.com/office/powerpoint/2010/main" val="2086346400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正方形/長方形 8">
            <a:extLst xmlns:a="http://schemas.openxmlformats.org/drawingml/2006/main">
              <a:ext uri="{FF2B5EF4-FFF2-40B4-BE49-F238E27FC236}">
                <a16:creationId xmlns:a16="http://schemas.microsoft.com/office/drawing/2014/main" id="{122E9C1E-3871-473C-BD65-2FED11E32E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81000"/>
            <a:ext cx="108585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>
              <a:defRPr sz="3000" b="1">
                <a:solidFill>
                  <a:srgbClr val="193B59"/>
                </a:solidFill>
                <a:latin typeface="Yu Gothic"/>
                <a:ea typeface="Yu Gothic"/>
                <a:cs typeface="Yu Gothic"/>
              </a:defRPr>
            </a:defPPr>
            <a:lvl1pPr>
              <a:buNone/>
              <a:defRPr sz="3000" b="1">
                <a:solidFill>
                  <a:srgbClr val="193B59"/>
                </a:solidFill>
                <a:latin typeface="Yu Gothic"/>
                <a:ea typeface="Yu Gothic"/>
                <a:cs typeface="Yu Gothic"/>
              </a:defRPr>
            </a:lvl1pPr>
            <a:lvl2pPr>
              <a:buNone/>
              <a:defRPr sz="3000" b="1">
                <a:solidFill>
                  <a:srgbClr val="193B59"/>
                </a:solidFill>
                <a:latin typeface="Yu Gothic"/>
                <a:ea typeface="Yu Gothic"/>
                <a:cs typeface="Yu Gothic"/>
              </a:defRPr>
            </a:lvl2pPr>
            <a:lvl3pPr>
              <a:buNone/>
              <a:defRPr sz="3000" b="1">
                <a:solidFill>
                  <a:srgbClr val="193B59"/>
                </a:solidFill>
                <a:latin typeface="Yu Gothic"/>
                <a:ea typeface="Yu Gothic"/>
                <a:cs typeface="Yu Gothic"/>
              </a:defRPr>
            </a:lvl3pPr>
            <a:lvl4pPr>
              <a:buNone/>
              <a:defRPr sz="3000" b="1">
                <a:solidFill>
                  <a:srgbClr val="193B59"/>
                </a:solidFill>
                <a:latin typeface="Yu Gothic"/>
                <a:ea typeface="Yu Gothic"/>
                <a:cs typeface="Yu Gothic"/>
              </a:defRPr>
            </a:lvl4pPr>
            <a:lvl5pPr>
              <a:buNone/>
              <a:defRPr sz="3000" b="1">
                <a:solidFill>
                  <a:srgbClr val="193B59"/>
                </a:solidFill>
                <a:latin typeface="Yu Gothic"/>
                <a:ea typeface="Yu Gothic"/>
                <a:cs typeface="Yu Gothic"/>
              </a:defRPr>
            </a:lvl5pPr>
            <a:lvl6pPr>
              <a:buNone/>
              <a:defRPr sz="3000" b="1">
                <a:solidFill>
                  <a:srgbClr val="193B59"/>
                </a:solidFill>
                <a:latin typeface="Yu Gothic"/>
                <a:ea typeface="Yu Gothic"/>
                <a:cs typeface="Yu Gothic"/>
              </a:defRPr>
            </a:lvl6pPr>
            <a:lvl7pPr>
              <a:buNone/>
              <a:defRPr sz="3000" b="1">
                <a:solidFill>
                  <a:srgbClr val="193B59"/>
                </a:solidFill>
                <a:latin typeface="Yu Gothic"/>
                <a:ea typeface="Yu Gothic"/>
                <a:cs typeface="Yu Gothic"/>
              </a:defRPr>
            </a:lvl7pPr>
            <a:lvl8pPr>
              <a:buNone/>
              <a:defRPr sz="3000" b="1">
                <a:solidFill>
                  <a:srgbClr val="193B59"/>
                </a:solidFill>
                <a:latin typeface="Yu Gothic"/>
                <a:ea typeface="Yu Gothic"/>
                <a:cs typeface="Yu Gothic"/>
              </a:defRPr>
            </a:lvl8pPr>
            <a:lvl9pPr>
              <a:buNone/>
              <a:defRPr sz="3000" b="1">
                <a:solidFill>
                  <a:srgbClr val="193B59"/>
                </a:solidFill>
                <a:latin typeface="Yu Gothic"/>
                <a:ea typeface="Yu Gothic"/>
                <a:cs typeface="Yu Gothic"/>
              </a:defRPr>
            </a:lvl9pPr>
          </a:lstStyle>
          <a:p xmlns:a="http://schemas.openxmlformats.org/drawingml/2006/main">
            <a:pPr>
              <a:buNone/>
              <a:defRPr sz="3000" b="1">
                <a:solidFill>
                  <a:srgbClr val="193B59"/>
                </a:solidFill>
                <a:latin typeface="Yu Gothic"/>
                <a:ea typeface="Yu Gothic"/>
                <a:cs typeface="Yu Gothic"/>
              </a:defRPr>
            </a:pPr>
            <a:r>
              <a:rPr sz="3000" b="1">
                <a:solidFill>
                  <a:srgbClr val="193B59"/>
                </a:solidFill>
                <a:latin typeface="Yu Gothic"/>
                <a:ea typeface="Yu Gothic"/>
                <a:cs typeface="Yu Gothic"/>
              </a:rPr>
              <a:t>今回の到達点</a:t>
            </a:r>
          </a:p>
        </p:txBody>
      </p:sp>
      <p:sp>
        <p:nvSpPr>
          <p:cNvPr id="2" name="直線コネクタ 1">
            <a:extLst xmlns:a="http://schemas.openxmlformats.org/drawingml/2006/main">
              <a:ext uri="{FF2B5EF4-FFF2-40B4-BE49-F238E27FC236}">
                <a16:creationId xmlns:a16="http://schemas.microsoft.com/office/drawing/2014/main" id="{A99812A7-BCAD-4284-B964-4300280DA8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323975"/>
            <a:ext cx="10820400" cy="0"/>
          </a:xfrm>
          <a:prstGeom xmlns:a="http://schemas.openxmlformats.org/drawingml/2006/main" prst="line">
            <a:avLst/>
          </a:prstGeom>
          <a:ln xmlns:a="http://schemas.openxmlformats.org/drawingml/2006/main" w="19050">
            <a:solidFill>
              <a:srgbClr val="D8E1E7"/>
            </a:solidFill>
          </a:ln>
        </p:spPr>
      </p:sp>
      <p:sp>
        <p:nvSpPr>
          <p:cNvPr id="3" name="正方形/長方形 2">
            <a:extLst xmlns:a="http://schemas.openxmlformats.org/drawingml/2006/main">
              <a:ext uri="{FF2B5EF4-FFF2-40B4-BE49-F238E27FC236}">
                <a16:creationId xmlns:a16="http://schemas.microsoft.com/office/drawing/2014/main" id="{0A85C146-834D-4908-A397-B760BAD438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1666875"/>
            <a:ext cx="10572750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>
              <a:defRPr sz="2250" b="1">
                <a:solidFill>
                  <a:srgbClr val="263D4D"/>
                </a:solidFill>
                <a:latin typeface="Yu Gothic"/>
                <a:ea typeface="Yu Gothic"/>
                <a:cs typeface="Yu Gothic"/>
              </a:defRPr>
            </a:defPPr>
            <a:lvl1pPr>
              <a:buNone/>
              <a:defRPr sz="2250" b="1">
                <a:solidFill>
                  <a:srgbClr val="263D4D"/>
                </a:solidFill>
                <a:latin typeface="Yu Gothic"/>
                <a:ea typeface="Yu Gothic"/>
                <a:cs typeface="Yu Gothic"/>
              </a:defRPr>
            </a:lvl1pPr>
            <a:lvl2pPr>
              <a:buNone/>
              <a:defRPr sz="2250" b="1">
                <a:solidFill>
                  <a:srgbClr val="263D4D"/>
                </a:solidFill>
                <a:latin typeface="Yu Gothic"/>
                <a:ea typeface="Yu Gothic"/>
                <a:cs typeface="Yu Gothic"/>
              </a:defRPr>
            </a:lvl2pPr>
            <a:lvl3pPr>
              <a:buNone/>
              <a:defRPr sz="2250" b="1">
                <a:solidFill>
                  <a:srgbClr val="263D4D"/>
                </a:solidFill>
                <a:latin typeface="Yu Gothic"/>
                <a:ea typeface="Yu Gothic"/>
                <a:cs typeface="Yu Gothic"/>
              </a:defRPr>
            </a:lvl3pPr>
            <a:lvl4pPr>
              <a:buNone/>
              <a:defRPr sz="2250" b="1">
                <a:solidFill>
                  <a:srgbClr val="263D4D"/>
                </a:solidFill>
                <a:latin typeface="Yu Gothic"/>
                <a:ea typeface="Yu Gothic"/>
                <a:cs typeface="Yu Gothic"/>
              </a:defRPr>
            </a:lvl4pPr>
            <a:lvl5pPr>
              <a:buNone/>
              <a:defRPr sz="2250" b="1">
                <a:solidFill>
                  <a:srgbClr val="263D4D"/>
                </a:solidFill>
                <a:latin typeface="Yu Gothic"/>
                <a:ea typeface="Yu Gothic"/>
                <a:cs typeface="Yu Gothic"/>
              </a:defRPr>
            </a:lvl5pPr>
            <a:lvl6pPr>
              <a:buNone/>
              <a:defRPr sz="2250" b="1">
                <a:solidFill>
                  <a:srgbClr val="263D4D"/>
                </a:solidFill>
                <a:latin typeface="Yu Gothic"/>
                <a:ea typeface="Yu Gothic"/>
                <a:cs typeface="Yu Gothic"/>
              </a:defRPr>
            </a:lvl6pPr>
            <a:lvl7pPr>
              <a:buNone/>
              <a:defRPr sz="2250" b="1">
                <a:solidFill>
                  <a:srgbClr val="263D4D"/>
                </a:solidFill>
                <a:latin typeface="Yu Gothic"/>
                <a:ea typeface="Yu Gothic"/>
                <a:cs typeface="Yu Gothic"/>
              </a:defRPr>
            </a:lvl7pPr>
            <a:lvl8pPr>
              <a:buNone/>
              <a:defRPr sz="2250" b="1">
                <a:solidFill>
                  <a:srgbClr val="263D4D"/>
                </a:solidFill>
                <a:latin typeface="Yu Gothic"/>
                <a:ea typeface="Yu Gothic"/>
                <a:cs typeface="Yu Gothic"/>
              </a:defRPr>
            </a:lvl8pPr>
            <a:lvl9pPr>
              <a:buNone/>
              <a:defRPr sz="2250" b="1">
                <a:solidFill>
                  <a:srgbClr val="263D4D"/>
                </a:solidFill>
                <a:latin typeface="Yu Gothic"/>
                <a:ea typeface="Yu Gothic"/>
                <a:cs typeface="Yu Gothic"/>
              </a:defRPr>
            </a:lvl9pPr>
          </a:lstStyle>
          <a:p xmlns:a="http://schemas.openxmlformats.org/drawingml/2006/main">
            <a:pPr>
              <a:buNone/>
              <a:defRPr sz="2250" b="1">
                <a:solidFill>
                  <a:srgbClr val="263D4D"/>
                </a:solidFill>
                <a:latin typeface="Yu Gothic"/>
                <a:ea typeface="Yu Gothic"/>
                <a:cs typeface="Yu Gothic"/>
              </a:defRPr>
            </a:pPr>
            <a:r>
              <a:rPr sz="2250" b="1">
                <a:solidFill>
                  <a:srgbClr val="263D4D"/>
                </a:solidFill>
                <a:latin typeface="Yu Gothic"/>
                <a:ea typeface="Yu Gothic"/>
                <a:cs typeface="Yu Gothic"/>
              </a:rPr>
              <a:t>用途を、確かめられる要求条件へ言い換える</a:t>
            </a:r>
          </a:p>
        </p:txBody>
      </p:sp>
      <p:sp>
        <p:nvSpPr>
          <p:cNvPr id="4" name="正方形/長方形 3">
            <a:extLst xmlns:a="http://schemas.openxmlformats.org/drawingml/2006/main">
              <a:ext uri="{FF2B5EF4-FFF2-40B4-BE49-F238E27FC236}">
                <a16:creationId xmlns:a16="http://schemas.microsoft.com/office/drawing/2014/main" id="{660A54DE-70B3-42F3-978D-08A38362BE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2619375"/>
            <a:ext cx="10572750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>
              <a:defRPr sz="2250" b="0">
                <a:solidFill>
                  <a:srgbClr val="263D4D"/>
                </a:solidFill>
                <a:latin typeface="Yu Gothic"/>
                <a:ea typeface="Yu Gothic"/>
                <a:cs typeface="Yu Gothic"/>
              </a:defRPr>
            </a:defPPr>
            <a:lvl1pPr>
              <a:buNone/>
              <a:defRPr sz="2250" b="0">
                <a:solidFill>
                  <a:srgbClr val="263D4D"/>
                </a:solidFill>
                <a:latin typeface="Yu Gothic"/>
                <a:ea typeface="Yu Gothic"/>
                <a:cs typeface="Yu Gothic"/>
              </a:defRPr>
            </a:lvl1pPr>
            <a:lvl2pPr>
              <a:buNone/>
              <a:defRPr sz="2250" b="0">
                <a:solidFill>
                  <a:srgbClr val="263D4D"/>
                </a:solidFill>
                <a:latin typeface="Yu Gothic"/>
                <a:ea typeface="Yu Gothic"/>
                <a:cs typeface="Yu Gothic"/>
              </a:defRPr>
            </a:lvl2pPr>
            <a:lvl3pPr>
              <a:buNone/>
              <a:defRPr sz="2250" b="0">
                <a:solidFill>
                  <a:srgbClr val="263D4D"/>
                </a:solidFill>
                <a:latin typeface="Yu Gothic"/>
                <a:ea typeface="Yu Gothic"/>
                <a:cs typeface="Yu Gothic"/>
              </a:defRPr>
            </a:lvl3pPr>
            <a:lvl4pPr>
              <a:buNone/>
              <a:defRPr sz="2250" b="0">
                <a:solidFill>
                  <a:srgbClr val="263D4D"/>
                </a:solidFill>
                <a:latin typeface="Yu Gothic"/>
                <a:ea typeface="Yu Gothic"/>
                <a:cs typeface="Yu Gothic"/>
              </a:defRPr>
            </a:lvl4pPr>
            <a:lvl5pPr>
              <a:buNone/>
              <a:defRPr sz="2250" b="0">
                <a:solidFill>
                  <a:srgbClr val="263D4D"/>
                </a:solidFill>
                <a:latin typeface="Yu Gothic"/>
                <a:ea typeface="Yu Gothic"/>
                <a:cs typeface="Yu Gothic"/>
              </a:defRPr>
            </a:lvl5pPr>
            <a:lvl6pPr>
              <a:buNone/>
              <a:defRPr sz="2250" b="0">
                <a:solidFill>
                  <a:srgbClr val="263D4D"/>
                </a:solidFill>
                <a:latin typeface="Yu Gothic"/>
                <a:ea typeface="Yu Gothic"/>
                <a:cs typeface="Yu Gothic"/>
              </a:defRPr>
            </a:lvl6pPr>
            <a:lvl7pPr>
              <a:buNone/>
              <a:defRPr sz="2250" b="0">
                <a:solidFill>
                  <a:srgbClr val="263D4D"/>
                </a:solidFill>
                <a:latin typeface="Yu Gothic"/>
                <a:ea typeface="Yu Gothic"/>
                <a:cs typeface="Yu Gothic"/>
              </a:defRPr>
            </a:lvl7pPr>
            <a:lvl8pPr>
              <a:buNone/>
              <a:defRPr sz="2250" b="0">
                <a:solidFill>
                  <a:srgbClr val="263D4D"/>
                </a:solidFill>
                <a:latin typeface="Yu Gothic"/>
                <a:ea typeface="Yu Gothic"/>
                <a:cs typeface="Yu Gothic"/>
              </a:defRPr>
            </a:lvl8pPr>
            <a:lvl9pPr>
              <a:buNone/>
              <a:defRPr sz="2250" b="0">
                <a:solidFill>
                  <a:srgbClr val="263D4D"/>
                </a:solidFill>
                <a:latin typeface="Yu Gothic"/>
                <a:ea typeface="Yu Gothic"/>
                <a:cs typeface="Yu Gothic"/>
              </a:defRPr>
            </a:lvl9pPr>
          </a:lstStyle>
          <a:p xmlns:a="http://schemas.openxmlformats.org/drawingml/2006/main">
            <a:pPr>
              <a:buNone/>
              <a:defRPr sz="2250" b="0">
                <a:solidFill>
                  <a:srgbClr val="263D4D"/>
                </a:solidFill>
                <a:latin typeface="Yu Gothic"/>
                <a:ea typeface="Yu Gothic"/>
                <a:cs typeface="Yu Gothic"/>
              </a:defRPr>
            </a:pPr>
            <a:r>
              <a:rPr sz="2250" b="0">
                <a:solidFill>
                  <a:srgbClr val="263D4D"/>
                </a:solidFill>
                <a:latin typeface="Yu Gothic"/>
                <a:ea typeface="Yu Gothic"/>
                <a:cs typeface="Yu Gothic"/>
              </a:rPr>
              <a:t>材料・形・加工・使用環境を組み合わせて比べる</a:t>
            </a:r>
          </a:p>
        </p:txBody>
      </p:sp>
      <p:sp>
        <p:nvSpPr>
          <p:cNvPr id="5" name="正方形/長方形 4">
            <a:extLst xmlns:a="http://schemas.openxmlformats.org/drawingml/2006/main">
              <a:ext uri="{FF2B5EF4-FFF2-40B4-BE49-F238E27FC236}">
                <a16:creationId xmlns:a16="http://schemas.microsoft.com/office/drawing/2014/main" id="{4BB97A87-E967-43D4-B0FA-E7D332F8C0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3571875"/>
            <a:ext cx="10572750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>
              <a:defRPr sz="2250" b="0">
                <a:solidFill>
                  <a:srgbClr val="263D4D"/>
                </a:solidFill>
                <a:latin typeface="Yu Gothic"/>
                <a:ea typeface="Yu Gothic"/>
                <a:cs typeface="Yu Gothic"/>
              </a:defRPr>
            </a:defPPr>
            <a:lvl1pPr>
              <a:buNone/>
              <a:defRPr sz="2250" b="0">
                <a:solidFill>
                  <a:srgbClr val="263D4D"/>
                </a:solidFill>
                <a:latin typeface="Yu Gothic"/>
                <a:ea typeface="Yu Gothic"/>
                <a:cs typeface="Yu Gothic"/>
              </a:defRPr>
            </a:lvl1pPr>
            <a:lvl2pPr>
              <a:buNone/>
              <a:defRPr sz="2250" b="0">
                <a:solidFill>
                  <a:srgbClr val="263D4D"/>
                </a:solidFill>
                <a:latin typeface="Yu Gothic"/>
                <a:ea typeface="Yu Gothic"/>
                <a:cs typeface="Yu Gothic"/>
              </a:defRPr>
            </a:lvl2pPr>
            <a:lvl3pPr>
              <a:buNone/>
              <a:defRPr sz="2250" b="0">
                <a:solidFill>
                  <a:srgbClr val="263D4D"/>
                </a:solidFill>
                <a:latin typeface="Yu Gothic"/>
                <a:ea typeface="Yu Gothic"/>
                <a:cs typeface="Yu Gothic"/>
              </a:defRPr>
            </a:lvl3pPr>
            <a:lvl4pPr>
              <a:buNone/>
              <a:defRPr sz="2250" b="0">
                <a:solidFill>
                  <a:srgbClr val="263D4D"/>
                </a:solidFill>
                <a:latin typeface="Yu Gothic"/>
                <a:ea typeface="Yu Gothic"/>
                <a:cs typeface="Yu Gothic"/>
              </a:defRPr>
            </a:lvl4pPr>
            <a:lvl5pPr>
              <a:buNone/>
              <a:defRPr sz="2250" b="0">
                <a:solidFill>
                  <a:srgbClr val="263D4D"/>
                </a:solidFill>
                <a:latin typeface="Yu Gothic"/>
                <a:ea typeface="Yu Gothic"/>
                <a:cs typeface="Yu Gothic"/>
              </a:defRPr>
            </a:lvl5pPr>
            <a:lvl6pPr>
              <a:buNone/>
              <a:defRPr sz="2250" b="0">
                <a:solidFill>
                  <a:srgbClr val="263D4D"/>
                </a:solidFill>
                <a:latin typeface="Yu Gothic"/>
                <a:ea typeface="Yu Gothic"/>
                <a:cs typeface="Yu Gothic"/>
              </a:defRPr>
            </a:lvl6pPr>
            <a:lvl7pPr>
              <a:buNone/>
              <a:defRPr sz="2250" b="0">
                <a:solidFill>
                  <a:srgbClr val="263D4D"/>
                </a:solidFill>
                <a:latin typeface="Yu Gothic"/>
                <a:ea typeface="Yu Gothic"/>
                <a:cs typeface="Yu Gothic"/>
              </a:defRPr>
            </a:lvl7pPr>
            <a:lvl8pPr>
              <a:buNone/>
              <a:defRPr sz="2250" b="0">
                <a:solidFill>
                  <a:srgbClr val="263D4D"/>
                </a:solidFill>
                <a:latin typeface="Yu Gothic"/>
                <a:ea typeface="Yu Gothic"/>
                <a:cs typeface="Yu Gothic"/>
              </a:defRPr>
            </a:lvl8pPr>
            <a:lvl9pPr>
              <a:buNone/>
              <a:defRPr sz="2250" b="0">
                <a:solidFill>
                  <a:srgbClr val="263D4D"/>
                </a:solidFill>
                <a:latin typeface="Yu Gothic"/>
                <a:ea typeface="Yu Gothic"/>
                <a:cs typeface="Yu Gothic"/>
              </a:defRPr>
            </a:lvl9pPr>
          </a:lstStyle>
          <a:p xmlns:a="http://schemas.openxmlformats.org/drawingml/2006/main">
            <a:pPr>
              <a:buNone/>
              <a:defRPr sz="2250" b="0">
                <a:solidFill>
                  <a:srgbClr val="263D4D"/>
                </a:solidFill>
                <a:latin typeface="Yu Gothic"/>
                <a:ea typeface="Yu Gothic"/>
                <a:cs typeface="Yu Gothic"/>
              </a:defRPr>
            </a:pPr>
            <a:r>
              <a:rPr sz="2250" b="0">
                <a:solidFill>
                  <a:srgbClr val="263D4D"/>
                </a:solidFill>
                <a:latin typeface="Yu Gothic"/>
                <a:ea typeface="Yu Gothic"/>
                <a:cs typeface="Yu Gothic"/>
              </a:rPr>
              <a:t>有利な点と不利な点、未確認の点を示して選ぶ</a:t>
            </a:r>
          </a:p>
        </p:txBody>
      </p:sp>
      <p:sp>
        <p:nvSpPr>
          <p:cNvPr id="6" name="正方形/長方形 5">
            <a:extLst xmlns:a="http://schemas.openxmlformats.org/drawingml/2006/main">
              <a:ext uri="{FF2B5EF4-FFF2-40B4-BE49-F238E27FC236}">
                <a16:creationId xmlns:a16="http://schemas.microsoft.com/office/drawing/2014/main" id="{96A21F51-8D8A-4E0B-91B0-5BF09BAFCD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4524375"/>
            <a:ext cx="10572750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>
              <a:defRPr sz="2250" b="0">
                <a:solidFill>
                  <a:srgbClr val="263D4D"/>
                </a:solidFill>
                <a:latin typeface="Yu Gothic"/>
                <a:ea typeface="Yu Gothic"/>
                <a:cs typeface="Yu Gothic"/>
              </a:defRPr>
            </a:defPPr>
            <a:lvl1pPr>
              <a:buNone/>
              <a:defRPr sz="2250" b="0">
                <a:solidFill>
                  <a:srgbClr val="263D4D"/>
                </a:solidFill>
                <a:latin typeface="Yu Gothic"/>
                <a:ea typeface="Yu Gothic"/>
                <a:cs typeface="Yu Gothic"/>
              </a:defRPr>
            </a:lvl1pPr>
            <a:lvl2pPr>
              <a:buNone/>
              <a:defRPr sz="2250" b="0">
                <a:solidFill>
                  <a:srgbClr val="263D4D"/>
                </a:solidFill>
                <a:latin typeface="Yu Gothic"/>
                <a:ea typeface="Yu Gothic"/>
                <a:cs typeface="Yu Gothic"/>
              </a:defRPr>
            </a:lvl2pPr>
            <a:lvl3pPr>
              <a:buNone/>
              <a:defRPr sz="2250" b="0">
                <a:solidFill>
                  <a:srgbClr val="263D4D"/>
                </a:solidFill>
                <a:latin typeface="Yu Gothic"/>
                <a:ea typeface="Yu Gothic"/>
                <a:cs typeface="Yu Gothic"/>
              </a:defRPr>
            </a:lvl3pPr>
            <a:lvl4pPr>
              <a:buNone/>
              <a:defRPr sz="2250" b="0">
                <a:solidFill>
                  <a:srgbClr val="263D4D"/>
                </a:solidFill>
                <a:latin typeface="Yu Gothic"/>
                <a:ea typeface="Yu Gothic"/>
                <a:cs typeface="Yu Gothic"/>
              </a:defRPr>
            </a:lvl4pPr>
            <a:lvl5pPr>
              <a:buNone/>
              <a:defRPr sz="2250" b="0">
                <a:solidFill>
                  <a:srgbClr val="263D4D"/>
                </a:solidFill>
                <a:latin typeface="Yu Gothic"/>
                <a:ea typeface="Yu Gothic"/>
                <a:cs typeface="Yu Gothic"/>
              </a:defRPr>
            </a:lvl5pPr>
            <a:lvl6pPr>
              <a:buNone/>
              <a:defRPr sz="2250" b="0">
                <a:solidFill>
                  <a:srgbClr val="263D4D"/>
                </a:solidFill>
                <a:latin typeface="Yu Gothic"/>
                <a:ea typeface="Yu Gothic"/>
                <a:cs typeface="Yu Gothic"/>
              </a:defRPr>
            </a:lvl6pPr>
            <a:lvl7pPr>
              <a:buNone/>
              <a:defRPr sz="2250" b="0">
                <a:solidFill>
                  <a:srgbClr val="263D4D"/>
                </a:solidFill>
                <a:latin typeface="Yu Gothic"/>
                <a:ea typeface="Yu Gothic"/>
                <a:cs typeface="Yu Gothic"/>
              </a:defRPr>
            </a:lvl7pPr>
            <a:lvl8pPr>
              <a:buNone/>
              <a:defRPr sz="2250" b="0">
                <a:solidFill>
                  <a:srgbClr val="263D4D"/>
                </a:solidFill>
                <a:latin typeface="Yu Gothic"/>
                <a:ea typeface="Yu Gothic"/>
                <a:cs typeface="Yu Gothic"/>
              </a:defRPr>
            </a:lvl8pPr>
            <a:lvl9pPr>
              <a:buNone/>
              <a:defRPr sz="2250" b="0">
                <a:solidFill>
                  <a:srgbClr val="263D4D"/>
                </a:solidFill>
                <a:latin typeface="Yu Gothic"/>
                <a:ea typeface="Yu Gothic"/>
                <a:cs typeface="Yu Gothic"/>
              </a:defRPr>
            </a:lvl9pPr>
          </a:lstStyle>
          <a:p xmlns:a="http://schemas.openxmlformats.org/drawingml/2006/main">
            <a:pPr>
              <a:buNone/>
              <a:defRPr sz="2250" b="0">
                <a:solidFill>
                  <a:srgbClr val="263D4D"/>
                </a:solidFill>
                <a:latin typeface="Yu Gothic"/>
                <a:ea typeface="Yu Gothic"/>
                <a:cs typeface="Yu Gothic"/>
              </a:defRPr>
            </a:pPr>
            <a:r>
              <a:rPr sz="2250" b="0">
                <a:solidFill>
                  <a:srgbClr val="263D4D"/>
                </a:solidFill>
                <a:latin typeface="Yu Gothic"/>
                <a:ea typeface="Yu Gothic"/>
                <a:cs typeface="Yu Gothic"/>
              </a:rPr>
              <a:t>条件が変わったときに、選択を見直す</a:t>
            </a:r>
          </a:p>
        </p:txBody>
      </p:sp>
      <p:sp>
        <p:nvSpPr>
          <p:cNvPr id="7" name="正方形/長方形 6">
            <a:extLst xmlns:a="http://schemas.openxmlformats.org/drawingml/2006/main">
              <a:ext uri="{FF2B5EF4-FFF2-40B4-BE49-F238E27FC236}">
                <a16:creationId xmlns:a16="http://schemas.microsoft.com/office/drawing/2014/main" id="{6688C58F-FCAA-41C6-A603-3E0D0FE042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353175"/>
            <a:ext cx="8953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>
              <a:defRPr sz="1425" b="0">
                <a:solidFill>
                  <a:srgbClr val="71818B"/>
                </a:solidFill>
                <a:latin typeface="Yu Gothic"/>
                <a:ea typeface="Yu Gothic"/>
                <a:cs typeface="Yu Gothic"/>
              </a:defRPr>
            </a:defPPr>
            <a:lvl1pPr>
              <a:buNone/>
              <a:defRPr sz="1425" b="0">
                <a:solidFill>
                  <a:srgbClr val="71818B"/>
                </a:solidFill>
                <a:latin typeface="Yu Gothic"/>
                <a:ea typeface="Yu Gothic"/>
                <a:cs typeface="Yu Gothic"/>
              </a:defRPr>
            </a:lvl1pPr>
            <a:lvl2pPr>
              <a:buNone/>
              <a:defRPr sz="1425" b="0">
                <a:solidFill>
                  <a:srgbClr val="71818B"/>
                </a:solidFill>
                <a:latin typeface="Yu Gothic"/>
                <a:ea typeface="Yu Gothic"/>
                <a:cs typeface="Yu Gothic"/>
              </a:defRPr>
            </a:lvl2pPr>
            <a:lvl3pPr>
              <a:buNone/>
              <a:defRPr sz="1425" b="0">
                <a:solidFill>
                  <a:srgbClr val="71818B"/>
                </a:solidFill>
                <a:latin typeface="Yu Gothic"/>
                <a:ea typeface="Yu Gothic"/>
                <a:cs typeface="Yu Gothic"/>
              </a:defRPr>
            </a:lvl3pPr>
            <a:lvl4pPr>
              <a:buNone/>
              <a:defRPr sz="1425" b="0">
                <a:solidFill>
                  <a:srgbClr val="71818B"/>
                </a:solidFill>
                <a:latin typeface="Yu Gothic"/>
                <a:ea typeface="Yu Gothic"/>
                <a:cs typeface="Yu Gothic"/>
              </a:defRPr>
            </a:lvl4pPr>
            <a:lvl5pPr>
              <a:buNone/>
              <a:defRPr sz="1425" b="0">
                <a:solidFill>
                  <a:srgbClr val="71818B"/>
                </a:solidFill>
                <a:latin typeface="Yu Gothic"/>
                <a:ea typeface="Yu Gothic"/>
                <a:cs typeface="Yu Gothic"/>
              </a:defRPr>
            </a:lvl5pPr>
            <a:lvl6pPr>
              <a:buNone/>
              <a:defRPr sz="1425" b="0">
                <a:solidFill>
                  <a:srgbClr val="71818B"/>
                </a:solidFill>
                <a:latin typeface="Yu Gothic"/>
                <a:ea typeface="Yu Gothic"/>
                <a:cs typeface="Yu Gothic"/>
              </a:defRPr>
            </a:lvl6pPr>
            <a:lvl7pPr>
              <a:buNone/>
              <a:defRPr sz="1425" b="0">
                <a:solidFill>
                  <a:srgbClr val="71818B"/>
                </a:solidFill>
                <a:latin typeface="Yu Gothic"/>
                <a:ea typeface="Yu Gothic"/>
                <a:cs typeface="Yu Gothic"/>
              </a:defRPr>
            </a:lvl7pPr>
            <a:lvl8pPr>
              <a:buNone/>
              <a:defRPr sz="1425" b="0">
                <a:solidFill>
                  <a:srgbClr val="71818B"/>
                </a:solidFill>
                <a:latin typeface="Yu Gothic"/>
                <a:ea typeface="Yu Gothic"/>
                <a:cs typeface="Yu Gothic"/>
              </a:defRPr>
            </a:lvl8pPr>
            <a:lvl9pPr>
              <a:buNone/>
              <a:defRPr sz="1425" b="0">
                <a:solidFill>
                  <a:srgbClr val="71818B"/>
                </a:solidFill>
                <a:latin typeface="Yu Gothic"/>
                <a:ea typeface="Yu Gothic"/>
                <a:cs typeface="Yu Gothic"/>
              </a:defRPr>
            </a:lvl9pPr>
          </a:lstStyle>
          <a:p xmlns:a="http://schemas.openxmlformats.org/drawingml/2006/main">
            <a:pPr>
              <a:buNone/>
              <a:defRPr sz="1425" b="0">
                <a:solidFill>
                  <a:srgbClr val="71818B"/>
                </a:solidFill>
                <a:latin typeface="Yu Gothic"/>
                <a:ea typeface="Yu Gothic"/>
                <a:cs typeface="Yu Gothic"/>
              </a:defRPr>
            </a:pPr>
            <a:r>
              <a:rPr sz="1425" b="0">
                <a:solidFill>
                  <a:srgbClr val="71818B"/>
                </a:solidFill>
                <a:latin typeface="Yu Gothic"/>
                <a:ea typeface="Yu Gothic"/>
                <a:cs typeface="Yu Gothic"/>
              </a:rPr>
              <a:t>工業材料概論　第12回</a:t>
            </a:r>
          </a:p>
        </p:txBody>
      </p:sp>
      <p:sp>
        <p:nvSpPr>
          <p:cNvPr id="8" name="正方形/長方形 7">
            <a:extLst xmlns:a="http://schemas.openxmlformats.org/drawingml/2006/main">
              <a:ext uri="{FF2B5EF4-FFF2-40B4-BE49-F238E27FC236}">
                <a16:creationId xmlns:a16="http://schemas.microsoft.com/office/drawing/2014/main" id="{DD04AE57-155D-411E-8C10-33740BE1C0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82250" y="6353175"/>
            <a:ext cx="1238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>
              <a:defRPr sz="1425" b="0">
                <a:solidFill>
                  <a:srgbClr val="71818B"/>
                </a:solidFill>
                <a:latin typeface="Yu Gothic"/>
                <a:ea typeface="Yu Gothic"/>
                <a:cs typeface="Yu Gothic"/>
              </a:defRPr>
            </a:defPPr>
            <a:lvl1pPr>
              <a:buNone/>
              <a:defRPr sz="1425" b="0">
                <a:solidFill>
                  <a:srgbClr val="71818B"/>
                </a:solidFill>
                <a:latin typeface="Yu Gothic"/>
                <a:ea typeface="Yu Gothic"/>
                <a:cs typeface="Yu Gothic"/>
              </a:defRPr>
            </a:lvl1pPr>
            <a:lvl2pPr>
              <a:buNone/>
              <a:defRPr sz="1425" b="0">
                <a:solidFill>
                  <a:srgbClr val="71818B"/>
                </a:solidFill>
                <a:latin typeface="Yu Gothic"/>
                <a:ea typeface="Yu Gothic"/>
                <a:cs typeface="Yu Gothic"/>
              </a:defRPr>
            </a:lvl2pPr>
            <a:lvl3pPr>
              <a:buNone/>
              <a:defRPr sz="1425" b="0">
                <a:solidFill>
                  <a:srgbClr val="71818B"/>
                </a:solidFill>
                <a:latin typeface="Yu Gothic"/>
                <a:ea typeface="Yu Gothic"/>
                <a:cs typeface="Yu Gothic"/>
              </a:defRPr>
            </a:lvl3pPr>
            <a:lvl4pPr>
              <a:buNone/>
              <a:defRPr sz="1425" b="0">
                <a:solidFill>
                  <a:srgbClr val="71818B"/>
                </a:solidFill>
                <a:latin typeface="Yu Gothic"/>
                <a:ea typeface="Yu Gothic"/>
                <a:cs typeface="Yu Gothic"/>
              </a:defRPr>
            </a:lvl4pPr>
            <a:lvl5pPr>
              <a:buNone/>
              <a:defRPr sz="1425" b="0">
                <a:solidFill>
                  <a:srgbClr val="71818B"/>
                </a:solidFill>
                <a:latin typeface="Yu Gothic"/>
                <a:ea typeface="Yu Gothic"/>
                <a:cs typeface="Yu Gothic"/>
              </a:defRPr>
            </a:lvl5pPr>
            <a:lvl6pPr>
              <a:buNone/>
              <a:defRPr sz="1425" b="0">
                <a:solidFill>
                  <a:srgbClr val="71818B"/>
                </a:solidFill>
                <a:latin typeface="Yu Gothic"/>
                <a:ea typeface="Yu Gothic"/>
                <a:cs typeface="Yu Gothic"/>
              </a:defRPr>
            </a:lvl6pPr>
            <a:lvl7pPr>
              <a:buNone/>
              <a:defRPr sz="1425" b="0">
                <a:solidFill>
                  <a:srgbClr val="71818B"/>
                </a:solidFill>
                <a:latin typeface="Yu Gothic"/>
                <a:ea typeface="Yu Gothic"/>
                <a:cs typeface="Yu Gothic"/>
              </a:defRPr>
            </a:lvl7pPr>
            <a:lvl8pPr>
              <a:buNone/>
              <a:defRPr sz="1425" b="0">
                <a:solidFill>
                  <a:srgbClr val="71818B"/>
                </a:solidFill>
                <a:latin typeface="Yu Gothic"/>
                <a:ea typeface="Yu Gothic"/>
                <a:cs typeface="Yu Gothic"/>
              </a:defRPr>
            </a:lvl8pPr>
            <a:lvl9pPr>
              <a:buNone/>
              <a:defRPr sz="1425" b="0">
                <a:solidFill>
                  <a:srgbClr val="71818B"/>
                </a:solidFill>
                <a:latin typeface="Yu Gothic"/>
                <a:ea typeface="Yu Gothic"/>
                <a:cs typeface="Yu Gothic"/>
              </a:defRPr>
            </a:lvl9pPr>
          </a:lstStyle>
          <a:p xmlns:a="http://schemas.openxmlformats.org/drawingml/2006/main">
            <a:pPr>
              <a:buNone/>
              <a:defRPr sz="1425" b="0">
                <a:solidFill>
                  <a:srgbClr val="71818B"/>
                </a:solidFill>
                <a:latin typeface="Yu Gothic"/>
                <a:ea typeface="Yu Gothic"/>
                <a:cs typeface="Yu Gothic"/>
              </a:defRPr>
            </a:pPr>
            <a:r>
              <a:rPr sz="1425" b="0">
                <a:solidFill>
                  <a:srgbClr val="71818B"/>
                </a:solidFill>
                <a:latin typeface="Yu Gothic"/>
                <a:ea typeface="Yu Gothic"/>
                <a:cs typeface="Yu Gothic"/>
              </a:rPr>
              <a:t>2 / 41</a:t>
            </a:r>
            <a:endParaRPr sz="1425" b="0">
              <a:solidFill>
                <a:srgbClr val="71818B"/>
              </a:solidFill>
              <a:latin typeface="Yu Gothic"/>
              <a:ea typeface="Yu Gothic"/>
              <a:cs typeface="Yu Gothic"/>
            </a:endParaRPr>
          </a:p>
        </p:txBody>
      </p:sp>
    </p:spTree>
    <p:extLst>
      <p:ext uri="{BB962C8B-B14F-4D97-AF65-F5344CB8AC3E}">
        <p14:creationId xmlns:p14="http://schemas.microsoft.com/office/powerpoint/2010/main" val="470179618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正方形/長方形 8">
            <a:extLst xmlns:a="http://schemas.openxmlformats.org/drawingml/2006/main">
              <a:ext uri="{FF2B5EF4-FFF2-40B4-BE49-F238E27FC236}">
                <a16:creationId xmlns:a16="http://schemas.microsoft.com/office/drawing/2014/main" id="{19B4BA8D-3160-41EB-BF2B-ADC5172391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81000"/>
            <a:ext cx="108585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>
              <a:defRPr sz="3000" b="1">
                <a:solidFill>
                  <a:srgbClr val="193B59"/>
                </a:solidFill>
                <a:latin typeface="Yu Gothic"/>
                <a:ea typeface="Yu Gothic"/>
                <a:cs typeface="Yu Gothic"/>
              </a:defRPr>
            </a:defPPr>
            <a:lvl1pPr>
              <a:buNone/>
              <a:defRPr sz="3000" b="1">
                <a:solidFill>
                  <a:srgbClr val="193B59"/>
                </a:solidFill>
                <a:latin typeface="Yu Gothic"/>
                <a:ea typeface="Yu Gothic"/>
                <a:cs typeface="Yu Gothic"/>
              </a:defRPr>
            </a:lvl1pPr>
            <a:lvl2pPr>
              <a:buNone/>
              <a:defRPr sz="3000" b="1">
                <a:solidFill>
                  <a:srgbClr val="193B59"/>
                </a:solidFill>
                <a:latin typeface="Yu Gothic"/>
                <a:ea typeface="Yu Gothic"/>
                <a:cs typeface="Yu Gothic"/>
              </a:defRPr>
            </a:lvl2pPr>
            <a:lvl3pPr>
              <a:buNone/>
              <a:defRPr sz="3000" b="1">
                <a:solidFill>
                  <a:srgbClr val="193B59"/>
                </a:solidFill>
                <a:latin typeface="Yu Gothic"/>
                <a:ea typeface="Yu Gothic"/>
                <a:cs typeface="Yu Gothic"/>
              </a:defRPr>
            </a:lvl3pPr>
            <a:lvl4pPr>
              <a:buNone/>
              <a:defRPr sz="3000" b="1">
                <a:solidFill>
                  <a:srgbClr val="193B59"/>
                </a:solidFill>
                <a:latin typeface="Yu Gothic"/>
                <a:ea typeface="Yu Gothic"/>
                <a:cs typeface="Yu Gothic"/>
              </a:defRPr>
            </a:lvl4pPr>
            <a:lvl5pPr>
              <a:buNone/>
              <a:defRPr sz="3000" b="1">
                <a:solidFill>
                  <a:srgbClr val="193B59"/>
                </a:solidFill>
                <a:latin typeface="Yu Gothic"/>
                <a:ea typeface="Yu Gothic"/>
                <a:cs typeface="Yu Gothic"/>
              </a:defRPr>
            </a:lvl5pPr>
            <a:lvl6pPr>
              <a:buNone/>
              <a:defRPr sz="3000" b="1">
                <a:solidFill>
                  <a:srgbClr val="193B59"/>
                </a:solidFill>
                <a:latin typeface="Yu Gothic"/>
                <a:ea typeface="Yu Gothic"/>
                <a:cs typeface="Yu Gothic"/>
              </a:defRPr>
            </a:lvl6pPr>
            <a:lvl7pPr>
              <a:buNone/>
              <a:defRPr sz="3000" b="1">
                <a:solidFill>
                  <a:srgbClr val="193B59"/>
                </a:solidFill>
                <a:latin typeface="Yu Gothic"/>
                <a:ea typeface="Yu Gothic"/>
                <a:cs typeface="Yu Gothic"/>
              </a:defRPr>
            </a:lvl7pPr>
            <a:lvl8pPr>
              <a:buNone/>
              <a:defRPr sz="3000" b="1">
                <a:solidFill>
                  <a:srgbClr val="193B59"/>
                </a:solidFill>
                <a:latin typeface="Yu Gothic"/>
                <a:ea typeface="Yu Gothic"/>
                <a:cs typeface="Yu Gothic"/>
              </a:defRPr>
            </a:lvl8pPr>
            <a:lvl9pPr>
              <a:buNone/>
              <a:defRPr sz="3000" b="1">
                <a:solidFill>
                  <a:srgbClr val="193B59"/>
                </a:solidFill>
                <a:latin typeface="Yu Gothic"/>
                <a:ea typeface="Yu Gothic"/>
                <a:cs typeface="Yu Gothic"/>
              </a:defRPr>
            </a:lvl9pPr>
          </a:lstStyle>
          <a:p xmlns:a="http://schemas.openxmlformats.org/drawingml/2006/main">
            <a:pPr>
              <a:buNone/>
              <a:defRPr sz="3000" b="1">
                <a:solidFill>
                  <a:srgbClr val="193B59"/>
                </a:solidFill>
                <a:latin typeface="Yu Gothic"/>
                <a:ea typeface="Yu Gothic"/>
                <a:cs typeface="Yu Gothic"/>
              </a:defRPr>
            </a:pPr>
            <a:r>
              <a:rPr sz="3000" b="1">
                <a:solidFill>
                  <a:srgbClr val="193B59"/>
                </a:solidFill>
                <a:latin typeface="Yu Gothic"/>
                <a:ea typeface="Yu Gothic"/>
                <a:cs typeface="Yu Gothic"/>
              </a:rPr>
              <a:t>材料名から、用途と条件へ</a:t>
            </a:r>
          </a:p>
        </p:txBody>
      </p:sp>
      <p:sp>
        <p:nvSpPr>
          <p:cNvPr id="2" name="直線コネクタ 1">
            <a:extLst xmlns:a="http://schemas.openxmlformats.org/drawingml/2006/main">
              <a:ext uri="{FF2B5EF4-FFF2-40B4-BE49-F238E27FC236}">
                <a16:creationId xmlns:a16="http://schemas.microsoft.com/office/drawing/2014/main" id="{76DD73DB-DCB5-4FF9-9CBD-E6C12948C2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323975"/>
            <a:ext cx="10820400" cy="0"/>
          </a:xfrm>
          <a:prstGeom xmlns:a="http://schemas.openxmlformats.org/drawingml/2006/main" prst="line">
            <a:avLst/>
          </a:prstGeom>
          <a:ln xmlns:a="http://schemas.openxmlformats.org/drawingml/2006/main" w="19050">
            <a:solidFill>
              <a:srgbClr val="D8E1E7"/>
            </a:solidFill>
          </a:ln>
        </p:spPr>
      </p:sp>
      <p:sp>
        <p:nvSpPr>
          <p:cNvPr id="3" name="正方形/長方形 2">
            <a:extLst xmlns:a="http://schemas.openxmlformats.org/drawingml/2006/main">
              <a:ext uri="{FF2B5EF4-FFF2-40B4-BE49-F238E27FC236}">
                <a16:creationId xmlns:a16="http://schemas.microsoft.com/office/drawing/2014/main" id="{AE005412-0E06-4289-9704-B6D780C5DA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1666875"/>
            <a:ext cx="10572750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>
              <a:defRPr sz="2250" b="1">
                <a:solidFill>
                  <a:srgbClr val="263D4D"/>
                </a:solidFill>
                <a:latin typeface="Yu Gothic"/>
                <a:ea typeface="Yu Gothic"/>
                <a:cs typeface="Yu Gothic"/>
              </a:defRPr>
            </a:defPPr>
            <a:lvl1pPr>
              <a:buNone/>
              <a:defRPr sz="2250" b="1">
                <a:solidFill>
                  <a:srgbClr val="263D4D"/>
                </a:solidFill>
                <a:latin typeface="Yu Gothic"/>
                <a:ea typeface="Yu Gothic"/>
                <a:cs typeface="Yu Gothic"/>
              </a:defRPr>
            </a:lvl1pPr>
            <a:lvl2pPr>
              <a:buNone/>
              <a:defRPr sz="2250" b="1">
                <a:solidFill>
                  <a:srgbClr val="263D4D"/>
                </a:solidFill>
                <a:latin typeface="Yu Gothic"/>
                <a:ea typeface="Yu Gothic"/>
                <a:cs typeface="Yu Gothic"/>
              </a:defRPr>
            </a:lvl2pPr>
            <a:lvl3pPr>
              <a:buNone/>
              <a:defRPr sz="2250" b="1">
                <a:solidFill>
                  <a:srgbClr val="263D4D"/>
                </a:solidFill>
                <a:latin typeface="Yu Gothic"/>
                <a:ea typeface="Yu Gothic"/>
                <a:cs typeface="Yu Gothic"/>
              </a:defRPr>
            </a:lvl3pPr>
            <a:lvl4pPr>
              <a:buNone/>
              <a:defRPr sz="2250" b="1">
                <a:solidFill>
                  <a:srgbClr val="263D4D"/>
                </a:solidFill>
                <a:latin typeface="Yu Gothic"/>
                <a:ea typeface="Yu Gothic"/>
                <a:cs typeface="Yu Gothic"/>
              </a:defRPr>
            </a:lvl4pPr>
            <a:lvl5pPr>
              <a:buNone/>
              <a:defRPr sz="2250" b="1">
                <a:solidFill>
                  <a:srgbClr val="263D4D"/>
                </a:solidFill>
                <a:latin typeface="Yu Gothic"/>
                <a:ea typeface="Yu Gothic"/>
                <a:cs typeface="Yu Gothic"/>
              </a:defRPr>
            </a:lvl5pPr>
            <a:lvl6pPr>
              <a:buNone/>
              <a:defRPr sz="2250" b="1">
                <a:solidFill>
                  <a:srgbClr val="263D4D"/>
                </a:solidFill>
                <a:latin typeface="Yu Gothic"/>
                <a:ea typeface="Yu Gothic"/>
                <a:cs typeface="Yu Gothic"/>
              </a:defRPr>
            </a:lvl6pPr>
            <a:lvl7pPr>
              <a:buNone/>
              <a:defRPr sz="2250" b="1">
                <a:solidFill>
                  <a:srgbClr val="263D4D"/>
                </a:solidFill>
                <a:latin typeface="Yu Gothic"/>
                <a:ea typeface="Yu Gothic"/>
                <a:cs typeface="Yu Gothic"/>
              </a:defRPr>
            </a:lvl7pPr>
            <a:lvl8pPr>
              <a:buNone/>
              <a:defRPr sz="2250" b="1">
                <a:solidFill>
                  <a:srgbClr val="263D4D"/>
                </a:solidFill>
                <a:latin typeface="Yu Gothic"/>
                <a:ea typeface="Yu Gothic"/>
                <a:cs typeface="Yu Gothic"/>
              </a:defRPr>
            </a:lvl8pPr>
            <a:lvl9pPr>
              <a:buNone/>
              <a:defRPr sz="2250" b="1">
                <a:solidFill>
                  <a:srgbClr val="263D4D"/>
                </a:solidFill>
                <a:latin typeface="Yu Gothic"/>
                <a:ea typeface="Yu Gothic"/>
                <a:cs typeface="Yu Gothic"/>
              </a:defRPr>
            </a:lvl9pPr>
          </a:lstStyle>
          <a:p xmlns:a="http://schemas.openxmlformats.org/drawingml/2006/main">
            <a:pPr>
              <a:buNone/>
              <a:defRPr sz="2250" b="1">
                <a:solidFill>
                  <a:srgbClr val="263D4D"/>
                </a:solidFill>
                <a:latin typeface="Yu Gothic"/>
                <a:ea typeface="Yu Gothic"/>
                <a:cs typeface="Yu Gothic"/>
              </a:defRPr>
            </a:pPr>
            <a:r>
              <a:rPr sz="2250" b="1">
                <a:solidFill>
                  <a:srgbClr val="263D4D"/>
                </a:solidFill>
                <a:latin typeface="Yu Gothic"/>
                <a:ea typeface="Yu Gothic"/>
                <a:cs typeface="Yu Gothic"/>
              </a:rPr>
              <a:t>「棚板には木材」と材料名だけで決めない</a:t>
            </a:r>
          </a:p>
        </p:txBody>
      </p:sp>
      <p:sp>
        <p:nvSpPr>
          <p:cNvPr id="4" name="正方形/長方形 3">
            <a:extLst xmlns:a="http://schemas.openxmlformats.org/drawingml/2006/main">
              <a:ext uri="{FF2B5EF4-FFF2-40B4-BE49-F238E27FC236}">
                <a16:creationId xmlns:a16="http://schemas.microsoft.com/office/drawing/2014/main" id="{48BD474B-0A86-4D94-A694-AF0BA74B8D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2619375"/>
            <a:ext cx="10572750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>
              <a:defRPr sz="2250" b="0">
                <a:solidFill>
                  <a:srgbClr val="263D4D"/>
                </a:solidFill>
                <a:latin typeface="Yu Gothic"/>
                <a:ea typeface="Yu Gothic"/>
                <a:cs typeface="Yu Gothic"/>
              </a:defRPr>
            </a:defPPr>
            <a:lvl1pPr>
              <a:buNone/>
              <a:defRPr sz="2250" b="0">
                <a:solidFill>
                  <a:srgbClr val="263D4D"/>
                </a:solidFill>
                <a:latin typeface="Yu Gothic"/>
                <a:ea typeface="Yu Gothic"/>
                <a:cs typeface="Yu Gothic"/>
              </a:defRPr>
            </a:lvl1pPr>
            <a:lvl2pPr>
              <a:buNone/>
              <a:defRPr sz="2250" b="0">
                <a:solidFill>
                  <a:srgbClr val="263D4D"/>
                </a:solidFill>
                <a:latin typeface="Yu Gothic"/>
                <a:ea typeface="Yu Gothic"/>
                <a:cs typeface="Yu Gothic"/>
              </a:defRPr>
            </a:lvl2pPr>
            <a:lvl3pPr>
              <a:buNone/>
              <a:defRPr sz="2250" b="0">
                <a:solidFill>
                  <a:srgbClr val="263D4D"/>
                </a:solidFill>
                <a:latin typeface="Yu Gothic"/>
                <a:ea typeface="Yu Gothic"/>
                <a:cs typeface="Yu Gothic"/>
              </a:defRPr>
            </a:lvl3pPr>
            <a:lvl4pPr>
              <a:buNone/>
              <a:defRPr sz="2250" b="0">
                <a:solidFill>
                  <a:srgbClr val="263D4D"/>
                </a:solidFill>
                <a:latin typeface="Yu Gothic"/>
                <a:ea typeface="Yu Gothic"/>
                <a:cs typeface="Yu Gothic"/>
              </a:defRPr>
            </a:lvl4pPr>
            <a:lvl5pPr>
              <a:buNone/>
              <a:defRPr sz="2250" b="0">
                <a:solidFill>
                  <a:srgbClr val="263D4D"/>
                </a:solidFill>
                <a:latin typeface="Yu Gothic"/>
                <a:ea typeface="Yu Gothic"/>
                <a:cs typeface="Yu Gothic"/>
              </a:defRPr>
            </a:lvl5pPr>
            <a:lvl6pPr>
              <a:buNone/>
              <a:defRPr sz="2250" b="0">
                <a:solidFill>
                  <a:srgbClr val="263D4D"/>
                </a:solidFill>
                <a:latin typeface="Yu Gothic"/>
                <a:ea typeface="Yu Gothic"/>
                <a:cs typeface="Yu Gothic"/>
              </a:defRPr>
            </a:lvl6pPr>
            <a:lvl7pPr>
              <a:buNone/>
              <a:defRPr sz="2250" b="0">
                <a:solidFill>
                  <a:srgbClr val="263D4D"/>
                </a:solidFill>
                <a:latin typeface="Yu Gothic"/>
                <a:ea typeface="Yu Gothic"/>
                <a:cs typeface="Yu Gothic"/>
              </a:defRPr>
            </a:lvl7pPr>
            <a:lvl8pPr>
              <a:buNone/>
              <a:defRPr sz="2250" b="0">
                <a:solidFill>
                  <a:srgbClr val="263D4D"/>
                </a:solidFill>
                <a:latin typeface="Yu Gothic"/>
                <a:ea typeface="Yu Gothic"/>
                <a:cs typeface="Yu Gothic"/>
              </a:defRPr>
            </a:lvl8pPr>
            <a:lvl9pPr>
              <a:buNone/>
              <a:defRPr sz="2250" b="0">
                <a:solidFill>
                  <a:srgbClr val="263D4D"/>
                </a:solidFill>
                <a:latin typeface="Yu Gothic"/>
                <a:ea typeface="Yu Gothic"/>
                <a:cs typeface="Yu Gothic"/>
              </a:defRPr>
            </a:lvl9pPr>
          </a:lstStyle>
          <a:p xmlns:a="http://schemas.openxmlformats.org/drawingml/2006/main">
            <a:pPr>
              <a:buNone/>
              <a:defRPr sz="2250" b="0">
                <a:solidFill>
                  <a:srgbClr val="263D4D"/>
                </a:solidFill>
                <a:latin typeface="Yu Gothic"/>
                <a:ea typeface="Yu Gothic"/>
                <a:cs typeface="Yu Gothic"/>
              </a:defRPr>
            </a:pPr>
            <a:r>
              <a:rPr sz="2250" b="0">
                <a:solidFill>
                  <a:srgbClr val="263D4D"/>
                </a:solidFill>
                <a:latin typeface="Yu Gothic"/>
                <a:ea typeface="Yu Gothic"/>
                <a:cs typeface="Yu Gothic"/>
              </a:rPr>
              <a:t>誰が、何を載せ、どこで、どれだけの期間使うか</a:t>
            </a:r>
          </a:p>
        </p:txBody>
      </p:sp>
      <p:sp>
        <p:nvSpPr>
          <p:cNvPr id="5" name="正方形/長方形 4">
            <a:extLst xmlns:a="http://schemas.openxmlformats.org/drawingml/2006/main">
              <a:ext uri="{FF2B5EF4-FFF2-40B4-BE49-F238E27FC236}">
                <a16:creationId xmlns:a16="http://schemas.microsoft.com/office/drawing/2014/main" id="{88065118-F602-4538-8104-DA0D560119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3571875"/>
            <a:ext cx="10572750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>
              <a:defRPr sz="2250" b="0">
                <a:solidFill>
                  <a:srgbClr val="263D4D"/>
                </a:solidFill>
                <a:latin typeface="Yu Gothic"/>
                <a:ea typeface="Yu Gothic"/>
                <a:cs typeface="Yu Gothic"/>
              </a:defRPr>
            </a:defPPr>
            <a:lvl1pPr>
              <a:buNone/>
              <a:defRPr sz="2250" b="0">
                <a:solidFill>
                  <a:srgbClr val="263D4D"/>
                </a:solidFill>
                <a:latin typeface="Yu Gothic"/>
                <a:ea typeface="Yu Gothic"/>
                <a:cs typeface="Yu Gothic"/>
              </a:defRPr>
            </a:lvl1pPr>
            <a:lvl2pPr>
              <a:buNone/>
              <a:defRPr sz="2250" b="0">
                <a:solidFill>
                  <a:srgbClr val="263D4D"/>
                </a:solidFill>
                <a:latin typeface="Yu Gothic"/>
                <a:ea typeface="Yu Gothic"/>
                <a:cs typeface="Yu Gothic"/>
              </a:defRPr>
            </a:lvl2pPr>
            <a:lvl3pPr>
              <a:buNone/>
              <a:defRPr sz="2250" b="0">
                <a:solidFill>
                  <a:srgbClr val="263D4D"/>
                </a:solidFill>
                <a:latin typeface="Yu Gothic"/>
                <a:ea typeface="Yu Gothic"/>
                <a:cs typeface="Yu Gothic"/>
              </a:defRPr>
            </a:lvl3pPr>
            <a:lvl4pPr>
              <a:buNone/>
              <a:defRPr sz="2250" b="0">
                <a:solidFill>
                  <a:srgbClr val="263D4D"/>
                </a:solidFill>
                <a:latin typeface="Yu Gothic"/>
                <a:ea typeface="Yu Gothic"/>
                <a:cs typeface="Yu Gothic"/>
              </a:defRPr>
            </a:lvl4pPr>
            <a:lvl5pPr>
              <a:buNone/>
              <a:defRPr sz="2250" b="0">
                <a:solidFill>
                  <a:srgbClr val="263D4D"/>
                </a:solidFill>
                <a:latin typeface="Yu Gothic"/>
                <a:ea typeface="Yu Gothic"/>
                <a:cs typeface="Yu Gothic"/>
              </a:defRPr>
            </a:lvl5pPr>
            <a:lvl6pPr>
              <a:buNone/>
              <a:defRPr sz="2250" b="0">
                <a:solidFill>
                  <a:srgbClr val="263D4D"/>
                </a:solidFill>
                <a:latin typeface="Yu Gothic"/>
                <a:ea typeface="Yu Gothic"/>
                <a:cs typeface="Yu Gothic"/>
              </a:defRPr>
            </a:lvl6pPr>
            <a:lvl7pPr>
              <a:buNone/>
              <a:defRPr sz="2250" b="0">
                <a:solidFill>
                  <a:srgbClr val="263D4D"/>
                </a:solidFill>
                <a:latin typeface="Yu Gothic"/>
                <a:ea typeface="Yu Gothic"/>
                <a:cs typeface="Yu Gothic"/>
              </a:defRPr>
            </a:lvl7pPr>
            <a:lvl8pPr>
              <a:buNone/>
              <a:defRPr sz="2250" b="0">
                <a:solidFill>
                  <a:srgbClr val="263D4D"/>
                </a:solidFill>
                <a:latin typeface="Yu Gothic"/>
                <a:ea typeface="Yu Gothic"/>
                <a:cs typeface="Yu Gothic"/>
              </a:defRPr>
            </a:lvl8pPr>
            <a:lvl9pPr>
              <a:buNone/>
              <a:defRPr sz="2250" b="0">
                <a:solidFill>
                  <a:srgbClr val="263D4D"/>
                </a:solidFill>
                <a:latin typeface="Yu Gothic"/>
                <a:ea typeface="Yu Gothic"/>
                <a:cs typeface="Yu Gothic"/>
              </a:defRPr>
            </a:lvl9pPr>
          </a:lstStyle>
          <a:p xmlns:a="http://schemas.openxmlformats.org/drawingml/2006/main">
            <a:pPr>
              <a:buNone/>
              <a:defRPr sz="2250" b="0">
                <a:solidFill>
                  <a:srgbClr val="263D4D"/>
                </a:solidFill>
                <a:latin typeface="Yu Gothic"/>
                <a:ea typeface="Yu Gothic"/>
                <a:cs typeface="Yu Gothic"/>
              </a:defRPr>
            </a:pPr>
            <a:r>
              <a:rPr sz="2250" b="0">
                <a:solidFill>
                  <a:srgbClr val="263D4D"/>
                </a:solidFill>
                <a:latin typeface="Yu Gothic"/>
                <a:ea typeface="Yu Gothic"/>
                <a:cs typeface="Yu Gothic"/>
              </a:rPr>
              <a:t>たわみ、質量、水、加工、修理などの要求を整理する</a:t>
            </a:r>
          </a:p>
        </p:txBody>
      </p:sp>
      <p:sp>
        <p:nvSpPr>
          <p:cNvPr id="6" name="正方形/長方形 5">
            <a:extLst xmlns:a="http://schemas.openxmlformats.org/drawingml/2006/main">
              <a:ext uri="{FF2B5EF4-FFF2-40B4-BE49-F238E27FC236}">
                <a16:creationId xmlns:a16="http://schemas.microsoft.com/office/drawing/2014/main" id="{9E86801F-4FAE-4EA9-B8E9-CF7CC109D2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4524375"/>
            <a:ext cx="10572750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>
              <a:defRPr sz="2250" b="0">
                <a:solidFill>
                  <a:srgbClr val="263D4D"/>
                </a:solidFill>
                <a:latin typeface="Yu Gothic"/>
                <a:ea typeface="Yu Gothic"/>
                <a:cs typeface="Yu Gothic"/>
              </a:defRPr>
            </a:defPPr>
            <a:lvl1pPr>
              <a:buNone/>
              <a:defRPr sz="2250" b="0">
                <a:solidFill>
                  <a:srgbClr val="263D4D"/>
                </a:solidFill>
                <a:latin typeface="Yu Gothic"/>
                <a:ea typeface="Yu Gothic"/>
                <a:cs typeface="Yu Gothic"/>
              </a:defRPr>
            </a:lvl1pPr>
            <a:lvl2pPr>
              <a:buNone/>
              <a:defRPr sz="2250" b="0">
                <a:solidFill>
                  <a:srgbClr val="263D4D"/>
                </a:solidFill>
                <a:latin typeface="Yu Gothic"/>
                <a:ea typeface="Yu Gothic"/>
                <a:cs typeface="Yu Gothic"/>
              </a:defRPr>
            </a:lvl2pPr>
            <a:lvl3pPr>
              <a:buNone/>
              <a:defRPr sz="2250" b="0">
                <a:solidFill>
                  <a:srgbClr val="263D4D"/>
                </a:solidFill>
                <a:latin typeface="Yu Gothic"/>
                <a:ea typeface="Yu Gothic"/>
                <a:cs typeface="Yu Gothic"/>
              </a:defRPr>
            </a:lvl3pPr>
            <a:lvl4pPr>
              <a:buNone/>
              <a:defRPr sz="2250" b="0">
                <a:solidFill>
                  <a:srgbClr val="263D4D"/>
                </a:solidFill>
                <a:latin typeface="Yu Gothic"/>
                <a:ea typeface="Yu Gothic"/>
                <a:cs typeface="Yu Gothic"/>
              </a:defRPr>
            </a:lvl4pPr>
            <a:lvl5pPr>
              <a:buNone/>
              <a:defRPr sz="2250" b="0">
                <a:solidFill>
                  <a:srgbClr val="263D4D"/>
                </a:solidFill>
                <a:latin typeface="Yu Gothic"/>
                <a:ea typeface="Yu Gothic"/>
                <a:cs typeface="Yu Gothic"/>
              </a:defRPr>
            </a:lvl5pPr>
            <a:lvl6pPr>
              <a:buNone/>
              <a:defRPr sz="2250" b="0">
                <a:solidFill>
                  <a:srgbClr val="263D4D"/>
                </a:solidFill>
                <a:latin typeface="Yu Gothic"/>
                <a:ea typeface="Yu Gothic"/>
                <a:cs typeface="Yu Gothic"/>
              </a:defRPr>
            </a:lvl6pPr>
            <a:lvl7pPr>
              <a:buNone/>
              <a:defRPr sz="2250" b="0">
                <a:solidFill>
                  <a:srgbClr val="263D4D"/>
                </a:solidFill>
                <a:latin typeface="Yu Gothic"/>
                <a:ea typeface="Yu Gothic"/>
                <a:cs typeface="Yu Gothic"/>
              </a:defRPr>
            </a:lvl7pPr>
            <a:lvl8pPr>
              <a:buNone/>
              <a:defRPr sz="2250" b="0">
                <a:solidFill>
                  <a:srgbClr val="263D4D"/>
                </a:solidFill>
                <a:latin typeface="Yu Gothic"/>
                <a:ea typeface="Yu Gothic"/>
                <a:cs typeface="Yu Gothic"/>
              </a:defRPr>
            </a:lvl8pPr>
            <a:lvl9pPr>
              <a:buNone/>
              <a:defRPr sz="2250" b="0">
                <a:solidFill>
                  <a:srgbClr val="263D4D"/>
                </a:solidFill>
                <a:latin typeface="Yu Gothic"/>
                <a:ea typeface="Yu Gothic"/>
                <a:cs typeface="Yu Gothic"/>
              </a:defRPr>
            </a:lvl9pPr>
          </a:lstStyle>
          <a:p xmlns:a="http://schemas.openxmlformats.org/drawingml/2006/main">
            <a:pPr>
              <a:buNone/>
              <a:defRPr sz="2250" b="0">
                <a:solidFill>
                  <a:srgbClr val="263D4D"/>
                </a:solidFill>
                <a:latin typeface="Yu Gothic"/>
                <a:ea typeface="Yu Gothic"/>
                <a:cs typeface="Yu Gothic"/>
              </a:defRPr>
            </a:pPr>
            <a:r>
              <a:rPr sz="2250" b="0">
                <a:solidFill>
                  <a:srgbClr val="263D4D"/>
                </a:solidFill>
                <a:latin typeface="Yu Gothic"/>
                <a:ea typeface="Yu Gothic"/>
                <a:cs typeface="Yu Gothic"/>
              </a:rPr>
              <a:t>材料選択は、製品を成立させる設計の一部</a:t>
            </a:r>
          </a:p>
        </p:txBody>
      </p:sp>
      <p:sp>
        <p:nvSpPr>
          <p:cNvPr id="7" name="正方形/長方形 6">
            <a:extLst xmlns:a="http://schemas.openxmlformats.org/drawingml/2006/main">
              <a:ext uri="{FF2B5EF4-FFF2-40B4-BE49-F238E27FC236}">
                <a16:creationId xmlns:a16="http://schemas.microsoft.com/office/drawing/2014/main" id="{C04165E3-1185-4EBA-AA8C-7B1C24AA71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353175"/>
            <a:ext cx="8953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>
              <a:defRPr sz="1425" b="0">
                <a:solidFill>
                  <a:srgbClr val="71818B"/>
                </a:solidFill>
                <a:latin typeface="Yu Gothic"/>
                <a:ea typeface="Yu Gothic"/>
                <a:cs typeface="Yu Gothic"/>
              </a:defRPr>
            </a:defPPr>
            <a:lvl1pPr>
              <a:buNone/>
              <a:defRPr sz="1425" b="0">
                <a:solidFill>
                  <a:srgbClr val="71818B"/>
                </a:solidFill>
                <a:latin typeface="Yu Gothic"/>
                <a:ea typeface="Yu Gothic"/>
                <a:cs typeface="Yu Gothic"/>
              </a:defRPr>
            </a:lvl1pPr>
            <a:lvl2pPr>
              <a:buNone/>
              <a:defRPr sz="1425" b="0">
                <a:solidFill>
                  <a:srgbClr val="71818B"/>
                </a:solidFill>
                <a:latin typeface="Yu Gothic"/>
                <a:ea typeface="Yu Gothic"/>
                <a:cs typeface="Yu Gothic"/>
              </a:defRPr>
            </a:lvl2pPr>
            <a:lvl3pPr>
              <a:buNone/>
              <a:defRPr sz="1425" b="0">
                <a:solidFill>
                  <a:srgbClr val="71818B"/>
                </a:solidFill>
                <a:latin typeface="Yu Gothic"/>
                <a:ea typeface="Yu Gothic"/>
                <a:cs typeface="Yu Gothic"/>
              </a:defRPr>
            </a:lvl3pPr>
            <a:lvl4pPr>
              <a:buNone/>
              <a:defRPr sz="1425" b="0">
                <a:solidFill>
                  <a:srgbClr val="71818B"/>
                </a:solidFill>
                <a:latin typeface="Yu Gothic"/>
                <a:ea typeface="Yu Gothic"/>
                <a:cs typeface="Yu Gothic"/>
              </a:defRPr>
            </a:lvl4pPr>
            <a:lvl5pPr>
              <a:buNone/>
              <a:defRPr sz="1425" b="0">
                <a:solidFill>
                  <a:srgbClr val="71818B"/>
                </a:solidFill>
                <a:latin typeface="Yu Gothic"/>
                <a:ea typeface="Yu Gothic"/>
                <a:cs typeface="Yu Gothic"/>
              </a:defRPr>
            </a:lvl5pPr>
            <a:lvl6pPr>
              <a:buNone/>
              <a:defRPr sz="1425" b="0">
                <a:solidFill>
                  <a:srgbClr val="71818B"/>
                </a:solidFill>
                <a:latin typeface="Yu Gothic"/>
                <a:ea typeface="Yu Gothic"/>
                <a:cs typeface="Yu Gothic"/>
              </a:defRPr>
            </a:lvl6pPr>
            <a:lvl7pPr>
              <a:buNone/>
              <a:defRPr sz="1425" b="0">
                <a:solidFill>
                  <a:srgbClr val="71818B"/>
                </a:solidFill>
                <a:latin typeface="Yu Gothic"/>
                <a:ea typeface="Yu Gothic"/>
                <a:cs typeface="Yu Gothic"/>
              </a:defRPr>
            </a:lvl7pPr>
            <a:lvl8pPr>
              <a:buNone/>
              <a:defRPr sz="1425" b="0">
                <a:solidFill>
                  <a:srgbClr val="71818B"/>
                </a:solidFill>
                <a:latin typeface="Yu Gothic"/>
                <a:ea typeface="Yu Gothic"/>
                <a:cs typeface="Yu Gothic"/>
              </a:defRPr>
            </a:lvl8pPr>
            <a:lvl9pPr>
              <a:buNone/>
              <a:defRPr sz="1425" b="0">
                <a:solidFill>
                  <a:srgbClr val="71818B"/>
                </a:solidFill>
                <a:latin typeface="Yu Gothic"/>
                <a:ea typeface="Yu Gothic"/>
                <a:cs typeface="Yu Gothic"/>
              </a:defRPr>
            </a:lvl9pPr>
          </a:lstStyle>
          <a:p xmlns:a="http://schemas.openxmlformats.org/drawingml/2006/main">
            <a:pPr>
              <a:buNone/>
              <a:defRPr sz="1425" b="0">
                <a:solidFill>
                  <a:srgbClr val="71818B"/>
                </a:solidFill>
                <a:latin typeface="Yu Gothic"/>
                <a:ea typeface="Yu Gothic"/>
                <a:cs typeface="Yu Gothic"/>
              </a:defRPr>
            </a:pPr>
            <a:r>
              <a:rPr sz="1425" b="0">
                <a:solidFill>
                  <a:srgbClr val="71818B"/>
                </a:solidFill>
                <a:latin typeface="Yu Gothic"/>
                <a:ea typeface="Yu Gothic"/>
                <a:cs typeface="Yu Gothic"/>
              </a:rPr>
              <a:t>工業材料概論　第12回</a:t>
            </a:r>
          </a:p>
        </p:txBody>
      </p:sp>
      <p:sp>
        <p:nvSpPr>
          <p:cNvPr id="8" name="正方形/長方形 7">
            <a:extLst xmlns:a="http://schemas.openxmlformats.org/drawingml/2006/main">
              <a:ext uri="{FF2B5EF4-FFF2-40B4-BE49-F238E27FC236}">
                <a16:creationId xmlns:a16="http://schemas.microsoft.com/office/drawing/2014/main" id="{985563FE-55B1-4DBB-B713-18F29DD028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82250" y="6353175"/>
            <a:ext cx="1238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>
              <a:defRPr sz="1425" b="0">
                <a:solidFill>
                  <a:srgbClr val="71818B"/>
                </a:solidFill>
                <a:latin typeface="Yu Gothic"/>
                <a:ea typeface="Yu Gothic"/>
                <a:cs typeface="Yu Gothic"/>
              </a:defRPr>
            </a:defPPr>
            <a:lvl1pPr>
              <a:buNone/>
              <a:defRPr sz="1425" b="0">
                <a:solidFill>
                  <a:srgbClr val="71818B"/>
                </a:solidFill>
                <a:latin typeface="Yu Gothic"/>
                <a:ea typeface="Yu Gothic"/>
                <a:cs typeface="Yu Gothic"/>
              </a:defRPr>
            </a:lvl1pPr>
            <a:lvl2pPr>
              <a:buNone/>
              <a:defRPr sz="1425" b="0">
                <a:solidFill>
                  <a:srgbClr val="71818B"/>
                </a:solidFill>
                <a:latin typeface="Yu Gothic"/>
                <a:ea typeface="Yu Gothic"/>
                <a:cs typeface="Yu Gothic"/>
              </a:defRPr>
            </a:lvl2pPr>
            <a:lvl3pPr>
              <a:buNone/>
              <a:defRPr sz="1425" b="0">
                <a:solidFill>
                  <a:srgbClr val="71818B"/>
                </a:solidFill>
                <a:latin typeface="Yu Gothic"/>
                <a:ea typeface="Yu Gothic"/>
                <a:cs typeface="Yu Gothic"/>
              </a:defRPr>
            </a:lvl3pPr>
            <a:lvl4pPr>
              <a:buNone/>
              <a:defRPr sz="1425" b="0">
                <a:solidFill>
                  <a:srgbClr val="71818B"/>
                </a:solidFill>
                <a:latin typeface="Yu Gothic"/>
                <a:ea typeface="Yu Gothic"/>
                <a:cs typeface="Yu Gothic"/>
              </a:defRPr>
            </a:lvl4pPr>
            <a:lvl5pPr>
              <a:buNone/>
              <a:defRPr sz="1425" b="0">
                <a:solidFill>
                  <a:srgbClr val="71818B"/>
                </a:solidFill>
                <a:latin typeface="Yu Gothic"/>
                <a:ea typeface="Yu Gothic"/>
                <a:cs typeface="Yu Gothic"/>
              </a:defRPr>
            </a:lvl5pPr>
            <a:lvl6pPr>
              <a:buNone/>
              <a:defRPr sz="1425" b="0">
                <a:solidFill>
                  <a:srgbClr val="71818B"/>
                </a:solidFill>
                <a:latin typeface="Yu Gothic"/>
                <a:ea typeface="Yu Gothic"/>
                <a:cs typeface="Yu Gothic"/>
              </a:defRPr>
            </a:lvl6pPr>
            <a:lvl7pPr>
              <a:buNone/>
              <a:defRPr sz="1425" b="0">
                <a:solidFill>
                  <a:srgbClr val="71818B"/>
                </a:solidFill>
                <a:latin typeface="Yu Gothic"/>
                <a:ea typeface="Yu Gothic"/>
                <a:cs typeface="Yu Gothic"/>
              </a:defRPr>
            </a:lvl7pPr>
            <a:lvl8pPr>
              <a:buNone/>
              <a:defRPr sz="1425" b="0">
                <a:solidFill>
                  <a:srgbClr val="71818B"/>
                </a:solidFill>
                <a:latin typeface="Yu Gothic"/>
                <a:ea typeface="Yu Gothic"/>
                <a:cs typeface="Yu Gothic"/>
              </a:defRPr>
            </a:lvl8pPr>
            <a:lvl9pPr>
              <a:buNone/>
              <a:defRPr sz="1425" b="0">
                <a:solidFill>
                  <a:srgbClr val="71818B"/>
                </a:solidFill>
                <a:latin typeface="Yu Gothic"/>
                <a:ea typeface="Yu Gothic"/>
                <a:cs typeface="Yu Gothic"/>
              </a:defRPr>
            </a:lvl9pPr>
          </a:lstStyle>
          <a:p xmlns:a="http://schemas.openxmlformats.org/drawingml/2006/main">
            <a:pPr>
              <a:buNone/>
              <a:defRPr sz="1425" b="0">
                <a:solidFill>
                  <a:srgbClr val="71818B"/>
                </a:solidFill>
                <a:latin typeface="Yu Gothic"/>
                <a:ea typeface="Yu Gothic"/>
                <a:cs typeface="Yu Gothic"/>
              </a:defRPr>
            </a:pPr>
            <a:r>
              <a:rPr sz="1425" b="0">
                <a:solidFill>
                  <a:srgbClr val="71818B"/>
                </a:solidFill>
                <a:latin typeface="Yu Gothic"/>
                <a:ea typeface="Yu Gothic"/>
                <a:cs typeface="Yu Gothic"/>
              </a:rPr>
              <a:t>3 / 41</a:t>
            </a:r>
            <a:endParaRPr sz="1425" b="0">
              <a:solidFill>
                <a:srgbClr val="71818B"/>
              </a:solidFill>
              <a:latin typeface="Yu Gothic"/>
              <a:ea typeface="Yu Gothic"/>
              <a:cs typeface="Yu Gothic"/>
            </a:endParaRPr>
          </a:p>
        </p:txBody>
      </p:sp>
    </p:spTree>
    <p:extLst>
      <p:ext uri="{BB962C8B-B14F-4D97-AF65-F5344CB8AC3E}">
        <p14:creationId xmlns:p14="http://schemas.microsoft.com/office/powerpoint/2010/main" val="1061746877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正方形/長方形 6">
            <a:extLst xmlns:a="http://schemas.openxmlformats.org/drawingml/2006/main">
              <a:ext uri="{FF2B5EF4-FFF2-40B4-BE49-F238E27FC236}">
                <a16:creationId xmlns:a16="http://schemas.microsoft.com/office/drawing/2014/main" id="{2832B784-2C43-4922-89B7-C88E21D5DF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81000"/>
            <a:ext cx="108585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>
              <a:defRPr sz="3000" b="1">
                <a:solidFill>
                  <a:srgbClr val="193B59"/>
                </a:solidFill>
                <a:latin typeface="Yu Gothic"/>
                <a:ea typeface="Yu Gothic"/>
                <a:cs typeface="Yu Gothic"/>
              </a:defRPr>
            </a:defPPr>
            <a:lvl1pPr>
              <a:buNone/>
              <a:defRPr sz="3000" b="1">
                <a:solidFill>
                  <a:srgbClr val="193B59"/>
                </a:solidFill>
                <a:latin typeface="Yu Gothic"/>
                <a:ea typeface="Yu Gothic"/>
                <a:cs typeface="Yu Gothic"/>
              </a:defRPr>
            </a:lvl1pPr>
            <a:lvl2pPr>
              <a:buNone/>
              <a:defRPr sz="3000" b="1">
                <a:solidFill>
                  <a:srgbClr val="193B59"/>
                </a:solidFill>
                <a:latin typeface="Yu Gothic"/>
                <a:ea typeface="Yu Gothic"/>
                <a:cs typeface="Yu Gothic"/>
              </a:defRPr>
            </a:lvl2pPr>
            <a:lvl3pPr>
              <a:buNone/>
              <a:defRPr sz="3000" b="1">
                <a:solidFill>
                  <a:srgbClr val="193B59"/>
                </a:solidFill>
                <a:latin typeface="Yu Gothic"/>
                <a:ea typeface="Yu Gothic"/>
                <a:cs typeface="Yu Gothic"/>
              </a:defRPr>
            </a:lvl3pPr>
            <a:lvl4pPr>
              <a:buNone/>
              <a:defRPr sz="3000" b="1">
                <a:solidFill>
                  <a:srgbClr val="193B59"/>
                </a:solidFill>
                <a:latin typeface="Yu Gothic"/>
                <a:ea typeface="Yu Gothic"/>
                <a:cs typeface="Yu Gothic"/>
              </a:defRPr>
            </a:lvl4pPr>
            <a:lvl5pPr>
              <a:buNone/>
              <a:defRPr sz="3000" b="1">
                <a:solidFill>
                  <a:srgbClr val="193B59"/>
                </a:solidFill>
                <a:latin typeface="Yu Gothic"/>
                <a:ea typeface="Yu Gothic"/>
                <a:cs typeface="Yu Gothic"/>
              </a:defRPr>
            </a:lvl5pPr>
            <a:lvl6pPr>
              <a:buNone/>
              <a:defRPr sz="3000" b="1">
                <a:solidFill>
                  <a:srgbClr val="193B59"/>
                </a:solidFill>
                <a:latin typeface="Yu Gothic"/>
                <a:ea typeface="Yu Gothic"/>
                <a:cs typeface="Yu Gothic"/>
              </a:defRPr>
            </a:lvl6pPr>
            <a:lvl7pPr>
              <a:buNone/>
              <a:defRPr sz="3000" b="1">
                <a:solidFill>
                  <a:srgbClr val="193B59"/>
                </a:solidFill>
                <a:latin typeface="Yu Gothic"/>
                <a:ea typeface="Yu Gothic"/>
                <a:cs typeface="Yu Gothic"/>
              </a:defRPr>
            </a:lvl7pPr>
            <a:lvl8pPr>
              <a:buNone/>
              <a:defRPr sz="3000" b="1">
                <a:solidFill>
                  <a:srgbClr val="193B59"/>
                </a:solidFill>
                <a:latin typeface="Yu Gothic"/>
                <a:ea typeface="Yu Gothic"/>
                <a:cs typeface="Yu Gothic"/>
              </a:defRPr>
            </a:lvl8pPr>
            <a:lvl9pPr>
              <a:buNone/>
              <a:defRPr sz="3000" b="1">
                <a:solidFill>
                  <a:srgbClr val="193B59"/>
                </a:solidFill>
                <a:latin typeface="Yu Gothic"/>
                <a:ea typeface="Yu Gothic"/>
                <a:cs typeface="Yu Gothic"/>
              </a:defRPr>
            </a:lvl9pPr>
          </a:lstStyle>
          <a:p xmlns:a="http://schemas.openxmlformats.org/drawingml/2006/main">
            <a:pPr>
              <a:buNone/>
              <a:defRPr sz="3000" b="1">
                <a:solidFill>
                  <a:srgbClr val="193B59"/>
                </a:solidFill>
                <a:latin typeface="Yu Gothic"/>
                <a:ea typeface="Yu Gothic"/>
                <a:cs typeface="Yu Gothic"/>
              </a:defRPr>
            </a:pPr>
            <a:r>
              <a:rPr sz="3000" b="1">
                <a:solidFill>
                  <a:srgbClr val="193B59"/>
                </a:solidFill>
                <a:latin typeface="Yu Gothic"/>
                <a:ea typeface="Yu Gothic"/>
                <a:cs typeface="Yu Gothic"/>
              </a:rPr>
              <a:t>要求条件と、望ましい条件</a:t>
            </a:r>
          </a:p>
        </p:txBody>
      </p:sp>
      <p:sp>
        <p:nvSpPr>
          <p:cNvPr id="2" name="直線コネクタ 1">
            <a:extLst xmlns:a="http://schemas.openxmlformats.org/drawingml/2006/main">
              <a:ext uri="{FF2B5EF4-FFF2-40B4-BE49-F238E27FC236}">
                <a16:creationId xmlns:a16="http://schemas.microsoft.com/office/drawing/2014/main" id="{0C144C60-B394-419B-8039-0DC8D4C7B3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323975"/>
            <a:ext cx="10820400" cy="0"/>
          </a:xfrm>
          <a:prstGeom xmlns:a="http://schemas.openxmlformats.org/drawingml/2006/main" prst="line">
            <a:avLst/>
          </a:prstGeom>
          <a:ln xmlns:a="http://schemas.openxmlformats.org/drawingml/2006/main" w="19050">
            <a:solidFill>
              <a:srgbClr val="D8E1E7"/>
            </a:solidFill>
          </a:ln>
        </p:spPr>
      </p:sp>
      <p:graphicFrame>
        <p:nvGraphicFramePr>
          <p:cNvPr id="3" name="表 2">
            <a:extLst xmlns:a="http://schemas.openxmlformats.org/drawingml/2006/main">
              <a:ext uri="{FF2B5EF4-FFF2-40B4-BE49-F238E27FC236}">
                <a16:creationId xmlns:a16="http://schemas.microsoft.com/office/drawing/2014/main" id="{AAB1CD6C-6B4F-4798-A4BC-1A471B56BD8E}"/>
              </a:ext>
            </a:extLst>
          </p:cNvPr>
          <p:cNvGraphicFramePr/>
          <p:nvPr/>
        </p:nvGraphicFramePr>
        <p:xfrm>
          <a:off xmlns:a="http://schemas.openxmlformats.org/drawingml/2006/main" x="714375" y="2095500"/>
          <a:ext xmlns:a="http://schemas.openxmlformats.org/drawingml/2006/main" cx="10763250" cy="251460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2714625"/>
                <a:gridCol w="4191000"/>
                <a:gridCol w="3857625"/>
              </a:tblGrid>
              <a:tr h="628650">
                <a:tc>
                  <a:txBody>
                    <a:bodyPr/>
                    <a:lstStyle/>
                    <a:p>
                      <a:r>
                        <a:rPr sz="1875" b="1">
                          <a:solidFill>
                            <a:srgbClr val="FFFFFF"/>
                          </a:solidFill>
                          <a:latin typeface="Yu Gothic"/>
                          <a:ea typeface="Yu Gothic"/>
                          <a:cs typeface="Yu Gothic"/>
                        </a:rPr>
                        <a:t>種類</a:t>
                      </a:r>
                    </a:p>
                  </a:txBody>
                  <a:tcPr marL="91440" marR="91440" marT="45720" marB="45720">
                    <a:solidFill>
                      <a:srgbClr val="193B5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1">
                          <a:solidFill>
                            <a:srgbClr val="FFFFFF"/>
                          </a:solidFill>
                          <a:latin typeface="Yu Gothic"/>
                          <a:ea typeface="Yu Gothic"/>
                          <a:cs typeface="Yu Gothic"/>
                        </a:rPr>
                        <a:t>棚板での例</a:t>
                      </a:r>
                    </a:p>
                  </a:txBody>
                  <a:tcPr marL="91440" marR="91440" marT="45720" marB="45720">
                    <a:solidFill>
                      <a:srgbClr val="193B5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1">
                          <a:solidFill>
                            <a:srgbClr val="FFFFFF"/>
                          </a:solidFill>
                          <a:latin typeface="Yu Gothic"/>
                          <a:ea typeface="Yu Gothic"/>
                          <a:cs typeface="Yu Gothic"/>
                        </a:rPr>
                        <a:t>判断の仕方</a:t>
                      </a:r>
                    </a:p>
                  </a:txBody>
                  <a:tcPr marL="91440" marR="91440" marT="45720" marB="45720">
                    <a:solidFill>
                      <a:srgbClr val="193B59"/>
                    </a:solidFill>
                  </a:tcPr>
                </a:tc>
              </a:tr>
              <a:tr h="628650"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263D4D"/>
                          </a:solidFill>
                          <a:latin typeface="Yu Gothic"/>
                          <a:ea typeface="Yu Gothic"/>
                          <a:cs typeface="Yu Gothic"/>
                        </a:rPr>
                        <a:t>満たす必要がある条件</a:t>
                      </a:r>
                    </a:p>
                  </a:txBody>
                  <a:tcPr marL="91440" marR="91440" marT="45720" marB="45720">
                    <a:solidFill>
                      <a:srgbClr val="EDF2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263D4D"/>
                          </a:solidFill>
                          <a:latin typeface="Yu Gothic"/>
                          <a:ea typeface="Yu Gothic"/>
                          <a:cs typeface="Yu Gothic"/>
                        </a:rPr>
                        <a:t>所定荷重・寸法・支持</a:t>
                      </a:r>
                    </a:p>
                  </a:txBody>
                  <a:tcPr marL="91440" marR="91440" marT="45720" marB="45720">
                    <a:solidFill>
                      <a:srgbClr val="EDF2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263D4D"/>
                          </a:solidFill>
                          <a:latin typeface="Yu Gothic"/>
                          <a:ea typeface="Yu Gothic"/>
                          <a:cs typeface="Yu Gothic"/>
                        </a:rPr>
                        <a:t>満たさなければ見直す</a:t>
                      </a:r>
                    </a:p>
                  </a:txBody>
                  <a:tcPr marL="91440" marR="91440" marT="45720" marB="45720">
                    <a:solidFill>
                      <a:srgbClr val="EDF2F5"/>
                    </a:solidFill>
                  </a:tcPr>
                </a:tc>
              </a:tr>
              <a:tr h="628650"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263D4D"/>
                          </a:solidFill>
                          <a:latin typeface="Yu Gothic"/>
                          <a:ea typeface="Yu Gothic"/>
                          <a:cs typeface="Yu Gothic"/>
                        </a:rPr>
                        <a:t>比較して選ぶ条件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263D4D"/>
                          </a:solidFill>
                          <a:latin typeface="Yu Gothic"/>
                          <a:ea typeface="Yu Gothic"/>
                          <a:cs typeface="Yu Gothic"/>
                        </a:rPr>
                        <a:t>質量・加工時間・費用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263D4D"/>
                          </a:solidFill>
                          <a:latin typeface="Yu Gothic"/>
                          <a:ea typeface="Yu Gothic"/>
                          <a:cs typeface="Yu Gothic"/>
                        </a:rPr>
                        <a:t>重視する理由を示す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628650"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263D4D"/>
                          </a:solidFill>
                          <a:latin typeface="Yu Gothic"/>
                          <a:ea typeface="Yu Gothic"/>
                          <a:cs typeface="Yu Gothic"/>
                        </a:rPr>
                        <a:t>確認が必要な条件</a:t>
                      </a:r>
                    </a:p>
                  </a:txBody>
                  <a:tcPr marL="91440" marR="91440" marT="45720" marB="45720">
                    <a:solidFill>
                      <a:srgbClr val="EDF2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263D4D"/>
                          </a:solidFill>
                          <a:latin typeface="Yu Gothic"/>
                          <a:ea typeface="Yu Gothic"/>
                          <a:cs typeface="Yu Gothic"/>
                        </a:rPr>
                        <a:t>接合・長期変形・破壊</a:t>
                      </a:r>
                    </a:p>
                  </a:txBody>
                  <a:tcPr marL="91440" marR="91440" marT="45720" marB="45720">
                    <a:solidFill>
                      <a:srgbClr val="EDF2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263D4D"/>
                          </a:solidFill>
                          <a:latin typeface="Yu Gothic"/>
                          <a:ea typeface="Yu Gothic"/>
                          <a:cs typeface="Yu Gothic"/>
                        </a:rPr>
                        <a:t>未確認として残す</a:t>
                      </a:r>
                    </a:p>
                  </a:txBody>
                  <a:tcPr marL="91440" marR="91440" marT="45720" marB="45720">
                    <a:solidFill>
                      <a:srgbClr val="EDF2F5"/>
                    </a:solidFill>
                  </a:tcPr>
                </a:tc>
              </a:tr>
            </a:tbl>
          </a:graphicData>
        </a:graphic>
      </p:graphicFrame>
      <p:sp>
        <p:nvSpPr>
          <p:cNvPr id="4" name="正方形/長方形 3">
            <a:extLst xmlns:a="http://schemas.openxmlformats.org/drawingml/2006/main">
              <a:ext uri="{FF2B5EF4-FFF2-40B4-BE49-F238E27FC236}">
                <a16:creationId xmlns:a16="http://schemas.microsoft.com/office/drawing/2014/main" id="{F2FDF41C-455E-4990-9E96-DF662206C5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5619750"/>
            <a:ext cx="107632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>
              <a:defRPr sz="1575" b="0">
                <a:solidFill>
                  <a:srgbClr val="587080"/>
                </a:solidFill>
                <a:latin typeface="Yu Gothic"/>
                <a:ea typeface="Yu Gothic"/>
                <a:cs typeface="Yu Gothic"/>
              </a:defRPr>
            </a:defPPr>
            <a:lvl1pPr>
              <a:buNone/>
              <a:defRPr sz="1575" b="0">
                <a:solidFill>
                  <a:srgbClr val="587080"/>
                </a:solidFill>
                <a:latin typeface="Yu Gothic"/>
                <a:ea typeface="Yu Gothic"/>
                <a:cs typeface="Yu Gothic"/>
              </a:defRPr>
            </a:lvl1pPr>
            <a:lvl2pPr>
              <a:buNone/>
              <a:defRPr sz="1575" b="0">
                <a:solidFill>
                  <a:srgbClr val="587080"/>
                </a:solidFill>
                <a:latin typeface="Yu Gothic"/>
                <a:ea typeface="Yu Gothic"/>
                <a:cs typeface="Yu Gothic"/>
              </a:defRPr>
            </a:lvl2pPr>
            <a:lvl3pPr>
              <a:buNone/>
              <a:defRPr sz="1575" b="0">
                <a:solidFill>
                  <a:srgbClr val="587080"/>
                </a:solidFill>
                <a:latin typeface="Yu Gothic"/>
                <a:ea typeface="Yu Gothic"/>
                <a:cs typeface="Yu Gothic"/>
              </a:defRPr>
            </a:lvl3pPr>
            <a:lvl4pPr>
              <a:buNone/>
              <a:defRPr sz="1575" b="0">
                <a:solidFill>
                  <a:srgbClr val="587080"/>
                </a:solidFill>
                <a:latin typeface="Yu Gothic"/>
                <a:ea typeface="Yu Gothic"/>
                <a:cs typeface="Yu Gothic"/>
              </a:defRPr>
            </a:lvl4pPr>
            <a:lvl5pPr>
              <a:buNone/>
              <a:defRPr sz="1575" b="0">
                <a:solidFill>
                  <a:srgbClr val="587080"/>
                </a:solidFill>
                <a:latin typeface="Yu Gothic"/>
                <a:ea typeface="Yu Gothic"/>
                <a:cs typeface="Yu Gothic"/>
              </a:defRPr>
            </a:lvl5pPr>
            <a:lvl6pPr>
              <a:buNone/>
              <a:defRPr sz="1575" b="0">
                <a:solidFill>
                  <a:srgbClr val="587080"/>
                </a:solidFill>
                <a:latin typeface="Yu Gothic"/>
                <a:ea typeface="Yu Gothic"/>
                <a:cs typeface="Yu Gothic"/>
              </a:defRPr>
            </a:lvl6pPr>
            <a:lvl7pPr>
              <a:buNone/>
              <a:defRPr sz="1575" b="0">
                <a:solidFill>
                  <a:srgbClr val="587080"/>
                </a:solidFill>
                <a:latin typeface="Yu Gothic"/>
                <a:ea typeface="Yu Gothic"/>
                <a:cs typeface="Yu Gothic"/>
              </a:defRPr>
            </a:lvl7pPr>
            <a:lvl8pPr>
              <a:buNone/>
              <a:defRPr sz="1575" b="0">
                <a:solidFill>
                  <a:srgbClr val="587080"/>
                </a:solidFill>
                <a:latin typeface="Yu Gothic"/>
                <a:ea typeface="Yu Gothic"/>
                <a:cs typeface="Yu Gothic"/>
              </a:defRPr>
            </a:lvl8pPr>
            <a:lvl9pPr>
              <a:buNone/>
              <a:defRPr sz="1575" b="0">
                <a:solidFill>
                  <a:srgbClr val="587080"/>
                </a:solidFill>
                <a:latin typeface="Yu Gothic"/>
                <a:ea typeface="Yu Gothic"/>
                <a:cs typeface="Yu Gothic"/>
              </a:defRPr>
            </a:lvl9pPr>
          </a:lstStyle>
          <a:p xmlns:a="http://schemas.openxmlformats.org/drawingml/2006/main">
            <a:pPr>
              <a:buNone/>
              <a:defRPr sz="1575" b="0">
                <a:solidFill>
                  <a:srgbClr val="587080"/>
                </a:solidFill>
                <a:latin typeface="Yu Gothic"/>
                <a:ea typeface="Yu Gothic"/>
                <a:cs typeface="Yu Gothic"/>
              </a:defRPr>
            </a:pPr>
            <a:r>
              <a:rPr sz="1575" b="0">
                <a:solidFill>
                  <a:srgbClr val="587080"/>
                </a:solidFill>
                <a:latin typeface="Yu Gothic"/>
                <a:ea typeface="Yu Gothic"/>
                <a:cs typeface="Yu Gothic"/>
              </a:rPr>
              <a:t>必要条件を点数の合計で相殺しない。</a:t>
            </a:r>
          </a:p>
        </p:txBody>
      </p:sp>
      <p:sp>
        <p:nvSpPr>
          <p:cNvPr id="5" name="正方形/長方形 4">
            <a:extLst xmlns:a="http://schemas.openxmlformats.org/drawingml/2006/main">
              <a:ext uri="{FF2B5EF4-FFF2-40B4-BE49-F238E27FC236}">
                <a16:creationId xmlns:a16="http://schemas.microsoft.com/office/drawing/2014/main" id="{879CD1BF-A425-4AA2-8A02-ADD2617056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353175"/>
            <a:ext cx="8953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>
              <a:defRPr sz="1425" b="0">
                <a:solidFill>
                  <a:srgbClr val="71818B"/>
                </a:solidFill>
                <a:latin typeface="Yu Gothic"/>
                <a:ea typeface="Yu Gothic"/>
                <a:cs typeface="Yu Gothic"/>
              </a:defRPr>
            </a:defPPr>
            <a:lvl1pPr>
              <a:buNone/>
              <a:defRPr sz="1425" b="0">
                <a:solidFill>
                  <a:srgbClr val="71818B"/>
                </a:solidFill>
                <a:latin typeface="Yu Gothic"/>
                <a:ea typeface="Yu Gothic"/>
                <a:cs typeface="Yu Gothic"/>
              </a:defRPr>
            </a:lvl1pPr>
            <a:lvl2pPr>
              <a:buNone/>
              <a:defRPr sz="1425" b="0">
                <a:solidFill>
                  <a:srgbClr val="71818B"/>
                </a:solidFill>
                <a:latin typeface="Yu Gothic"/>
                <a:ea typeface="Yu Gothic"/>
                <a:cs typeface="Yu Gothic"/>
              </a:defRPr>
            </a:lvl2pPr>
            <a:lvl3pPr>
              <a:buNone/>
              <a:defRPr sz="1425" b="0">
                <a:solidFill>
                  <a:srgbClr val="71818B"/>
                </a:solidFill>
                <a:latin typeface="Yu Gothic"/>
                <a:ea typeface="Yu Gothic"/>
                <a:cs typeface="Yu Gothic"/>
              </a:defRPr>
            </a:lvl3pPr>
            <a:lvl4pPr>
              <a:buNone/>
              <a:defRPr sz="1425" b="0">
                <a:solidFill>
                  <a:srgbClr val="71818B"/>
                </a:solidFill>
                <a:latin typeface="Yu Gothic"/>
                <a:ea typeface="Yu Gothic"/>
                <a:cs typeface="Yu Gothic"/>
              </a:defRPr>
            </a:lvl4pPr>
            <a:lvl5pPr>
              <a:buNone/>
              <a:defRPr sz="1425" b="0">
                <a:solidFill>
                  <a:srgbClr val="71818B"/>
                </a:solidFill>
                <a:latin typeface="Yu Gothic"/>
                <a:ea typeface="Yu Gothic"/>
                <a:cs typeface="Yu Gothic"/>
              </a:defRPr>
            </a:lvl5pPr>
            <a:lvl6pPr>
              <a:buNone/>
              <a:defRPr sz="1425" b="0">
                <a:solidFill>
                  <a:srgbClr val="71818B"/>
                </a:solidFill>
                <a:latin typeface="Yu Gothic"/>
                <a:ea typeface="Yu Gothic"/>
                <a:cs typeface="Yu Gothic"/>
              </a:defRPr>
            </a:lvl6pPr>
            <a:lvl7pPr>
              <a:buNone/>
              <a:defRPr sz="1425" b="0">
                <a:solidFill>
                  <a:srgbClr val="71818B"/>
                </a:solidFill>
                <a:latin typeface="Yu Gothic"/>
                <a:ea typeface="Yu Gothic"/>
                <a:cs typeface="Yu Gothic"/>
              </a:defRPr>
            </a:lvl7pPr>
            <a:lvl8pPr>
              <a:buNone/>
              <a:defRPr sz="1425" b="0">
                <a:solidFill>
                  <a:srgbClr val="71818B"/>
                </a:solidFill>
                <a:latin typeface="Yu Gothic"/>
                <a:ea typeface="Yu Gothic"/>
                <a:cs typeface="Yu Gothic"/>
              </a:defRPr>
            </a:lvl8pPr>
            <a:lvl9pPr>
              <a:buNone/>
              <a:defRPr sz="1425" b="0">
                <a:solidFill>
                  <a:srgbClr val="71818B"/>
                </a:solidFill>
                <a:latin typeface="Yu Gothic"/>
                <a:ea typeface="Yu Gothic"/>
                <a:cs typeface="Yu Gothic"/>
              </a:defRPr>
            </a:lvl9pPr>
          </a:lstStyle>
          <a:p xmlns:a="http://schemas.openxmlformats.org/drawingml/2006/main">
            <a:pPr>
              <a:buNone/>
              <a:defRPr sz="1425" b="0">
                <a:solidFill>
                  <a:srgbClr val="71818B"/>
                </a:solidFill>
                <a:latin typeface="Yu Gothic"/>
                <a:ea typeface="Yu Gothic"/>
                <a:cs typeface="Yu Gothic"/>
              </a:defRPr>
            </a:pPr>
            <a:r>
              <a:rPr sz="1425" b="0">
                <a:solidFill>
                  <a:srgbClr val="71818B"/>
                </a:solidFill>
                <a:latin typeface="Yu Gothic"/>
                <a:ea typeface="Yu Gothic"/>
                <a:cs typeface="Yu Gothic"/>
              </a:rPr>
              <a:t>工業材料概論　第12回</a:t>
            </a:r>
          </a:p>
        </p:txBody>
      </p:sp>
      <p:sp>
        <p:nvSpPr>
          <p:cNvPr id="6" name="正方形/長方形 5">
            <a:extLst xmlns:a="http://schemas.openxmlformats.org/drawingml/2006/main">
              <a:ext uri="{FF2B5EF4-FFF2-40B4-BE49-F238E27FC236}">
                <a16:creationId xmlns:a16="http://schemas.microsoft.com/office/drawing/2014/main" id="{12D9F183-5E63-4595-88A1-A85E54011F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82250" y="6353175"/>
            <a:ext cx="1238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>
              <a:defRPr sz="1425" b="0">
                <a:solidFill>
                  <a:srgbClr val="71818B"/>
                </a:solidFill>
                <a:latin typeface="Yu Gothic"/>
                <a:ea typeface="Yu Gothic"/>
                <a:cs typeface="Yu Gothic"/>
              </a:defRPr>
            </a:defPPr>
            <a:lvl1pPr>
              <a:buNone/>
              <a:defRPr sz="1425" b="0">
                <a:solidFill>
                  <a:srgbClr val="71818B"/>
                </a:solidFill>
                <a:latin typeface="Yu Gothic"/>
                <a:ea typeface="Yu Gothic"/>
                <a:cs typeface="Yu Gothic"/>
              </a:defRPr>
            </a:lvl1pPr>
            <a:lvl2pPr>
              <a:buNone/>
              <a:defRPr sz="1425" b="0">
                <a:solidFill>
                  <a:srgbClr val="71818B"/>
                </a:solidFill>
                <a:latin typeface="Yu Gothic"/>
                <a:ea typeface="Yu Gothic"/>
                <a:cs typeface="Yu Gothic"/>
              </a:defRPr>
            </a:lvl2pPr>
            <a:lvl3pPr>
              <a:buNone/>
              <a:defRPr sz="1425" b="0">
                <a:solidFill>
                  <a:srgbClr val="71818B"/>
                </a:solidFill>
                <a:latin typeface="Yu Gothic"/>
                <a:ea typeface="Yu Gothic"/>
                <a:cs typeface="Yu Gothic"/>
              </a:defRPr>
            </a:lvl3pPr>
            <a:lvl4pPr>
              <a:buNone/>
              <a:defRPr sz="1425" b="0">
                <a:solidFill>
                  <a:srgbClr val="71818B"/>
                </a:solidFill>
                <a:latin typeface="Yu Gothic"/>
                <a:ea typeface="Yu Gothic"/>
                <a:cs typeface="Yu Gothic"/>
              </a:defRPr>
            </a:lvl4pPr>
            <a:lvl5pPr>
              <a:buNone/>
              <a:defRPr sz="1425" b="0">
                <a:solidFill>
                  <a:srgbClr val="71818B"/>
                </a:solidFill>
                <a:latin typeface="Yu Gothic"/>
                <a:ea typeface="Yu Gothic"/>
                <a:cs typeface="Yu Gothic"/>
              </a:defRPr>
            </a:lvl5pPr>
            <a:lvl6pPr>
              <a:buNone/>
              <a:defRPr sz="1425" b="0">
                <a:solidFill>
                  <a:srgbClr val="71818B"/>
                </a:solidFill>
                <a:latin typeface="Yu Gothic"/>
                <a:ea typeface="Yu Gothic"/>
                <a:cs typeface="Yu Gothic"/>
              </a:defRPr>
            </a:lvl6pPr>
            <a:lvl7pPr>
              <a:buNone/>
              <a:defRPr sz="1425" b="0">
                <a:solidFill>
                  <a:srgbClr val="71818B"/>
                </a:solidFill>
                <a:latin typeface="Yu Gothic"/>
                <a:ea typeface="Yu Gothic"/>
                <a:cs typeface="Yu Gothic"/>
              </a:defRPr>
            </a:lvl7pPr>
            <a:lvl8pPr>
              <a:buNone/>
              <a:defRPr sz="1425" b="0">
                <a:solidFill>
                  <a:srgbClr val="71818B"/>
                </a:solidFill>
                <a:latin typeface="Yu Gothic"/>
                <a:ea typeface="Yu Gothic"/>
                <a:cs typeface="Yu Gothic"/>
              </a:defRPr>
            </a:lvl8pPr>
            <a:lvl9pPr>
              <a:buNone/>
              <a:defRPr sz="1425" b="0">
                <a:solidFill>
                  <a:srgbClr val="71818B"/>
                </a:solidFill>
                <a:latin typeface="Yu Gothic"/>
                <a:ea typeface="Yu Gothic"/>
                <a:cs typeface="Yu Gothic"/>
              </a:defRPr>
            </a:lvl9pPr>
          </a:lstStyle>
          <a:p xmlns:a="http://schemas.openxmlformats.org/drawingml/2006/main">
            <a:pPr>
              <a:buNone/>
              <a:defRPr sz="1425" b="0">
                <a:solidFill>
                  <a:srgbClr val="71818B"/>
                </a:solidFill>
                <a:latin typeface="Yu Gothic"/>
                <a:ea typeface="Yu Gothic"/>
                <a:cs typeface="Yu Gothic"/>
              </a:defRPr>
            </a:pPr>
            <a:r>
              <a:rPr sz="1425" b="0">
                <a:solidFill>
                  <a:srgbClr val="71818B"/>
                </a:solidFill>
                <a:latin typeface="Yu Gothic"/>
                <a:ea typeface="Yu Gothic"/>
                <a:cs typeface="Yu Gothic"/>
              </a:rPr>
              <a:t>4 / 41</a:t>
            </a:r>
            <a:endParaRPr sz="1425" b="0">
              <a:solidFill>
                <a:srgbClr val="71818B"/>
              </a:solidFill>
              <a:latin typeface="Yu Gothic"/>
              <a:ea typeface="Yu Gothic"/>
              <a:cs typeface="Yu Gothic"/>
            </a:endParaRPr>
          </a:p>
        </p:txBody>
      </p:sp>
    </p:spTree>
    <p:extLst>
      <p:ext uri="{BB962C8B-B14F-4D97-AF65-F5344CB8AC3E}">
        <p14:creationId xmlns:p14="http://schemas.microsoft.com/office/powerpoint/2010/main" val="1513278194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正方形/長方形 8">
            <a:extLst xmlns:a="http://schemas.openxmlformats.org/drawingml/2006/main">
              <a:ext uri="{FF2B5EF4-FFF2-40B4-BE49-F238E27FC236}">
                <a16:creationId xmlns:a16="http://schemas.microsoft.com/office/drawing/2014/main" id="{0E9F71BF-D1FC-47AA-8DFF-4A391693E3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81000"/>
            <a:ext cx="108585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>
              <a:defRPr sz="3000" b="1">
                <a:solidFill>
                  <a:srgbClr val="193B59"/>
                </a:solidFill>
                <a:latin typeface="Yu Gothic"/>
                <a:ea typeface="Yu Gothic"/>
                <a:cs typeface="Yu Gothic"/>
              </a:defRPr>
            </a:defPPr>
            <a:lvl1pPr>
              <a:buNone/>
              <a:defRPr sz="3000" b="1">
                <a:solidFill>
                  <a:srgbClr val="193B59"/>
                </a:solidFill>
                <a:latin typeface="Yu Gothic"/>
                <a:ea typeface="Yu Gothic"/>
                <a:cs typeface="Yu Gothic"/>
              </a:defRPr>
            </a:lvl1pPr>
            <a:lvl2pPr>
              <a:buNone/>
              <a:defRPr sz="3000" b="1">
                <a:solidFill>
                  <a:srgbClr val="193B59"/>
                </a:solidFill>
                <a:latin typeface="Yu Gothic"/>
                <a:ea typeface="Yu Gothic"/>
                <a:cs typeface="Yu Gothic"/>
              </a:defRPr>
            </a:lvl2pPr>
            <a:lvl3pPr>
              <a:buNone/>
              <a:defRPr sz="3000" b="1">
                <a:solidFill>
                  <a:srgbClr val="193B59"/>
                </a:solidFill>
                <a:latin typeface="Yu Gothic"/>
                <a:ea typeface="Yu Gothic"/>
                <a:cs typeface="Yu Gothic"/>
              </a:defRPr>
            </a:lvl3pPr>
            <a:lvl4pPr>
              <a:buNone/>
              <a:defRPr sz="3000" b="1">
                <a:solidFill>
                  <a:srgbClr val="193B59"/>
                </a:solidFill>
                <a:latin typeface="Yu Gothic"/>
                <a:ea typeface="Yu Gothic"/>
                <a:cs typeface="Yu Gothic"/>
              </a:defRPr>
            </a:lvl4pPr>
            <a:lvl5pPr>
              <a:buNone/>
              <a:defRPr sz="3000" b="1">
                <a:solidFill>
                  <a:srgbClr val="193B59"/>
                </a:solidFill>
                <a:latin typeface="Yu Gothic"/>
                <a:ea typeface="Yu Gothic"/>
                <a:cs typeface="Yu Gothic"/>
              </a:defRPr>
            </a:lvl5pPr>
            <a:lvl6pPr>
              <a:buNone/>
              <a:defRPr sz="3000" b="1">
                <a:solidFill>
                  <a:srgbClr val="193B59"/>
                </a:solidFill>
                <a:latin typeface="Yu Gothic"/>
                <a:ea typeface="Yu Gothic"/>
                <a:cs typeface="Yu Gothic"/>
              </a:defRPr>
            </a:lvl6pPr>
            <a:lvl7pPr>
              <a:buNone/>
              <a:defRPr sz="3000" b="1">
                <a:solidFill>
                  <a:srgbClr val="193B59"/>
                </a:solidFill>
                <a:latin typeface="Yu Gothic"/>
                <a:ea typeface="Yu Gothic"/>
                <a:cs typeface="Yu Gothic"/>
              </a:defRPr>
            </a:lvl7pPr>
            <a:lvl8pPr>
              <a:buNone/>
              <a:defRPr sz="3000" b="1">
                <a:solidFill>
                  <a:srgbClr val="193B59"/>
                </a:solidFill>
                <a:latin typeface="Yu Gothic"/>
                <a:ea typeface="Yu Gothic"/>
                <a:cs typeface="Yu Gothic"/>
              </a:defRPr>
            </a:lvl8pPr>
            <a:lvl9pPr>
              <a:buNone/>
              <a:defRPr sz="3000" b="1">
                <a:solidFill>
                  <a:srgbClr val="193B59"/>
                </a:solidFill>
                <a:latin typeface="Yu Gothic"/>
                <a:ea typeface="Yu Gothic"/>
                <a:cs typeface="Yu Gothic"/>
              </a:defRPr>
            </a:lvl9pPr>
          </a:lstStyle>
          <a:p xmlns:a="http://schemas.openxmlformats.org/drawingml/2006/main">
            <a:pPr>
              <a:buNone/>
              <a:defRPr sz="3000" b="1">
                <a:solidFill>
                  <a:srgbClr val="193B59"/>
                </a:solidFill>
                <a:latin typeface="Yu Gothic"/>
                <a:ea typeface="Yu Gothic"/>
                <a:cs typeface="Yu Gothic"/>
              </a:defRPr>
            </a:pPr>
            <a:r>
              <a:rPr sz="3000" b="1">
                <a:solidFill>
                  <a:srgbClr val="193B59"/>
                </a:solidFill>
                <a:latin typeface="Yu Gothic"/>
                <a:ea typeface="Yu Gothic"/>
                <a:cs typeface="Yu Gothic"/>
              </a:rPr>
              <a:t>三材料を比べる観点</a:t>
            </a:r>
          </a:p>
        </p:txBody>
      </p:sp>
      <p:sp>
        <p:nvSpPr>
          <p:cNvPr id="2" name="直線コネクタ 1">
            <a:extLst xmlns:a="http://schemas.openxmlformats.org/drawingml/2006/main">
              <a:ext uri="{FF2B5EF4-FFF2-40B4-BE49-F238E27FC236}">
                <a16:creationId xmlns:a16="http://schemas.microsoft.com/office/drawing/2014/main" id="{AAF6AEA6-905B-4A7C-8E0A-4C7E53DF3D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323975"/>
            <a:ext cx="10820400" cy="0"/>
          </a:xfrm>
          <a:prstGeom xmlns:a="http://schemas.openxmlformats.org/drawingml/2006/main" prst="line">
            <a:avLst/>
          </a:prstGeom>
          <a:ln xmlns:a="http://schemas.openxmlformats.org/drawingml/2006/main" w="19050">
            <a:solidFill>
              <a:srgbClr val="D8E1E7"/>
            </a:solidFill>
          </a:ln>
        </p:spPr>
      </p:sp>
      <p:sp>
        <p:nvSpPr>
          <p:cNvPr id="3" name="正方形/長方形 2">
            <a:extLst xmlns:a="http://schemas.openxmlformats.org/drawingml/2006/main">
              <a:ext uri="{FF2B5EF4-FFF2-40B4-BE49-F238E27FC236}">
                <a16:creationId xmlns:a16="http://schemas.microsoft.com/office/drawing/2014/main" id="{27577710-1EA6-455C-9CE5-9C0706947F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1666875"/>
            <a:ext cx="10572750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>
              <a:defRPr sz="2250" b="1">
                <a:solidFill>
                  <a:srgbClr val="263D4D"/>
                </a:solidFill>
                <a:latin typeface="Yu Gothic"/>
                <a:ea typeface="Yu Gothic"/>
                <a:cs typeface="Yu Gothic"/>
              </a:defRPr>
            </a:defPPr>
            <a:lvl1pPr>
              <a:buNone/>
              <a:defRPr sz="2250" b="1">
                <a:solidFill>
                  <a:srgbClr val="263D4D"/>
                </a:solidFill>
                <a:latin typeface="Yu Gothic"/>
                <a:ea typeface="Yu Gothic"/>
                <a:cs typeface="Yu Gothic"/>
              </a:defRPr>
            </a:lvl1pPr>
            <a:lvl2pPr>
              <a:buNone/>
              <a:defRPr sz="2250" b="1">
                <a:solidFill>
                  <a:srgbClr val="263D4D"/>
                </a:solidFill>
                <a:latin typeface="Yu Gothic"/>
                <a:ea typeface="Yu Gothic"/>
                <a:cs typeface="Yu Gothic"/>
              </a:defRPr>
            </a:lvl2pPr>
            <a:lvl3pPr>
              <a:buNone/>
              <a:defRPr sz="2250" b="1">
                <a:solidFill>
                  <a:srgbClr val="263D4D"/>
                </a:solidFill>
                <a:latin typeface="Yu Gothic"/>
                <a:ea typeface="Yu Gothic"/>
                <a:cs typeface="Yu Gothic"/>
              </a:defRPr>
            </a:lvl3pPr>
            <a:lvl4pPr>
              <a:buNone/>
              <a:defRPr sz="2250" b="1">
                <a:solidFill>
                  <a:srgbClr val="263D4D"/>
                </a:solidFill>
                <a:latin typeface="Yu Gothic"/>
                <a:ea typeface="Yu Gothic"/>
                <a:cs typeface="Yu Gothic"/>
              </a:defRPr>
            </a:lvl4pPr>
            <a:lvl5pPr>
              <a:buNone/>
              <a:defRPr sz="2250" b="1">
                <a:solidFill>
                  <a:srgbClr val="263D4D"/>
                </a:solidFill>
                <a:latin typeface="Yu Gothic"/>
                <a:ea typeface="Yu Gothic"/>
                <a:cs typeface="Yu Gothic"/>
              </a:defRPr>
            </a:lvl5pPr>
            <a:lvl6pPr>
              <a:buNone/>
              <a:defRPr sz="2250" b="1">
                <a:solidFill>
                  <a:srgbClr val="263D4D"/>
                </a:solidFill>
                <a:latin typeface="Yu Gothic"/>
                <a:ea typeface="Yu Gothic"/>
                <a:cs typeface="Yu Gothic"/>
              </a:defRPr>
            </a:lvl6pPr>
            <a:lvl7pPr>
              <a:buNone/>
              <a:defRPr sz="2250" b="1">
                <a:solidFill>
                  <a:srgbClr val="263D4D"/>
                </a:solidFill>
                <a:latin typeface="Yu Gothic"/>
                <a:ea typeface="Yu Gothic"/>
                <a:cs typeface="Yu Gothic"/>
              </a:defRPr>
            </a:lvl7pPr>
            <a:lvl8pPr>
              <a:buNone/>
              <a:defRPr sz="2250" b="1">
                <a:solidFill>
                  <a:srgbClr val="263D4D"/>
                </a:solidFill>
                <a:latin typeface="Yu Gothic"/>
                <a:ea typeface="Yu Gothic"/>
                <a:cs typeface="Yu Gothic"/>
              </a:defRPr>
            </a:lvl8pPr>
            <a:lvl9pPr>
              <a:buNone/>
              <a:defRPr sz="2250" b="1">
                <a:solidFill>
                  <a:srgbClr val="263D4D"/>
                </a:solidFill>
                <a:latin typeface="Yu Gothic"/>
                <a:ea typeface="Yu Gothic"/>
                <a:cs typeface="Yu Gothic"/>
              </a:defRPr>
            </a:lvl9pPr>
          </a:lstStyle>
          <a:p xmlns:a="http://schemas.openxmlformats.org/drawingml/2006/main">
            <a:pPr>
              <a:buNone/>
              <a:defRPr sz="2250" b="1">
                <a:solidFill>
                  <a:srgbClr val="263D4D"/>
                </a:solidFill>
                <a:latin typeface="Yu Gothic"/>
                <a:ea typeface="Yu Gothic"/>
                <a:cs typeface="Yu Gothic"/>
              </a:defRPr>
            </a:pPr>
            <a:r>
              <a:rPr sz="2250" b="1">
                <a:solidFill>
                  <a:srgbClr val="263D4D"/>
                </a:solidFill>
                <a:latin typeface="Yu Gothic"/>
                <a:ea typeface="Yu Gothic"/>
                <a:cs typeface="Yu Gothic"/>
              </a:rPr>
              <a:t>強さ・剛性・質量：必要な形と荷重に対応</a:t>
            </a:r>
          </a:p>
        </p:txBody>
      </p:sp>
      <p:sp>
        <p:nvSpPr>
          <p:cNvPr id="4" name="正方形/長方形 3">
            <a:extLst xmlns:a="http://schemas.openxmlformats.org/drawingml/2006/main">
              <a:ext uri="{FF2B5EF4-FFF2-40B4-BE49-F238E27FC236}">
                <a16:creationId xmlns:a16="http://schemas.microsoft.com/office/drawing/2014/main" id="{EC3DBC59-4D8A-4924-A26C-961770733B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2619375"/>
            <a:ext cx="10572750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>
              <a:defRPr sz="2250" b="0">
                <a:solidFill>
                  <a:srgbClr val="263D4D"/>
                </a:solidFill>
                <a:latin typeface="Yu Gothic"/>
                <a:ea typeface="Yu Gothic"/>
                <a:cs typeface="Yu Gothic"/>
              </a:defRPr>
            </a:defPPr>
            <a:lvl1pPr>
              <a:buNone/>
              <a:defRPr sz="2250" b="0">
                <a:solidFill>
                  <a:srgbClr val="263D4D"/>
                </a:solidFill>
                <a:latin typeface="Yu Gothic"/>
                <a:ea typeface="Yu Gothic"/>
                <a:cs typeface="Yu Gothic"/>
              </a:defRPr>
            </a:lvl1pPr>
            <a:lvl2pPr>
              <a:buNone/>
              <a:defRPr sz="2250" b="0">
                <a:solidFill>
                  <a:srgbClr val="263D4D"/>
                </a:solidFill>
                <a:latin typeface="Yu Gothic"/>
                <a:ea typeface="Yu Gothic"/>
                <a:cs typeface="Yu Gothic"/>
              </a:defRPr>
            </a:lvl2pPr>
            <a:lvl3pPr>
              <a:buNone/>
              <a:defRPr sz="2250" b="0">
                <a:solidFill>
                  <a:srgbClr val="263D4D"/>
                </a:solidFill>
                <a:latin typeface="Yu Gothic"/>
                <a:ea typeface="Yu Gothic"/>
                <a:cs typeface="Yu Gothic"/>
              </a:defRPr>
            </a:lvl3pPr>
            <a:lvl4pPr>
              <a:buNone/>
              <a:defRPr sz="2250" b="0">
                <a:solidFill>
                  <a:srgbClr val="263D4D"/>
                </a:solidFill>
                <a:latin typeface="Yu Gothic"/>
                <a:ea typeface="Yu Gothic"/>
                <a:cs typeface="Yu Gothic"/>
              </a:defRPr>
            </a:lvl4pPr>
            <a:lvl5pPr>
              <a:buNone/>
              <a:defRPr sz="2250" b="0">
                <a:solidFill>
                  <a:srgbClr val="263D4D"/>
                </a:solidFill>
                <a:latin typeface="Yu Gothic"/>
                <a:ea typeface="Yu Gothic"/>
                <a:cs typeface="Yu Gothic"/>
              </a:defRPr>
            </a:lvl5pPr>
            <a:lvl6pPr>
              <a:buNone/>
              <a:defRPr sz="2250" b="0">
                <a:solidFill>
                  <a:srgbClr val="263D4D"/>
                </a:solidFill>
                <a:latin typeface="Yu Gothic"/>
                <a:ea typeface="Yu Gothic"/>
                <a:cs typeface="Yu Gothic"/>
              </a:defRPr>
            </a:lvl6pPr>
            <a:lvl7pPr>
              <a:buNone/>
              <a:defRPr sz="2250" b="0">
                <a:solidFill>
                  <a:srgbClr val="263D4D"/>
                </a:solidFill>
                <a:latin typeface="Yu Gothic"/>
                <a:ea typeface="Yu Gothic"/>
                <a:cs typeface="Yu Gothic"/>
              </a:defRPr>
            </a:lvl7pPr>
            <a:lvl8pPr>
              <a:buNone/>
              <a:defRPr sz="2250" b="0">
                <a:solidFill>
                  <a:srgbClr val="263D4D"/>
                </a:solidFill>
                <a:latin typeface="Yu Gothic"/>
                <a:ea typeface="Yu Gothic"/>
                <a:cs typeface="Yu Gothic"/>
              </a:defRPr>
            </a:lvl8pPr>
            <a:lvl9pPr>
              <a:buNone/>
              <a:defRPr sz="2250" b="0">
                <a:solidFill>
                  <a:srgbClr val="263D4D"/>
                </a:solidFill>
                <a:latin typeface="Yu Gothic"/>
                <a:ea typeface="Yu Gothic"/>
                <a:cs typeface="Yu Gothic"/>
              </a:defRPr>
            </a:lvl9pPr>
          </a:lstStyle>
          <a:p xmlns:a="http://schemas.openxmlformats.org/drawingml/2006/main">
            <a:pPr>
              <a:buNone/>
              <a:defRPr sz="2250" b="0">
                <a:solidFill>
                  <a:srgbClr val="263D4D"/>
                </a:solidFill>
                <a:latin typeface="Yu Gothic"/>
                <a:ea typeface="Yu Gothic"/>
                <a:cs typeface="Yu Gothic"/>
              </a:defRPr>
            </a:pPr>
            <a:r>
              <a:rPr sz="2250" b="0">
                <a:solidFill>
                  <a:srgbClr val="263D4D"/>
                </a:solidFill>
                <a:latin typeface="Yu Gothic"/>
                <a:ea typeface="Yu Gothic"/>
                <a:cs typeface="Yu Gothic"/>
              </a:rPr>
              <a:t>水・熱・時間：使う場所と使用期間に対応</a:t>
            </a:r>
          </a:p>
        </p:txBody>
      </p:sp>
      <p:sp>
        <p:nvSpPr>
          <p:cNvPr id="5" name="正方形/長方形 4">
            <a:extLst xmlns:a="http://schemas.openxmlformats.org/drawingml/2006/main">
              <a:ext uri="{FF2B5EF4-FFF2-40B4-BE49-F238E27FC236}">
                <a16:creationId xmlns:a16="http://schemas.microsoft.com/office/drawing/2014/main" id="{68573371-9259-4B39-B1A0-D73614596F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3571875"/>
            <a:ext cx="10572750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>
              <a:defRPr sz="2250" b="0">
                <a:solidFill>
                  <a:srgbClr val="263D4D"/>
                </a:solidFill>
                <a:latin typeface="Yu Gothic"/>
                <a:ea typeface="Yu Gothic"/>
                <a:cs typeface="Yu Gothic"/>
              </a:defRPr>
            </a:defPPr>
            <a:lvl1pPr>
              <a:buNone/>
              <a:defRPr sz="2250" b="0">
                <a:solidFill>
                  <a:srgbClr val="263D4D"/>
                </a:solidFill>
                <a:latin typeface="Yu Gothic"/>
                <a:ea typeface="Yu Gothic"/>
                <a:cs typeface="Yu Gothic"/>
              </a:defRPr>
            </a:lvl1pPr>
            <a:lvl2pPr>
              <a:buNone/>
              <a:defRPr sz="2250" b="0">
                <a:solidFill>
                  <a:srgbClr val="263D4D"/>
                </a:solidFill>
                <a:latin typeface="Yu Gothic"/>
                <a:ea typeface="Yu Gothic"/>
                <a:cs typeface="Yu Gothic"/>
              </a:defRPr>
            </a:lvl2pPr>
            <a:lvl3pPr>
              <a:buNone/>
              <a:defRPr sz="2250" b="0">
                <a:solidFill>
                  <a:srgbClr val="263D4D"/>
                </a:solidFill>
                <a:latin typeface="Yu Gothic"/>
                <a:ea typeface="Yu Gothic"/>
                <a:cs typeface="Yu Gothic"/>
              </a:defRPr>
            </a:lvl3pPr>
            <a:lvl4pPr>
              <a:buNone/>
              <a:defRPr sz="2250" b="0">
                <a:solidFill>
                  <a:srgbClr val="263D4D"/>
                </a:solidFill>
                <a:latin typeface="Yu Gothic"/>
                <a:ea typeface="Yu Gothic"/>
                <a:cs typeface="Yu Gothic"/>
              </a:defRPr>
            </a:lvl4pPr>
            <a:lvl5pPr>
              <a:buNone/>
              <a:defRPr sz="2250" b="0">
                <a:solidFill>
                  <a:srgbClr val="263D4D"/>
                </a:solidFill>
                <a:latin typeface="Yu Gothic"/>
                <a:ea typeface="Yu Gothic"/>
                <a:cs typeface="Yu Gothic"/>
              </a:defRPr>
            </a:lvl5pPr>
            <a:lvl6pPr>
              <a:buNone/>
              <a:defRPr sz="2250" b="0">
                <a:solidFill>
                  <a:srgbClr val="263D4D"/>
                </a:solidFill>
                <a:latin typeface="Yu Gothic"/>
                <a:ea typeface="Yu Gothic"/>
                <a:cs typeface="Yu Gothic"/>
              </a:defRPr>
            </a:lvl6pPr>
            <a:lvl7pPr>
              <a:buNone/>
              <a:defRPr sz="2250" b="0">
                <a:solidFill>
                  <a:srgbClr val="263D4D"/>
                </a:solidFill>
                <a:latin typeface="Yu Gothic"/>
                <a:ea typeface="Yu Gothic"/>
                <a:cs typeface="Yu Gothic"/>
              </a:defRPr>
            </a:lvl7pPr>
            <a:lvl8pPr>
              <a:buNone/>
              <a:defRPr sz="2250" b="0">
                <a:solidFill>
                  <a:srgbClr val="263D4D"/>
                </a:solidFill>
                <a:latin typeface="Yu Gothic"/>
                <a:ea typeface="Yu Gothic"/>
                <a:cs typeface="Yu Gothic"/>
              </a:defRPr>
            </a:lvl8pPr>
            <a:lvl9pPr>
              <a:buNone/>
              <a:defRPr sz="2250" b="0">
                <a:solidFill>
                  <a:srgbClr val="263D4D"/>
                </a:solidFill>
                <a:latin typeface="Yu Gothic"/>
                <a:ea typeface="Yu Gothic"/>
                <a:cs typeface="Yu Gothic"/>
              </a:defRPr>
            </a:lvl9pPr>
          </a:lstStyle>
          <a:p xmlns:a="http://schemas.openxmlformats.org/drawingml/2006/main">
            <a:pPr>
              <a:buNone/>
              <a:defRPr sz="2250" b="0">
                <a:solidFill>
                  <a:srgbClr val="263D4D"/>
                </a:solidFill>
                <a:latin typeface="Yu Gothic"/>
                <a:ea typeface="Yu Gothic"/>
                <a:cs typeface="Yu Gothic"/>
              </a:defRPr>
            </a:pPr>
            <a:r>
              <a:rPr sz="2250" b="0">
                <a:solidFill>
                  <a:srgbClr val="263D4D"/>
                </a:solidFill>
                <a:latin typeface="Yu Gothic"/>
                <a:ea typeface="Yu Gothic"/>
                <a:cs typeface="Yu Gothic"/>
              </a:rPr>
              <a:t>加工・接合：道具、技能、精度、作業時間に対応</a:t>
            </a:r>
          </a:p>
        </p:txBody>
      </p:sp>
      <p:sp>
        <p:nvSpPr>
          <p:cNvPr id="6" name="正方形/長方形 5">
            <a:extLst xmlns:a="http://schemas.openxmlformats.org/drawingml/2006/main">
              <a:ext uri="{FF2B5EF4-FFF2-40B4-BE49-F238E27FC236}">
                <a16:creationId xmlns:a16="http://schemas.microsoft.com/office/drawing/2014/main" id="{F4CF0340-2A23-45EE-99C9-6638698CCC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4524375"/>
            <a:ext cx="10572750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>
              <a:defRPr sz="2250" b="0">
                <a:solidFill>
                  <a:srgbClr val="263D4D"/>
                </a:solidFill>
                <a:latin typeface="Yu Gothic"/>
                <a:ea typeface="Yu Gothic"/>
                <a:cs typeface="Yu Gothic"/>
              </a:defRPr>
            </a:defPPr>
            <a:lvl1pPr>
              <a:buNone/>
              <a:defRPr sz="2250" b="0">
                <a:solidFill>
                  <a:srgbClr val="263D4D"/>
                </a:solidFill>
                <a:latin typeface="Yu Gothic"/>
                <a:ea typeface="Yu Gothic"/>
                <a:cs typeface="Yu Gothic"/>
              </a:defRPr>
            </a:lvl1pPr>
            <a:lvl2pPr>
              <a:buNone/>
              <a:defRPr sz="2250" b="0">
                <a:solidFill>
                  <a:srgbClr val="263D4D"/>
                </a:solidFill>
                <a:latin typeface="Yu Gothic"/>
                <a:ea typeface="Yu Gothic"/>
                <a:cs typeface="Yu Gothic"/>
              </a:defRPr>
            </a:lvl2pPr>
            <a:lvl3pPr>
              <a:buNone/>
              <a:defRPr sz="2250" b="0">
                <a:solidFill>
                  <a:srgbClr val="263D4D"/>
                </a:solidFill>
                <a:latin typeface="Yu Gothic"/>
                <a:ea typeface="Yu Gothic"/>
                <a:cs typeface="Yu Gothic"/>
              </a:defRPr>
            </a:lvl3pPr>
            <a:lvl4pPr>
              <a:buNone/>
              <a:defRPr sz="2250" b="0">
                <a:solidFill>
                  <a:srgbClr val="263D4D"/>
                </a:solidFill>
                <a:latin typeface="Yu Gothic"/>
                <a:ea typeface="Yu Gothic"/>
                <a:cs typeface="Yu Gothic"/>
              </a:defRPr>
            </a:lvl4pPr>
            <a:lvl5pPr>
              <a:buNone/>
              <a:defRPr sz="2250" b="0">
                <a:solidFill>
                  <a:srgbClr val="263D4D"/>
                </a:solidFill>
                <a:latin typeface="Yu Gothic"/>
                <a:ea typeface="Yu Gothic"/>
                <a:cs typeface="Yu Gothic"/>
              </a:defRPr>
            </a:lvl5pPr>
            <a:lvl6pPr>
              <a:buNone/>
              <a:defRPr sz="2250" b="0">
                <a:solidFill>
                  <a:srgbClr val="263D4D"/>
                </a:solidFill>
                <a:latin typeface="Yu Gothic"/>
                <a:ea typeface="Yu Gothic"/>
                <a:cs typeface="Yu Gothic"/>
              </a:defRPr>
            </a:lvl6pPr>
            <a:lvl7pPr>
              <a:buNone/>
              <a:defRPr sz="2250" b="0">
                <a:solidFill>
                  <a:srgbClr val="263D4D"/>
                </a:solidFill>
                <a:latin typeface="Yu Gothic"/>
                <a:ea typeface="Yu Gothic"/>
                <a:cs typeface="Yu Gothic"/>
              </a:defRPr>
            </a:lvl7pPr>
            <a:lvl8pPr>
              <a:buNone/>
              <a:defRPr sz="2250" b="0">
                <a:solidFill>
                  <a:srgbClr val="263D4D"/>
                </a:solidFill>
                <a:latin typeface="Yu Gothic"/>
                <a:ea typeface="Yu Gothic"/>
                <a:cs typeface="Yu Gothic"/>
              </a:defRPr>
            </a:lvl8pPr>
            <a:lvl9pPr>
              <a:buNone/>
              <a:defRPr sz="2250" b="0">
                <a:solidFill>
                  <a:srgbClr val="263D4D"/>
                </a:solidFill>
                <a:latin typeface="Yu Gothic"/>
                <a:ea typeface="Yu Gothic"/>
                <a:cs typeface="Yu Gothic"/>
              </a:defRPr>
            </a:lvl9pPr>
          </a:lstStyle>
          <a:p xmlns:a="http://schemas.openxmlformats.org/drawingml/2006/main">
            <a:pPr>
              <a:buNone/>
              <a:defRPr sz="2250" b="0">
                <a:solidFill>
                  <a:srgbClr val="263D4D"/>
                </a:solidFill>
                <a:latin typeface="Yu Gothic"/>
                <a:ea typeface="Yu Gothic"/>
                <a:cs typeface="Yu Gothic"/>
              </a:defRPr>
            </a:pPr>
            <a:r>
              <a:rPr sz="2250" b="0">
                <a:solidFill>
                  <a:srgbClr val="263D4D"/>
                </a:solidFill>
                <a:latin typeface="Yu Gothic"/>
                <a:ea typeface="Yu Gothic"/>
                <a:cs typeface="Yu Gothic"/>
              </a:rPr>
              <a:t>入手・費用・維持・使用後：製品の一生に対応</a:t>
            </a:r>
          </a:p>
        </p:txBody>
      </p:sp>
      <p:sp>
        <p:nvSpPr>
          <p:cNvPr id="7" name="正方形/長方形 6">
            <a:extLst xmlns:a="http://schemas.openxmlformats.org/drawingml/2006/main">
              <a:ext uri="{FF2B5EF4-FFF2-40B4-BE49-F238E27FC236}">
                <a16:creationId xmlns:a16="http://schemas.microsoft.com/office/drawing/2014/main" id="{077B4BD4-5E55-447B-B6D6-3788361F4E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353175"/>
            <a:ext cx="8953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>
              <a:defRPr sz="1425" b="0">
                <a:solidFill>
                  <a:srgbClr val="71818B"/>
                </a:solidFill>
                <a:latin typeface="Yu Gothic"/>
                <a:ea typeface="Yu Gothic"/>
                <a:cs typeface="Yu Gothic"/>
              </a:defRPr>
            </a:defPPr>
            <a:lvl1pPr>
              <a:buNone/>
              <a:defRPr sz="1425" b="0">
                <a:solidFill>
                  <a:srgbClr val="71818B"/>
                </a:solidFill>
                <a:latin typeface="Yu Gothic"/>
                <a:ea typeface="Yu Gothic"/>
                <a:cs typeface="Yu Gothic"/>
              </a:defRPr>
            </a:lvl1pPr>
            <a:lvl2pPr>
              <a:buNone/>
              <a:defRPr sz="1425" b="0">
                <a:solidFill>
                  <a:srgbClr val="71818B"/>
                </a:solidFill>
                <a:latin typeface="Yu Gothic"/>
                <a:ea typeface="Yu Gothic"/>
                <a:cs typeface="Yu Gothic"/>
              </a:defRPr>
            </a:lvl2pPr>
            <a:lvl3pPr>
              <a:buNone/>
              <a:defRPr sz="1425" b="0">
                <a:solidFill>
                  <a:srgbClr val="71818B"/>
                </a:solidFill>
                <a:latin typeface="Yu Gothic"/>
                <a:ea typeface="Yu Gothic"/>
                <a:cs typeface="Yu Gothic"/>
              </a:defRPr>
            </a:lvl3pPr>
            <a:lvl4pPr>
              <a:buNone/>
              <a:defRPr sz="1425" b="0">
                <a:solidFill>
                  <a:srgbClr val="71818B"/>
                </a:solidFill>
                <a:latin typeface="Yu Gothic"/>
                <a:ea typeface="Yu Gothic"/>
                <a:cs typeface="Yu Gothic"/>
              </a:defRPr>
            </a:lvl4pPr>
            <a:lvl5pPr>
              <a:buNone/>
              <a:defRPr sz="1425" b="0">
                <a:solidFill>
                  <a:srgbClr val="71818B"/>
                </a:solidFill>
                <a:latin typeface="Yu Gothic"/>
                <a:ea typeface="Yu Gothic"/>
                <a:cs typeface="Yu Gothic"/>
              </a:defRPr>
            </a:lvl5pPr>
            <a:lvl6pPr>
              <a:buNone/>
              <a:defRPr sz="1425" b="0">
                <a:solidFill>
                  <a:srgbClr val="71818B"/>
                </a:solidFill>
                <a:latin typeface="Yu Gothic"/>
                <a:ea typeface="Yu Gothic"/>
                <a:cs typeface="Yu Gothic"/>
              </a:defRPr>
            </a:lvl6pPr>
            <a:lvl7pPr>
              <a:buNone/>
              <a:defRPr sz="1425" b="0">
                <a:solidFill>
                  <a:srgbClr val="71818B"/>
                </a:solidFill>
                <a:latin typeface="Yu Gothic"/>
                <a:ea typeface="Yu Gothic"/>
                <a:cs typeface="Yu Gothic"/>
              </a:defRPr>
            </a:lvl7pPr>
            <a:lvl8pPr>
              <a:buNone/>
              <a:defRPr sz="1425" b="0">
                <a:solidFill>
                  <a:srgbClr val="71818B"/>
                </a:solidFill>
                <a:latin typeface="Yu Gothic"/>
                <a:ea typeface="Yu Gothic"/>
                <a:cs typeface="Yu Gothic"/>
              </a:defRPr>
            </a:lvl8pPr>
            <a:lvl9pPr>
              <a:buNone/>
              <a:defRPr sz="1425" b="0">
                <a:solidFill>
                  <a:srgbClr val="71818B"/>
                </a:solidFill>
                <a:latin typeface="Yu Gothic"/>
                <a:ea typeface="Yu Gothic"/>
                <a:cs typeface="Yu Gothic"/>
              </a:defRPr>
            </a:lvl9pPr>
          </a:lstStyle>
          <a:p xmlns:a="http://schemas.openxmlformats.org/drawingml/2006/main">
            <a:pPr>
              <a:buNone/>
              <a:defRPr sz="1425" b="0">
                <a:solidFill>
                  <a:srgbClr val="71818B"/>
                </a:solidFill>
                <a:latin typeface="Yu Gothic"/>
                <a:ea typeface="Yu Gothic"/>
                <a:cs typeface="Yu Gothic"/>
              </a:defRPr>
            </a:pPr>
            <a:r>
              <a:rPr sz="1425" b="0">
                <a:solidFill>
                  <a:srgbClr val="71818B"/>
                </a:solidFill>
                <a:latin typeface="Yu Gothic"/>
                <a:ea typeface="Yu Gothic"/>
                <a:cs typeface="Yu Gothic"/>
              </a:rPr>
              <a:t>工業材料概論　第12回</a:t>
            </a:r>
          </a:p>
        </p:txBody>
      </p:sp>
      <p:sp>
        <p:nvSpPr>
          <p:cNvPr id="8" name="正方形/長方形 7">
            <a:extLst xmlns:a="http://schemas.openxmlformats.org/drawingml/2006/main">
              <a:ext uri="{FF2B5EF4-FFF2-40B4-BE49-F238E27FC236}">
                <a16:creationId xmlns:a16="http://schemas.microsoft.com/office/drawing/2014/main" id="{ADFE0590-A6DB-4D33-AC6F-AAA9C3E53E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82250" y="6353175"/>
            <a:ext cx="1238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>
              <a:defRPr sz="1425" b="0">
                <a:solidFill>
                  <a:srgbClr val="71818B"/>
                </a:solidFill>
                <a:latin typeface="Yu Gothic"/>
                <a:ea typeface="Yu Gothic"/>
                <a:cs typeface="Yu Gothic"/>
              </a:defRPr>
            </a:defPPr>
            <a:lvl1pPr>
              <a:buNone/>
              <a:defRPr sz="1425" b="0">
                <a:solidFill>
                  <a:srgbClr val="71818B"/>
                </a:solidFill>
                <a:latin typeface="Yu Gothic"/>
                <a:ea typeface="Yu Gothic"/>
                <a:cs typeface="Yu Gothic"/>
              </a:defRPr>
            </a:lvl1pPr>
            <a:lvl2pPr>
              <a:buNone/>
              <a:defRPr sz="1425" b="0">
                <a:solidFill>
                  <a:srgbClr val="71818B"/>
                </a:solidFill>
                <a:latin typeface="Yu Gothic"/>
                <a:ea typeface="Yu Gothic"/>
                <a:cs typeface="Yu Gothic"/>
              </a:defRPr>
            </a:lvl2pPr>
            <a:lvl3pPr>
              <a:buNone/>
              <a:defRPr sz="1425" b="0">
                <a:solidFill>
                  <a:srgbClr val="71818B"/>
                </a:solidFill>
                <a:latin typeface="Yu Gothic"/>
                <a:ea typeface="Yu Gothic"/>
                <a:cs typeface="Yu Gothic"/>
              </a:defRPr>
            </a:lvl3pPr>
            <a:lvl4pPr>
              <a:buNone/>
              <a:defRPr sz="1425" b="0">
                <a:solidFill>
                  <a:srgbClr val="71818B"/>
                </a:solidFill>
                <a:latin typeface="Yu Gothic"/>
                <a:ea typeface="Yu Gothic"/>
                <a:cs typeface="Yu Gothic"/>
              </a:defRPr>
            </a:lvl4pPr>
            <a:lvl5pPr>
              <a:buNone/>
              <a:defRPr sz="1425" b="0">
                <a:solidFill>
                  <a:srgbClr val="71818B"/>
                </a:solidFill>
                <a:latin typeface="Yu Gothic"/>
                <a:ea typeface="Yu Gothic"/>
                <a:cs typeface="Yu Gothic"/>
              </a:defRPr>
            </a:lvl5pPr>
            <a:lvl6pPr>
              <a:buNone/>
              <a:defRPr sz="1425" b="0">
                <a:solidFill>
                  <a:srgbClr val="71818B"/>
                </a:solidFill>
                <a:latin typeface="Yu Gothic"/>
                <a:ea typeface="Yu Gothic"/>
                <a:cs typeface="Yu Gothic"/>
              </a:defRPr>
            </a:lvl6pPr>
            <a:lvl7pPr>
              <a:buNone/>
              <a:defRPr sz="1425" b="0">
                <a:solidFill>
                  <a:srgbClr val="71818B"/>
                </a:solidFill>
                <a:latin typeface="Yu Gothic"/>
                <a:ea typeface="Yu Gothic"/>
                <a:cs typeface="Yu Gothic"/>
              </a:defRPr>
            </a:lvl7pPr>
            <a:lvl8pPr>
              <a:buNone/>
              <a:defRPr sz="1425" b="0">
                <a:solidFill>
                  <a:srgbClr val="71818B"/>
                </a:solidFill>
                <a:latin typeface="Yu Gothic"/>
                <a:ea typeface="Yu Gothic"/>
                <a:cs typeface="Yu Gothic"/>
              </a:defRPr>
            </a:lvl8pPr>
            <a:lvl9pPr>
              <a:buNone/>
              <a:defRPr sz="1425" b="0">
                <a:solidFill>
                  <a:srgbClr val="71818B"/>
                </a:solidFill>
                <a:latin typeface="Yu Gothic"/>
                <a:ea typeface="Yu Gothic"/>
                <a:cs typeface="Yu Gothic"/>
              </a:defRPr>
            </a:lvl9pPr>
          </a:lstStyle>
          <a:p xmlns:a="http://schemas.openxmlformats.org/drawingml/2006/main">
            <a:pPr>
              <a:buNone/>
              <a:defRPr sz="1425" b="0">
                <a:solidFill>
                  <a:srgbClr val="71818B"/>
                </a:solidFill>
                <a:latin typeface="Yu Gothic"/>
                <a:ea typeface="Yu Gothic"/>
                <a:cs typeface="Yu Gothic"/>
              </a:defRPr>
            </a:pPr>
            <a:r>
              <a:rPr sz="1425" b="0">
                <a:solidFill>
                  <a:srgbClr val="71818B"/>
                </a:solidFill>
                <a:latin typeface="Yu Gothic"/>
                <a:ea typeface="Yu Gothic"/>
                <a:cs typeface="Yu Gothic"/>
              </a:rPr>
              <a:t>5 / 41</a:t>
            </a:r>
            <a:endParaRPr sz="1425" b="0">
              <a:solidFill>
                <a:srgbClr val="71818B"/>
              </a:solidFill>
              <a:latin typeface="Yu Gothic"/>
              <a:ea typeface="Yu Gothic"/>
              <a:cs typeface="Yu Gothic"/>
            </a:endParaRPr>
          </a:p>
        </p:txBody>
      </p:sp>
    </p:spTree>
    <p:extLst>
      <p:ext uri="{BB962C8B-B14F-4D97-AF65-F5344CB8AC3E}">
        <p14:creationId xmlns:p14="http://schemas.microsoft.com/office/powerpoint/2010/main" val="996570555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正方形/長方形 8">
            <a:extLst xmlns:a="http://schemas.openxmlformats.org/drawingml/2006/main">
              <a:ext uri="{FF2B5EF4-FFF2-40B4-BE49-F238E27FC236}">
                <a16:creationId xmlns:a16="http://schemas.microsoft.com/office/drawing/2014/main" id="{0834F457-D716-4FBE-8F48-366FEFFE91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81000"/>
            <a:ext cx="108585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>
              <a:defRPr sz="3000" b="1">
                <a:solidFill>
                  <a:srgbClr val="193B59"/>
                </a:solidFill>
                <a:latin typeface="Yu Gothic"/>
                <a:ea typeface="Yu Gothic"/>
                <a:cs typeface="Yu Gothic"/>
              </a:defRPr>
            </a:defPPr>
            <a:lvl1pPr>
              <a:buNone/>
              <a:defRPr sz="3000" b="1">
                <a:solidFill>
                  <a:srgbClr val="193B59"/>
                </a:solidFill>
                <a:latin typeface="Yu Gothic"/>
                <a:ea typeface="Yu Gothic"/>
                <a:cs typeface="Yu Gothic"/>
              </a:defRPr>
            </a:lvl1pPr>
            <a:lvl2pPr>
              <a:buNone/>
              <a:defRPr sz="3000" b="1">
                <a:solidFill>
                  <a:srgbClr val="193B59"/>
                </a:solidFill>
                <a:latin typeface="Yu Gothic"/>
                <a:ea typeface="Yu Gothic"/>
                <a:cs typeface="Yu Gothic"/>
              </a:defRPr>
            </a:lvl2pPr>
            <a:lvl3pPr>
              <a:buNone/>
              <a:defRPr sz="3000" b="1">
                <a:solidFill>
                  <a:srgbClr val="193B59"/>
                </a:solidFill>
                <a:latin typeface="Yu Gothic"/>
                <a:ea typeface="Yu Gothic"/>
                <a:cs typeface="Yu Gothic"/>
              </a:defRPr>
            </a:lvl3pPr>
            <a:lvl4pPr>
              <a:buNone/>
              <a:defRPr sz="3000" b="1">
                <a:solidFill>
                  <a:srgbClr val="193B59"/>
                </a:solidFill>
                <a:latin typeface="Yu Gothic"/>
                <a:ea typeface="Yu Gothic"/>
                <a:cs typeface="Yu Gothic"/>
              </a:defRPr>
            </a:lvl4pPr>
            <a:lvl5pPr>
              <a:buNone/>
              <a:defRPr sz="3000" b="1">
                <a:solidFill>
                  <a:srgbClr val="193B59"/>
                </a:solidFill>
                <a:latin typeface="Yu Gothic"/>
                <a:ea typeface="Yu Gothic"/>
                <a:cs typeface="Yu Gothic"/>
              </a:defRPr>
            </a:lvl5pPr>
            <a:lvl6pPr>
              <a:buNone/>
              <a:defRPr sz="3000" b="1">
                <a:solidFill>
                  <a:srgbClr val="193B59"/>
                </a:solidFill>
                <a:latin typeface="Yu Gothic"/>
                <a:ea typeface="Yu Gothic"/>
                <a:cs typeface="Yu Gothic"/>
              </a:defRPr>
            </a:lvl6pPr>
            <a:lvl7pPr>
              <a:buNone/>
              <a:defRPr sz="3000" b="1">
                <a:solidFill>
                  <a:srgbClr val="193B59"/>
                </a:solidFill>
                <a:latin typeface="Yu Gothic"/>
                <a:ea typeface="Yu Gothic"/>
                <a:cs typeface="Yu Gothic"/>
              </a:defRPr>
            </a:lvl7pPr>
            <a:lvl8pPr>
              <a:buNone/>
              <a:defRPr sz="3000" b="1">
                <a:solidFill>
                  <a:srgbClr val="193B59"/>
                </a:solidFill>
                <a:latin typeface="Yu Gothic"/>
                <a:ea typeface="Yu Gothic"/>
                <a:cs typeface="Yu Gothic"/>
              </a:defRPr>
            </a:lvl8pPr>
            <a:lvl9pPr>
              <a:buNone/>
              <a:defRPr sz="3000" b="1">
                <a:solidFill>
                  <a:srgbClr val="193B59"/>
                </a:solidFill>
                <a:latin typeface="Yu Gothic"/>
                <a:ea typeface="Yu Gothic"/>
                <a:cs typeface="Yu Gothic"/>
              </a:defRPr>
            </a:lvl9pPr>
          </a:lstStyle>
          <a:p xmlns:a="http://schemas.openxmlformats.org/drawingml/2006/main">
            <a:pPr>
              <a:buNone/>
              <a:defRPr sz="3000" b="1">
                <a:solidFill>
                  <a:srgbClr val="193B59"/>
                </a:solidFill>
                <a:latin typeface="Yu Gothic"/>
                <a:ea typeface="Yu Gothic"/>
                <a:cs typeface="Yu Gothic"/>
              </a:defRPr>
            </a:pPr>
            <a:r>
              <a:rPr sz="3000" b="1">
                <a:solidFill>
                  <a:srgbClr val="193B59"/>
                </a:solidFill>
                <a:latin typeface="Yu Gothic"/>
                <a:ea typeface="Yu Gothic"/>
                <a:cs typeface="Yu Gothic"/>
              </a:rPr>
              <a:t>例題：持ち運ぶ教材棚の部材</a:t>
            </a:r>
          </a:p>
        </p:txBody>
      </p:sp>
      <p:sp>
        <p:nvSpPr>
          <p:cNvPr id="2" name="直線コネクタ 1">
            <a:extLst xmlns:a="http://schemas.openxmlformats.org/drawingml/2006/main">
              <a:ext uri="{FF2B5EF4-FFF2-40B4-BE49-F238E27FC236}">
                <a16:creationId xmlns:a16="http://schemas.microsoft.com/office/drawing/2014/main" id="{70341DE6-391A-4438-A548-7F2EEDC8C1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323975"/>
            <a:ext cx="10820400" cy="0"/>
          </a:xfrm>
          <a:prstGeom xmlns:a="http://schemas.openxmlformats.org/drawingml/2006/main" prst="line">
            <a:avLst/>
          </a:prstGeom>
          <a:ln xmlns:a="http://schemas.openxmlformats.org/drawingml/2006/main" w="19050">
            <a:solidFill>
              <a:srgbClr val="D8E1E7"/>
            </a:solidFill>
          </a:ln>
        </p:spPr>
      </p:sp>
      <p:sp>
        <p:nvSpPr>
          <p:cNvPr id="3" name="正方形/長方形 2">
            <a:extLst xmlns:a="http://schemas.openxmlformats.org/drawingml/2006/main">
              <a:ext uri="{FF2B5EF4-FFF2-40B4-BE49-F238E27FC236}">
                <a16:creationId xmlns:a16="http://schemas.microsoft.com/office/drawing/2014/main" id="{0022CC1D-8CD8-40DE-9B26-88562EE4BC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1666875"/>
            <a:ext cx="10572750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>
              <a:defRPr sz="2250" b="1">
                <a:solidFill>
                  <a:srgbClr val="263D4D"/>
                </a:solidFill>
                <a:latin typeface="Yu Gothic"/>
                <a:ea typeface="Yu Gothic"/>
                <a:cs typeface="Yu Gothic"/>
              </a:defRPr>
            </a:defPPr>
            <a:lvl1pPr>
              <a:buNone/>
              <a:defRPr sz="2250" b="1">
                <a:solidFill>
                  <a:srgbClr val="263D4D"/>
                </a:solidFill>
                <a:latin typeface="Yu Gothic"/>
                <a:ea typeface="Yu Gothic"/>
                <a:cs typeface="Yu Gothic"/>
              </a:defRPr>
            </a:lvl1pPr>
            <a:lvl2pPr>
              <a:buNone/>
              <a:defRPr sz="2250" b="1">
                <a:solidFill>
                  <a:srgbClr val="263D4D"/>
                </a:solidFill>
                <a:latin typeface="Yu Gothic"/>
                <a:ea typeface="Yu Gothic"/>
                <a:cs typeface="Yu Gothic"/>
              </a:defRPr>
            </a:lvl2pPr>
            <a:lvl3pPr>
              <a:buNone/>
              <a:defRPr sz="2250" b="1">
                <a:solidFill>
                  <a:srgbClr val="263D4D"/>
                </a:solidFill>
                <a:latin typeface="Yu Gothic"/>
                <a:ea typeface="Yu Gothic"/>
                <a:cs typeface="Yu Gothic"/>
              </a:defRPr>
            </a:lvl3pPr>
            <a:lvl4pPr>
              <a:buNone/>
              <a:defRPr sz="2250" b="1">
                <a:solidFill>
                  <a:srgbClr val="263D4D"/>
                </a:solidFill>
                <a:latin typeface="Yu Gothic"/>
                <a:ea typeface="Yu Gothic"/>
                <a:cs typeface="Yu Gothic"/>
              </a:defRPr>
            </a:lvl4pPr>
            <a:lvl5pPr>
              <a:buNone/>
              <a:defRPr sz="2250" b="1">
                <a:solidFill>
                  <a:srgbClr val="263D4D"/>
                </a:solidFill>
                <a:latin typeface="Yu Gothic"/>
                <a:ea typeface="Yu Gothic"/>
                <a:cs typeface="Yu Gothic"/>
              </a:defRPr>
            </a:lvl5pPr>
            <a:lvl6pPr>
              <a:buNone/>
              <a:defRPr sz="2250" b="1">
                <a:solidFill>
                  <a:srgbClr val="263D4D"/>
                </a:solidFill>
                <a:latin typeface="Yu Gothic"/>
                <a:ea typeface="Yu Gothic"/>
                <a:cs typeface="Yu Gothic"/>
              </a:defRPr>
            </a:lvl6pPr>
            <a:lvl7pPr>
              <a:buNone/>
              <a:defRPr sz="2250" b="1">
                <a:solidFill>
                  <a:srgbClr val="263D4D"/>
                </a:solidFill>
                <a:latin typeface="Yu Gothic"/>
                <a:ea typeface="Yu Gothic"/>
                <a:cs typeface="Yu Gothic"/>
              </a:defRPr>
            </a:lvl7pPr>
            <a:lvl8pPr>
              <a:buNone/>
              <a:defRPr sz="2250" b="1">
                <a:solidFill>
                  <a:srgbClr val="263D4D"/>
                </a:solidFill>
                <a:latin typeface="Yu Gothic"/>
                <a:ea typeface="Yu Gothic"/>
                <a:cs typeface="Yu Gothic"/>
              </a:defRPr>
            </a:lvl8pPr>
            <a:lvl9pPr>
              <a:buNone/>
              <a:defRPr sz="2250" b="1">
                <a:solidFill>
                  <a:srgbClr val="263D4D"/>
                </a:solidFill>
                <a:latin typeface="Yu Gothic"/>
                <a:ea typeface="Yu Gothic"/>
                <a:cs typeface="Yu Gothic"/>
              </a:defRPr>
            </a:lvl9pPr>
          </a:lstStyle>
          <a:p xmlns:a="http://schemas.openxmlformats.org/drawingml/2006/main">
            <a:pPr>
              <a:buNone/>
              <a:defRPr sz="2250" b="1">
                <a:solidFill>
                  <a:srgbClr val="263D4D"/>
                </a:solidFill>
                <a:latin typeface="Yu Gothic"/>
                <a:ea typeface="Yu Gothic"/>
                <a:cs typeface="Yu Gothic"/>
              </a:defRPr>
            </a:pPr>
            <a:r>
              <a:rPr sz="2250" b="1">
                <a:solidFill>
                  <a:srgbClr val="263D4D"/>
                </a:solidFill>
                <a:latin typeface="Yu Gothic"/>
                <a:ea typeface="Yu Gothic"/>
                <a:cs typeface="Yu Gothic"/>
              </a:rPr>
              <a:t>第11回と同じ、長さ600 mm・幅30 mmの部材</a:t>
            </a:r>
          </a:p>
        </p:txBody>
      </p:sp>
      <p:sp>
        <p:nvSpPr>
          <p:cNvPr id="4" name="正方形/長方形 3">
            <a:extLst xmlns:a="http://schemas.openxmlformats.org/drawingml/2006/main">
              <a:ext uri="{FF2B5EF4-FFF2-40B4-BE49-F238E27FC236}">
                <a16:creationId xmlns:a16="http://schemas.microsoft.com/office/drawing/2014/main" id="{A102F07E-8B5F-4346-8428-CF49A92C67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2619375"/>
            <a:ext cx="10572750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>
              <a:defRPr sz="2250" b="0">
                <a:solidFill>
                  <a:srgbClr val="263D4D"/>
                </a:solidFill>
                <a:latin typeface="Yu Gothic"/>
                <a:ea typeface="Yu Gothic"/>
                <a:cs typeface="Yu Gothic"/>
              </a:defRPr>
            </a:defPPr>
            <a:lvl1pPr>
              <a:buNone/>
              <a:defRPr sz="2250" b="0">
                <a:solidFill>
                  <a:srgbClr val="263D4D"/>
                </a:solidFill>
                <a:latin typeface="Yu Gothic"/>
                <a:ea typeface="Yu Gothic"/>
                <a:cs typeface="Yu Gothic"/>
              </a:defRPr>
            </a:lvl1pPr>
            <a:lvl2pPr>
              <a:buNone/>
              <a:defRPr sz="2250" b="0">
                <a:solidFill>
                  <a:srgbClr val="263D4D"/>
                </a:solidFill>
                <a:latin typeface="Yu Gothic"/>
                <a:ea typeface="Yu Gothic"/>
                <a:cs typeface="Yu Gothic"/>
              </a:defRPr>
            </a:lvl2pPr>
            <a:lvl3pPr>
              <a:buNone/>
              <a:defRPr sz="2250" b="0">
                <a:solidFill>
                  <a:srgbClr val="263D4D"/>
                </a:solidFill>
                <a:latin typeface="Yu Gothic"/>
                <a:ea typeface="Yu Gothic"/>
                <a:cs typeface="Yu Gothic"/>
              </a:defRPr>
            </a:lvl3pPr>
            <a:lvl4pPr>
              <a:buNone/>
              <a:defRPr sz="2250" b="0">
                <a:solidFill>
                  <a:srgbClr val="263D4D"/>
                </a:solidFill>
                <a:latin typeface="Yu Gothic"/>
                <a:ea typeface="Yu Gothic"/>
                <a:cs typeface="Yu Gothic"/>
              </a:defRPr>
            </a:lvl4pPr>
            <a:lvl5pPr>
              <a:buNone/>
              <a:defRPr sz="2250" b="0">
                <a:solidFill>
                  <a:srgbClr val="263D4D"/>
                </a:solidFill>
                <a:latin typeface="Yu Gothic"/>
                <a:ea typeface="Yu Gothic"/>
                <a:cs typeface="Yu Gothic"/>
              </a:defRPr>
            </a:lvl5pPr>
            <a:lvl6pPr>
              <a:buNone/>
              <a:defRPr sz="2250" b="0">
                <a:solidFill>
                  <a:srgbClr val="263D4D"/>
                </a:solidFill>
                <a:latin typeface="Yu Gothic"/>
                <a:ea typeface="Yu Gothic"/>
                <a:cs typeface="Yu Gothic"/>
              </a:defRPr>
            </a:lvl6pPr>
            <a:lvl7pPr>
              <a:buNone/>
              <a:defRPr sz="2250" b="0">
                <a:solidFill>
                  <a:srgbClr val="263D4D"/>
                </a:solidFill>
                <a:latin typeface="Yu Gothic"/>
                <a:ea typeface="Yu Gothic"/>
                <a:cs typeface="Yu Gothic"/>
              </a:defRPr>
            </a:lvl7pPr>
            <a:lvl8pPr>
              <a:buNone/>
              <a:defRPr sz="2250" b="0">
                <a:solidFill>
                  <a:srgbClr val="263D4D"/>
                </a:solidFill>
                <a:latin typeface="Yu Gothic"/>
                <a:ea typeface="Yu Gothic"/>
                <a:cs typeface="Yu Gothic"/>
              </a:defRPr>
            </a:lvl8pPr>
            <a:lvl9pPr>
              <a:buNone/>
              <a:defRPr sz="2250" b="0">
                <a:solidFill>
                  <a:srgbClr val="263D4D"/>
                </a:solidFill>
                <a:latin typeface="Yu Gothic"/>
                <a:ea typeface="Yu Gothic"/>
                <a:cs typeface="Yu Gothic"/>
              </a:defRPr>
            </a:lvl9pPr>
          </a:lstStyle>
          <a:p xmlns:a="http://schemas.openxmlformats.org/drawingml/2006/main">
            <a:pPr>
              <a:buNone/>
              <a:defRPr sz="2250" b="0">
                <a:solidFill>
                  <a:srgbClr val="263D4D"/>
                </a:solidFill>
                <a:latin typeface="Yu Gothic"/>
                <a:ea typeface="Yu Gothic"/>
                <a:cs typeface="Yu Gothic"/>
              </a:defRPr>
            </a:pPr>
            <a:r>
              <a:rPr sz="2250" b="0">
                <a:solidFill>
                  <a:srgbClr val="263D4D"/>
                </a:solidFill>
                <a:latin typeface="Yu Gothic"/>
                <a:ea typeface="Yu Gothic"/>
                <a:cs typeface="Yu Gothic"/>
              </a:rPr>
              <a:t>中央荷重20 N、単純支持。まず高さ20 mmで比較</a:t>
            </a:r>
          </a:p>
        </p:txBody>
      </p:sp>
      <p:sp>
        <p:nvSpPr>
          <p:cNvPr id="5" name="正方形/長方形 4">
            <a:extLst xmlns:a="http://schemas.openxmlformats.org/drawingml/2006/main">
              <a:ext uri="{FF2B5EF4-FFF2-40B4-BE49-F238E27FC236}">
                <a16:creationId xmlns:a16="http://schemas.microsoft.com/office/drawing/2014/main" id="{CA3FB753-D02A-4134-A167-F9FF9B0431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3571875"/>
            <a:ext cx="10572750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>
              <a:defRPr sz="2250" b="0">
                <a:solidFill>
                  <a:srgbClr val="263D4D"/>
                </a:solidFill>
                <a:latin typeface="Yu Gothic"/>
                <a:ea typeface="Yu Gothic"/>
                <a:cs typeface="Yu Gothic"/>
              </a:defRPr>
            </a:defPPr>
            <a:lvl1pPr>
              <a:buNone/>
              <a:defRPr sz="2250" b="0">
                <a:solidFill>
                  <a:srgbClr val="263D4D"/>
                </a:solidFill>
                <a:latin typeface="Yu Gothic"/>
                <a:ea typeface="Yu Gothic"/>
                <a:cs typeface="Yu Gothic"/>
              </a:defRPr>
            </a:lvl1pPr>
            <a:lvl2pPr>
              <a:buNone/>
              <a:defRPr sz="2250" b="0">
                <a:solidFill>
                  <a:srgbClr val="263D4D"/>
                </a:solidFill>
                <a:latin typeface="Yu Gothic"/>
                <a:ea typeface="Yu Gothic"/>
                <a:cs typeface="Yu Gothic"/>
              </a:defRPr>
            </a:lvl2pPr>
            <a:lvl3pPr>
              <a:buNone/>
              <a:defRPr sz="2250" b="0">
                <a:solidFill>
                  <a:srgbClr val="263D4D"/>
                </a:solidFill>
                <a:latin typeface="Yu Gothic"/>
                <a:ea typeface="Yu Gothic"/>
                <a:cs typeface="Yu Gothic"/>
              </a:defRPr>
            </a:lvl3pPr>
            <a:lvl4pPr>
              <a:buNone/>
              <a:defRPr sz="2250" b="0">
                <a:solidFill>
                  <a:srgbClr val="263D4D"/>
                </a:solidFill>
                <a:latin typeface="Yu Gothic"/>
                <a:ea typeface="Yu Gothic"/>
                <a:cs typeface="Yu Gothic"/>
              </a:defRPr>
            </a:lvl4pPr>
            <a:lvl5pPr>
              <a:buNone/>
              <a:defRPr sz="2250" b="0">
                <a:solidFill>
                  <a:srgbClr val="263D4D"/>
                </a:solidFill>
                <a:latin typeface="Yu Gothic"/>
                <a:ea typeface="Yu Gothic"/>
                <a:cs typeface="Yu Gothic"/>
              </a:defRPr>
            </a:lvl5pPr>
            <a:lvl6pPr>
              <a:buNone/>
              <a:defRPr sz="2250" b="0">
                <a:solidFill>
                  <a:srgbClr val="263D4D"/>
                </a:solidFill>
                <a:latin typeface="Yu Gothic"/>
                <a:ea typeface="Yu Gothic"/>
                <a:cs typeface="Yu Gothic"/>
              </a:defRPr>
            </a:lvl6pPr>
            <a:lvl7pPr>
              <a:buNone/>
              <a:defRPr sz="2250" b="0">
                <a:solidFill>
                  <a:srgbClr val="263D4D"/>
                </a:solidFill>
                <a:latin typeface="Yu Gothic"/>
                <a:ea typeface="Yu Gothic"/>
                <a:cs typeface="Yu Gothic"/>
              </a:defRPr>
            </a:lvl7pPr>
            <a:lvl8pPr>
              <a:buNone/>
              <a:defRPr sz="2250" b="0">
                <a:solidFill>
                  <a:srgbClr val="263D4D"/>
                </a:solidFill>
                <a:latin typeface="Yu Gothic"/>
                <a:ea typeface="Yu Gothic"/>
                <a:cs typeface="Yu Gothic"/>
              </a:defRPr>
            </a:lvl8pPr>
            <a:lvl9pPr>
              <a:buNone/>
              <a:defRPr sz="2250" b="0">
                <a:solidFill>
                  <a:srgbClr val="263D4D"/>
                </a:solidFill>
                <a:latin typeface="Yu Gothic"/>
                <a:ea typeface="Yu Gothic"/>
                <a:cs typeface="Yu Gothic"/>
              </a:defRPr>
            </a:lvl9pPr>
          </a:lstStyle>
          <a:p xmlns:a="http://schemas.openxmlformats.org/drawingml/2006/main">
            <a:pPr>
              <a:buNone/>
              <a:defRPr sz="2250" b="0">
                <a:solidFill>
                  <a:srgbClr val="263D4D"/>
                </a:solidFill>
                <a:latin typeface="Yu Gothic"/>
                <a:ea typeface="Yu Gothic"/>
                <a:cs typeface="Yu Gothic"/>
              </a:defRPr>
            </a:pPr>
            <a:r>
              <a:rPr sz="2250" b="0">
                <a:solidFill>
                  <a:srgbClr val="263D4D"/>
                </a:solidFill>
                <a:latin typeface="Yu Gothic"/>
                <a:ea typeface="Yu Gothic"/>
                <a:cs typeface="Yu Gothic"/>
              </a:rPr>
              <a:t>授業用の条件：たわみ1.0 mm以下、質量500 g以下</a:t>
            </a:r>
          </a:p>
        </p:txBody>
      </p:sp>
      <p:sp>
        <p:nvSpPr>
          <p:cNvPr id="6" name="正方形/長方形 5">
            <a:extLst xmlns:a="http://schemas.openxmlformats.org/drawingml/2006/main">
              <a:ext uri="{FF2B5EF4-FFF2-40B4-BE49-F238E27FC236}">
                <a16:creationId xmlns:a16="http://schemas.microsoft.com/office/drawing/2014/main" id="{5479441F-0D4B-48DF-B488-DB26D86F9C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4524375"/>
            <a:ext cx="10572750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>
              <a:defRPr sz="2250" b="0">
                <a:solidFill>
                  <a:srgbClr val="263D4D"/>
                </a:solidFill>
                <a:latin typeface="Yu Gothic"/>
                <a:ea typeface="Yu Gothic"/>
                <a:cs typeface="Yu Gothic"/>
              </a:defRPr>
            </a:defPPr>
            <a:lvl1pPr>
              <a:buNone/>
              <a:defRPr sz="2250" b="0">
                <a:solidFill>
                  <a:srgbClr val="263D4D"/>
                </a:solidFill>
                <a:latin typeface="Yu Gothic"/>
                <a:ea typeface="Yu Gothic"/>
                <a:cs typeface="Yu Gothic"/>
              </a:defRPr>
            </a:lvl1pPr>
            <a:lvl2pPr>
              <a:buNone/>
              <a:defRPr sz="2250" b="0">
                <a:solidFill>
                  <a:srgbClr val="263D4D"/>
                </a:solidFill>
                <a:latin typeface="Yu Gothic"/>
                <a:ea typeface="Yu Gothic"/>
                <a:cs typeface="Yu Gothic"/>
              </a:defRPr>
            </a:lvl2pPr>
            <a:lvl3pPr>
              <a:buNone/>
              <a:defRPr sz="2250" b="0">
                <a:solidFill>
                  <a:srgbClr val="263D4D"/>
                </a:solidFill>
                <a:latin typeface="Yu Gothic"/>
                <a:ea typeface="Yu Gothic"/>
                <a:cs typeface="Yu Gothic"/>
              </a:defRPr>
            </a:lvl3pPr>
            <a:lvl4pPr>
              <a:buNone/>
              <a:defRPr sz="2250" b="0">
                <a:solidFill>
                  <a:srgbClr val="263D4D"/>
                </a:solidFill>
                <a:latin typeface="Yu Gothic"/>
                <a:ea typeface="Yu Gothic"/>
                <a:cs typeface="Yu Gothic"/>
              </a:defRPr>
            </a:lvl4pPr>
            <a:lvl5pPr>
              <a:buNone/>
              <a:defRPr sz="2250" b="0">
                <a:solidFill>
                  <a:srgbClr val="263D4D"/>
                </a:solidFill>
                <a:latin typeface="Yu Gothic"/>
                <a:ea typeface="Yu Gothic"/>
                <a:cs typeface="Yu Gothic"/>
              </a:defRPr>
            </a:lvl5pPr>
            <a:lvl6pPr>
              <a:buNone/>
              <a:defRPr sz="2250" b="0">
                <a:solidFill>
                  <a:srgbClr val="263D4D"/>
                </a:solidFill>
                <a:latin typeface="Yu Gothic"/>
                <a:ea typeface="Yu Gothic"/>
                <a:cs typeface="Yu Gothic"/>
              </a:defRPr>
            </a:lvl6pPr>
            <a:lvl7pPr>
              <a:buNone/>
              <a:defRPr sz="2250" b="0">
                <a:solidFill>
                  <a:srgbClr val="263D4D"/>
                </a:solidFill>
                <a:latin typeface="Yu Gothic"/>
                <a:ea typeface="Yu Gothic"/>
                <a:cs typeface="Yu Gothic"/>
              </a:defRPr>
            </a:lvl7pPr>
            <a:lvl8pPr>
              <a:buNone/>
              <a:defRPr sz="2250" b="0">
                <a:solidFill>
                  <a:srgbClr val="263D4D"/>
                </a:solidFill>
                <a:latin typeface="Yu Gothic"/>
                <a:ea typeface="Yu Gothic"/>
                <a:cs typeface="Yu Gothic"/>
              </a:defRPr>
            </a:lvl8pPr>
            <a:lvl9pPr>
              <a:buNone/>
              <a:defRPr sz="2250" b="0">
                <a:solidFill>
                  <a:srgbClr val="263D4D"/>
                </a:solidFill>
                <a:latin typeface="Yu Gothic"/>
                <a:ea typeface="Yu Gothic"/>
                <a:cs typeface="Yu Gothic"/>
              </a:defRPr>
            </a:lvl9pPr>
          </a:lstStyle>
          <a:p xmlns:a="http://schemas.openxmlformats.org/drawingml/2006/main">
            <a:pPr>
              <a:buNone/>
              <a:defRPr sz="2250" b="0">
                <a:solidFill>
                  <a:srgbClr val="263D4D"/>
                </a:solidFill>
                <a:latin typeface="Yu Gothic"/>
                <a:ea typeface="Yu Gothic"/>
                <a:cs typeface="Yu Gothic"/>
              </a:defRPr>
            </a:pPr>
            <a:r>
              <a:rPr sz="2250" b="0">
                <a:solidFill>
                  <a:srgbClr val="263D4D"/>
                </a:solidFill>
                <a:latin typeface="Yu Gothic"/>
                <a:ea typeface="Yu Gothic"/>
                <a:cs typeface="Yu Gothic"/>
              </a:rPr>
              <a:t>ここでは、この二条件だけの一次判定を行う</a:t>
            </a:r>
          </a:p>
        </p:txBody>
      </p:sp>
      <p:sp>
        <p:nvSpPr>
          <p:cNvPr id="7" name="正方形/長方形 6">
            <a:extLst xmlns:a="http://schemas.openxmlformats.org/drawingml/2006/main">
              <a:ext uri="{FF2B5EF4-FFF2-40B4-BE49-F238E27FC236}">
                <a16:creationId xmlns:a16="http://schemas.microsoft.com/office/drawing/2014/main" id="{255B609E-1234-4A6D-AFCF-23EB50DF20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353175"/>
            <a:ext cx="8953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>
              <a:defRPr sz="1425" b="0">
                <a:solidFill>
                  <a:srgbClr val="71818B"/>
                </a:solidFill>
                <a:latin typeface="Yu Gothic"/>
                <a:ea typeface="Yu Gothic"/>
                <a:cs typeface="Yu Gothic"/>
              </a:defRPr>
            </a:defPPr>
            <a:lvl1pPr>
              <a:buNone/>
              <a:defRPr sz="1425" b="0">
                <a:solidFill>
                  <a:srgbClr val="71818B"/>
                </a:solidFill>
                <a:latin typeface="Yu Gothic"/>
                <a:ea typeface="Yu Gothic"/>
                <a:cs typeface="Yu Gothic"/>
              </a:defRPr>
            </a:lvl1pPr>
            <a:lvl2pPr>
              <a:buNone/>
              <a:defRPr sz="1425" b="0">
                <a:solidFill>
                  <a:srgbClr val="71818B"/>
                </a:solidFill>
                <a:latin typeface="Yu Gothic"/>
                <a:ea typeface="Yu Gothic"/>
                <a:cs typeface="Yu Gothic"/>
              </a:defRPr>
            </a:lvl2pPr>
            <a:lvl3pPr>
              <a:buNone/>
              <a:defRPr sz="1425" b="0">
                <a:solidFill>
                  <a:srgbClr val="71818B"/>
                </a:solidFill>
                <a:latin typeface="Yu Gothic"/>
                <a:ea typeface="Yu Gothic"/>
                <a:cs typeface="Yu Gothic"/>
              </a:defRPr>
            </a:lvl3pPr>
            <a:lvl4pPr>
              <a:buNone/>
              <a:defRPr sz="1425" b="0">
                <a:solidFill>
                  <a:srgbClr val="71818B"/>
                </a:solidFill>
                <a:latin typeface="Yu Gothic"/>
                <a:ea typeface="Yu Gothic"/>
                <a:cs typeface="Yu Gothic"/>
              </a:defRPr>
            </a:lvl4pPr>
            <a:lvl5pPr>
              <a:buNone/>
              <a:defRPr sz="1425" b="0">
                <a:solidFill>
                  <a:srgbClr val="71818B"/>
                </a:solidFill>
                <a:latin typeface="Yu Gothic"/>
                <a:ea typeface="Yu Gothic"/>
                <a:cs typeface="Yu Gothic"/>
              </a:defRPr>
            </a:lvl5pPr>
            <a:lvl6pPr>
              <a:buNone/>
              <a:defRPr sz="1425" b="0">
                <a:solidFill>
                  <a:srgbClr val="71818B"/>
                </a:solidFill>
                <a:latin typeface="Yu Gothic"/>
                <a:ea typeface="Yu Gothic"/>
                <a:cs typeface="Yu Gothic"/>
              </a:defRPr>
            </a:lvl6pPr>
            <a:lvl7pPr>
              <a:buNone/>
              <a:defRPr sz="1425" b="0">
                <a:solidFill>
                  <a:srgbClr val="71818B"/>
                </a:solidFill>
                <a:latin typeface="Yu Gothic"/>
                <a:ea typeface="Yu Gothic"/>
                <a:cs typeface="Yu Gothic"/>
              </a:defRPr>
            </a:lvl7pPr>
            <a:lvl8pPr>
              <a:buNone/>
              <a:defRPr sz="1425" b="0">
                <a:solidFill>
                  <a:srgbClr val="71818B"/>
                </a:solidFill>
                <a:latin typeface="Yu Gothic"/>
                <a:ea typeface="Yu Gothic"/>
                <a:cs typeface="Yu Gothic"/>
              </a:defRPr>
            </a:lvl8pPr>
            <a:lvl9pPr>
              <a:buNone/>
              <a:defRPr sz="1425" b="0">
                <a:solidFill>
                  <a:srgbClr val="71818B"/>
                </a:solidFill>
                <a:latin typeface="Yu Gothic"/>
                <a:ea typeface="Yu Gothic"/>
                <a:cs typeface="Yu Gothic"/>
              </a:defRPr>
            </a:lvl9pPr>
          </a:lstStyle>
          <a:p xmlns:a="http://schemas.openxmlformats.org/drawingml/2006/main">
            <a:pPr>
              <a:buNone/>
              <a:defRPr sz="1425" b="0">
                <a:solidFill>
                  <a:srgbClr val="71818B"/>
                </a:solidFill>
                <a:latin typeface="Yu Gothic"/>
                <a:ea typeface="Yu Gothic"/>
                <a:cs typeface="Yu Gothic"/>
              </a:defRPr>
            </a:pPr>
            <a:r>
              <a:rPr sz="1425" b="0">
                <a:solidFill>
                  <a:srgbClr val="71818B"/>
                </a:solidFill>
                <a:latin typeface="Yu Gothic"/>
                <a:ea typeface="Yu Gothic"/>
                <a:cs typeface="Yu Gothic"/>
              </a:rPr>
              <a:t>工業材料概論　第12回</a:t>
            </a:r>
          </a:p>
        </p:txBody>
      </p:sp>
      <p:sp>
        <p:nvSpPr>
          <p:cNvPr id="8" name="正方形/長方形 7">
            <a:extLst xmlns:a="http://schemas.openxmlformats.org/drawingml/2006/main">
              <a:ext uri="{FF2B5EF4-FFF2-40B4-BE49-F238E27FC236}">
                <a16:creationId xmlns:a16="http://schemas.microsoft.com/office/drawing/2014/main" id="{881D21E4-B38A-4A57-880A-9364F74A9C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82250" y="6353175"/>
            <a:ext cx="1238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>
              <a:defRPr sz="1425" b="0">
                <a:solidFill>
                  <a:srgbClr val="71818B"/>
                </a:solidFill>
                <a:latin typeface="Yu Gothic"/>
                <a:ea typeface="Yu Gothic"/>
                <a:cs typeface="Yu Gothic"/>
              </a:defRPr>
            </a:defPPr>
            <a:lvl1pPr>
              <a:buNone/>
              <a:defRPr sz="1425" b="0">
                <a:solidFill>
                  <a:srgbClr val="71818B"/>
                </a:solidFill>
                <a:latin typeface="Yu Gothic"/>
                <a:ea typeface="Yu Gothic"/>
                <a:cs typeface="Yu Gothic"/>
              </a:defRPr>
            </a:lvl1pPr>
            <a:lvl2pPr>
              <a:buNone/>
              <a:defRPr sz="1425" b="0">
                <a:solidFill>
                  <a:srgbClr val="71818B"/>
                </a:solidFill>
                <a:latin typeface="Yu Gothic"/>
                <a:ea typeface="Yu Gothic"/>
                <a:cs typeface="Yu Gothic"/>
              </a:defRPr>
            </a:lvl2pPr>
            <a:lvl3pPr>
              <a:buNone/>
              <a:defRPr sz="1425" b="0">
                <a:solidFill>
                  <a:srgbClr val="71818B"/>
                </a:solidFill>
                <a:latin typeface="Yu Gothic"/>
                <a:ea typeface="Yu Gothic"/>
                <a:cs typeface="Yu Gothic"/>
              </a:defRPr>
            </a:lvl3pPr>
            <a:lvl4pPr>
              <a:buNone/>
              <a:defRPr sz="1425" b="0">
                <a:solidFill>
                  <a:srgbClr val="71818B"/>
                </a:solidFill>
                <a:latin typeface="Yu Gothic"/>
                <a:ea typeface="Yu Gothic"/>
                <a:cs typeface="Yu Gothic"/>
              </a:defRPr>
            </a:lvl4pPr>
            <a:lvl5pPr>
              <a:buNone/>
              <a:defRPr sz="1425" b="0">
                <a:solidFill>
                  <a:srgbClr val="71818B"/>
                </a:solidFill>
                <a:latin typeface="Yu Gothic"/>
                <a:ea typeface="Yu Gothic"/>
                <a:cs typeface="Yu Gothic"/>
              </a:defRPr>
            </a:lvl5pPr>
            <a:lvl6pPr>
              <a:buNone/>
              <a:defRPr sz="1425" b="0">
                <a:solidFill>
                  <a:srgbClr val="71818B"/>
                </a:solidFill>
                <a:latin typeface="Yu Gothic"/>
                <a:ea typeface="Yu Gothic"/>
                <a:cs typeface="Yu Gothic"/>
              </a:defRPr>
            </a:lvl6pPr>
            <a:lvl7pPr>
              <a:buNone/>
              <a:defRPr sz="1425" b="0">
                <a:solidFill>
                  <a:srgbClr val="71818B"/>
                </a:solidFill>
                <a:latin typeface="Yu Gothic"/>
                <a:ea typeface="Yu Gothic"/>
                <a:cs typeface="Yu Gothic"/>
              </a:defRPr>
            </a:lvl7pPr>
            <a:lvl8pPr>
              <a:buNone/>
              <a:defRPr sz="1425" b="0">
                <a:solidFill>
                  <a:srgbClr val="71818B"/>
                </a:solidFill>
                <a:latin typeface="Yu Gothic"/>
                <a:ea typeface="Yu Gothic"/>
                <a:cs typeface="Yu Gothic"/>
              </a:defRPr>
            </a:lvl8pPr>
            <a:lvl9pPr>
              <a:buNone/>
              <a:defRPr sz="1425" b="0">
                <a:solidFill>
                  <a:srgbClr val="71818B"/>
                </a:solidFill>
                <a:latin typeface="Yu Gothic"/>
                <a:ea typeface="Yu Gothic"/>
                <a:cs typeface="Yu Gothic"/>
              </a:defRPr>
            </a:lvl9pPr>
          </a:lstStyle>
          <a:p xmlns:a="http://schemas.openxmlformats.org/drawingml/2006/main">
            <a:pPr>
              <a:buNone/>
              <a:defRPr sz="1425" b="0">
                <a:solidFill>
                  <a:srgbClr val="71818B"/>
                </a:solidFill>
                <a:latin typeface="Yu Gothic"/>
                <a:ea typeface="Yu Gothic"/>
                <a:cs typeface="Yu Gothic"/>
              </a:defRPr>
            </a:pPr>
            <a:r>
              <a:rPr sz="1425" b="0">
                <a:solidFill>
                  <a:srgbClr val="71818B"/>
                </a:solidFill>
                <a:latin typeface="Yu Gothic"/>
                <a:ea typeface="Yu Gothic"/>
                <a:cs typeface="Yu Gothic"/>
              </a:rPr>
              <a:t>6 / 41</a:t>
            </a:r>
            <a:endParaRPr sz="1425" b="0">
              <a:solidFill>
                <a:srgbClr val="71818B"/>
              </a:solidFill>
              <a:latin typeface="Yu Gothic"/>
              <a:ea typeface="Yu Gothic"/>
              <a:cs typeface="Yu Gothic"/>
            </a:endParaRPr>
          </a:p>
        </p:txBody>
      </p:sp>
    </p:spTree>
    <p:extLst>
      <p:ext uri="{BB962C8B-B14F-4D97-AF65-F5344CB8AC3E}">
        <p14:creationId xmlns:p14="http://schemas.microsoft.com/office/powerpoint/2010/main" val="1248957013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正方形/長方形 6">
            <a:extLst xmlns:a="http://schemas.openxmlformats.org/drawingml/2006/main">
              <a:ext uri="{FF2B5EF4-FFF2-40B4-BE49-F238E27FC236}">
                <a16:creationId xmlns:a16="http://schemas.microsoft.com/office/drawing/2014/main" id="{ADBDD3AC-F482-420A-9060-141ED586D8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81000"/>
            <a:ext cx="108585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>
              <a:defRPr sz="3000" b="1">
                <a:solidFill>
                  <a:srgbClr val="193B59"/>
                </a:solidFill>
                <a:latin typeface="Yu Gothic"/>
                <a:ea typeface="Yu Gothic"/>
                <a:cs typeface="Yu Gothic"/>
              </a:defRPr>
            </a:defPPr>
            <a:lvl1pPr>
              <a:buNone/>
              <a:defRPr sz="3000" b="1">
                <a:solidFill>
                  <a:srgbClr val="193B59"/>
                </a:solidFill>
                <a:latin typeface="Yu Gothic"/>
                <a:ea typeface="Yu Gothic"/>
                <a:cs typeface="Yu Gothic"/>
              </a:defRPr>
            </a:lvl1pPr>
            <a:lvl2pPr>
              <a:buNone/>
              <a:defRPr sz="3000" b="1">
                <a:solidFill>
                  <a:srgbClr val="193B59"/>
                </a:solidFill>
                <a:latin typeface="Yu Gothic"/>
                <a:ea typeface="Yu Gothic"/>
                <a:cs typeface="Yu Gothic"/>
              </a:defRPr>
            </a:lvl2pPr>
            <a:lvl3pPr>
              <a:buNone/>
              <a:defRPr sz="3000" b="1">
                <a:solidFill>
                  <a:srgbClr val="193B59"/>
                </a:solidFill>
                <a:latin typeface="Yu Gothic"/>
                <a:ea typeface="Yu Gothic"/>
                <a:cs typeface="Yu Gothic"/>
              </a:defRPr>
            </a:lvl3pPr>
            <a:lvl4pPr>
              <a:buNone/>
              <a:defRPr sz="3000" b="1">
                <a:solidFill>
                  <a:srgbClr val="193B59"/>
                </a:solidFill>
                <a:latin typeface="Yu Gothic"/>
                <a:ea typeface="Yu Gothic"/>
                <a:cs typeface="Yu Gothic"/>
              </a:defRPr>
            </a:lvl4pPr>
            <a:lvl5pPr>
              <a:buNone/>
              <a:defRPr sz="3000" b="1">
                <a:solidFill>
                  <a:srgbClr val="193B59"/>
                </a:solidFill>
                <a:latin typeface="Yu Gothic"/>
                <a:ea typeface="Yu Gothic"/>
                <a:cs typeface="Yu Gothic"/>
              </a:defRPr>
            </a:lvl5pPr>
            <a:lvl6pPr>
              <a:buNone/>
              <a:defRPr sz="3000" b="1">
                <a:solidFill>
                  <a:srgbClr val="193B59"/>
                </a:solidFill>
                <a:latin typeface="Yu Gothic"/>
                <a:ea typeface="Yu Gothic"/>
                <a:cs typeface="Yu Gothic"/>
              </a:defRPr>
            </a:lvl6pPr>
            <a:lvl7pPr>
              <a:buNone/>
              <a:defRPr sz="3000" b="1">
                <a:solidFill>
                  <a:srgbClr val="193B59"/>
                </a:solidFill>
                <a:latin typeface="Yu Gothic"/>
                <a:ea typeface="Yu Gothic"/>
                <a:cs typeface="Yu Gothic"/>
              </a:defRPr>
            </a:lvl7pPr>
            <a:lvl8pPr>
              <a:buNone/>
              <a:defRPr sz="3000" b="1">
                <a:solidFill>
                  <a:srgbClr val="193B59"/>
                </a:solidFill>
                <a:latin typeface="Yu Gothic"/>
                <a:ea typeface="Yu Gothic"/>
                <a:cs typeface="Yu Gothic"/>
              </a:defRPr>
            </a:lvl8pPr>
            <a:lvl9pPr>
              <a:buNone/>
              <a:defRPr sz="3000" b="1">
                <a:solidFill>
                  <a:srgbClr val="193B59"/>
                </a:solidFill>
                <a:latin typeface="Yu Gothic"/>
                <a:ea typeface="Yu Gothic"/>
                <a:cs typeface="Yu Gothic"/>
              </a:defRPr>
            </a:lvl9pPr>
          </a:lstStyle>
          <a:p xmlns:a="http://schemas.openxmlformats.org/drawingml/2006/main">
            <a:pPr>
              <a:buNone/>
              <a:defRPr sz="3000" b="1">
                <a:solidFill>
                  <a:srgbClr val="193B59"/>
                </a:solidFill>
                <a:latin typeface="Yu Gothic"/>
                <a:ea typeface="Yu Gothic"/>
                <a:cs typeface="Yu Gothic"/>
              </a:defRPr>
            </a:pPr>
            <a:r>
              <a:rPr sz="3000" b="1">
                <a:solidFill>
                  <a:srgbClr val="193B59"/>
                </a:solidFill>
                <a:latin typeface="Yu Gothic"/>
                <a:ea typeface="Yu Gothic"/>
                <a:cs typeface="Yu Gothic"/>
              </a:rPr>
              <a:t>同じ断面での一次判定</a:t>
            </a:r>
          </a:p>
        </p:txBody>
      </p:sp>
      <p:sp>
        <p:nvSpPr>
          <p:cNvPr id="2" name="直線コネクタ 1">
            <a:extLst xmlns:a="http://schemas.openxmlformats.org/drawingml/2006/main">
              <a:ext uri="{FF2B5EF4-FFF2-40B4-BE49-F238E27FC236}">
                <a16:creationId xmlns:a16="http://schemas.microsoft.com/office/drawing/2014/main" id="{4F661187-4C47-47C8-AFD2-064255C647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323975"/>
            <a:ext cx="10820400" cy="0"/>
          </a:xfrm>
          <a:prstGeom xmlns:a="http://schemas.openxmlformats.org/drawingml/2006/main" prst="line">
            <a:avLst/>
          </a:prstGeom>
          <a:ln xmlns:a="http://schemas.openxmlformats.org/drawingml/2006/main" w="19050">
            <a:solidFill>
              <a:srgbClr val="D8E1E7"/>
            </a:solidFill>
          </a:ln>
        </p:spPr>
      </p:sp>
      <p:graphicFrame>
        <p:nvGraphicFramePr>
          <p:cNvPr id="3" name="表 2">
            <a:extLst xmlns:a="http://schemas.openxmlformats.org/drawingml/2006/main">
              <a:ext uri="{FF2B5EF4-FFF2-40B4-BE49-F238E27FC236}">
                <a16:creationId xmlns:a16="http://schemas.microsoft.com/office/drawing/2014/main" id="{85406C7D-70E5-499E-A13D-E194F4507C1B}"/>
              </a:ext>
            </a:extLst>
          </p:cNvPr>
          <p:cNvGraphicFramePr/>
          <p:nvPr/>
        </p:nvGraphicFramePr>
        <p:xfrm>
          <a:off xmlns:a="http://schemas.openxmlformats.org/drawingml/2006/main" x="714375" y="2095500"/>
          <a:ext xmlns:a="http://schemas.openxmlformats.org/drawingml/2006/main" cx="10763250" cy="251460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3048000"/>
                <a:gridCol w="2476500"/>
                <a:gridCol w="2619375"/>
                <a:gridCol w="2619375"/>
              </a:tblGrid>
              <a:tr h="628650">
                <a:tc>
                  <a:txBody>
                    <a:bodyPr/>
                    <a:lstStyle/>
                    <a:p>
                      <a:r>
                        <a:rPr sz="1875" b="1">
                          <a:solidFill>
                            <a:srgbClr val="FFFFFF"/>
                          </a:solidFill>
                          <a:latin typeface="Yu Gothic"/>
                          <a:ea typeface="Yu Gothic"/>
                          <a:cs typeface="Yu Gothic"/>
                        </a:rPr>
                        <a:t>モデル</a:t>
                      </a:r>
                    </a:p>
                  </a:txBody>
                  <a:tcPr marL="91440" marR="91440" marT="45720" marB="45720">
                    <a:solidFill>
                      <a:srgbClr val="193B5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1">
                          <a:solidFill>
                            <a:srgbClr val="FFFFFF"/>
                          </a:solidFill>
                          <a:latin typeface="Yu Gothic"/>
                          <a:ea typeface="Yu Gothic"/>
                          <a:cs typeface="Yu Gothic"/>
                        </a:rPr>
                        <a:t>たわみ / mm</a:t>
                      </a:r>
                    </a:p>
                  </a:txBody>
                  <a:tcPr marL="91440" marR="91440" marT="45720" marB="45720">
                    <a:solidFill>
                      <a:srgbClr val="193B5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1">
                          <a:solidFill>
                            <a:srgbClr val="FFFFFF"/>
                          </a:solidFill>
                          <a:latin typeface="Yu Gothic"/>
                          <a:ea typeface="Yu Gothic"/>
                          <a:cs typeface="Yu Gothic"/>
                        </a:rPr>
                        <a:t>質量 / g</a:t>
                      </a:r>
                    </a:p>
                  </a:txBody>
                  <a:tcPr marL="91440" marR="91440" marT="45720" marB="45720">
                    <a:solidFill>
                      <a:srgbClr val="193B5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1">
                          <a:solidFill>
                            <a:srgbClr val="FFFFFF"/>
                          </a:solidFill>
                          <a:latin typeface="Yu Gothic"/>
                          <a:ea typeface="Yu Gothic"/>
                          <a:cs typeface="Yu Gothic"/>
                        </a:rPr>
                        <a:t>二条件</a:t>
                      </a:r>
                    </a:p>
                  </a:txBody>
                  <a:tcPr marL="91440" marR="91440" marT="45720" marB="45720">
                    <a:solidFill>
                      <a:srgbClr val="193B59"/>
                    </a:solidFill>
                  </a:tcPr>
                </a:tc>
              </a:tr>
              <a:tr h="628650"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263D4D"/>
                          </a:solidFill>
                          <a:latin typeface="Yu Gothic"/>
                          <a:ea typeface="Yu Gothic"/>
                          <a:cs typeface="Yu Gothic"/>
                        </a:rPr>
                        <a:t>木材</a:t>
                      </a:r>
                    </a:p>
                  </a:txBody>
                  <a:tcPr marL="91440" marR="91440" marT="45720" marB="45720">
                    <a:solidFill>
                      <a:srgbClr val="EDF2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263D4D"/>
                          </a:solidFill>
                          <a:latin typeface="Yu Gothic"/>
                          <a:ea typeface="Yu Gothic"/>
                          <a:cs typeface="Yu Gothic"/>
                        </a:rPr>
                        <a:t>0.336</a:t>
                      </a:r>
                    </a:p>
                  </a:txBody>
                  <a:tcPr marL="91440" marR="91440" marT="45720" marB="45720">
                    <a:solidFill>
                      <a:srgbClr val="EDF2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263D4D"/>
                          </a:solidFill>
                          <a:latin typeface="Yu Gothic"/>
                          <a:ea typeface="Yu Gothic"/>
                          <a:cs typeface="Yu Gothic"/>
                        </a:rPr>
                        <a:t>194</a:t>
                      </a:r>
                    </a:p>
                  </a:txBody>
                  <a:tcPr marL="91440" marR="91440" marT="45720" marB="45720">
                    <a:solidFill>
                      <a:srgbClr val="EDF2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263D4D"/>
                          </a:solidFill>
                          <a:latin typeface="Yu Gothic"/>
                          <a:ea typeface="Yu Gothic"/>
                          <a:cs typeface="Yu Gothic"/>
                        </a:rPr>
                        <a:t>満たす</a:t>
                      </a:r>
                    </a:p>
                  </a:txBody>
                  <a:tcPr marL="91440" marR="91440" marT="45720" marB="45720">
                    <a:solidFill>
                      <a:srgbClr val="EDF2F5"/>
                    </a:solidFill>
                  </a:tcPr>
                </a:tc>
              </a:tr>
              <a:tr h="628650"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263D4D"/>
                          </a:solidFill>
                          <a:latin typeface="Yu Gothic"/>
                          <a:ea typeface="Yu Gothic"/>
                          <a:cs typeface="Yu Gothic"/>
                        </a:rPr>
                        <a:t>金属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263D4D"/>
                          </a:solidFill>
                          <a:latin typeface="Yu Gothic"/>
                          <a:ea typeface="Yu Gothic"/>
                          <a:cs typeface="Yu Gothic"/>
                        </a:rPr>
                        <a:t>0.0643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263D4D"/>
                          </a:solidFill>
                          <a:latin typeface="Yu Gothic"/>
                          <a:ea typeface="Yu Gothic"/>
                          <a:cs typeface="Yu Gothic"/>
                        </a:rPr>
                        <a:t>972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263D4D"/>
                          </a:solidFill>
                          <a:latin typeface="Yu Gothic"/>
                          <a:ea typeface="Yu Gothic"/>
                          <a:cs typeface="Yu Gothic"/>
                        </a:rPr>
                        <a:t>質量が超過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628650"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263D4D"/>
                          </a:solidFill>
                          <a:latin typeface="Yu Gothic"/>
                          <a:ea typeface="Yu Gothic"/>
                          <a:cs typeface="Yu Gothic"/>
                        </a:rPr>
                        <a:t>樹脂</a:t>
                      </a:r>
                    </a:p>
                  </a:txBody>
                  <a:tcPr marL="91440" marR="91440" marT="45720" marB="45720">
                    <a:solidFill>
                      <a:srgbClr val="EDF2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263D4D"/>
                          </a:solidFill>
                          <a:latin typeface="Yu Gothic"/>
                          <a:ea typeface="Yu Gothic"/>
                          <a:cs typeface="Yu Gothic"/>
                        </a:rPr>
                        <a:t>1.41</a:t>
                      </a:r>
                    </a:p>
                  </a:txBody>
                  <a:tcPr marL="91440" marR="91440" marT="45720" marB="45720">
                    <a:solidFill>
                      <a:srgbClr val="EDF2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263D4D"/>
                          </a:solidFill>
                          <a:latin typeface="Yu Gothic"/>
                          <a:ea typeface="Yu Gothic"/>
                          <a:cs typeface="Yu Gothic"/>
                        </a:rPr>
                        <a:t>428</a:t>
                      </a:r>
                    </a:p>
                  </a:txBody>
                  <a:tcPr marL="91440" marR="91440" marT="45720" marB="45720">
                    <a:solidFill>
                      <a:srgbClr val="EDF2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263D4D"/>
                          </a:solidFill>
                          <a:latin typeface="Yu Gothic"/>
                          <a:ea typeface="Yu Gothic"/>
                          <a:cs typeface="Yu Gothic"/>
                        </a:rPr>
                        <a:t>たわみが超過</a:t>
                      </a:r>
                    </a:p>
                  </a:txBody>
                  <a:tcPr marL="91440" marR="91440" marT="45720" marB="45720">
                    <a:solidFill>
                      <a:srgbClr val="EDF2F5"/>
                    </a:solidFill>
                  </a:tcPr>
                </a:tc>
              </a:tr>
            </a:tbl>
          </a:graphicData>
        </a:graphic>
      </p:graphicFrame>
      <p:sp>
        <p:nvSpPr>
          <p:cNvPr id="4" name="正方形/長方形 3">
            <a:extLst xmlns:a="http://schemas.openxmlformats.org/drawingml/2006/main">
              <a:ext uri="{FF2B5EF4-FFF2-40B4-BE49-F238E27FC236}">
                <a16:creationId xmlns:a16="http://schemas.microsoft.com/office/drawing/2014/main" id="{DF487EB2-1642-4957-8059-3625AF1A27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5619750"/>
            <a:ext cx="107632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>
              <a:defRPr sz="1575" b="0">
                <a:solidFill>
                  <a:srgbClr val="587080"/>
                </a:solidFill>
                <a:latin typeface="Yu Gothic"/>
                <a:ea typeface="Yu Gothic"/>
                <a:cs typeface="Yu Gothic"/>
              </a:defRPr>
            </a:defPPr>
            <a:lvl1pPr>
              <a:buNone/>
              <a:defRPr sz="1575" b="0">
                <a:solidFill>
                  <a:srgbClr val="587080"/>
                </a:solidFill>
                <a:latin typeface="Yu Gothic"/>
                <a:ea typeface="Yu Gothic"/>
                <a:cs typeface="Yu Gothic"/>
              </a:defRPr>
            </a:lvl1pPr>
            <a:lvl2pPr>
              <a:buNone/>
              <a:defRPr sz="1575" b="0">
                <a:solidFill>
                  <a:srgbClr val="587080"/>
                </a:solidFill>
                <a:latin typeface="Yu Gothic"/>
                <a:ea typeface="Yu Gothic"/>
                <a:cs typeface="Yu Gothic"/>
              </a:defRPr>
            </a:lvl2pPr>
            <a:lvl3pPr>
              <a:buNone/>
              <a:defRPr sz="1575" b="0">
                <a:solidFill>
                  <a:srgbClr val="587080"/>
                </a:solidFill>
                <a:latin typeface="Yu Gothic"/>
                <a:ea typeface="Yu Gothic"/>
                <a:cs typeface="Yu Gothic"/>
              </a:defRPr>
            </a:lvl3pPr>
            <a:lvl4pPr>
              <a:buNone/>
              <a:defRPr sz="1575" b="0">
                <a:solidFill>
                  <a:srgbClr val="587080"/>
                </a:solidFill>
                <a:latin typeface="Yu Gothic"/>
                <a:ea typeface="Yu Gothic"/>
                <a:cs typeface="Yu Gothic"/>
              </a:defRPr>
            </a:lvl4pPr>
            <a:lvl5pPr>
              <a:buNone/>
              <a:defRPr sz="1575" b="0">
                <a:solidFill>
                  <a:srgbClr val="587080"/>
                </a:solidFill>
                <a:latin typeface="Yu Gothic"/>
                <a:ea typeface="Yu Gothic"/>
                <a:cs typeface="Yu Gothic"/>
              </a:defRPr>
            </a:lvl5pPr>
            <a:lvl6pPr>
              <a:buNone/>
              <a:defRPr sz="1575" b="0">
                <a:solidFill>
                  <a:srgbClr val="587080"/>
                </a:solidFill>
                <a:latin typeface="Yu Gothic"/>
                <a:ea typeface="Yu Gothic"/>
                <a:cs typeface="Yu Gothic"/>
              </a:defRPr>
            </a:lvl6pPr>
            <a:lvl7pPr>
              <a:buNone/>
              <a:defRPr sz="1575" b="0">
                <a:solidFill>
                  <a:srgbClr val="587080"/>
                </a:solidFill>
                <a:latin typeface="Yu Gothic"/>
                <a:ea typeface="Yu Gothic"/>
                <a:cs typeface="Yu Gothic"/>
              </a:defRPr>
            </a:lvl7pPr>
            <a:lvl8pPr>
              <a:buNone/>
              <a:defRPr sz="1575" b="0">
                <a:solidFill>
                  <a:srgbClr val="587080"/>
                </a:solidFill>
                <a:latin typeface="Yu Gothic"/>
                <a:ea typeface="Yu Gothic"/>
                <a:cs typeface="Yu Gothic"/>
              </a:defRPr>
            </a:lvl8pPr>
            <a:lvl9pPr>
              <a:buNone/>
              <a:defRPr sz="1575" b="0">
                <a:solidFill>
                  <a:srgbClr val="587080"/>
                </a:solidFill>
                <a:latin typeface="Yu Gothic"/>
                <a:ea typeface="Yu Gothic"/>
                <a:cs typeface="Yu Gothic"/>
              </a:defRPr>
            </a:lvl9pPr>
          </a:lstStyle>
          <a:p xmlns:a="http://schemas.openxmlformats.org/drawingml/2006/main">
            <a:pPr>
              <a:buNone/>
              <a:defRPr sz="1575" b="0">
                <a:solidFill>
                  <a:srgbClr val="587080"/>
                </a:solidFill>
                <a:latin typeface="Yu Gothic"/>
                <a:ea typeface="Yu Gothic"/>
                <a:cs typeface="Yu Gothic"/>
              </a:defRPr>
            </a:pPr>
            <a:r>
              <a:rPr sz="1575" b="0">
                <a:solidFill>
                  <a:srgbClr val="587080"/>
                </a:solidFill>
                <a:latin typeface="Yu Gothic"/>
                <a:ea typeface="Yu Gothic"/>
                <a:cs typeface="Yu Gothic"/>
              </a:rPr>
              <a:t>仮定した値と条件での判定。製品の安全性や適否の最終判定ではない。</a:t>
            </a:r>
          </a:p>
        </p:txBody>
      </p:sp>
      <p:sp>
        <p:nvSpPr>
          <p:cNvPr id="5" name="正方形/長方形 4">
            <a:extLst xmlns:a="http://schemas.openxmlformats.org/drawingml/2006/main">
              <a:ext uri="{FF2B5EF4-FFF2-40B4-BE49-F238E27FC236}">
                <a16:creationId xmlns:a16="http://schemas.microsoft.com/office/drawing/2014/main" id="{751B8E0B-89D4-4502-9870-DA886775D0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353175"/>
            <a:ext cx="8953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>
              <a:defRPr sz="1425" b="0">
                <a:solidFill>
                  <a:srgbClr val="71818B"/>
                </a:solidFill>
                <a:latin typeface="Yu Gothic"/>
                <a:ea typeface="Yu Gothic"/>
                <a:cs typeface="Yu Gothic"/>
              </a:defRPr>
            </a:defPPr>
            <a:lvl1pPr>
              <a:buNone/>
              <a:defRPr sz="1425" b="0">
                <a:solidFill>
                  <a:srgbClr val="71818B"/>
                </a:solidFill>
                <a:latin typeface="Yu Gothic"/>
                <a:ea typeface="Yu Gothic"/>
                <a:cs typeface="Yu Gothic"/>
              </a:defRPr>
            </a:lvl1pPr>
            <a:lvl2pPr>
              <a:buNone/>
              <a:defRPr sz="1425" b="0">
                <a:solidFill>
                  <a:srgbClr val="71818B"/>
                </a:solidFill>
                <a:latin typeface="Yu Gothic"/>
                <a:ea typeface="Yu Gothic"/>
                <a:cs typeface="Yu Gothic"/>
              </a:defRPr>
            </a:lvl2pPr>
            <a:lvl3pPr>
              <a:buNone/>
              <a:defRPr sz="1425" b="0">
                <a:solidFill>
                  <a:srgbClr val="71818B"/>
                </a:solidFill>
                <a:latin typeface="Yu Gothic"/>
                <a:ea typeface="Yu Gothic"/>
                <a:cs typeface="Yu Gothic"/>
              </a:defRPr>
            </a:lvl3pPr>
            <a:lvl4pPr>
              <a:buNone/>
              <a:defRPr sz="1425" b="0">
                <a:solidFill>
                  <a:srgbClr val="71818B"/>
                </a:solidFill>
                <a:latin typeface="Yu Gothic"/>
                <a:ea typeface="Yu Gothic"/>
                <a:cs typeface="Yu Gothic"/>
              </a:defRPr>
            </a:lvl4pPr>
            <a:lvl5pPr>
              <a:buNone/>
              <a:defRPr sz="1425" b="0">
                <a:solidFill>
                  <a:srgbClr val="71818B"/>
                </a:solidFill>
                <a:latin typeface="Yu Gothic"/>
                <a:ea typeface="Yu Gothic"/>
                <a:cs typeface="Yu Gothic"/>
              </a:defRPr>
            </a:lvl5pPr>
            <a:lvl6pPr>
              <a:buNone/>
              <a:defRPr sz="1425" b="0">
                <a:solidFill>
                  <a:srgbClr val="71818B"/>
                </a:solidFill>
                <a:latin typeface="Yu Gothic"/>
                <a:ea typeface="Yu Gothic"/>
                <a:cs typeface="Yu Gothic"/>
              </a:defRPr>
            </a:lvl6pPr>
            <a:lvl7pPr>
              <a:buNone/>
              <a:defRPr sz="1425" b="0">
                <a:solidFill>
                  <a:srgbClr val="71818B"/>
                </a:solidFill>
                <a:latin typeface="Yu Gothic"/>
                <a:ea typeface="Yu Gothic"/>
                <a:cs typeface="Yu Gothic"/>
              </a:defRPr>
            </a:lvl7pPr>
            <a:lvl8pPr>
              <a:buNone/>
              <a:defRPr sz="1425" b="0">
                <a:solidFill>
                  <a:srgbClr val="71818B"/>
                </a:solidFill>
                <a:latin typeface="Yu Gothic"/>
                <a:ea typeface="Yu Gothic"/>
                <a:cs typeface="Yu Gothic"/>
              </a:defRPr>
            </a:lvl8pPr>
            <a:lvl9pPr>
              <a:buNone/>
              <a:defRPr sz="1425" b="0">
                <a:solidFill>
                  <a:srgbClr val="71818B"/>
                </a:solidFill>
                <a:latin typeface="Yu Gothic"/>
                <a:ea typeface="Yu Gothic"/>
                <a:cs typeface="Yu Gothic"/>
              </a:defRPr>
            </a:lvl9pPr>
          </a:lstStyle>
          <a:p xmlns:a="http://schemas.openxmlformats.org/drawingml/2006/main">
            <a:pPr>
              <a:buNone/>
              <a:defRPr sz="1425" b="0">
                <a:solidFill>
                  <a:srgbClr val="71818B"/>
                </a:solidFill>
                <a:latin typeface="Yu Gothic"/>
                <a:ea typeface="Yu Gothic"/>
                <a:cs typeface="Yu Gothic"/>
              </a:defRPr>
            </a:pPr>
            <a:r>
              <a:rPr sz="1425" b="0">
                <a:solidFill>
                  <a:srgbClr val="71818B"/>
                </a:solidFill>
                <a:latin typeface="Yu Gothic"/>
                <a:ea typeface="Yu Gothic"/>
                <a:cs typeface="Yu Gothic"/>
              </a:rPr>
              <a:t>工業材料概論　第12回</a:t>
            </a:r>
          </a:p>
        </p:txBody>
      </p:sp>
      <p:sp>
        <p:nvSpPr>
          <p:cNvPr id="6" name="正方形/長方形 5">
            <a:extLst xmlns:a="http://schemas.openxmlformats.org/drawingml/2006/main">
              <a:ext uri="{FF2B5EF4-FFF2-40B4-BE49-F238E27FC236}">
                <a16:creationId xmlns:a16="http://schemas.microsoft.com/office/drawing/2014/main" id="{08856A51-A72B-40C4-89BF-812A99AA68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82250" y="6353175"/>
            <a:ext cx="1238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>
              <a:defRPr sz="1425" b="0">
                <a:solidFill>
                  <a:srgbClr val="71818B"/>
                </a:solidFill>
                <a:latin typeface="Yu Gothic"/>
                <a:ea typeface="Yu Gothic"/>
                <a:cs typeface="Yu Gothic"/>
              </a:defRPr>
            </a:defPPr>
            <a:lvl1pPr>
              <a:buNone/>
              <a:defRPr sz="1425" b="0">
                <a:solidFill>
                  <a:srgbClr val="71818B"/>
                </a:solidFill>
                <a:latin typeface="Yu Gothic"/>
                <a:ea typeface="Yu Gothic"/>
                <a:cs typeface="Yu Gothic"/>
              </a:defRPr>
            </a:lvl1pPr>
            <a:lvl2pPr>
              <a:buNone/>
              <a:defRPr sz="1425" b="0">
                <a:solidFill>
                  <a:srgbClr val="71818B"/>
                </a:solidFill>
                <a:latin typeface="Yu Gothic"/>
                <a:ea typeface="Yu Gothic"/>
                <a:cs typeface="Yu Gothic"/>
              </a:defRPr>
            </a:lvl2pPr>
            <a:lvl3pPr>
              <a:buNone/>
              <a:defRPr sz="1425" b="0">
                <a:solidFill>
                  <a:srgbClr val="71818B"/>
                </a:solidFill>
                <a:latin typeface="Yu Gothic"/>
                <a:ea typeface="Yu Gothic"/>
                <a:cs typeface="Yu Gothic"/>
              </a:defRPr>
            </a:lvl3pPr>
            <a:lvl4pPr>
              <a:buNone/>
              <a:defRPr sz="1425" b="0">
                <a:solidFill>
                  <a:srgbClr val="71818B"/>
                </a:solidFill>
                <a:latin typeface="Yu Gothic"/>
                <a:ea typeface="Yu Gothic"/>
                <a:cs typeface="Yu Gothic"/>
              </a:defRPr>
            </a:lvl4pPr>
            <a:lvl5pPr>
              <a:buNone/>
              <a:defRPr sz="1425" b="0">
                <a:solidFill>
                  <a:srgbClr val="71818B"/>
                </a:solidFill>
                <a:latin typeface="Yu Gothic"/>
                <a:ea typeface="Yu Gothic"/>
                <a:cs typeface="Yu Gothic"/>
              </a:defRPr>
            </a:lvl5pPr>
            <a:lvl6pPr>
              <a:buNone/>
              <a:defRPr sz="1425" b="0">
                <a:solidFill>
                  <a:srgbClr val="71818B"/>
                </a:solidFill>
                <a:latin typeface="Yu Gothic"/>
                <a:ea typeface="Yu Gothic"/>
                <a:cs typeface="Yu Gothic"/>
              </a:defRPr>
            </a:lvl6pPr>
            <a:lvl7pPr>
              <a:buNone/>
              <a:defRPr sz="1425" b="0">
                <a:solidFill>
                  <a:srgbClr val="71818B"/>
                </a:solidFill>
                <a:latin typeface="Yu Gothic"/>
                <a:ea typeface="Yu Gothic"/>
                <a:cs typeface="Yu Gothic"/>
              </a:defRPr>
            </a:lvl7pPr>
            <a:lvl8pPr>
              <a:buNone/>
              <a:defRPr sz="1425" b="0">
                <a:solidFill>
                  <a:srgbClr val="71818B"/>
                </a:solidFill>
                <a:latin typeface="Yu Gothic"/>
                <a:ea typeface="Yu Gothic"/>
                <a:cs typeface="Yu Gothic"/>
              </a:defRPr>
            </a:lvl8pPr>
            <a:lvl9pPr>
              <a:buNone/>
              <a:defRPr sz="1425" b="0">
                <a:solidFill>
                  <a:srgbClr val="71818B"/>
                </a:solidFill>
                <a:latin typeface="Yu Gothic"/>
                <a:ea typeface="Yu Gothic"/>
                <a:cs typeface="Yu Gothic"/>
              </a:defRPr>
            </a:lvl9pPr>
          </a:lstStyle>
          <a:p xmlns:a="http://schemas.openxmlformats.org/drawingml/2006/main">
            <a:pPr>
              <a:buNone/>
              <a:defRPr sz="1425" b="0">
                <a:solidFill>
                  <a:srgbClr val="71818B"/>
                </a:solidFill>
                <a:latin typeface="Yu Gothic"/>
                <a:ea typeface="Yu Gothic"/>
                <a:cs typeface="Yu Gothic"/>
              </a:defRPr>
            </a:pPr>
            <a:r>
              <a:rPr sz="1425" b="0">
                <a:solidFill>
                  <a:srgbClr val="71818B"/>
                </a:solidFill>
                <a:latin typeface="Yu Gothic"/>
                <a:ea typeface="Yu Gothic"/>
                <a:cs typeface="Yu Gothic"/>
              </a:rPr>
              <a:t>7 / 41</a:t>
            </a:r>
            <a:endParaRPr sz="1425" b="0">
              <a:solidFill>
                <a:srgbClr val="71818B"/>
              </a:solidFill>
              <a:latin typeface="Yu Gothic"/>
              <a:ea typeface="Yu Gothic"/>
              <a:cs typeface="Yu Gothic"/>
            </a:endParaRPr>
          </a:p>
        </p:txBody>
      </p:sp>
    </p:spTree>
    <p:extLst>
      <p:ext uri="{BB962C8B-B14F-4D97-AF65-F5344CB8AC3E}">
        <p14:creationId xmlns:p14="http://schemas.microsoft.com/office/powerpoint/2010/main" val="2120988957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正方形/長方形 9">
            <a:extLst xmlns:a="http://schemas.openxmlformats.org/drawingml/2006/main">
              <a:ext uri="{FF2B5EF4-FFF2-40B4-BE49-F238E27FC236}">
                <a16:creationId xmlns:a16="http://schemas.microsoft.com/office/drawing/2014/main" id="{03D2C014-6E1C-4E47-BD6A-42678BDC9A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81000"/>
            <a:ext cx="108585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>
              <a:defRPr sz="3000" b="1">
                <a:solidFill>
                  <a:srgbClr val="193B59"/>
                </a:solidFill>
                <a:latin typeface="Yu Gothic"/>
                <a:ea typeface="Yu Gothic"/>
                <a:cs typeface="Yu Gothic"/>
              </a:defRPr>
            </a:defPPr>
            <a:lvl1pPr>
              <a:buNone/>
              <a:defRPr sz="3000" b="1">
                <a:solidFill>
                  <a:srgbClr val="193B59"/>
                </a:solidFill>
                <a:latin typeface="Yu Gothic"/>
                <a:ea typeface="Yu Gothic"/>
                <a:cs typeface="Yu Gothic"/>
              </a:defRPr>
            </a:lvl1pPr>
            <a:lvl2pPr>
              <a:buNone/>
              <a:defRPr sz="3000" b="1">
                <a:solidFill>
                  <a:srgbClr val="193B59"/>
                </a:solidFill>
                <a:latin typeface="Yu Gothic"/>
                <a:ea typeface="Yu Gothic"/>
                <a:cs typeface="Yu Gothic"/>
              </a:defRPr>
            </a:lvl2pPr>
            <a:lvl3pPr>
              <a:buNone/>
              <a:defRPr sz="3000" b="1">
                <a:solidFill>
                  <a:srgbClr val="193B59"/>
                </a:solidFill>
                <a:latin typeface="Yu Gothic"/>
                <a:ea typeface="Yu Gothic"/>
                <a:cs typeface="Yu Gothic"/>
              </a:defRPr>
            </a:lvl3pPr>
            <a:lvl4pPr>
              <a:buNone/>
              <a:defRPr sz="3000" b="1">
                <a:solidFill>
                  <a:srgbClr val="193B59"/>
                </a:solidFill>
                <a:latin typeface="Yu Gothic"/>
                <a:ea typeface="Yu Gothic"/>
                <a:cs typeface="Yu Gothic"/>
              </a:defRPr>
            </a:lvl4pPr>
            <a:lvl5pPr>
              <a:buNone/>
              <a:defRPr sz="3000" b="1">
                <a:solidFill>
                  <a:srgbClr val="193B59"/>
                </a:solidFill>
                <a:latin typeface="Yu Gothic"/>
                <a:ea typeface="Yu Gothic"/>
                <a:cs typeface="Yu Gothic"/>
              </a:defRPr>
            </a:lvl5pPr>
            <a:lvl6pPr>
              <a:buNone/>
              <a:defRPr sz="3000" b="1">
                <a:solidFill>
                  <a:srgbClr val="193B59"/>
                </a:solidFill>
                <a:latin typeface="Yu Gothic"/>
                <a:ea typeface="Yu Gothic"/>
                <a:cs typeface="Yu Gothic"/>
              </a:defRPr>
            </a:lvl6pPr>
            <a:lvl7pPr>
              <a:buNone/>
              <a:defRPr sz="3000" b="1">
                <a:solidFill>
                  <a:srgbClr val="193B59"/>
                </a:solidFill>
                <a:latin typeface="Yu Gothic"/>
                <a:ea typeface="Yu Gothic"/>
                <a:cs typeface="Yu Gothic"/>
              </a:defRPr>
            </a:lvl7pPr>
            <a:lvl8pPr>
              <a:buNone/>
              <a:defRPr sz="3000" b="1">
                <a:solidFill>
                  <a:srgbClr val="193B59"/>
                </a:solidFill>
                <a:latin typeface="Yu Gothic"/>
                <a:ea typeface="Yu Gothic"/>
                <a:cs typeface="Yu Gothic"/>
              </a:defRPr>
            </a:lvl8pPr>
            <a:lvl9pPr>
              <a:buNone/>
              <a:defRPr sz="3000" b="1">
                <a:solidFill>
                  <a:srgbClr val="193B59"/>
                </a:solidFill>
                <a:latin typeface="Yu Gothic"/>
                <a:ea typeface="Yu Gothic"/>
                <a:cs typeface="Yu Gothic"/>
              </a:defRPr>
            </a:lvl9pPr>
          </a:lstStyle>
          <a:p xmlns:a="http://schemas.openxmlformats.org/drawingml/2006/main">
            <a:pPr>
              <a:buNone/>
              <a:defRPr sz="3000" b="1">
                <a:solidFill>
                  <a:srgbClr val="193B59"/>
                </a:solidFill>
                <a:latin typeface="Yu Gothic"/>
                <a:ea typeface="Yu Gothic"/>
                <a:cs typeface="Yu Gothic"/>
              </a:defRPr>
            </a:pPr>
            <a:r>
              <a:rPr sz="3000" b="1">
                <a:solidFill>
                  <a:srgbClr val="193B59"/>
                </a:solidFill>
                <a:latin typeface="Yu Gothic"/>
                <a:ea typeface="Yu Gothic"/>
                <a:cs typeface="Yu Gothic"/>
              </a:rPr>
              <a:t>自己確認：ここで選択を終えてよいか</a:t>
            </a:r>
          </a:p>
        </p:txBody>
      </p:sp>
      <p:sp>
        <p:nvSpPr>
          <p:cNvPr id="2" name="直線コネクタ 1">
            <a:extLst xmlns:a="http://schemas.openxmlformats.org/drawingml/2006/main">
              <a:ext uri="{FF2B5EF4-FFF2-40B4-BE49-F238E27FC236}">
                <a16:creationId xmlns:a16="http://schemas.microsoft.com/office/drawing/2014/main" id="{F515BC36-4F89-4368-B4C1-B522C16E61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323975"/>
            <a:ext cx="10820400" cy="0"/>
          </a:xfrm>
          <a:prstGeom xmlns:a="http://schemas.openxmlformats.org/drawingml/2006/main" prst="line">
            <a:avLst/>
          </a:prstGeom>
          <a:ln xmlns:a="http://schemas.openxmlformats.org/drawingml/2006/main" w="19050">
            <a:solidFill>
              <a:srgbClr val="D8E1E7"/>
            </a:solidFill>
          </a:ln>
        </p:spPr>
      </p:sp>
      <p:sp>
        <p:nvSpPr>
          <p:cNvPr id="3" name="正方形/長方形 2">
            <a:extLst xmlns:a="http://schemas.openxmlformats.org/drawingml/2006/main">
              <a:ext uri="{FF2B5EF4-FFF2-40B4-BE49-F238E27FC236}">
                <a16:creationId xmlns:a16="http://schemas.microsoft.com/office/drawing/2014/main" id="{F3F73E1F-AECF-4958-893D-2C647F69C1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1666875"/>
            <a:ext cx="10572750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>
              <a:defRPr sz="2250" b="1">
                <a:solidFill>
                  <a:srgbClr val="263D4D"/>
                </a:solidFill>
                <a:latin typeface="Yu Gothic"/>
                <a:ea typeface="Yu Gothic"/>
                <a:cs typeface="Yu Gothic"/>
              </a:defRPr>
            </a:defPPr>
            <a:lvl1pPr>
              <a:buNone/>
              <a:defRPr sz="2250" b="1">
                <a:solidFill>
                  <a:srgbClr val="263D4D"/>
                </a:solidFill>
                <a:latin typeface="Yu Gothic"/>
                <a:ea typeface="Yu Gothic"/>
                <a:cs typeface="Yu Gothic"/>
              </a:defRPr>
            </a:lvl1pPr>
            <a:lvl2pPr>
              <a:buNone/>
              <a:defRPr sz="2250" b="1">
                <a:solidFill>
                  <a:srgbClr val="263D4D"/>
                </a:solidFill>
                <a:latin typeface="Yu Gothic"/>
                <a:ea typeface="Yu Gothic"/>
                <a:cs typeface="Yu Gothic"/>
              </a:defRPr>
            </a:lvl2pPr>
            <a:lvl3pPr>
              <a:buNone/>
              <a:defRPr sz="2250" b="1">
                <a:solidFill>
                  <a:srgbClr val="263D4D"/>
                </a:solidFill>
                <a:latin typeface="Yu Gothic"/>
                <a:ea typeface="Yu Gothic"/>
                <a:cs typeface="Yu Gothic"/>
              </a:defRPr>
            </a:lvl3pPr>
            <a:lvl4pPr>
              <a:buNone/>
              <a:defRPr sz="2250" b="1">
                <a:solidFill>
                  <a:srgbClr val="263D4D"/>
                </a:solidFill>
                <a:latin typeface="Yu Gothic"/>
                <a:ea typeface="Yu Gothic"/>
                <a:cs typeface="Yu Gothic"/>
              </a:defRPr>
            </a:lvl4pPr>
            <a:lvl5pPr>
              <a:buNone/>
              <a:defRPr sz="2250" b="1">
                <a:solidFill>
                  <a:srgbClr val="263D4D"/>
                </a:solidFill>
                <a:latin typeface="Yu Gothic"/>
                <a:ea typeface="Yu Gothic"/>
                <a:cs typeface="Yu Gothic"/>
              </a:defRPr>
            </a:lvl5pPr>
            <a:lvl6pPr>
              <a:buNone/>
              <a:defRPr sz="2250" b="1">
                <a:solidFill>
                  <a:srgbClr val="263D4D"/>
                </a:solidFill>
                <a:latin typeface="Yu Gothic"/>
                <a:ea typeface="Yu Gothic"/>
                <a:cs typeface="Yu Gothic"/>
              </a:defRPr>
            </a:lvl6pPr>
            <a:lvl7pPr>
              <a:buNone/>
              <a:defRPr sz="2250" b="1">
                <a:solidFill>
                  <a:srgbClr val="263D4D"/>
                </a:solidFill>
                <a:latin typeface="Yu Gothic"/>
                <a:ea typeface="Yu Gothic"/>
                <a:cs typeface="Yu Gothic"/>
              </a:defRPr>
            </a:lvl7pPr>
            <a:lvl8pPr>
              <a:buNone/>
              <a:defRPr sz="2250" b="1">
                <a:solidFill>
                  <a:srgbClr val="263D4D"/>
                </a:solidFill>
                <a:latin typeface="Yu Gothic"/>
                <a:ea typeface="Yu Gothic"/>
                <a:cs typeface="Yu Gothic"/>
              </a:defRPr>
            </a:lvl8pPr>
            <a:lvl9pPr>
              <a:buNone/>
              <a:defRPr sz="2250" b="1">
                <a:solidFill>
                  <a:srgbClr val="263D4D"/>
                </a:solidFill>
                <a:latin typeface="Yu Gothic"/>
                <a:ea typeface="Yu Gothic"/>
                <a:cs typeface="Yu Gothic"/>
              </a:defRPr>
            </a:lvl9pPr>
          </a:lstStyle>
          <a:p xmlns:a="http://schemas.openxmlformats.org/drawingml/2006/main">
            <a:pPr>
              <a:buNone/>
              <a:defRPr sz="2250" b="1">
                <a:solidFill>
                  <a:srgbClr val="263D4D"/>
                </a:solidFill>
                <a:latin typeface="Yu Gothic"/>
                <a:ea typeface="Yu Gothic"/>
                <a:cs typeface="Yu Gothic"/>
              </a:defRPr>
            </a:pPr>
            <a:r>
              <a:rPr sz="2250" b="1">
                <a:solidFill>
                  <a:srgbClr val="263D4D"/>
                </a:solidFill>
                <a:latin typeface="Yu Gothic"/>
                <a:ea typeface="Yu Gothic"/>
                <a:cs typeface="Yu Gothic"/>
              </a:rPr>
              <a:t>二条件を満たした木材を、そのまま採用してよいか</a:t>
            </a:r>
          </a:p>
        </p:txBody>
      </p:sp>
      <p:sp>
        <p:nvSpPr>
          <p:cNvPr id="4" name="正方形/長方形 3">
            <a:extLst xmlns:a="http://schemas.openxmlformats.org/drawingml/2006/main">
              <a:ext uri="{FF2B5EF4-FFF2-40B4-BE49-F238E27FC236}">
                <a16:creationId xmlns:a16="http://schemas.microsoft.com/office/drawing/2014/main" id="{E37E44EB-7608-4EB1-BA6D-3BBAE90B29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2619375"/>
            <a:ext cx="10572750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>
              <a:defRPr sz="2250" b="0">
                <a:solidFill>
                  <a:srgbClr val="263D4D"/>
                </a:solidFill>
                <a:latin typeface="Yu Gothic"/>
                <a:ea typeface="Yu Gothic"/>
                <a:cs typeface="Yu Gothic"/>
              </a:defRPr>
            </a:defPPr>
            <a:lvl1pPr>
              <a:buNone/>
              <a:defRPr sz="2250" b="0">
                <a:solidFill>
                  <a:srgbClr val="263D4D"/>
                </a:solidFill>
                <a:latin typeface="Yu Gothic"/>
                <a:ea typeface="Yu Gothic"/>
                <a:cs typeface="Yu Gothic"/>
              </a:defRPr>
            </a:lvl1pPr>
            <a:lvl2pPr>
              <a:buNone/>
              <a:defRPr sz="2250" b="0">
                <a:solidFill>
                  <a:srgbClr val="263D4D"/>
                </a:solidFill>
                <a:latin typeface="Yu Gothic"/>
                <a:ea typeface="Yu Gothic"/>
                <a:cs typeface="Yu Gothic"/>
              </a:defRPr>
            </a:lvl2pPr>
            <a:lvl3pPr>
              <a:buNone/>
              <a:defRPr sz="2250" b="0">
                <a:solidFill>
                  <a:srgbClr val="263D4D"/>
                </a:solidFill>
                <a:latin typeface="Yu Gothic"/>
                <a:ea typeface="Yu Gothic"/>
                <a:cs typeface="Yu Gothic"/>
              </a:defRPr>
            </a:lvl3pPr>
            <a:lvl4pPr>
              <a:buNone/>
              <a:defRPr sz="2250" b="0">
                <a:solidFill>
                  <a:srgbClr val="263D4D"/>
                </a:solidFill>
                <a:latin typeface="Yu Gothic"/>
                <a:ea typeface="Yu Gothic"/>
                <a:cs typeface="Yu Gothic"/>
              </a:defRPr>
            </a:lvl4pPr>
            <a:lvl5pPr>
              <a:buNone/>
              <a:defRPr sz="2250" b="0">
                <a:solidFill>
                  <a:srgbClr val="263D4D"/>
                </a:solidFill>
                <a:latin typeface="Yu Gothic"/>
                <a:ea typeface="Yu Gothic"/>
                <a:cs typeface="Yu Gothic"/>
              </a:defRPr>
            </a:lvl5pPr>
            <a:lvl6pPr>
              <a:buNone/>
              <a:defRPr sz="2250" b="0">
                <a:solidFill>
                  <a:srgbClr val="263D4D"/>
                </a:solidFill>
                <a:latin typeface="Yu Gothic"/>
                <a:ea typeface="Yu Gothic"/>
                <a:cs typeface="Yu Gothic"/>
              </a:defRPr>
            </a:lvl6pPr>
            <a:lvl7pPr>
              <a:buNone/>
              <a:defRPr sz="2250" b="0">
                <a:solidFill>
                  <a:srgbClr val="263D4D"/>
                </a:solidFill>
                <a:latin typeface="Yu Gothic"/>
                <a:ea typeface="Yu Gothic"/>
                <a:cs typeface="Yu Gothic"/>
              </a:defRPr>
            </a:lvl7pPr>
            <a:lvl8pPr>
              <a:buNone/>
              <a:defRPr sz="2250" b="0">
                <a:solidFill>
                  <a:srgbClr val="263D4D"/>
                </a:solidFill>
                <a:latin typeface="Yu Gothic"/>
                <a:ea typeface="Yu Gothic"/>
                <a:cs typeface="Yu Gothic"/>
              </a:defRPr>
            </a:lvl8pPr>
            <a:lvl9pPr>
              <a:buNone/>
              <a:defRPr sz="2250" b="0">
                <a:solidFill>
                  <a:srgbClr val="263D4D"/>
                </a:solidFill>
                <a:latin typeface="Yu Gothic"/>
                <a:ea typeface="Yu Gothic"/>
                <a:cs typeface="Yu Gothic"/>
              </a:defRPr>
            </a:lvl9pPr>
          </a:lstStyle>
          <a:p xmlns:a="http://schemas.openxmlformats.org/drawingml/2006/main">
            <a:pPr>
              <a:buNone/>
              <a:defRPr sz="2250" b="0">
                <a:solidFill>
                  <a:srgbClr val="263D4D"/>
                </a:solidFill>
                <a:latin typeface="Yu Gothic"/>
                <a:ea typeface="Yu Gothic"/>
                <a:cs typeface="Yu Gothic"/>
              </a:defRPr>
            </a:pPr>
            <a:r>
              <a:rPr sz="2250" b="0">
                <a:solidFill>
                  <a:srgbClr val="263D4D"/>
                </a:solidFill>
                <a:latin typeface="Yu Gothic"/>
                <a:ea typeface="Yu Gothic"/>
                <a:cs typeface="Yu Gothic"/>
              </a:rPr>
              <a:t>破壊、接合、繊維方向、水分、長期の変形はどうか</a:t>
            </a:r>
          </a:p>
        </p:txBody>
      </p:sp>
      <p:sp>
        <p:nvSpPr>
          <p:cNvPr id="5" name="正方形/長方形 4">
            <a:extLst xmlns:a="http://schemas.openxmlformats.org/drawingml/2006/main">
              <a:ext uri="{FF2B5EF4-FFF2-40B4-BE49-F238E27FC236}">
                <a16:creationId xmlns:a16="http://schemas.microsoft.com/office/drawing/2014/main" id="{509B8650-B67A-4EF5-8318-B22DCC1148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3571875"/>
            <a:ext cx="10572750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>
              <a:defRPr sz="2250" b="0">
                <a:solidFill>
                  <a:srgbClr val="263D4D"/>
                </a:solidFill>
                <a:latin typeface="Yu Gothic"/>
                <a:ea typeface="Yu Gothic"/>
                <a:cs typeface="Yu Gothic"/>
              </a:defRPr>
            </a:defPPr>
            <a:lvl1pPr>
              <a:buNone/>
              <a:defRPr sz="2250" b="0">
                <a:solidFill>
                  <a:srgbClr val="263D4D"/>
                </a:solidFill>
                <a:latin typeface="Yu Gothic"/>
                <a:ea typeface="Yu Gothic"/>
                <a:cs typeface="Yu Gothic"/>
              </a:defRPr>
            </a:lvl1pPr>
            <a:lvl2pPr>
              <a:buNone/>
              <a:defRPr sz="2250" b="0">
                <a:solidFill>
                  <a:srgbClr val="263D4D"/>
                </a:solidFill>
                <a:latin typeface="Yu Gothic"/>
                <a:ea typeface="Yu Gothic"/>
                <a:cs typeface="Yu Gothic"/>
              </a:defRPr>
            </a:lvl2pPr>
            <a:lvl3pPr>
              <a:buNone/>
              <a:defRPr sz="2250" b="0">
                <a:solidFill>
                  <a:srgbClr val="263D4D"/>
                </a:solidFill>
                <a:latin typeface="Yu Gothic"/>
                <a:ea typeface="Yu Gothic"/>
                <a:cs typeface="Yu Gothic"/>
              </a:defRPr>
            </a:lvl3pPr>
            <a:lvl4pPr>
              <a:buNone/>
              <a:defRPr sz="2250" b="0">
                <a:solidFill>
                  <a:srgbClr val="263D4D"/>
                </a:solidFill>
                <a:latin typeface="Yu Gothic"/>
                <a:ea typeface="Yu Gothic"/>
                <a:cs typeface="Yu Gothic"/>
              </a:defRPr>
            </a:lvl4pPr>
            <a:lvl5pPr>
              <a:buNone/>
              <a:defRPr sz="2250" b="0">
                <a:solidFill>
                  <a:srgbClr val="263D4D"/>
                </a:solidFill>
                <a:latin typeface="Yu Gothic"/>
                <a:ea typeface="Yu Gothic"/>
                <a:cs typeface="Yu Gothic"/>
              </a:defRPr>
            </a:lvl5pPr>
            <a:lvl6pPr>
              <a:buNone/>
              <a:defRPr sz="2250" b="0">
                <a:solidFill>
                  <a:srgbClr val="263D4D"/>
                </a:solidFill>
                <a:latin typeface="Yu Gothic"/>
                <a:ea typeface="Yu Gothic"/>
                <a:cs typeface="Yu Gothic"/>
              </a:defRPr>
            </a:lvl6pPr>
            <a:lvl7pPr>
              <a:buNone/>
              <a:defRPr sz="2250" b="0">
                <a:solidFill>
                  <a:srgbClr val="263D4D"/>
                </a:solidFill>
                <a:latin typeface="Yu Gothic"/>
                <a:ea typeface="Yu Gothic"/>
                <a:cs typeface="Yu Gothic"/>
              </a:defRPr>
            </a:lvl7pPr>
            <a:lvl8pPr>
              <a:buNone/>
              <a:defRPr sz="2250" b="0">
                <a:solidFill>
                  <a:srgbClr val="263D4D"/>
                </a:solidFill>
                <a:latin typeface="Yu Gothic"/>
                <a:ea typeface="Yu Gothic"/>
                <a:cs typeface="Yu Gothic"/>
              </a:defRPr>
            </a:lvl8pPr>
            <a:lvl9pPr>
              <a:buNone/>
              <a:defRPr sz="2250" b="0">
                <a:solidFill>
                  <a:srgbClr val="263D4D"/>
                </a:solidFill>
                <a:latin typeface="Yu Gothic"/>
                <a:ea typeface="Yu Gothic"/>
                <a:cs typeface="Yu Gothic"/>
              </a:defRPr>
            </a:lvl9pPr>
          </a:lstStyle>
          <a:p xmlns:a="http://schemas.openxmlformats.org/drawingml/2006/main">
            <a:pPr>
              <a:buNone/>
              <a:defRPr sz="2250" b="0">
                <a:solidFill>
                  <a:srgbClr val="263D4D"/>
                </a:solidFill>
                <a:latin typeface="Yu Gothic"/>
                <a:ea typeface="Yu Gothic"/>
                <a:cs typeface="Yu Gothic"/>
              </a:defRPr>
            </a:pPr>
            <a:r>
              <a:rPr sz="2250" b="0">
                <a:solidFill>
                  <a:srgbClr val="263D4D"/>
                </a:solidFill>
                <a:latin typeface="Yu Gothic"/>
                <a:ea typeface="Yu Gothic"/>
                <a:cs typeface="Yu Gothic"/>
              </a:rPr>
              <a:t>金属と樹脂は、形を変えても候補にならないか</a:t>
            </a:r>
          </a:p>
        </p:txBody>
      </p:sp>
      <p:sp>
        <p:nvSpPr>
          <p:cNvPr id="6" name="正方形/長方形 5">
            <a:extLst xmlns:a="http://schemas.openxmlformats.org/drawingml/2006/main">
              <a:ext uri="{FF2B5EF4-FFF2-40B4-BE49-F238E27FC236}">
                <a16:creationId xmlns:a16="http://schemas.microsoft.com/office/drawing/2014/main" id="{AEFFEEDB-6285-4710-8F79-CC2A7A2BC5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4524375"/>
            <a:ext cx="10572750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>
              <a:defRPr sz="2250" b="0">
                <a:solidFill>
                  <a:srgbClr val="263D4D"/>
                </a:solidFill>
                <a:latin typeface="Yu Gothic"/>
                <a:ea typeface="Yu Gothic"/>
                <a:cs typeface="Yu Gothic"/>
              </a:defRPr>
            </a:defPPr>
            <a:lvl1pPr>
              <a:buNone/>
              <a:defRPr sz="2250" b="0">
                <a:solidFill>
                  <a:srgbClr val="263D4D"/>
                </a:solidFill>
                <a:latin typeface="Yu Gothic"/>
                <a:ea typeface="Yu Gothic"/>
                <a:cs typeface="Yu Gothic"/>
              </a:defRPr>
            </a:lvl1pPr>
            <a:lvl2pPr>
              <a:buNone/>
              <a:defRPr sz="2250" b="0">
                <a:solidFill>
                  <a:srgbClr val="263D4D"/>
                </a:solidFill>
                <a:latin typeface="Yu Gothic"/>
                <a:ea typeface="Yu Gothic"/>
                <a:cs typeface="Yu Gothic"/>
              </a:defRPr>
            </a:lvl2pPr>
            <a:lvl3pPr>
              <a:buNone/>
              <a:defRPr sz="2250" b="0">
                <a:solidFill>
                  <a:srgbClr val="263D4D"/>
                </a:solidFill>
                <a:latin typeface="Yu Gothic"/>
                <a:ea typeface="Yu Gothic"/>
                <a:cs typeface="Yu Gothic"/>
              </a:defRPr>
            </a:lvl3pPr>
            <a:lvl4pPr>
              <a:buNone/>
              <a:defRPr sz="2250" b="0">
                <a:solidFill>
                  <a:srgbClr val="263D4D"/>
                </a:solidFill>
                <a:latin typeface="Yu Gothic"/>
                <a:ea typeface="Yu Gothic"/>
                <a:cs typeface="Yu Gothic"/>
              </a:defRPr>
            </a:lvl4pPr>
            <a:lvl5pPr>
              <a:buNone/>
              <a:defRPr sz="2250" b="0">
                <a:solidFill>
                  <a:srgbClr val="263D4D"/>
                </a:solidFill>
                <a:latin typeface="Yu Gothic"/>
                <a:ea typeface="Yu Gothic"/>
                <a:cs typeface="Yu Gothic"/>
              </a:defRPr>
            </a:lvl5pPr>
            <a:lvl6pPr>
              <a:buNone/>
              <a:defRPr sz="2250" b="0">
                <a:solidFill>
                  <a:srgbClr val="263D4D"/>
                </a:solidFill>
                <a:latin typeface="Yu Gothic"/>
                <a:ea typeface="Yu Gothic"/>
                <a:cs typeface="Yu Gothic"/>
              </a:defRPr>
            </a:lvl6pPr>
            <a:lvl7pPr>
              <a:buNone/>
              <a:defRPr sz="2250" b="0">
                <a:solidFill>
                  <a:srgbClr val="263D4D"/>
                </a:solidFill>
                <a:latin typeface="Yu Gothic"/>
                <a:ea typeface="Yu Gothic"/>
                <a:cs typeface="Yu Gothic"/>
              </a:defRPr>
            </a:lvl7pPr>
            <a:lvl8pPr>
              <a:buNone/>
              <a:defRPr sz="2250" b="0">
                <a:solidFill>
                  <a:srgbClr val="263D4D"/>
                </a:solidFill>
                <a:latin typeface="Yu Gothic"/>
                <a:ea typeface="Yu Gothic"/>
                <a:cs typeface="Yu Gothic"/>
              </a:defRPr>
            </a:lvl8pPr>
            <a:lvl9pPr>
              <a:buNone/>
              <a:defRPr sz="2250" b="0">
                <a:solidFill>
                  <a:srgbClr val="263D4D"/>
                </a:solidFill>
                <a:latin typeface="Yu Gothic"/>
                <a:ea typeface="Yu Gothic"/>
                <a:cs typeface="Yu Gothic"/>
              </a:defRPr>
            </a:lvl9pPr>
          </a:lstStyle>
          <a:p xmlns:a="http://schemas.openxmlformats.org/drawingml/2006/main">
            <a:pPr>
              <a:buNone/>
              <a:defRPr sz="2250" b="0">
                <a:solidFill>
                  <a:srgbClr val="263D4D"/>
                </a:solidFill>
                <a:latin typeface="Yu Gothic"/>
                <a:ea typeface="Yu Gothic"/>
                <a:cs typeface="Yu Gothic"/>
              </a:defRPr>
            </a:pPr>
            <a:r>
              <a:rPr sz="2250" b="0">
                <a:solidFill>
                  <a:srgbClr val="263D4D"/>
                </a:solidFill>
                <a:latin typeface="Yu Gothic"/>
                <a:ea typeface="Yu Gothic"/>
                <a:cs typeface="Yu Gothic"/>
              </a:rPr>
              <a:t>追加して確かめる条件を三つ書く</a:t>
            </a:r>
          </a:p>
        </p:txBody>
      </p:sp>
      <p:sp>
        <p:nvSpPr>
          <p:cNvPr id="7" name="正方形/長方形 6">
            <a:extLst xmlns:a="http://schemas.openxmlformats.org/drawingml/2006/main">
              <a:ext uri="{FF2B5EF4-FFF2-40B4-BE49-F238E27FC236}">
                <a16:creationId xmlns:a16="http://schemas.microsoft.com/office/drawing/2014/main" id="{896CCA0E-BBBD-4333-945F-B36E8900E0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5715000"/>
            <a:ext cx="104775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>
              <a:defRPr sz="1725" b="1">
                <a:solidFill>
                  <a:srgbClr val="337568"/>
                </a:solidFill>
                <a:latin typeface="Yu Gothic"/>
                <a:ea typeface="Yu Gothic"/>
                <a:cs typeface="Yu Gothic"/>
              </a:defRPr>
            </a:defPPr>
            <a:lvl1pPr>
              <a:buNone/>
              <a:defRPr sz="1725" b="1">
                <a:solidFill>
                  <a:srgbClr val="337568"/>
                </a:solidFill>
                <a:latin typeface="Yu Gothic"/>
                <a:ea typeface="Yu Gothic"/>
                <a:cs typeface="Yu Gothic"/>
              </a:defRPr>
            </a:lvl1pPr>
            <a:lvl2pPr>
              <a:buNone/>
              <a:defRPr sz="1725" b="1">
                <a:solidFill>
                  <a:srgbClr val="337568"/>
                </a:solidFill>
                <a:latin typeface="Yu Gothic"/>
                <a:ea typeface="Yu Gothic"/>
                <a:cs typeface="Yu Gothic"/>
              </a:defRPr>
            </a:lvl2pPr>
            <a:lvl3pPr>
              <a:buNone/>
              <a:defRPr sz="1725" b="1">
                <a:solidFill>
                  <a:srgbClr val="337568"/>
                </a:solidFill>
                <a:latin typeface="Yu Gothic"/>
                <a:ea typeface="Yu Gothic"/>
                <a:cs typeface="Yu Gothic"/>
              </a:defRPr>
            </a:lvl3pPr>
            <a:lvl4pPr>
              <a:buNone/>
              <a:defRPr sz="1725" b="1">
                <a:solidFill>
                  <a:srgbClr val="337568"/>
                </a:solidFill>
                <a:latin typeface="Yu Gothic"/>
                <a:ea typeface="Yu Gothic"/>
                <a:cs typeface="Yu Gothic"/>
              </a:defRPr>
            </a:lvl4pPr>
            <a:lvl5pPr>
              <a:buNone/>
              <a:defRPr sz="1725" b="1">
                <a:solidFill>
                  <a:srgbClr val="337568"/>
                </a:solidFill>
                <a:latin typeface="Yu Gothic"/>
                <a:ea typeface="Yu Gothic"/>
                <a:cs typeface="Yu Gothic"/>
              </a:defRPr>
            </a:lvl5pPr>
            <a:lvl6pPr>
              <a:buNone/>
              <a:defRPr sz="1725" b="1">
                <a:solidFill>
                  <a:srgbClr val="337568"/>
                </a:solidFill>
                <a:latin typeface="Yu Gothic"/>
                <a:ea typeface="Yu Gothic"/>
                <a:cs typeface="Yu Gothic"/>
              </a:defRPr>
            </a:lvl6pPr>
            <a:lvl7pPr>
              <a:buNone/>
              <a:defRPr sz="1725" b="1">
                <a:solidFill>
                  <a:srgbClr val="337568"/>
                </a:solidFill>
                <a:latin typeface="Yu Gothic"/>
                <a:ea typeface="Yu Gothic"/>
                <a:cs typeface="Yu Gothic"/>
              </a:defRPr>
            </a:lvl7pPr>
            <a:lvl8pPr>
              <a:buNone/>
              <a:defRPr sz="1725" b="1">
                <a:solidFill>
                  <a:srgbClr val="337568"/>
                </a:solidFill>
                <a:latin typeface="Yu Gothic"/>
                <a:ea typeface="Yu Gothic"/>
                <a:cs typeface="Yu Gothic"/>
              </a:defRPr>
            </a:lvl8pPr>
            <a:lvl9pPr>
              <a:buNone/>
              <a:defRPr sz="1725" b="1">
                <a:solidFill>
                  <a:srgbClr val="337568"/>
                </a:solidFill>
                <a:latin typeface="Yu Gothic"/>
                <a:ea typeface="Yu Gothic"/>
                <a:cs typeface="Yu Gothic"/>
              </a:defRPr>
            </a:lvl9pPr>
          </a:lstStyle>
          <a:p xmlns:a="http://schemas.openxmlformats.org/drawingml/2006/main">
            <a:pPr>
              <a:buNone/>
              <a:defRPr sz="1725" b="1">
                <a:solidFill>
                  <a:srgbClr val="337568"/>
                </a:solidFill>
                <a:latin typeface="Yu Gothic"/>
                <a:ea typeface="Yu Gothic"/>
                <a:cs typeface="Yu Gothic"/>
              </a:defRPr>
            </a:pPr>
            <a:r>
              <a:rPr sz="1725" b="1">
                <a:solidFill>
                  <a:srgbClr val="337568"/>
                </a:solidFill>
                <a:latin typeface="Yu Gothic"/>
                <a:ea typeface="Yu Gothic"/>
                <a:cs typeface="Yu Gothic"/>
              </a:rPr>
              <a:t>自分の図・式・理由を書いてから、次の解説へ進む</a:t>
            </a:r>
          </a:p>
        </p:txBody>
      </p:sp>
      <p:sp>
        <p:nvSpPr>
          <p:cNvPr id="8" name="正方形/長方形 7">
            <a:extLst xmlns:a="http://schemas.openxmlformats.org/drawingml/2006/main">
              <a:ext uri="{FF2B5EF4-FFF2-40B4-BE49-F238E27FC236}">
                <a16:creationId xmlns:a16="http://schemas.microsoft.com/office/drawing/2014/main" id="{0AA5C4CF-6509-484A-B2EA-1AD2B35534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353175"/>
            <a:ext cx="8953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>
              <a:defRPr sz="1425" b="0">
                <a:solidFill>
                  <a:srgbClr val="71818B"/>
                </a:solidFill>
                <a:latin typeface="Yu Gothic"/>
                <a:ea typeface="Yu Gothic"/>
                <a:cs typeface="Yu Gothic"/>
              </a:defRPr>
            </a:defPPr>
            <a:lvl1pPr>
              <a:buNone/>
              <a:defRPr sz="1425" b="0">
                <a:solidFill>
                  <a:srgbClr val="71818B"/>
                </a:solidFill>
                <a:latin typeface="Yu Gothic"/>
                <a:ea typeface="Yu Gothic"/>
                <a:cs typeface="Yu Gothic"/>
              </a:defRPr>
            </a:lvl1pPr>
            <a:lvl2pPr>
              <a:buNone/>
              <a:defRPr sz="1425" b="0">
                <a:solidFill>
                  <a:srgbClr val="71818B"/>
                </a:solidFill>
                <a:latin typeface="Yu Gothic"/>
                <a:ea typeface="Yu Gothic"/>
                <a:cs typeface="Yu Gothic"/>
              </a:defRPr>
            </a:lvl2pPr>
            <a:lvl3pPr>
              <a:buNone/>
              <a:defRPr sz="1425" b="0">
                <a:solidFill>
                  <a:srgbClr val="71818B"/>
                </a:solidFill>
                <a:latin typeface="Yu Gothic"/>
                <a:ea typeface="Yu Gothic"/>
                <a:cs typeface="Yu Gothic"/>
              </a:defRPr>
            </a:lvl3pPr>
            <a:lvl4pPr>
              <a:buNone/>
              <a:defRPr sz="1425" b="0">
                <a:solidFill>
                  <a:srgbClr val="71818B"/>
                </a:solidFill>
                <a:latin typeface="Yu Gothic"/>
                <a:ea typeface="Yu Gothic"/>
                <a:cs typeface="Yu Gothic"/>
              </a:defRPr>
            </a:lvl4pPr>
            <a:lvl5pPr>
              <a:buNone/>
              <a:defRPr sz="1425" b="0">
                <a:solidFill>
                  <a:srgbClr val="71818B"/>
                </a:solidFill>
                <a:latin typeface="Yu Gothic"/>
                <a:ea typeface="Yu Gothic"/>
                <a:cs typeface="Yu Gothic"/>
              </a:defRPr>
            </a:lvl5pPr>
            <a:lvl6pPr>
              <a:buNone/>
              <a:defRPr sz="1425" b="0">
                <a:solidFill>
                  <a:srgbClr val="71818B"/>
                </a:solidFill>
                <a:latin typeface="Yu Gothic"/>
                <a:ea typeface="Yu Gothic"/>
                <a:cs typeface="Yu Gothic"/>
              </a:defRPr>
            </a:lvl6pPr>
            <a:lvl7pPr>
              <a:buNone/>
              <a:defRPr sz="1425" b="0">
                <a:solidFill>
                  <a:srgbClr val="71818B"/>
                </a:solidFill>
                <a:latin typeface="Yu Gothic"/>
                <a:ea typeface="Yu Gothic"/>
                <a:cs typeface="Yu Gothic"/>
              </a:defRPr>
            </a:lvl7pPr>
            <a:lvl8pPr>
              <a:buNone/>
              <a:defRPr sz="1425" b="0">
                <a:solidFill>
                  <a:srgbClr val="71818B"/>
                </a:solidFill>
                <a:latin typeface="Yu Gothic"/>
                <a:ea typeface="Yu Gothic"/>
                <a:cs typeface="Yu Gothic"/>
              </a:defRPr>
            </a:lvl8pPr>
            <a:lvl9pPr>
              <a:buNone/>
              <a:defRPr sz="1425" b="0">
                <a:solidFill>
                  <a:srgbClr val="71818B"/>
                </a:solidFill>
                <a:latin typeface="Yu Gothic"/>
                <a:ea typeface="Yu Gothic"/>
                <a:cs typeface="Yu Gothic"/>
              </a:defRPr>
            </a:lvl9pPr>
          </a:lstStyle>
          <a:p xmlns:a="http://schemas.openxmlformats.org/drawingml/2006/main">
            <a:pPr>
              <a:buNone/>
              <a:defRPr sz="1425" b="0">
                <a:solidFill>
                  <a:srgbClr val="71818B"/>
                </a:solidFill>
                <a:latin typeface="Yu Gothic"/>
                <a:ea typeface="Yu Gothic"/>
                <a:cs typeface="Yu Gothic"/>
              </a:defRPr>
            </a:pPr>
            <a:r>
              <a:rPr sz="1425" b="0">
                <a:solidFill>
                  <a:srgbClr val="71818B"/>
                </a:solidFill>
                <a:latin typeface="Yu Gothic"/>
                <a:ea typeface="Yu Gothic"/>
                <a:cs typeface="Yu Gothic"/>
              </a:rPr>
              <a:t>工業材料概論　第12回</a:t>
            </a:r>
          </a:p>
        </p:txBody>
      </p:sp>
      <p:sp>
        <p:nvSpPr>
          <p:cNvPr id="9" name="正方形/長方形 8">
            <a:extLst xmlns:a="http://schemas.openxmlformats.org/drawingml/2006/main">
              <a:ext uri="{FF2B5EF4-FFF2-40B4-BE49-F238E27FC236}">
                <a16:creationId xmlns:a16="http://schemas.microsoft.com/office/drawing/2014/main" id="{B1A19809-CAA5-4443-963C-C2FF5F064C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82250" y="6353175"/>
            <a:ext cx="1238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>
              <a:defRPr sz="1425" b="0">
                <a:solidFill>
                  <a:srgbClr val="71818B"/>
                </a:solidFill>
                <a:latin typeface="Yu Gothic"/>
                <a:ea typeface="Yu Gothic"/>
                <a:cs typeface="Yu Gothic"/>
              </a:defRPr>
            </a:defPPr>
            <a:lvl1pPr>
              <a:buNone/>
              <a:defRPr sz="1425" b="0">
                <a:solidFill>
                  <a:srgbClr val="71818B"/>
                </a:solidFill>
                <a:latin typeface="Yu Gothic"/>
                <a:ea typeface="Yu Gothic"/>
                <a:cs typeface="Yu Gothic"/>
              </a:defRPr>
            </a:lvl1pPr>
            <a:lvl2pPr>
              <a:buNone/>
              <a:defRPr sz="1425" b="0">
                <a:solidFill>
                  <a:srgbClr val="71818B"/>
                </a:solidFill>
                <a:latin typeface="Yu Gothic"/>
                <a:ea typeface="Yu Gothic"/>
                <a:cs typeface="Yu Gothic"/>
              </a:defRPr>
            </a:lvl2pPr>
            <a:lvl3pPr>
              <a:buNone/>
              <a:defRPr sz="1425" b="0">
                <a:solidFill>
                  <a:srgbClr val="71818B"/>
                </a:solidFill>
                <a:latin typeface="Yu Gothic"/>
                <a:ea typeface="Yu Gothic"/>
                <a:cs typeface="Yu Gothic"/>
              </a:defRPr>
            </a:lvl3pPr>
            <a:lvl4pPr>
              <a:buNone/>
              <a:defRPr sz="1425" b="0">
                <a:solidFill>
                  <a:srgbClr val="71818B"/>
                </a:solidFill>
                <a:latin typeface="Yu Gothic"/>
                <a:ea typeface="Yu Gothic"/>
                <a:cs typeface="Yu Gothic"/>
              </a:defRPr>
            </a:lvl4pPr>
            <a:lvl5pPr>
              <a:buNone/>
              <a:defRPr sz="1425" b="0">
                <a:solidFill>
                  <a:srgbClr val="71818B"/>
                </a:solidFill>
                <a:latin typeface="Yu Gothic"/>
                <a:ea typeface="Yu Gothic"/>
                <a:cs typeface="Yu Gothic"/>
              </a:defRPr>
            </a:lvl5pPr>
            <a:lvl6pPr>
              <a:buNone/>
              <a:defRPr sz="1425" b="0">
                <a:solidFill>
                  <a:srgbClr val="71818B"/>
                </a:solidFill>
                <a:latin typeface="Yu Gothic"/>
                <a:ea typeface="Yu Gothic"/>
                <a:cs typeface="Yu Gothic"/>
              </a:defRPr>
            </a:lvl6pPr>
            <a:lvl7pPr>
              <a:buNone/>
              <a:defRPr sz="1425" b="0">
                <a:solidFill>
                  <a:srgbClr val="71818B"/>
                </a:solidFill>
                <a:latin typeface="Yu Gothic"/>
                <a:ea typeface="Yu Gothic"/>
                <a:cs typeface="Yu Gothic"/>
              </a:defRPr>
            </a:lvl7pPr>
            <a:lvl8pPr>
              <a:buNone/>
              <a:defRPr sz="1425" b="0">
                <a:solidFill>
                  <a:srgbClr val="71818B"/>
                </a:solidFill>
                <a:latin typeface="Yu Gothic"/>
                <a:ea typeface="Yu Gothic"/>
                <a:cs typeface="Yu Gothic"/>
              </a:defRPr>
            </a:lvl8pPr>
            <a:lvl9pPr>
              <a:buNone/>
              <a:defRPr sz="1425" b="0">
                <a:solidFill>
                  <a:srgbClr val="71818B"/>
                </a:solidFill>
                <a:latin typeface="Yu Gothic"/>
                <a:ea typeface="Yu Gothic"/>
                <a:cs typeface="Yu Gothic"/>
              </a:defRPr>
            </a:lvl9pPr>
          </a:lstStyle>
          <a:p xmlns:a="http://schemas.openxmlformats.org/drawingml/2006/main">
            <a:pPr>
              <a:buNone/>
              <a:defRPr sz="1425" b="0">
                <a:solidFill>
                  <a:srgbClr val="71818B"/>
                </a:solidFill>
                <a:latin typeface="Yu Gothic"/>
                <a:ea typeface="Yu Gothic"/>
                <a:cs typeface="Yu Gothic"/>
              </a:defRPr>
            </a:pPr>
            <a:r>
              <a:rPr sz="1425" b="0">
                <a:solidFill>
                  <a:srgbClr val="71818B"/>
                </a:solidFill>
                <a:latin typeface="Yu Gothic"/>
                <a:ea typeface="Yu Gothic"/>
                <a:cs typeface="Yu Gothic"/>
              </a:rPr>
              <a:t>8 / 41</a:t>
            </a:r>
            <a:endParaRPr sz="1425" b="0">
              <a:solidFill>
                <a:srgbClr val="71818B"/>
              </a:solidFill>
              <a:latin typeface="Yu Gothic"/>
              <a:ea typeface="Yu Gothic"/>
              <a:cs typeface="Yu Gothic"/>
            </a:endParaRPr>
          </a:p>
        </p:txBody>
      </p:sp>
    </p:spTree>
    <p:extLst>
      <p:ext uri="{BB962C8B-B14F-4D97-AF65-F5344CB8AC3E}">
        <p14:creationId xmlns:p14="http://schemas.microsoft.com/office/powerpoint/2010/main" val="638429987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正方形/長方形 8">
            <a:extLst xmlns:a="http://schemas.openxmlformats.org/drawingml/2006/main">
              <a:ext uri="{FF2B5EF4-FFF2-40B4-BE49-F238E27FC236}">
                <a16:creationId xmlns:a16="http://schemas.microsoft.com/office/drawing/2014/main" id="{62B0FD34-3ABA-4ABC-80A0-1A838265C4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81000"/>
            <a:ext cx="108585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>
              <a:defRPr sz="3000" b="1">
                <a:solidFill>
                  <a:srgbClr val="193B59"/>
                </a:solidFill>
                <a:latin typeface="Yu Gothic"/>
                <a:ea typeface="Yu Gothic"/>
                <a:cs typeface="Yu Gothic"/>
              </a:defRPr>
            </a:defPPr>
            <a:lvl1pPr>
              <a:buNone/>
              <a:defRPr sz="3000" b="1">
                <a:solidFill>
                  <a:srgbClr val="193B59"/>
                </a:solidFill>
                <a:latin typeface="Yu Gothic"/>
                <a:ea typeface="Yu Gothic"/>
                <a:cs typeface="Yu Gothic"/>
              </a:defRPr>
            </a:lvl1pPr>
            <a:lvl2pPr>
              <a:buNone/>
              <a:defRPr sz="3000" b="1">
                <a:solidFill>
                  <a:srgbClr val="193B59"/>
                </a:solidFill>
                <a:latin typeface="Yu Gothic"/>
                <a:ea typeface="Yu Gothic"/>
                <a:cs typeface="Yu Gothic"/>
              </a:defRPr>
            </a:lvl2pPr>
            <a:lvl3pPr>
              <a:buNone/>
              <a:defRPr sz="3000" b="1">
                <a:solidFill>
                  <a:srgbClr val="193B59"/>
                </a:solidFill>
                <a:latin typeface="Yu Gothic"/>
                <a:ea typeface="Yu Gothic"/>
                <a:cs typeface="Yu Gothic"/>
              </a:defRPr>
            </a:lvl3pPr>
            <a:lvl4pPr>
              <a:buNone/>
              <a:defRPr sz="3000" b="1">
                <a:solidFill>
                  <a:srgbClr val="193B59"/>
                </a:solidFill>
                <a:latin typeface="Yu Gothic"/>
                <a:ea typeface="Yu Gothic"/>
                <a:cs typeface="Yu Gothic"/>
              </a:defRPr>
            </a:lvl4pPr>
            <a:lvl5pPr>
              <a:buNone/>
              <a:defRPr sz="3000" b="1">
                <a:solidFill>
                  <a:srgbClr val="193B59"/>
                </a:solidFill>
                <a:latin typeface="Yu Gothic"/>
                <a:ea typeface="Yu Gothic"/>
                <a:cs typeface="Yu Gothic"/>
              </a:defRPr>
            </a:lvl5pPr>
            <a:lvl6pPr>
              <a:buNone/>
              <a:defRPr sz="3000" b="1">
                <a:solidFill>
                  <a:srgbClr val="193B59"/>
                </a:solidFill>
                <a:latin typeface="Yu Gothic"/>
                <a:ea typeface="Yu Gothic"/>
                <a:cs typeface="Yu Gothic"/>
              </a:defRPr>
            </a:lvl6pPr>
            <a:lvl7pPr>
              <a:buNone/>
              <a:defRPr sz="3000" b="1">
                <a:solidFill>
                  <a:srgbClr val="193B59"/>
                </a:solidFill>
                <a:latin typeface="Yu Gothic"/>
                <a:ea typeface="Yu Gothic"/>
                <a:cs typeface="Yu Gothic"/>
              </a:defRPr>
            </a:lvl7pPr>
            <a:lvl8pPr>
              <a:buNone/>
              <a:defRPr sz="3000" b="1">
                <a:solidFill>
                  <a:srgbClr val="193B59"/>
                </a:solidFill>
                <a:latin typeface="Yu Gothic"/>
                <a:ea typeface="Yu Gothic"/>
                <a:cs typeface="Yu Gothic"/>
              </a:defRPr>
            </a:lvl8pPr>
            <a:lvl9pPr>
              <a:buNone/>
              <a:defRPr sz="3000" b="1">
                <a:solidFill>
                  <a:srgbClr val="193B59"/>
                </a:solidFill>
                <a:latin typeface="Yu Gothic"/>
                <a:ea typeface="Yu Gothic"/>
                <a:cs typeface="Yu Gothic"/>
              </a:defRPr>
            </a:lvl9pPr>
          </a:lstStyle>
          <a:p xmlns:a="http://schemas.openxmlformats.org/drawingml/2006/main">
            <a:pPr>
              <a:buNone/>
              <a:defRPr sz="3000" b="1">
                <a:solidFill>
                  <a:srgbClr val="193B59"/>
                </a:solidFill>
                <a:latin typeface="Yu Gothic"/>
                <a:ea typeface="Yu Gothic"/>
                <a:cs typeface="Yu Gothic"/>
              </a:defRPr>
            </a:pPr>
            <a:r>
              <a:rPr sz="3000" b="1">
                <a:solidFill>
                  <a:srgbClr val="193B59"/>
                </a:solidFill>
                <a:latin typeface="Yu Gothic"/>
                <a:ea typeface="Yu Gothic"/>
                <a:cs typeface="Yu Gothic"/>
              </a:rPr>
              <a:t>解説：一次判定の範囲</a:t>
            </a:r>
          </a:p>
        </p:txBody>
      </p:sp>
      <p:sp>
        <p:nvSpPr>
          <p:cNvPr id="2" name="直線コネクタ 1">
            <a:extLst xmlns:a="http://schemas.openxmlformats.org/drawingml/2006/main">
              <a:ext uri="{FF2B5EF4-FFF2-40B4-BE49-F238E27FC236}">
                <a16:creationId xmlns:a16="http://schemas.microsoft.com/office/drawing/2014/main" id="{CD34AD32-A0E7-4C52-82B9-AC0DBB8698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323975"/>
            <a:ext cx="10820400" cy="0"/>
          </a:xfrm>
          <a:prstGeom xmlns:a="http://schemas.openxmlformats.org/drawingml/2006/main" prst="line">
            <a:avLst/>
          </a:prstGeom>
          <a:ln xmlns:a="http://schemas.openxmlformats.org/drawingml/2006/main" w="19050">
            <a:solidFill>
              <a:srgbClr val="D8E1E7"/>
            </a:solidFill>
          </a:ln>
        </p:spPr>
      </p:sp>
      <p:sp>
        <p:nvSpPr>
          <p:cNvPr id="3" name="正方形/長方形 2">
            <a:extLst xmlns:a="http://schemas.openxmlformats.org/drawingml/2006/main">
              <a:ext uri="{FF2B5EF4-FFF2-40B4-BE49-F238E27FC236}">
                <a16:creationId xmlns:a16="http://schemas.microsoft.com/office/drawing/2014/main" id="{41D9DDA8-4C6C-45B1-AB36-B195DA709F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1666875"/>
            <a:ext cx="10572750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>
              <a:defRPr sz="2250" b="1">
                <a:solidFill>
                  <a:srgbClr val="263D4D"/>
                </a:solidFill>
                <a:latin typeface="Yu Gothic"/>
                <a:ea typeface="Yu Gothic"/>
                <a:cs typeface="Yu Gothic"/>
              </a:defRPr>
            </a:defPPr>
            <a:lvl1pPr>
              <a:buNone/>
              <a:defRPr sz="2250" b="1">
                <a:solidFill>
                  <a:srgbClr val="263D4D"/>
                </a:solidFill>
                <a:latin typeface="Yu Gothic"/>
                <a:ea typeface="Yu Gothic"/>
                <a:cs typeface="Yu Gothic"/>
              </a:defRPr>
            </a:lvl1pPr>
            <a:lvl2pPr>
              <a:buNone/>
              <a:defRPr sz="2250" b="1">
                <a:solidFill>
                  <a:srgbClr val="263D4D"/>
                </a:solidFill>
                <a:latin typeface="Yu Gothic"/>
                <a:ea typeface="Yu Gothic"/>
                <a:cs typeface="Yu Gothic"/>
              </a:defRPr>
            </a:lvl2pPr>
            <a:lvl3pPr>
              <a:buNone/>
              <a:defRPr sz="2250" b="1">
                <a:solidFill>
                  <a:srgbClr val="263D4D"/>
                </a:solidFill>
                <a:latin typeface="Yu Gothic"/>
                <a:ea typeface="Yu Gothic"/>
                <a:cs typeface="Yu Gothic"/>
              </a:defRPr>
            </a:lvl3pPr>
            <a:lvl4pPr>
              <a:buNone/>
              <a:defRPr sz="2250" b="1">
                <a:solidFill>
                  <a:srgbClr val="263D4D"/>
                </a:solidFill>
                <a:latin typeface="Yu Gothic"/>
                <a:ea typeface="Yu Gothic"/>
                <a:cs typeface="Yu Gothic"/>
              </a:defRPr>
            </a:lvl4pPr>
            <a:lvl5pPr>
              <a:buNone/>
              <a:defRPr sz="2250" b="1">
                <a:solidFill>
                  <a:srgbClr val="263D4D"/>
                </a:solidFill>
                <a:latin typeface="Yu Gothic"/>
                <a:ea typeface="Yu Gothic"/>
                <a:cs typeface="Yu Gothic"/>
              </a:defRPr>
            </a:lvl5pPr>
            <a:lvl6pPr>
              <a:buNone/>
              <a:defRPr sz="2250" b="1">
                <a:solidFill>
                  <a:srgbClr val="263D4D"/>
                </a:solidFill>
                <a:latin typeface="Yu Gothic"/>
                <a:ea typeface="Yu Gothic"/>
                <a:cs typeface="Yu Gothic"/>
              </a:defRPr>
            </a:lvl6pPr>
            <a:lvl7pPr>
              <a:buNone/>
              <a:defRPr sz="2250" b="1">
                <a:solidFill>
                  <a:srgbClr val="263D4D"/>
                </a:solidFill>
                <a:latin typeface="Yu Gothic"/>
                <a:ea typeface="Yu Gothic"/>
                <a:cs typeface="Yu Gothic"/>
              </a:defRPr>
            </a:lvl7pPr>
            <a:lvl8pPr>
              <a:buNone/>
              <a:defRPr sz="2250" b="1">
                <a:solidFill>
                  <a:srgbClr val="263D4D"/>
                </a:solidFill>
                <a:latin typeface="Yu Gothic"/>
                <a:ea typeface="Yu Gothic"/>
                <a:cs typeface="Yu Gothic"/>
              </a:defRPr>
            </a:lvl8pPr>
            <a:lvl9pPr>
              <a:buNone/>
              <a:defRPr sz="2250" b="1">
                <a:solidFill>
                  <a:srgbClr val="263D4D"/>
                </a:solidFill>
                <a:latin typeface="Yu Gothic"/>
                <a:ea typeface="Yu Gothic"/>
                <a:cs typeface="Yu Gothic"/>
              </a:defRPr>
            </a:lvl9pPr>
          </a:lstStyle>
          <a:p xmlns:a="http://schemas.openxmlformats.org/drawingml/2006/main">
            <a:pPr>
              <a:buNone/>
              <a:defRPr sz="2250" b="1">
                <a:solidFill>
                  <a:srgbClr val="263D4D"/>
                </a:solidFill>
                <a:latin typeface="Yu Gothic"/>
                <a:ea typeface="Yu Gothic"/>
                <a:cs typeface="Yu Gothic"/>
              </a:defRPr>
            </a:pPr>
            <a:r>
              <a:rPr sz="2250" b="1">
                <a:solidFill>
                  <a:srgbClr val="263D4D"/>
                </a:solidFill>
                <a:latin typeface="Yu Gothic"/>
                <a:ea typeface="Yu Gothic"/>
                <a:cs typeface="Yu Gothic"/>
              </a:rPr>
              <a:t>計算は、決めた荷重と形でのたわみ・質量の比較</a:t>
            </a:r>
          </a:p>
        </p:txBody>
      </p:sp>
      <p:sp>
        <p:nvSpPr>
          <p:cNvPr id="4" name="正方形/長方形 3">
            <a:extLst xmlns:a="http://schemas.openxmlformats.org/drawingml/2006/main">
              <a:ext uri="{FF2B5EF4-FFF2-40B4-BE49-F238E27FC236}">
                <a16:creationId xmlns:a16="http://schemas.microsoft.com/office/drawing/2014/main" id="{F008C90D-5FB3-47A1-8923-14B6264609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2619375"/>
            <a:ext cx="10572750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>
              <a:defRPr sz="2250" b="0">
                <a:solidFill>
                  <a:srgbClr val="263D4D"/>
                </a:solidFill>
                <a:latin typeface="Yu Gothic"/>
                <a:ea typeface="Yu Gothic"/>
                <a:cs typeface="Yu Gothic"/>
              </a:defRPr>
            </a:defPPr>
            <a:lvl1pPr>
              <a:buNone/>
              <a:defRPr sz="2250" b="0">
                <a:solidFill>
                  <a:srgbClr val="263D4D"/>
                </a:solidFill>
                <a:latin typeface="Yu Gothic"/>
                <a:ea typeface="Yu Gothic"/>
                <a:cs typeface="Yu Gothic"/>
              </a:defRPr>
            </a:lvl1pPr>
            <a:lvl2pPr>
              <a:buNone/>
              <a:defRPr sz="2250" b="0">
                <a:solidFill>
                  <a:srgbClr val="263D4D"/>
                </a:solidFill>
                <a:latin typeface="Yu Gothic"/>
                <a:ea typeface="Yu Gothic"/>
                <a:cs typeface="Yu Gothic"/>
              </a:defRPr>
            </a:lvl2pPr>
            <a:lvl3pPr>
              <a:buNone/>
              <a:defRPr sz="2250" b="0">
                <a:solidFill>
                  <a:srgbClr val="263D4D"/>
                </a:solidFill>
                <a:latin typeface="Yu Gothic"/>
                <a:ea typeface="Yu Gothic"/>
                <a:cs typeface="Yu Gothic"/>
              </a:defRPr>
            </a:lvl3pPr>
            <a:lvl4pPr>
              <a:buNone/>
              <a:defRPr sz="2250" b="0">
                <a:solidFill>
                  <a:srgbClr val="263D4D"/>
                </a:solidFill>
                <a:latin typeface="Yu Gothic"/>
                <a:ea typeface="Yu Gothic"/>
                <a:cs typeface="Yu Gothic"/>
              </a:defRPr>
            </a:lvl4pPr>
            <a:lvl5pPr>
              <a:buNone/>
              <a:defRPr sz="2250" b="0">
                <a:solidFill>
                  <a:srgbClr val="263D4D"/>
                </a:solidFill>
                <a:latin typeface="Yu Gothic"/>
                <a:ea typeface="Yu Gothic"/>
                <a:cs typeface="Yu Gothic"/>
              </a:defRPr>
            </a:lvl5pPr>
            <a:lvl6pPr>
              <a:buNone/>
              <a:defRPr sz="2250" b="0">
                <a:solidFill>
                  <a:srgbClr val="263D4D"/>
                </a:solidFill>
                <a:latin typeface="Yu Gothic"/>
                <a:ea typeface="Yu Gothic"/>
                <a:cs typeface="Yu Gothic"/>
              </a:defRPr>
            </a:lvl6pPr>
            <a:lvl7pPr>
              <a:buNone/>
              <a:defRPr sz="2250" b="0">
                <a:solidFill>
                  <a:srgbClr val="263D4D"/>
                </a:solidFill>
                <a:latin typeface="Yu Gothic"/>
                <a:ea typeface="Yu Gothic"/>
                <a:cs typeface="Yu Gothic"/>
              </a:defRPr>
            </a:lvl7pPr>
            <a:lvl8pPr>
              <a:buNone/>
              <a:defRPr sz="2250" b="0">
                <a:solidFill>
                  <a:srgbClr val="263D4D"/>
                </a:solidFill>
                <a:latin typeface="Yu Gothic"/>
                <a:ea typeface="Yu Gothic"/>
                <a:cs typeface="Yu Gothic"/>
              </a:defRPr>
            </a:lvl8pPr>
            <a:lvl9pPr>
              <a:buNone/>
              <a:defRPr sz="2250" b="0">
                <a:solidFill>
                  <a:srgbClr val="263D4D"/>
                </a:solidFill>
                <a:latin typeface="Yu Gothic"/>
                <a:ea typeface="Yu Gothic"/>
                <a:cs typeface="Yu Gothic"/>
              </a:defRPr>
            </a:lvl9pPr>
          </a:lstStyle>
          <a:p xmlns:a="http://schemas.openxmlformats.org/drawingml/2006/main">
            <a:pPr>
              <a:buNone/>
              <a:defRPr sz="2250" b="0">
                <a:solidFill>
                  <a:srgbClr val="263D4D"/>
                </a:solidFill>
                <a:latin typeface="Yu Gothic"/>
                <a:ea typeface="Yu Gothic"/>
                <a:cs typeface="Yu Gothic"/>
              </a:defRPr>
            </a:pPr>
            <a:r>
              <a:rPr sz="2250" b="0">
                <a:solidFill>
                  <a:srgbClr val="263D4D"/>
                </a:solidFill>
                <a:latin typeface="Yu Gothic"/>
                <a:ea typeface="Yu Gothic"/>
                <a:cs typeface="Yu Gothic"/>
              </a:rPr>
              <a:t>二条件を満たしても、破壊や接合の確認は残る</a:t>
            </a:r>
          </a:p>
        </p:txBody>
      </p:sp>
      <p:sp>
        <p:nvSpPr>
          <p:cNvPr id="5" name="正方形/長方形 4">
            <a:extLst xmlns:a="http://schemas.openxmlformats.org/drawingml/2006/main">
              <a:ext uri="{FF2B5EF4-FFF2-40B4-BE49-F238E27FC236}">
                <a16:creationId xmlns:a16="http://schemas.microsoft.com/office/drawing/2014/main" id="{1A141185-2549-4374-8DAA-191EF4CA02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3571875"/>
            <a:ext cx="10572750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>
              <a:defRPr sz="2250" b="0">
                <a:solidFill>
                  <a:srgbClr val="263D4D"/>
                </a:solidFill>
                <a:latin typeface="Yu Gothic"/>
                <a:ea typeface="Yu Gothic"/>
                <a:cs typeface="Yu Gothic"/>
              </a:defRPr>
            </a:defPPr>
            <a:lvl1pPr>
              <a:buNone/>
              <a:defRPr sz="2250" b="0">
                <a:solidFill>
                  <a:srgbClr val="263D4D"/>
                </a:solidFill>
                <a:latin typeface="Yu Gothic"/>
                <a:ea typeface="Yu Gothic"/>
                <a:cs typeface="Yu Gothic"/>
              </a:defRPr>
            </a:lvl1pPr>
            <a:lvl2pPr>
              <a:buNone/>
              <a:defRPr sz="2250" b="0">
                <a:solidFill>
                  <a:srgbClr val="263D4D"/>
                </a:solidFill>
                <a:latin typeface="Yu Gothic"/>
                <a:ea typeface="Yu Gothic"/>
                <a:cs typeface="Yu Gothic"/>
              </a:defRPr>
            </a:lvl2pPr>
            <a:lvl3pPr>
              <a:buNone/>
              <a:defRPr sz="2250" b="0">
                <a:solidFill>
                  <a:srgbClr val="263D4D"/>
                </a:solidFill>
                <a:latin typeface="Yu Gothic"/>
                <a:ea typeface="Yu Gothic"/>
                <a:cs typeface="Yu Gothic"/>
              </a:defRPr>
            </a:lvl3pPr>
            <a:lvl4pPr>
              <a:buNone/>
              <a:defRPr sz="2250" b="0">
                <a:solidFill>
                  <a:srgbClr val="263D4D"/>
                </a:solidFill>
                <a:latin typeface="Yu Gothic"/>
                <a:ea typeface="Yu Gothic"/>
                <a:cs typeface="Yu Gothic"/>
              </a:defRPr>
            </a:lvl4pPr>
            <a:lvl5pPr>
              <a:buNone/>
              <a:defRPr sz="2250" b="0">
                <a:solidFill>
                  <a:srgbClr val="263D4D"/>
                </a:solidFill>
                <a:latin typeface="Yu Gothic"/>
                <a:ea typeface="Yu Gothic"/>
                <a:cs typeface="Yu Gothic"/>
              </a:defRPr>
            </a:lvl5pPr>
            <a:lvl6pPr>
              <a:buNone/>
              <a:defRPr sz="2250" b="0">
                <a:solidFill>
                  <a:srgbClr val="263D4D"/>
                </a:solidFill>
                <a:latin typeface="Yu Gothic"/>
                <a:ea typeface="Yu Gothic"/>
                <a:cs typeface="Yu Gothic"/>
              </a:defRPr>
            </a:lvl6pPr>
            <a:lvl7pPr>
              <a:buNone/>
              <a:defRPr sz="2250" b="0">
                <a:solidFill>
                  <a:srgbClr val="263D4D"/>
                </a:solidFill>
                <a:latin typeface="Yu Gothic"/>
                <a:ea typeface="Yu Gothic"/>
                <a:cs typeface="Yu Gothic"/>
              </a:defRPr>
            </a:lvl7pPr>
            <a:lvl8pPr>
              <a:buNone/>
              <a:defRPr sz="2250" b="0">
                <a:solidFill>
                  <a:srgbClr val="263D4D"/>
                </a:solidFill>
                <a:latin typeface="Yu Gothic"/>
                <a:ea typeface="Yu Gothic"/>
                <a:cs typeface="Yu Gothic"/>
              </a:defRPr>
            </a:lvl8pPr>
            <a:lvl9pPr>
              <a:buNone/>
              <a:defRPr sz="2250" b="0">
                <a:solidFill>
                  <a:srgbClr val="263D4D"/>
                </a:solidFill>
                <a:latin typeface="Yu Gothic"/>
                <a:ea typeface="Yu Gothic"/>
                <a:cs typeface="Yu Gothic"/>
              </a:defRPr>
            </a:lvl9pPr>
          </a:lstStyle>
          <a:p xmlns:a="http://schemas.openxmlformats.org/drawingml/2006/main">
            <a:pPr>
              <a:buNone/>
              <a:defRPr sz="2250" b="0">
                <a:solidFill>
                  <a:srgbClr val="263D4D"/>
                </a:solidFill>
                <a:latin typeface="Yu Gothic"/>
                <a:ea typeface="Yu Gothic"/>
                <a:cs typeface="Yu Gothic"/>
              </a:defRPr>
            </a:pPr>
            <a:r>
              <a:rPr sz="2250" b="0">
                <a:solidFill>
                  <a:srgbClr val="263D4D"/>
                </a:solidFill>
                <a:latin typeface="Yu Gothic"/>
                <a:ea typeface="Yu Gothic"/>
                <a:cs typeface="Yu Gothic"/>
              </a:rPr>
              <a:t>満たさない候補も、形や支持を変えて再検討できる</a:t>
            </a:r>
          </a:p>
        </p:txBody>
      </p:sp>
      <p:sp>
        <p:nvSpPr>
          <p:cNvPr id="6" name="正方形/長方形 5">
            <a:extLst xmlns:a="http://schemas.openxmlformats.org/drawingml/2006/main">
              <a:ext uri="{FF2B5EF4-FFF2-40B4-BE49-F238E27FC236}">
                <a16:creationId xmlns:a16="http://schemas.microsoft.com/office/drawing/2014/main" id="{D9D17298-43EC-4E99-B5CB-F076180C56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4524375"/>
            <a:ext cx="10572750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>
              <a:defRPr sz="2250" b="0">
                <a:solidFill>
                  <a:srgbClr val="263D4D"/>
                </a:solidFill>
                <a:latin typeface="Yu Gothic"/>
                <a:ea typeface="Yu Gothic"/>
                <a:cs typeface="Yu Gothic"/>
              </a:defRPr>
            </a:defPPr>
            <a:lvl1pPr>
              <a:buNone/>
              <a:defRPr sz="2250" b="0">
                <a:solidFill>
                  <a:srgbClr val="263D4D"/>
                </a:solidFill>
                <a:latin typeface="Yu Gothic"/>
                <a:ea typeface="Yu Gothic"/>
                <a:cs typeface="Yu Gothic"/>
              </a:defRPr>
            </a:lvl1pPr>
            <a:lvl2pPr>
              <a:buNone/>
              <a:defRPr sz="2250" b="0">
                <a:solidFill>
                  <a:srgbClr val="263D4D"/>
                </a:solidFill>
                <a:latin typeface="Yu Gothic"/>
                <a:ea typeface="Yu Gothic"/>
                <a:cs typeface="Yu Gothic"/>
              </a:defRPr>
            </a:lvl2pPr>
            <a:lvl3pPr>
              <a:buNone/>
              <a:defRPr sz="2250" b="0">
                <a:solidFill>
                  <a:srgbClr val="263D4D"/>
                </a:solidFill>
                <a:latin typeface="Yu Gothic"/>
                <a:ea typeface="Yu Gothic"/>
                <a:cs typeface="Yu Gothic"/>
              </a:defRPr>
            </a:lvl3pPr>
            <a:lvl4pPr>
              <a:buNone/>
              <a:defRPr sz="2250" b="0">
                <a:solidFill>
                  <a:srgbClr val="263D4D"/>
                </a:solidFill>
                <a:latin typeface="Yu Gothic"/>
                <a:ea typeface="Yu Gothic"/>
                <a:cs typeface="Yu Gothic"/>
              </a:defRPr>
            </a:lvl4pPr>
            <a:lvl5pPr>
              <a:buNone/>
              <a:defRPr sz="2250" b="0">
                <a:solidFill>
                  <a:srgbClr val="263D4D"/>
                </a:solidFill>
                <a:latin typeface="Yu Gothic"/>
                <a:ea typeface="Yu Gothic"/>
                <a:cs typeface="Yu Gothic"/>
              </a:defRPr>
            </a:lvl5pPr>
            <a:lvl6pPr>
              <a:buNone/>
              <a:defRPr sz="2250" b="0">
                <a:solidFill>
                  <a:srgbClr val="263D4D"/>
                </a:solidFill>
                <a:latin typeface="Yu Gothic"/>
                <a:ea typeface="Yu Gothic"/>
                <a:cs typeface="Yu Gothic"/>
              </a:defRPr>
            </a:lvl6pPr>
            <a:lvl7pPr>
              <a:buNone/>
              <a:defRPr sz="2250" b="0">
                <a:solidFill>
                  <a:srgbClr val="263D4D"/>
                </a:solidFill>
                <a:latin typeface="Yu Gothic"/>
                <a:ea typeface="Yu Gothic"/>
                <a:cs typeface="Yu Gothic"/>
              </a:defRPr>
            </a:lvl7pPr>
            <a:lvl8pPr>
              <a:buNone/>
              <a:defRPr sz="2250" b="0">
                <a:solidFill>
                  <a:srgbClr val="263D4D"/>
                </a:solidFill>
                <a:latin typeface="Yu Gothic"/>
                <a:ea typeface="Yu Gothic"/>
                <a:cs typeface="Yu Gothic"/>
              </a:defRPr>
            </a:lvl8pPr>
            <a:lvl9pPr>
              <a:buNone/>
              <a:defRPr sz="2250" b="0">
                <a:solidFill>
                  <a:srgbClr val="263D4D"/>
                </a:solidFill>
                <a:latin typeface="Yu Gothic"/>
                <a:ea typeface="Yu Gothic"/>
                <a:cs typeface="Yu Gothic"/>
              </a:defRPr>
            </a:lvl9pPr>
          </a:lstStyle>
          <a:p xmlns:a="http://schemas.openxmlformats.org/drawingml/2006/main">
            <a:pPr>
              <a:buNone/>
              <a:defRPr sz="2250" b="0">
                <a:solidFill>
                  <a:srgbClr val="263D4D"/>
                </a:solidFill>
                <a:latin typeface="Yu Gothic"/>
                <a:ea typeface="Yu Gothic"/>
                <a:cs typeface="Yu Gothic"/>
              </a:defRPr>
            </a:pPr>
            <a:r>
              <a:rPr sz="2250" b="0">
                <a:solidFill>
                  <a:srgbClr val="263D4D"/>
                </a:solidFill>
                <a:latin typeface="Yu Gothic"/>
                <a:ea typeface="Yu Gothic"/>
                <a:cs typeface="Yu Gothic"/>
              </a:rPr>
              <a:t>材群の優劣へ広げず、設計案を比較する</a:t>
            </a:r>
          </a:p>
        </p:txBody>
      </p:sp>
      <p:sp>
        <p:nvSpPr>
          <p:cNvPr id="7" name="正方形/長方形 6">
            <a:extLst xmlns:a="http://schemas.openxmlformats.org/drawingml/2006/main">
              <a:ext uri="{FF2B5EF4-FFF2-40B4-BE49-F238E27FC236}">
                <a16:creationId xmlns:a16="http://schemas.microsoft.com/office/drawing/2014/main" id="{AA35408C-D552-4785-9C10-E281C99E24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353175"/>
            <a:ext cx="8953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>
              <a:defRPr sz="1425" b="0">
                <a:solidFill>
                  <a:srgbClr val="71818B"/>
                </a:solidFill>
                <a:latin typeface="Yu Gothic"/>
                <a:ea typeface="Yu Gothic"/>
                <a:cs typeface="Yu Gothic"/>
              </a:defRPr>
            </a:defPPr>
            <a:lvl1pPr>
              <a:buNone/>
              <a:defRPr sz="1425" b="0">
                <a:solidFill>
                  <a:srgbClr val="71818B"/>
                </a:solidFill>
                <a:latin typeface="Yu Gothic"/>
                <a:ea typeface="Yu Gothic"/>
                <a:cs typeface="Yu Gothic"/>
              </a:defRPr>
            </a:lvl1pPr>
            <a:lvl2pPr>
              <a:buNone/>
              <a:defRPr sz="1425" b="0">
                <a:solidFill>
                  <a:srgbClr val="71818B"/>
                </a:solidFill>
                <a:latin typeface="Yu Gothic"/>
                <a:ea typeface="Yu Gothic"/>
                <a:cs typeface="Yu Gothic"/>
              </a:defRPr>
            </a:lvl2pPr>
            <a:lvl3pPr>
              <a:buNone/>
              <a:defRPr sz="1425" b="0">
                <a:solidFill>
                  <a:srgbClr val="71818B"/>
                </a:solidFill>
                <a:latin typeface="Yu Gothic"/>
                <a:ea typeface="Yu Gothic"/>
                <a:cs typeface="Yu Gothic"/>
              </a:defRPr>
            </a:lvl3pPr>
            <a:lvl4pPr>
              <a:buNone/>
              <a:defRPr sz="1425" b="0">
                <a:solidFill>
                  <a:srgbClr val="71818B"/>
                </a:solidFill>
                <a:latin typeface="Yu Gothic"/>
                <a:ea typeface="Yu Gothic"/>
                <a:cs typeface="Yu Gothic"/>
              </a:defRPr>
            </a:lvl4pPr>
            <a:lvl5pPr>
              <a:buNone/>
              <a:defRPr sz="1425" b="0">
                <a:solidFill>
                  <a:srgbClr val="71818B"/>
                </a:solidFill>
                <a:latin typeface="Yu Gothic"/>
                <a:ea typeface="Yu Gothic"/>
                <a:cs typeface="Yu Gothic"/>
              </a:defRPr>
            </a:lvl5pPr>
            <a:lvl6pPr>
              <a:buNone/>
              <a:defRPr sz="1425" b="0">
                <a:solidFill>
                  <a:srgbClr val="71818B"/>
                </a:solidFill>
                <a:latin typeface="Yu Gothic"/>
                <a:ea typeface="Yu Gothic"/>
                <a:cs typeface="Yu Gothic"/>
              </a:defRPr>
            </a:lvl6pPr>
            <a:lvl7pPr>
              <a:buNone/>
              <a:defRPr sz="1425" b="0">
                <a:solidFill>
                  <a:srgbClr val="71818B"/>
                </a:solidFill>
                <a:latin typeface="Yu Gothic"/>
                <a:ea typeface="Yu Gothic"/>
                <a:cs typeface="Yu Gothic"/>
              </a:defRPr>
            </a:lvl7pPr>
            <a:lvl8pPr>
              <a:buNone/>
              <a:defRPr sz="1425" b="0">
                <a:solidFill>
                  <a:srgbClr val="71818B"/>
                </a:solidFill>
                <a:latin typeface="Yu Gothic"/>
                <a:ea typeface="Yu Gothic"/>
                <a:cs typeface="Yu Gothic"/>
              </a:defRPr>
            </a:lvl8pPr>
            <a:lvl9pPr>
              <a:buNone/>
              <a:defRPr sz="1425" b="0">
                <a:solidFill>
                  <a:srgbClr val="71818B"/>
                </a:solidFill>
                <a:latin typeface="Yu Gothic"/>
                <a:ea typeface="Yu Gothic"/>
                <a:cs typeface="Yu Gothic"/>
              </a:defRPr>
            </a:lvl9pPr>
          </a:lstStyle>
          <a:p xmlns:a="http://schemas.openxmlformats.org/drawingml/2006/main">
            <a:pPr>
              <a:buNone/>
              <a:defRPr sz="1425" b="0">
                <a:solidFill>
                  <a:srgbClr val="71818B"/>
                </a:solidFill>
                <a:latin typeface="Yu Gothic"/>
                <a:ea typeface="Yu Gothic"/>
                <a:cs typeface="Yu Gothic"/>
              </a:defRPr>
            </a:pPr>
            <a:r>
              <a:rPr sz="1425" b="0">
                <a:solidFill>
                  <a:srgbClr val="71818B"/>
                </a:solidFill>
                <a:latin typeface="Yu Gothic"/>
                <a:ea typeface="Yu Gothic"/>
                <a:cs typeface="Yu Gothic"/>
              </a:rPr>
              <a:t>工業材料概論　第12回</a:t>
            </a:r>
          </a:p>
        </p:txBody>
      </p:sp>
      <p:sp>
        <p:nvSpPr>
          <p:cNvPr id="8" name="正方形/長方形 7">
            <a:extLst xmlns:a="http://schemas.openxmlformats.org/drawingml/2006/main">
              <a:ext uri="{FF2B5EF4-FFF2-40B4-BE49-F238E27FC236}">
                <a16:creationId xmlns:a16="http://schemas.microsoft.com/office/drawing/2014/main" id="{5EA29964-6D6B-4A0D-8BE7-25B2D21282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82250" y="6353175"/>
            <a:ext cx="1238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>
              <a:defRPr sz="1425" b="0">
                <a:solidFill>
                  <a:srgbClr val="71818B"/>
                </a:solidFill>
                <a:latin typeface="Yu Gothic"/>
                <a:ea typeface="Yu Gothic"/>
                <a:cs typeface="Yu Gothic"/>
              </a:defRPr>
            </a:defPPr>
            <a:lvl1pPr>
              <a:buNone/>
              <a:defRPr sz="1425" b="0">
                <a:solidFill>
                  <a:srgbClr val="71818B"/>
                </a:solidFill>
                <a:latin typeface="Yu Gothic"/>
                <a:ea typeface="Yu Gothic"/>
                <a:cs typeface="Yu Gothic"/>
              </a:defRPr>
            </a:lvl1pPr>
            <a:lvl2pPr>
              <a:buNone/>
              <a:defRPr sz="1425" b="0">
                <a:solidFill>
                  <a:srgbClr val="71818B"/>
                </a:solidFill>
                <a:latin typeface="Yu Gothic"/>
                <a:ea typeface="Yu Gothic"/>
                <a:cs typeface="Yu Gothic"/>
              </a:defRPr>
            </a:lvl2pPr>
            <a:lvl3pPr>
              <a:buNone/>
              <a:defRPr sz="1425" b="0">
                <a:solidFill>
                  <a:srgbClr val="71818B"/>
                </a:solidFill>
                <a:latin typeface="Yu Gothic"/>
                <a:ea typeface="Yu Gothic"/>
                <a:cs typeface="Yu Gothic"/>
              </a:defRPr>
            </a:lvl3pPr>
            <a:lvl4pPr>
              <a:buNone/>
              <a:defRPr sz="1425" b="0">
                <a:solidFill>
                  <a:srgbClr val="71818B"/>
                </a:solidFill>
                <a:latin typeface="Yu Gothic"/>
                <a:ea typeface="Yu Gothic"/>
                <a:cs typeface="Yu Gothic"/>
              </a:defRPr>
            </a:lvl4pPr>
            <a:lvl5pPr>
              <a:buNone/>
              <a:defRPr sz="1425" b="0">
                <a:solidFill>
                  <a:srgbClr val="71818B"/>
                </a:solidFill>
                <a:latin typeface="Yu Gothic"/>
                <a:ea typeface="Yu Gothic"/>
                <a:cs typeface="Yu Gothic"/>
              </a:defRPr>
            </a:lvl5pPr>
            <a:lvl6pPr>
              <a:buNone/>
              <a:defRPr sz="1425" b="0">
                <a:solidFill>
                  <a:srgbClr val="71818B"/>
                </a:solidFill>
                <a:latin typeface="Yu Gothic"/>
                <a:ea typeface="Yu Gothic"/>
                <a:cs typeface="Yu Gothic"/>
              </a:defRPr>
            </a:lvl6pPr>
            <a:lvl7pPr>
              <a:buNone/>
              <a:defRPr sz="1425" b="0">
                <a:solidFill>
                  <a:srgbClr val="71818B"/>
                </a:solidFill>
                <a:latin typeface="Yu Gothic"/>
                <a:ea typeface="Yu Gothic"/>
                <a:cs typeface="Yu Gothic"/>
              </a:defRPr>
            </a:lvl7pPr>
            <a:lvl8pPr>
              <a:buNone/>
              <a:defRPr sz="1425" b="0">
                <a:solidFill>
                  <a:srgbClr val="71818B"/>
                </a:solidFill>
                <a:latin typeface="Yu Gothic"/>
                <a:ea typeface="Yu Gothic"/>
                <a:cs typeface="Yu Gothic"/>
              </a:defRPr>
            </a:lvl8pPr>
            <a:lvl9pPr>
              <a:buNone/>
              <a:defRPr sz="1425" b="0">
                <a:solidFill>
                  <a:srgbClr val="71818B"/>
                </a:solidFill>
                <a:latin typeface="Yu Gothic"/>
                <a:ea typeface="Yu Gothic"/>
                <a:cs typeface="Yu Gothic"/>
              </a:defRPr>
            </a:lvl9pPr>
          </a:lstStyle>
          <a:p xmlns:a="http://schemas.openxmlformats.org/drawingml/2006/main">
            <a:pPr>
              <a:buNone/>
              <a:defRPr sz="1425" b="0">
                <a:solidFill>
                  <a:srgbClr val="71818B"/>
                </a:solidFill>
                <a:latin typeface="Yu Gothic"/>
                <a:ea typeface="Yu Gothic"/>
                <a:cs typeface="Yu Gothic"/>
              </a:defRPr>
            </a:pPr>
            <a:r>
              <a:rPr sz="1425" b="0">
                <a:solidFill>
                  <a:srgbClr val="71818B"/>
                </a:solidFill>
                <a:latin typeface="Yu Gothic"/>
                <a:ea typeface="Yu Gothic"/>
                <a:cs typeface="Yu Gothic"/>
              </a:rPr>
              <a:t>9 / 41</a:t>
            </a:r>
            <a:endParaRPr sz="1425" b="0">
              <a:solidFill>
                <a:srgbClr val="71818B"/>
              </a:solidFill>
              <a:latin typeface="Yu Gothic"/>
              <a:ea typeface="Yu Gothic"/>
              <a:cs typeface="Yu Gothic"/>
            </a:endParaRPr>
          </a:p>
        </p:txBody>
      </p:sp>
    </p:spTree>
    <p:extLst>
      <p:ext uri="{BB962C8B-B14F-4D97-AF65-F5344CB8AC3E}">
        <p14:creationId xmlns:p14="http://schemas.microsoft.com/office/powerpoint/2010/main" val="1786804068"/>
      </p:ext>
    </p:extLst>
  </p:cSld>
</p:sld>
</file>

<file path=ppt/slides/slide10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正方形/長方形 8">
            <a:extLst xmlns:a="http://schemas.openxmlformats.org/drawingml/2006/main">
              <a:ext uri="{FF2B5EF4-FFF2-40B4-BE49-F238E27FC236}">
                <a16:creationId xmlns:a16="http://schemas.microsoft.com/office/drawing/2014/main" id="{92910237-B82A-4D28-96A0-A816426010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81000"/>
            <a:ext cx="108204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>
              <a:defRPr sz="2775" b="1">
                <a:solidFill>
                  <a:srgbClr val="193B59"/>
                </a:solidFill>
                <a:latin typeface="Yu Gothic"/>
                <a:ea typeface="Yu Gothic"/>
                <a:cs typeface="Yu Gothic"/>
              </a:defRPr>
            </a:defPPr>
            <a:lvl1pPr>
              <a:buNone/>
              <a:defRPr sz="2775" b="1">
                <a:solidFill>
                  <a:srgbClr val="193B59"/>
                </a:solidFill>
                <a:latin typeface="Yu Gothic"/>
                <a:ea typeface="Yu Gothic"/>
                <a:cs typeface="Yu Gothic"/>
              </a:defRPr>
            </a:lvl1pPr>
            <a:lvl2pPr>
              <a:buNone/>
              <a:defRPr sz="2775" b="1">
                <a:solidFill>
                  <a:srgbClr val="193B59"/>
                </a:solidFill>
                <a:latin typeface="Yu Gothic"/>
                <a:ea typeface="Yu Gothic"/>
                <a:cs typeface="Yu Gothic"/>
              </a:defRPr>
            </a:lvl2pPr>
            <a:lvl3pPr>
              <a:buNone/>
              <a:defRPr sz="2775" b="1">
                <a:solidFill>
                  <a:srgbClr val="193B59"/>
                </a:solidFill>
                <a:latin typeface="Yu Gothic"/>
                <a:ea typeface="Yu Gothic"/>
                <a:cs typeface="Yu Gothic"/>
              </a:defRPr>
            </a:lvl3pPr>
            <a:lvl4pPr>
              <a:buNone/>
              <a:defRPr sz="2775" b="1">
                <a:solidFill>
                  <a:srgbClr val="193B59"/>
                </a:solidFill>
                <a:latin typeface="Yu Gothic"/>
                <a:ea typeface="Yu Gothic"/>
                <a:cs typeface="Yu Gothic"/>
              </a:defRPr>
            </a:lvl4pPr>
            <a:lvl5pPr>
              <a:buNone/>
              <a:defRPr sz="2775" b="1">
                <a:solidFill>
                  <a:srgbClr val="193B59"/>
                </a:solidFill>
                <a:latin typeface="Yu Gothic"/>
                <a:ea typeface="Yu Gothic"/>
                <a:cs typeface="Yu Gothic"/>
              </a:defRPr>
            </a:lvl5pPr>
            <a:lvl6pPr>
              <a:buNone/>
              <a:defRPr sz="2775" b="1">
                <a:solidFill>
                  <a:srgbClr val="193B59"/>
                </a:solidFill>
                <a:latin typeface="Yu Gothic"/>
                <a:ea typeface="Yu Gothic"/>
                <a:cs typeface="Yu Gothic"/>
              </a:defRPr>
            </a:lvl6pPr>
            <a:lvl7pPr>
              <a:buNone/>
              <a:defRPr sz="2775" b="1">
                <a:solidFill>
                  <a:srgbClr val="193B59"/>
                </a:solidFill>
                <a:latin typeface="Yu Gothic"/>
                <a:ea typeface="Yu Gothic"/>
                <a:cs typeface="Yu Gothic"/>
              </a:defRPr>
            </a:lvl7pPr>
            <a:lvl8pPr>
              <a:buNone/>
              <a:defRPr sz="2775" b="1">
                <a:solidFill>
                  <a:srgbClr val="193B59"/>
                </a:solidFill>
                <a:latin typeface="Yu Gothic"/>
                <a:ea typeface="Yu Gothic"/>
                <a:cs typeface="Yu Gothic"/>
              </a:defRPr>
            </a:lvl8pPr>
            <a:lvl9pPr>
              <a:buNone/>
              <a:defRPr sz="2775" b="1">
                <a:solidFill>
                  <a:srgbClr val="193B59"/>
                </a:solidFill>
                <a:latin typeface="Yu Gothic"/>
                <a:ea typeface="Yu Gothic"/>
                <a:cs typeface="Yu Gothic"/>
              </a:defRPr>
            </a:lvl9pPr>
          </a:lstStyle>
          <a:p xmlns:a="http://schemas.openxmlformats.org/drawingml/2006/main">
            <a:pPr>
              <a:buNone/>
              <a:defRPr sz="2775" b="1">
                <a:solidFill>
                  <a:srgbClr val="193B59"/>
                </a:solidFill>
                <a:latin typeface="Yu Gothic"/>
                <a:ea typeface="Yu Gothic"/>
                <a:cs typeface="Yu Gothic"/>
              </a:defRPr>
            </a:pPr>
            <a:r>
              <a:rPr sz="2775" b="1">
                <a:solidFill>
                  <a:srgbClr val="193B59"/>
                </a:solidFill>
                <a:latin typeface="Yu Gothic"/>
                <a:ea typeface="Yu Gothic"/>
                <a:cs typeface="Yu Gothic"/>
              </a:rPr>
              <a:t>問1：寸法変更で候補は変わるか</a:t>
            </a:r>
          </a:p>
        </p:txBody>
      </p:sp>
      <p:sp>
        <p:nvSpPr>
          <p:cNvPr id="2" name="フリーフォーム: 図形 1">
            <a:extLst xmlns:a="http://schemas.openxmlformats.org/drawingml/2006/main">
              <a:ext uri="{FF2B5EF4-FFF2-40B4-BE49-F238E27FC236}">
                <a16:creationId xmlns:a16="http://schemas.microsoft.com/office/drawing/2014/main" id="{6D5C0871-CC2C-4C54-ABC7-539F93E2DD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323975"/>
            <a:ext cx="10820400" cy="9525"/>
          </a:xfrm>
          <a:custGeom xmlns:a="http://schemas.openxmlformats.org/drawingml/2006/main">
            <a:rect l="0" t="0" r="0" b="0"/>
            <a:pathLst>
              <a:path w="10820400" h="9525">
                <a:moveTo>
                  <a:pt x="0" y="0"/>
                </a:moveTo>
                <a:lnTo>
                  <a:pt x="1082040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D8E1E7"/>
            </a:solidFill>
          </a:ln>
        </p:spPr>
      </p:sp>
      <p:sp>
        <p:nvSpPr>
          <p:cNvPr id="3" name="正方形/長方形 2">
            <a:extLst xmlns:a="http://schemas.openxmlformats.org/drawingml/2006/main">
              <a:ext uri="{FF2B5EF4-FFF2-40B4-BE49-F238E27FC236}">
                <a16:creationId xmlns:a16="http://schemas.microsoft.com/office/drawing/2014/main" id="{056F1B0F-F31F-4961-BA55-1F97E3F68D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1524000"/>
            <a:ext cx="10572750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>
              <a:defRPr sz="2100" b="1">
                <a:solidFill>
                  <a:srgbClr val="263D4D"/>
                </a:solidFill>
                <a:latin typeface="Yu Gothic"/>
                <a:ea typeface="Yu Gothic"/>
                <a:cs typeface="Yu Gothic"/>
              </a:defRPr>
            </a:defPPr>
            <a:lvl1pPr>
              <a:buNone/>
              <a:defRPr sz="2100" b="1">
                <a:solidFill>
                  <a:srgbClr val="263D4D"/>
                </a:solidFill>
                <a:latin typeface="Yu Gothic"/>
                <a:ea typeface="Yu Gothic"/>
                <a:cs typeface="Yu Gothic"/>
              </a:defRPr>
            </a:lvl1pPr>
            <a:lvl2pPr>
              <a:buNone/>
              <a:defRPr sz="2100" b="1">
                <a:solidFill>
                  <a:srgbClr val="263D4D"/>
                </a:solidFill>
                <a:latin typeface="Yu Gothic"/>
                <a:ea typeface="Yu Gothic"/>
                <a:cs typeface="Yu Gothic"/>
              </a:defRPr>
            </a:lvl2pPr>
            <a:lvl3pPr>
              <a:buNone/>
              <a:defRPr sz="2100" b="1">
                <a:solidFill>
                  <a:srgbClr val="263D4D"/>
                </a:solidFill>
                <a:latin typeface="Yu Gothic"/>
                <a:ea typeface="Yu Gothic"/>
                <a:cs typeface="Yu Gothic"/>
              </a:defRPr>
            </a:lvl3pPr>
            <a:lvl4pPr>
              <a:buNone/>
              <a:defRPr sz="2100" b="1">
                <a:solidFill>
                  <a:srgbClr val="263D4D"/>
                </a:solidFill>
                <a:latin typeface="Yu Gothic"/>
                <a:ea typeface="Yu Gothic"/>
                <a:cs typeface="Yu Gothic"/>
              </a:defRPr>
            </a:lvl4pPr>
            <a:lvl5pPr>
              <a:buNone/>
              <a:defRPr sz="2100" b="1">
                <a:solidFill>
                  <a:srgbClr val="263D4D"/>
                </a:solidFill>
                <a:latin typeface="Yu Gothic"/>
                <a:ea typeface="Yu Gothic"/>
                <a:cs typeface="Yu Gothic"/>
              </a:defRPr>
            </a:lvl5pPr>
            <a:lvl6pPr>
              <a:buNone/>
              <a:defRPr sz="2100" b="1">
                <a:solidFill>
                  <a:srgbClr val="263D4D"/>
                </a:solidFill>
                <a:latin typeface="Yu Gothic"/>
                <a:ea typeface="Yu Gothic"/>
                <a:cs typeface="Yu Gothic"/>
              </a:defRPr>
            </a:lvl6pPr>
            <a:lvl7pPr>
              <a:buNone/>
              <a:defRPr sz="2100" b="1">
                <a:solidFill>
                  <a:srgbClr val="263D4D"/>
                </a:solidFill>
                <a:latin typeface="Yu Gothic"/>
                <a:ea typeface="Yu Gothic"/>
                <a:cs typeface="Yu Gothic"/>
              </a:defRPr>
            </a:lvl7pPr>
            <a:lvl8pPr>
              <a:buNone/>
              <a:defRPr sz="2100" b="1">
                <a:solidFill>
                  <a:srgbClr val="263D4D"/>
                </a:solidFill>
                <a:latin typeface="Yu Gothic"/>
                <a:ea typeface="Yu Gothic"/>
                <a:cs typeface="Yu Gothic"/>
              </a:defRPr>
            </a:lvl8pPr>
            <a:lvl9pPr>
              <a:buNone/>
              <a:defRPr sz="2100" b="1">
                <a:solidFill>
                  <a:srgbClr val="263D4D"/>
                </a:solidFill>
                <a:latin typeface="Yu Gothic"/>
                <a:ea typeface="Yu Gothic"/>
                <a:cs typeface="Yu Gothic"/>
              </a:defRPr>
            </a:lvl9pPr>
          </a:lstStyle>
          <a:p xmlns:a="http://schemas.openxmlformats.org/drawingml/2006/main">
            <a:pPr>
              <a:buNone/>
              <a:defRPr sz="2100" b="1">
                <a:solidFill>
                  <a:srgbClr val="263D4D"/>
                </a:solidFill>
                <a:latin typeface="Yu Gothic"/>
                <a:ea typeface="Yu Gothic"/>
                <a:cs typeface="Yu Gothic"/>
              </a:defRPr>
            </a:pPr>
            <a:r>
              <a:rPr sz="2100" b="1">
                <a:solidFill>
                  <a:srgbClr val="263D4D"/>
                </a:solidFill>
                <a:latin typeface="Yu Gothic"/>
                <a:ea typeface="Yu Gothic"/>
                <a:cs typeface="Yu Gothic"/>
              </a:rPr>
              <a:t>単純支持・中央荷重20 N、長さ600 mm、幅30 mm</a:t>
            </a:r>
          </a:p>
        </p:txBody>
      </p:sp>
      <p:sp>
        <p:nvSpPr>
          <p:cNvPr id="4" name="正方形/長方形 3">
            <a:extLst xmlns:a="http://schemas.openxmlformats.org/drawingml/2006/main">
              <a:ext uri="{FF2B5EF4-FFF2-40B4-BE49-F238E27FC236}">
                <a16:creationId xmlns:a16="http://schemas.microsoft.com/office/drawing/2014/main" id="{FADD3F4E-7B57-4E91-8B2C-B501B28A2A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2476500"/>
            <a:ext cx="10572750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>
              <a:defRPr sz="2100" b="0">
                <a:solidFill>
                  <a:srgbClr val="263D4D"/>
                </a:solidFill>
                <a:latin typeface="Yu Gothic"/>
                <a:ea typeface="Yu Gothic"/>
                <a:cs typeface="Yu Gothic"/>
              </a:defRPr>
            </a:defPPr>
            <a:lvl1pPr>
              <a:buNone/>
              <a:defRPr sz="2100" b="0">
                <a:solidFill>
                  <a:srgbClr val="263D4D"/>
                </a:solidFill>
                <a:latin typeface="Yu Gothic"/>
                <a:ea typeface="Yu Gothic"/>
                <a:cs typeface="Yu Gothic"/>
              </a:defRPr>
            </a:lvl1pPr>
            <a:lvl2pPr>
              <a:buNone/>
              <a:defRPr sz="2100" b="0">
                <a:solidFill>
                  <a:srgbClr val="263D4D"/>
                </a:solidFill>
                <a:latin typeface="Yu Gothic"/>
                <a:ea typeface="Yu Gothic"/>
                <a:cs typeface="Yu Gothic"/>
              </a:defRPr>
            </a:lvl2pPr>
            <a:lvl3pPr>
              <a:buNone/>
              <a:defRPr sz="2100" b="0">
                <a:solidFill>
                  <a:srgbClr val="263D4D"/>
                </a:solidFill>
                <a:latin typeface="Yu Gothic"/>
                <a:ea typeface="Yu Gothic"/>
                <a:cs typeface="Yu Gothic"/>
              </a:defRPr>
            </a:lvl3pPr>
            <a:lvl4pPr>
              <a:buNone/>
              <a:defRPr sz="2100" b="0">
                <a:solidFill>
                  <a:srgbClr val="263D4D"/>
                </a:solidFill>
                <a:latin typeface="Yu Gothic"/>
                <a:ea typeface="Yu Gothic"/>
                <a:cs typeface="Yu Gothic"/>
              </a:defRPr>
            </a:lvl4pPr>
            <a:lvl5pPr>
              <a:buNone/>
              <a:defRPr sz="2100" b="0">
                <a:solidFill>
                  <a:srgbClr val="263D4D"/>
                </a:solidFill>
                <a:latin typeface="Yu Gothic"/>
                <a:ea typeface="Yu Gothic"/>
                <a:cs typeface="Yu Gothic"/>
              </a:defRPr>
            </a:lvl5pPr>
            <a:lvl6pPr>
              <a:buNone/>
              <a:defRPr sz="2100" b="0">
                <a:solidFill>
                  <a:srgbClr val="263D4D"/>
                </a:solidFill>
                <a:latin typeface="Yu Gothic"/>
                <a:ea typeface="Yu Gothic"/>
                <a:cs typeface="Yu Gothic"/>
              </a:defRPr>
            </a:lvl6pPr>
            <a:lvl7pPr>
              <a:buNone/>
              <a:defRPr sz="2100" b="0">
                <a:solidFill>
                  <a:srgbClr val="263D4D"/>
                </a:solidFill>
                <a:latin typeface="Yu Gothic"/>
                <a:ea typeface="Yu Gothic"/>
                <a:cs typeface="Yu Gothic"/>
              </a:defRPr>
            </a:lvl7pPr>
            <a:lvl8pPr>
              <a:buNone/>
              <a:defRPr sz="2100" b="0">
                <a:solidFill>
                  <a:srgbClr val="263D4D"/>
                </a:solidFill>
                <a:latin typeface="Yu Gothic"/>
                <a:ea typeface="Yu Gothic"/>
                <a:cs typeface="Yu Gothic"/>
              </a:defRPr>
            </a:lvl8pPr>
            <a:lvl9pPr>
              <a:buNone/>
              <a:defRPr sz="2100" b="0">
                <a:solidFill>
                  <a:srgbClr val="263D4D"/>
                </a:solidFill>
                <a:latin typeface="Yu Gothic"/>
                <a:ea typeface="Yu Gothic"/>
                <a:cs typeface="Yu Gothic"/>
              </a:defRPr>
            </a:lvl9pPr>
          </a:lstStyle>
          <a:p xmlns:a="http://schemas.openxmlformats.org/drawingml/2006/main">
            <a:pPr>
              <a:buNone/>
              <a:defRPr sz="2100" b="0">
                <a:solidFill>
                  <a:srgbClr val="263D4D"/>
                </a:solidFill>
                <a:latin typeface="Yu Gothic"/>
                <a:ea typeface="Yu Gothic"/>
                <a:cs typeface="Yu Gothic"/>
              </a:defRPr>
            </a:pPr>
            <a:r>
              <a:rPr sz="2100" b="0">
                <a:solidFill>
                  <a:srgbClr val="263D4D"/>
                </a:solidFill>
                <a:latin typeface="Yu Gothic"/>
                <a:ea typeface="Yu Gothic"/>
                <a:cs typeface="Yu Gothic"/>
              </a:rPr>
              <a:t>高さ：木材20 mm／金属10 mm／樹脂23 mm</a:t>
            </a:r>
          </a:p>
        </p:txBody>
      </p:sp>
      <p:sp>
        <p:nvSpPr>
          <p:cNvPr id="5" name="正方形/長方形 4">
            <a:extLst xmlns:a="http://schemas.openxmlformats.org/drawingml/2006/main">
              <a:ext uri="{FF2B5EF4-FFF2-40B4-BE49-F238E27FC236}">
                <a16:creationId xmlns:a16="http://schemas.microsoft.com/office/drawing/2014/main" id="{702E17AC-AF90-4730-A40D-C69BECAEF2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3429000"/>
            <a:ext cx="10572750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>
              <a:defRPr sz="2100" b="0">
                <a:solidFill>
                  <a:srgbClr val="263D4D"/>
                </a:solidFill>
                <a:latin typeface="Yu Gothic"/>
                <a:ea typeface="Yu Gothic"/>
                <a:cs typeface="Yu Gothic"/>
              </a:defRPr>
            </a:defPPr>
            <a:lvl1pPr>
              <a:buNone/>
              <a:defRPr sz="2100" b="0">
                <a:solidFill>
                  <a:srgbClr val="263D4D"/>
                </a:solidFill>
                <a:latin typeface="Yu Gothic"/>
                <a:ea typeface="Yu Gothic"/>
                <a:cs typeface="Yu Gothic"/>
              </a:defRPr>
            </a:lvl1pPr>
            <a:lvl2pPr>
              <a:buNone/>
              <a:defRPr sz="2100" b="0">
                <a:solidFill>
                  <a:srgbClr val="263D4D"/>
                </a:solidFill>
                <a:latin typeface="Yu Gothic"/>
                <a:ea typeface="Yu Gothic"/>
                <a:cs typeface="Yu Gothic"/>
              </a:defRPr>
            </a:lvl2pPr>
            <a:lvl3pPr>
              <a:buNone/>
              <a:defRPr sz="2100" b="0">
                <a:solidFill>
                  <a:srgbClr val="263D4D"/>
                </a:solidFill>
                <a:latin typeface="Yu Gothic"/>
                <a:ea typeface="Yu Gothic"/>
                <a:cs typeface="Yu Gothic"/>
              </a:defRPr>
            </a:lvl3pPr>
            <a:lvl4pPr>
              <a:buNone/>
              <a:defRPr sz="2100" b="0">
                <a:solidFill>
                  <a:srgbClr val="263D4D"/>
                </a:solidFill>
                <a:latin typeface="Yu Gothic"/>
                <a:ea typeface="Yu Gothic"/>
                <a:cs typeface="Yu Gothic"/>
              </a:defRPr>
            </a:lvl4pPr>
            <a:lvl5pPr>
              <a:buNone/>
              <a:defRPr sz="2100" b="0">
                <a:solidFill>
                  <a:srgbClr val="263D4D"/>
                </a:solidFill>
                <a:latin typeface="Yu Gothic"/>
                <a:ea typeface="Yu Gothic"/>
                <a:cs typeface="Yu Gothic"/>
              </a:defRPr>
            </a:lvl5pPr>
            <a:lvl6pPr>
              <a:buNone/>
              <a:defRPr sz="2100" b="0">
                <a:solidFill>
                  <a:srgbClr val="263D4D"/>
                </a:solidFill>
                <a:latin typeface="Yu Gothic"/>
                <a:ea typeface="Yu Gothic"/>
                <a:cs typeface="Yu Gothic"/>
              </a:defRPr>
            </a:lvl6pPr>
            <a:lvl7pPr>
              <a:buNone/>
              <a:defRPr sz="2100" b="0">
                <a:solidFill>
                  <a:srgbClr val="263D4D"/>
                </a:solidFill>
                <a:latin typeface="Yu Gothic"/>
                <a:ea typeface="Yu Gothic"/>
                <a:cs typeface="Yu Gothic"/>
              </a:defRPr>
            </a:lvl7pPr>
            <a:lvl8pPr>
              <a:buNone/>
              <a:defRPr sz="2100" b="0">
                <a:solidFill>
                  <a:srgbClr val="263D4D"/>
                </a:solidFill>
                <a:latin typeface="Yu Gothic"/>
                <a:ea typeface="Yu Gothic"/>
                <a:cs typeface="Yu Gothic"/>
              </a:defRPr>
            </a:lvl8pPr>
            <a:lvl9pPr>
              <a:buNone/>
              <a:defRPr sz="2100" b="0">
                <a:solidFill>
                  <a:srgbClr val="263D4D"/>
                </a:solidFill>
                <a:latin typeface="Yu Gothic"/>
                <a:ea typeface="Yu Gothic"/>
                <a:cs typeface="Yu Gothic"/>
              </a:defRPr>
            </a:lvl9pPr>
          </a:lstStyle>
          <a:p xmlns:a="http://schemas.openxmlformats.org/drawingml/2006/main">
            <a:pPr>
              <a:buNone/>
              <a:defRPr sz="2100" b="0">
                <a:solidFill>
                  <a:srgbClr val="263D4D"/>
                </a:solidFill>
                <a:latin typeface="Yu Gothic"/>
                <a:ea typeface="Yu Gothic"/>
                <a:cs typeface="Yu Gothic"/>
              </a:defRPr>
            </a:pPr>
            <a:r>
              <a:rPr sz="2100" b="0">
                <a:solidFill>
                  <a:srgbClr val="263D4D"/>
                </a:solidFill>
                <a:latin typeface="Yu Gothic"/>
                <a:ea typeface="Yu Gothic"/>
                <a:cs typeface="Yu Gothic"/>
              </a:rPr>
              <a:t>I・Z・最大応力・たわみ・質量を求める</a:t>
            </a:r>
          </a:p>
        </p:txBody>
      </p:sp>
      <p:sp>
        <p:nvSpPr>
          <p:cNvPr id="6" name="正方形/長方形 5">
            <a:extLst xmlns:a="http://schemas.openxmlformats.org/drawingml/2006/main">
              <a:ext uri="{FF2B5EF4-FFF2-40B4-BE49-F238E27FC236}">
                <a16:creationId xmlns:a16="http://schemas.microsoft.com/office/drawing/2014/main" id="{B65965B3-D16D-4988-A75F-35629756E0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4381500"/>
            <a:ext cx="10572750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>
              <a:defRPr sz="2100" b="0">
                <a:solidFill>
                  <a:srgbClr val="263D4D"/>
                </a:solidFill>
                <a:latin typeface="Yu Gothic"/>
                <a:ea typeface="Yu Gothic"/>
                <a:cs typeface="Yu Gothic"/>
              </a:defRPr>
            </a:defPPr>
            <a:lvl1pPr>
              <a:buNone/>
              <a:defRPr sz="2100" b="0">
                <a:solidFill>
                  <a:srgbClr val="263D4D"/>
                </a:solidFill>
                <a:latin typeface="Yu Gothic"/>
                <a:ea typeface="Yu Gothic"/>
                <a:cs typeface="Yu Gothic"/>
              </a:defRPr>
            </a:lvl1pPr>
            <a:lvl2pPr>
              <a:buNone/>
              <a:defRPr sz="2100" b="0">
                <a:solidFill>
                  <a:srgbClr val="263D4D"/>
                </a:solidFill>
                <a:latin typeface="Yu Gothic"/>
                <a:ea typeface="Yu Gothic"/>
                <a:cs typeface="Yu Gothic"/>
              </a:defRPr>
            </a:lvl2pPr>
            <a:lvl3pPr>
              <a:buNone/>
              <a:defRPr sz="2100" b="0">
                <a:solidFill>
                  <a:srgbClr val="263D4D"/>
                </a:solidFill>
                <a:latin typeface="Yu Gothic"/>
                <a:ea typeface="Yu Gothic"/>
                <a:cs typeface="Yu Gothic"/>
              </a:defRPr>
            </a:lvl3pPr>
            <a:lvl4pPr>
              <a:buNone/>
              <a:defRPr sz="2100" b="0">
                <a:solidFill>
                  <a:srgbClr val="263D4D"/>
                </a:solidFill>
                <a:latin typeface="Yu Gothic"/>
                <a:ea typeface="Yu Gothic"/>
                <a:cs typeface="Yu Gothic"/>
              </a:defRPr>
            </a:lvl4pPr>
            <a:lvl5pPr>
              <a:buNone/>
              <a:defRPr sz="2100" b="0">
                <a:solidFill>
                  <a:srgbClr val="263D4D"/>
                </a:solidFill>
                <a:latin typeface="Yu Gothic"/>
                <a:ea typeface="Yu Gothic"/>
                <a:cs typeface="Yu Gothic"/>
              </a:defRPr>
            </a:lvl5pPr>
            <a:lvl6pPr>
              <a:buNone/>
              <a:defRPr sz="2100" b="0">
                <a:solidFill>
                  <a:srgbClr val="263D4D"/>
                </a:solidFill>
                <a:latin typeface="Yu Gothic"/>
                <a:ea typeface="Yu Gothic"/>
                <a:cs typeface="Yu Gothic"/>
              </a:defRPr>
            </a:lvl6pPr>
            <a:lvl7pPr>
              <a:buNone/>
              <a:defRPr sz="2100" b="0">
                <a:solidFill>
                  <a:srgbClr val="263D4D"/>
                </a:solidFill>
                <a:latin typeface="Yu Gothic"/>
                <a:ea typeface="Yu Gothic"/>
                <a:cs typeface="Yu Gothic"/>
              </a:defRPr>
            </a:lvl7pPr>
            <a:lvl8pPr>
              <a:buNone/>
              <a:defRPr sz="2100" b="0">
                <a:solidFill>
                  <a:srgbClr val="263D4D"/>
                </a:solidFill>
                <a:latin typeface="Yu Gothic"/>
                <a:ea typeface="Yu Gothic"/>
                <a:cs typeface="Yu Gothic"/>
              </a:defRPr>
            </a:lvl8pPr>
            <a:lvl9pPr>
              <a:buNone/>
              <a:defRPr sz="2100" b="0">
                <a:solidFill>
                  <a:srgbClr val="263D4D"/>
                </a:solidFill>
                <a:latin typeface="Yu Gothic"/>
                <a:ea typeface="Yu Gothic"/>
                <a:cs typeface="Yu Gothic"/>
              </a:defRPr>
            </a:lvl9pPr>
          </a:lstStyle>
          <a:p xmlns:a="http://schemas.openxmlformats.org/drawingml/2006/main">
            <a:pPr>
              <a:buNone/>
              <a:defRPr sz="2100" b="0">
                <a:solidFill>
                  <a:srgbClr val="263D4D"/>
                </a:solidFill>
                <a:latin typeface="Yu Gothic"/>
                <a:ea typeface="Yu Gothic"/>
                <a:cs typeface="Yu Gothic"/>
              </a:defRPr>
            </a:pPr>
            <a:r>
              <a:rPr sz="2100" b="0">
                <a:solidFill>
                  <a:srgbClr val="263D4D"/>
                </a:solidFill>
                <a:latin typeface="Yu Gothic"/>
                <a:ea typeface="Yu Gothic"/>
                <a:cs typeface="Yu Gothic"/>
              </a:rPr>
              <a:t>たわみ1.0 mm以下・質量500 g以下で一次判定</a:t>
            </a:r>
          </a:p>
        </p:txBody>
      </p:sp>
      <p:sp>
        <p:nvSpPr>
          <p:cNvPr id="8" name="正方形/長方形 7">
            <a:extLst xmlns:a="http://schemas.openxmlformats.org/drawingml/2006/main">
              <a:ext uri="{FF2B5EF4-FFF2-40B4-BE49-F238E27FC236}">
                <a16:creationId xmlns:a16="http://schemas.microsoft.com/office/drawing/2014/main" id="{D8832553-5D51-4505-8726-9840171910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0" y="6353175"/>
            <a:ext cx="1047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>
              <a:defRPr sz="1425" b="0">
                <a:solidFill>
                  <a:srgbClr val="71818B"/>
                </a:solidFill>
                <a:latin typeface="Yu Gothic"/>
                <a:ea typeface="Yu Gothic"/>
                <a:cs typeface="Yu Gothic"/>
              </a:defRPr>
            </a:defPPr>
            <a:lvl1pPr>
              <a:buNone/>
              <a:defRPr sz="1425" b="0">
                <a:solidFill>
                  <a:srgbClr val="71818B"/>
                </a:solidFill>
                <a:latin typeface="Yu Gothic"/>
                <a:ea typeface="Yu Gothic"/>
                <a:cs typeface="Yu Gothic"/>
              </a:defRPr>
            </a:lvl1pPr>
            <a:lvl2pPr>
              <a:buNone/>
              <a:defRPr sz="1425" b="0">
                <a:solidFill>
                  <a:srgbClr val="71818B"/>
                </a:solidFill>
                <a:latin typeface="Yu Gothic"/>
                <a:ea typeface="Yu Gothic"/>
                <a:cs typeface="Yu Gothic"/>
              </a:defRPr>
            </a:lvl2pPr>
            <a:lvl3pPr>
              <a:buNone/>
              <a:defRPr sz="1425" b="0">
                <a:solidFill>
                  <a:srgbClr val="71818B"/>
                </a:solidFill>
                <a:latin typeface="Yu Gothic"/>
                <a:ea typeface="Yu Gothic"/>
                <a:cs typeface="Yu Gothic"/>
              </a:defRPr>
            </a:lvl3pPr>
            <a:lvl4pPr>
              <a:buNone/>
              <a:defRPr sz="1425" b="0">
                <a:solidFill>
                  <a:srgbClr val="71818B"/>
                </a:solidFill>
                <a:latin typeface="Yu Gothic"/>
                <a:ea typeface="Yu Gothic"/>
                <a:cs typeface="Yu Gothic"/>
              </a:defRPr>
            </a:lvl4pPr>
            <a:lvl5pPr>
              <a:buNone/>
              <a:defRPr sz="1425" b="0">
                <a:solidFill>
                  <a:srgbClr val="71818B"/>
                </a:solidFill>
                <a:latin typeface="Yu Gothic"/>
                <a:ea typeface="Yu Gothic"/>
                <a:cs typeface="Yu Gothic"/>
              </a:defRPr>
            </a:lvl5pPr>
            <a:lvl6pPr>
              <a:buNone/>
              <a:defRPr sz="1425" b="0">
                <a:solidFill>
                  <a:srgbClr val="71818B"/>
                </a:solidFill>
                <a:latin typeface="Yu Gothic"/>
                <a:ea typeface="Yu Gothic"/>
                <a:cs typeface="Yu Gothic"/>
              </a:defRPr>
            </a:lvl6pPr>
            <a:lvl7pPr>
              <a:buNone/>
              <a:defRPr sz="1425" b="0">
                <a:solidFill>
                  <a:srgbClr val="71818B"/>
                </a:solidFill>
                <a:latin typeface="Yu Gothic"/>
                <a:ea typeface="Yu Gothic"/>
                <a:cs typeface="Yu Gothic"/>
              </a:defRPr>
            </a:lvl7pPr>
            <a:lvl8pPr>
              <a:buNone/>
              <a:defRPr sz="1425" b="0">
                <a:solidFill>
                  <a:srgbClr val="71818B"/>
                </a:solidFill>
                <a:latin typeface="Yu Gothic"/>
                <a:ea typeface="Yu Gothic"/>
                <a:cs typeface="Yu Gothic"/>
              </a:defRPr>
            </a:lvl8pPr>
            <a:lvl9pPr>
              <a:buNone/>
              <a:defRPr sz="1425" b="0">
                <a:solidFill>
                  <a:srgbClr val="71818B"/>
                </a:solidFill>
                <a:latin typeface="Yu Gothic"/>
                <a:ea typeface="Yu Gothic"/>
                <a:cs typeface="Yu Gothic"/>
              </a:defRPr>
            </a:lvl9pPr>
          </a:lstStyle>
          <a:p xmlns:a="http://schemas.openxmlformats.org/drawingml/2006/main">
            <a:pPr>
              <a:buNone/>
              <a:defRPr sz="1425" b="0">
                <a:solidFill>
                  <a:srgbClr val="71818B"/>
                </a:solidFill>
                <a:latin typeface="Yu Gothic"/>
                <a:ea typeface="Yu Gothic"/>
                <a:cs typeface="Yu Gothic"/>
              </a:defRPr>
            </a:pPr>
            <a:r>
              <a:rPr sz="1425" b="0">
                <a:solidFill>
                  <a:srgbClr val="71818B"/>
                </a:solidFill>
                <a:latin typeface="Yu Gothic"/>
                <a:ea typeface="Yu Gothic"/>
                <a:cs typeface="Yu Gothic"/>
              </a:rPr>
              <a:t>10 / 41</a:t>
            </a:r>
            <a:endParaRPr sz="1425" b="0">
              <a:solidFill>
                <a:srgbClr val="71818B"/>
              </a:solidFill>
              <a:latin typeface="Yu Gothic"/>
              <a:ea typeface="Yu Gothic"/>
              <a:cs typeface="Yu Gothic"/>
            </a:endParaRP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F128271-2DFA-4CBF-ADD9-84E3BFE1CC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334125"/>
            <a:ext cx="96202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>
              <a:defRPr sz="1425" b="0">
                <a:solidFill>
                  <a:srgbClr val="193B59"/>
                </a:solidFill>
                <a:latin typeface="Yu Gothic"/>
                <a:ea typeface="Yu Gothic"/>
                <a:cs typeface="Yu Gothic"/>
              </a:defRPr>
            </a:defPPr>
            <a:lvl1pPr>
              <a:defRPr sz="1425" b="0">
                <a:solidFill>
                  <a:srgbClr val="193B59"/>
                </a:solidFill>
                <a:latin typeface="Yu Gothic"/>
                <a:ea typeface="Yu Gothic"/>
                <a:cs typeface="Yu Gothic"/>
              </a:defRPr>
            </a:lvl1pPr>
            <a:lvl2pPr>
              <a:defRPr sz="1425" b="0">
                <a:solidFill>
                  <a:srgbClr val="193B59"/>
                </a:solidFill>
                <a:latin typeface="Yu Gothic"/>
                <a:ea typeface="Yu Gothic"/>
                <a:cs typeface="Yu Gothic"/>
              </a:defRPr>
            </a:lvl2pPr>
            <a:lvl3pPr>
              <a:defRPr sz="1425" b="0">
                <a:solidFill>
                  <a:srgbClr val="193B59"/>
                </a:solidFill>
                <a:latin typeface="Yu Gothic"/>
                <a:ea typeface="Yu Gothic"/>
                <a:cs typeface="Yu Gothic"/>
              </a:defRPr>
            </a:lvl3pPr>
            <a:lvl4pPr>
              <a:defRPr sz="1425" b="0">
                <a:solidFill>
                  <a:srgbClr val="193B59"/>
                </a:solidFill>
                <a:latin typeface="Yu Gothic"/>
                <a:ea typeface="Yu Gothic"/>
                <a:cs typeface="Yu Gothic"/>
              </a:defRPr>
            </a:lvl4pPr>
            <a:lvl5pPr>
              <a:defRPr sz="1425" b="0">
                <a:solidFill>
                  <a:srgbClr val="193B59"/>
                </a:solidFill>
                <a:latin typeface="Yu Gothic"/>
                <a:ea typeface="Yu Gothic"/>
                <a:cs typeface="Yu Gothic"/>
              </a:defRPr>
            </a:lvl5pPr>
            <a:lvl6pPr>
              <a:defRPr sz="1425" b="0">
                <a:solidFill>
                  <a:srgbClr val="193B59"/>
                </a:solidFill>
                <a:latin typeface="Yu Gothic"/>
                <a:ea typeface="Yu Gothic"/>
                <a:cs typeface="Yu Gothic"/>
              </a:defRPr>
            </a:lvl6pPr>
            <a:lvl7pPr>
              <a:defRPr sz="1425" b="0">
                <a:solidFill>
                  <a:srgbClr val="193B59"/>
                </a:solidFill>
                <a:latin typeface="Yu Gothic"/>
                <a:ea typeface="Yu Gothic"/>
                <a:cs typeface="Yu Gothic"/>
              </a:defRPr>
            </a:lvl7pPr>
            <a:lvl8pPr>
              <a:defRPr sz="1425" b="0">
                <a:solidFill>
                  <a:srgbClr val="193B59"/>
                </a:solidFill>
                <a:latin typeface="Yu Gothic"/>
                <a:ea typeface="Yu Gothic"/>
                <a:cs typeface="Yu Gothic"/>
              </a:defRPr>
            </a:lvl8pPr>
            <a:lvl9pPr>
              <a:defRPr sz="1425" b="0">
                <a:solidFill>
                  <a:srgbClr val="193B59"/>
                </a:solidFill>
                <a:latin typeface="Yu Gothic"/>
                <a:ea typeface="Yu Gothic"/>
                <a:cs typeface="Yu Gothic"/>
              </a:defRPr>
            </a:lvl9pPr>
          </a:lstStyle>
          <a:p xmlns:a="http://schemas.openxmlformats.org/drawingml/2006/main">
            <a:pPr>
              <a:defRPr sz="1425" b="0">
                <a:solidFill>
                  <a:srgbClr val="193B59"/>
                </a:solidFill>
                <a:latin typeface="Yu Gothic"/>
                <a:ea typeface="Yu Gothic"/>
                <a:cs typeface="Yu Gothic"/>
              </a:defRPr>
            </a:pPr>
            <a:r>
              <a:rPr sz="1425" b="0">
                <a:solidFill>
                  <a:srgbClr val="193B59"/>
                </a:solidFill>
                <a:latin typeface="Yu Gothic"/>
                <a:ea typeface="Yu Gothic"/>
                <a:cs typeface="Yu Gothic"/>
              </a:rPr>
              <a:t>I：断面二次モーメント　Z：断面係数</a:t>
            </a:r>
          </a:p>
        </p:txBody>
      </p:sp>
    </p:spTree>
    <p:extLst>
      <p:ext uri="{BB962C8B-B14F-4D97-AF65-F5344CB8AC3E}">
        <p14:creationId xmlns:p14="http://schemas.microsoft.com/office/powerpoint/2010/main" val="2583809203"/>
      </p:ext>
    </p:extLst>
  </p:cSld>
</p:sld>
</file>

<file path=ppt/slides/slide1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正方形/長方形 6">
            <a:extLst xmlns:a="http://schemas.openxmlformats.org/drawingml/2006/main">
              <a:ext uri="{FF2B5EF4-FFF2-40B4-BE49-F238E27FC236}">
                <a16:creationId xmlns:a16="http://schemas.microsoft.com/office/drawing/2014/main" id="{4D4F5B55-063D-4CD4-8AAD-EA27FF219B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81000"/>
            <a:ext cx="108204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>
              <a:defRPr sz="2775" b="1">
                <a:solidFill>
                  <a:srgbClr val="193B59"/>
                </a:solidFill>
                <a:latin typeface="Yu Gothic"/>
                <a:ea typeface="Yu Gothic"/>
                <a:cs typeface="Yu Gothic"/>
              </a:defRPr>
            </a:defPPr>
            <a:lvl1pPr>
              <a:buNone/>
              <a:defRPr sz="2775" b="1">
                <a:solidFill>
                  <a:srgbClr val="193B59"/>
                </a:solidFill>
                <a:latin typeface="Yu Gothic"/>
                <a:ea typeface="Yu Gothic"/>
                <a:cs typeface="Yu Gothic"/>
              </a:defRPr>
            </a:lvl1pPr>
            <a:lvl2pPr>
              <a:buNone/>
              <a:defRPr sz="2775" b="1">
                <a:solidFill>
                  <a:srgbClr val="193B59"/>
                </a:solidFill>
                <a:latin typeface="Yu Gothic"/>
                <a:ea typeface="Yu Gothic"/>
                <a:cs typeface="Yu Gothic"/>
              </a:defRPr>
            </a:lvl2pPr>
            <a:lvl3pPr>
              <a:buNone/>
              <a:defRPr sz="2775" b="1">
                <a:solidFill>
                  <a:srgbClr val="193B59"/>
                </a:solidFill>
                <a:latin typeface="Yu Gothic"/>
                <a:ea typeface="Yu Gothic"/>
                <a:cs typeface="Yu Gothic"/>
              </a:defRPr>
            </a:lvl3pPr>
            <a:lvl4pPr>
              <a:buNone/>
              <a:defRPr sz="2775" b="1">
                <a:solidFill>
                  <a:srgbClr val="193B59"/>
                </a:solidFill>
                <a:latin typeface="Yu Gothic"/>
                <a:ea typeface="Yu Gothic"/>
                <a:cs typeface="Yu Gothic"/>
              </a:defRPr>
            </a:lvl4pPr>
            <a:lvl5pPr>
              <a:buNone/>
              <a:defRPr sz="2775" b="1">
                <a:solidFill>
                  <a:srgbClr val="193B59"/>
                </a:solidFill>
                <a:latin typeface="Yu Gothic"/>
                <a:ea typeface="Yu Gothic"/>
                <a:cs typeface="Yu Gothic"/>
              </a:defRPr>
            </a:lvl5pPr>
            <a:lvl6pPr>
              <a:buNone/>
              <a:defRPr sz="2775" b="1">
                <a:solidFill>
                  <a:srgbClr val="193B59"/>
                </a:solidFill>
                <a:latin typeface="Yu Gothic"/>
                <a:ea typeface="Yu Gothic"/>
                <a:cs typeface="Yu Gothic"/>
              </a:defRPr>
            </a:lvl6pPr>
            <a:lvl7pPr>
              <a:buNone/>
              <a:defRPr sz="2775" b="1">
                <a:solidFill>
                  <a:srgbClr val="193B59"/>
                </a:solidFill>
                <a:latin typeface="Yu Gothic"/>
                <a:ea typeface="Yu Gothic"/>
                <a:cs typeface="Yu Gothic"/>
              </a:defRPr>
            </a:lvl7pPr>
            <a:lvl8pPr>
              <a:buNone/>
              <a:defRPr sz="2775" b="1">
                <a:solidFill>
                  <a:srgbClr val="193B59"/>
                </a:solidFill>
                <a:latin typeface="Yu Gothic"/>
                <a:ea typeface="Yu Gothic"/>
                <a:cs typeface="Yu Gothic"/>
              </a:defRPr>
            </a:lvl8pPr>
            <a:lvl9pPr>
              <a:buNone/>
              <a:defRPr sz="2775" b="1">
                <a:solidFill>
                  <a:srgbClr val="193B59"/>
                </a:solidFill>
                <a:latin typeface="Yu Gothic"/>
                <a:ea typeface="Yu Gothic"/>
                <a:cs typeface="Yu Gothic"/>
              </a:defRPr>
            </a:lvl9pPr>
          </a:lstStyle>
          <a:p xmlns:a="http://schemas.openxmlformats.org/drawingml/2006/main">
            <a:pPr>
              <a:buNone/>
              <a:defRPr sz="2775" b="1">
                <a:solidFill>
                  <a:srgbClr val="193B59"/>
                </a:solidFill>
                <a:latin typeface="Yu Gothic"/>
                <a:ea typeface="Yu Gothic"/>
                <a:cs typeface="Yu Gothic"/>
              </a:defRPr>
            </a:pPr>
            <a:r>
              <a:rPr sz="2775" b="1">
                <a:solidFill>
                  <a:srgbClr val="193B59"/>
                </a:solidFill>
                <a:latin typeface="Yu Gothic"/>
                <a:ea typeface="Yu Gothic"/>
                <a:cs typeface="Yu Gothic"/>
              </a:rPr>
              <a:t>計算に使う物性値と式</a:t>
            </a:r>
          </a:p>
        </p:txBody>
      </p:sp>
      <p:sp>
        <p:nvSpPr>
          <p:cNvPr id="2" name="フリーフォーム: 図形 1">
            <a:extLst xmlns:a="http://schemas.openxmlformats.org/drawingml/2006/main">
              <a:ext uri="{FF2B5EF4-FFF2-40B4-BE49-F238E27FC236}">
                <a16:creationId xmlns:a16="http://schemas.microsoft.com/office/drawing/2014/main" id="{27014D3C-6AD3-4EF2-9FC2-DD314B9152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323975"/>
            <a:ext cx="10820400" cy="9525"/>
          </a:xfrm>
          <a:custGeom xmlns:a="http://schemas.openxmlformats.org/drawingml/2006/main">
            <a:rect l="0" t="0" r="0" b="0"/>
            <a:pathLst>
              <a:path w="10820400" h="9525">
                <a:moveTo>
                  <a:pt x="0" y="0"/>
                </a:moveTo>
                <a:lnTo>
                  <a:pt x="1082040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D8E1E7"/>
            </a:solidFill>
          </a:ln>
        </p:spPr>
      </p:sp>
      <p:graphicFrame>
        <p:nvGraphicFramePr>
          <p:cNvPr id="3" name="表 2">
            <a:extLst xmlns:a="http://schemas.openxmlformats.org/drawingml/2006/main">
              <a:ext uri="{FF2B5EF4-FFF2-40B4-BE49-F238E27FC236}">
                <a16:creationId xmlns:a16="http://schemas.microsoft.com/office/drawing/2014/main" id="{8F811AB8-11AA-4644-9C59-ED5A9D0D414D}"/>
              </a:ext>
            </a:extLst>
          </p:cNvPr>
          <p:cNvGraphicFramePr/>
          <p:nvPr/>
        </p:nvGraphicFramePr>
        <p:xfrm>
          <a:off xmlns:a="http://schemas.openxmlformats.org/drawingml/2006/main" x="714375" y="2000250"/>
          <a:ext xmlns:a="http://schemas.openxmlformats.org/drawingml/2006/main" cx="10763250" cy="266700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2952750"/>
                <a:gridCol w="3619500"/>
                <a:gridCol w="4191000"/>
              </a:tblGrid>
              <a:tr h="666750">
                <a:tc>
                  <a:txBody>
                    <a:bodyPr/>
                    <a:lstStyle/>
                    <a:p>
                      <a:r>
                        <a:rPr sz="2100" b="1">
                          <a:solidFill>
                            <a:srgbClr val="FFFFFF"/>
                          </a:solidFill>
                          <a:latin typeface="Yu Gothic"/>
                          <a:ea typeface="Yu Gothic"/>
                          <a:cs typeface="Yu Gothic"/>
                        </a:rPr>
                        <a:t>モデル</a:t>
                      </a:r>
                    </a:p>
                  </a:txBody>
                  <a:tcPr marL="91440" marR="91440" marT="45720" marB="45720">
                    <a:solidFill>
                      <a:srgbClr val="193B5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100" b="1">
                          <a:solidFill>
                            <a:srgbClr val="FFFFFF"/>
                          </a:solidFill>
                          <a:latin typeface="Yu Gothic"/>
                          <a:ea typeface="Yu Gothic"/>
                          <a:cs typeface="Yu Gothic"/>
                        </a:rPr>
                        <a:t>E / MPa</a:t>
                      </a:r>
                    </a:p>
                  </a:txBody>
                  <a:tcPr marL="91440" marR="91440" marT="45720" marB="45720">
                    <a:solidFill>
                      <a:srgbClr val="193B5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100" b="1">
                          <a:solidFill>
                            <a:srgbClr val="FFFFFF"/>
                          </a:solidFill>
                          <a:latin typeface="Yu Gothic"/>
                          <a:ea typeface="Yu Gothic"/>
                          <a:cs typeface="Yu Gothic"/>
                        </a:rPr>
                        <a:t>密度 / kg/m³</a:t>
                      </a:r>
                    </a:p>
                  </a:txBody>
                  <a:tcPr marL="91440" marR="91440" marT="45720" marB="45720">
                    <a:solidFill>
                      <a:srgbClr val="193B59"/>
                    </a:solidFill>
                  </a:tcPr>
                </a:tc>
              </a:tr>
              <a:tr h="666750">
                <a:tc>
                  <a:txBody>
                    <a:bodyPr/>
                    <a:lstStyle/>
                    <a:p>
                      <a:r>
                        <a:rPr sz="2100" b="0">
                          <a:solidFill>
                            <a:srgbClr val="263D4D"/>
                          </a:solidFill>
                          <a:latin typeface="Yu Gothic"/>
                          <a:ea typeface="Yu Gothic"/>
                          <a:cs typeface="Yu Gothic"/>
                        </a:rPr>
                        <a:t>木材</a:t>
                      </a:r>
                    </a:p>
                  </a:txBody>
                  <a:tcPr marL="91440" marR="91440" marT="45720" marB="45720">
                    <a:solidFill>
                      <a:srgbClr val="E8F0F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100" b="0">
                          <a:solidFill>
                            <a:srgbClr val="263D4D"/>
                          </a:solidFill>
                          <a:latin typeface="Yu Gothic"/>
                          <a:ea typeface="Yu Gothic"/>
                          <a:cs typeface="Yu Gothic"/>
                        </a:rPr>
                        <a:t>13400</a:t>
                      </a:r>
                    </a:p>
                  </a:txBody>
                  <a:tcPr marL="91440" marR="91440" marT="45720" marB="45720">
                    <a:solidFill>
                      <a:srgbClr val="E8F0F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100" b="0">
                          <a:solidFill>
                            <a:srgbClr val="263D4D"/>
                          </a:solidFill>
                          <a:latin typeface="Yu Gothic"/>
                          <a:ea typeface="Yu Gothic"/>
                          <a:cs typeface="Yu Gothic"/>
                        </a:rPr>
                        <a:t>538</a:t>
                      </a:r>
                    </a:p>
                  </a:txBody>
                  <a:tcPr marL="91440" marR="91440" marT="45720" marB="45720">
                    <a:solidFill>
                      <a:srgbClr val="E8F0F4"/>
                    </a:solidFill>
                  </a:tcPr>
                </a:tc>
              </a:tr>
              <a:tr h="666750">
                <a:tc>
                  <a:txBody>
                    <a:bodyPr/>
                    <a:lstStyle/>
                    <a:p>
                      <a:r>
                        <a:rPr sz="2100" b="0">
                          <a:solidFill>
                            <a:srgbClr val="263D4D"/>
                          </a:solidFill>
                          <a:latin typeface="Yu Gothic"/>
                          <a:ea typeface="Yu Gothic"/>
                          <a:cs typeface="Yu Gothic"/>
                        </a:rPr>
                        <a:t>金属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100" b="0">
                          <a:solidFill>
                            <a:srgbClr val="263D4D"/>
                          </a:solidFill>
                          <a:latin typeface="Yu Gothic"/>
                          <a:ea typeface="Yu Gothic"/>
                          <a:cs typeface="Yu Gothic"/>
                        </a:rPr>
                        <a:t>70000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100" b="0">
                          <a:solidFill>
                            <a:srgbClr val="263D4D"/>
                          </a:solidFill>
                          <a:latin typeface="Yu Gothic"/>
                          <a:ea typeface="Yu Gothic"/>
                          <a:cs typeface="Yu Gothic"/>
                        </a:rPr>
                        <a:t>2700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666750">
                <a:tc>
                  <a:txBody>
                    <a:bodyPr/>
                    <a:lstStyle/>
                    <a:p>
                      <a:r>
                        <a:rPr sz="2100" b="0">
                          <a:solidFill>
                            <a:srgbClr val="263D4D"/>
                          </a:solidFill>
                          <a:latin typeface="Yu Gothic"/>
                          <a:ea typeface="Yu Gothic"/>
                          <a:cs typeface="Yu Gothic"/>
                        </a:rPr>
                        <a:t>樹脂</a:t>
                      </a:r>
                    </a:p>
                  </a:txBody>
                  <a:tcPr marL="91440" marR="91440" marT="45720" marB="45720">
                    <a:solidFill>
                      <a:srgbClr val="E8F0F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100" b="0">
                          <a:solidFill>
                            <a:srgbClr val="263D4D"/>
                          </a:solidFill>
                          <a:latin typeface="Yu Gothic"/>
                          <a:ea typeface="Yu Gothic"/>
                          <a:cs typeface="Yu Gothic"/>
                        </a:rPr>
                        <a:t>3200</a:t>
                      </a:r>
                    </a:p>
                  </a:txBody>
                  <a:tcPr marL="91440" marR="91440" marT="45720" marB="45720">
                    <a:solidFill>
                      <a:srgbClr val="E8F0F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100" b="0">
                          <a:solidFill>
                            <a:srgbClr val="263D4D"/>
                          </a:solidFill>
                          <a:latin typeface="Yu Gothic"/>
                          <a:ea typeface="Yu Gothic"/>
                          <a:cs typeface="Yu Gothic"/>
                        </a:rPr>
                        <a:t>1190</a:t>
                      </a:r>
                    </a:p>
                  </a:txBody>
                  <a:tcPr marL="91440" marR="91440" marT="45720" marB="45720">
                    <a:solidFill>
                      <a:srgbClr val="E8F0F4"/>
                    </a:solidFill>
                  </a:tcPr>
                </a:tc>
              </a:tr>
            </a:tbl>
          </a:graphicData>
        </a:graphic>
      </p:graphicFrame>
      <p:sp>
        <p:nvSpPr>
          <p:cNvPr id="4" name="正方形/長方形 3">
            <a:extLst xmlns:a="http://schemas.openxmlformats.org/drawingml/2006/main">
              <a:ext uri="{FF2B5EF4-FFF2-40B4-BE49-F238E27FC236}">
                <a16:creationId xmlns:a16="http://schemas.microsoft.com/office/drawing/2014/main" id="{0BB97D1F-337E-43E0-81E8-CA8792EC32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724525"/>
            <a:ext cx="108204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>
              <a:defRPr sz="1575" b="0">
                <a:solidFill>
                  <a:srgbClr val="71818B"/>
                </a:solidFill>
                <a:latin typeface="Yu Gothic"/>
                <a:ea typeface="Yu Gothic"/>
                <a:cs typeface="Yu Gothic"/>
              </a:defRPr>
            </a:defPPr>
            <a:lvl1pPr>
              <a:buNone/>
              <a:defRPr sz="1575" b="0">
                <a:solidFill>
                  <a:srgbClr val="71818B"/>
                </a:solidFill>
                <a:latin typeface="Yu Gothic"/>
                <a:ea typeface="Yu Gothic"/>
                <a:cs typeface="Yu Gothic"/>
              </a:defRPr>
            </a:lvl1pPr>
            <a:lvl2pPr>
              <a:buNone/>
              <a:defRPr sz="1575" b="0">
                <a:solidFill>
                  <a:srgbClr val="71818B"/>
                </a:solidFill>
                <a:latin typeface="Yu Gothic"/>
                <a:ea typeface="Yu Gothic"/>
                <a:cs typeface="Yu Gothic"/>
              </a:defRPr>
            </a:lvl2pPr>
            <a:lvl3pPr>
              <a:buNone/>
              <a:defRPr sz="1575" b="0">
                <a:solidFill>
                  <a:srgbClr val="71818B"/>
                </a:solidFill>
                <a:latin typeface="Yu Gothic"/>
                <a:ea typeface="Yu Gothic"/>
                <a:cs typeface="Yu Gothic"/>
              </a:defRPr>
            </a:lvl3pPr>
            <a:lvl4pPr>
              <a:buNone/>
              <a:defRPr sz="1575" b="0">
                <a:solidFill>
                  <a:srgbClr val="71818B"/>
                </a:solidFill>
                <a:latin typeface="Yu Gothic"/>
                <a:ea typeface="Yu Gothic"/>
                <a:cs typeface="Yu Gothic"/>
              </a:defRPr>
            </a:lvl4pPr>
            <a:lvl5pPr>
              <a:buNone/>
              <a:defRPr sz="1575" b="0">
                <a:solidFill>
                  <a:srgbClr val="71818B"/>
                </a:solidFill>
                <a:latin typeface="Yu Gothic"/>
                <a:ea typeface="Yu Gothic"/>
                <a:cs typeface="Yu Gothic"/>
              </a:defRPr>
            </a:lvl5pPr>
            <a:lvl6pPr>
              <a:buNone/>
              <a:defRPr sz="1575" b="0">
                <a:solidFill>
                  <a:srgbClr val="71818B"/>
                </a:solidFill>
                <a:latin typeface="Yu Gothic"/>
                <a:ea typeface="Yu Gothic"/>
                <a:cs typeface="Yu Gothic"/>
              </a:defRPr>
            </a:lvl6pPr>
            <a:lvl7pPr>
              <a:buNone/>
              <a:defRPr sz="1575" b="0">
                <a:solidFill>
                  <a:srgbClr val="71818B"/>
                </a:solidFill>
                <a:latin typeface="Yu Gothic"/>
                <a:ea typeface="Yu Gothic"/>
                <a:cs typeface="Yu Gothic"/>
              </a:defRPr>
            </a:lvl7pPr>
            <a:lvl8pPr>
              <a:buNone/>
              <a:defRPr sz="1575" b="0">
                <a:solidFill>
                  <a:srgbClr val="71818B"/>
                </a:solidFill>
                <a:latin typeface="Yu Gothic"/>
                <a:ea typeface="Yu Gothic"/>
                <a:cs typeface="Yu Gothic"/>
              </a:defRPr>
            </a:lvl8pPr>
            <a:lvl9pPr>
              <a:buNone/>
              <a:defRPr sz="1575" b="0">
                <a:solidFill>
                  <a:srgbClr val="71818B"/>
                </a:solidFill>
                <a:latin typeface="Yu Gothic"/>
                <a:ea typeface="Yu Gothic"/>
                <a:cs typeface="Yu Gothic"/>
              </a:defRPr>
            </a:lvl9pPr>
          </a:lstStyle>
          <a:p xmlns:a="http://schemas.openxmlformats.org/drawingml/2006/main">
            <a:pPr>
              <a:buNone/>
              <a:defRPr sz="1575" b="0">
                <a:solidFill>
                  <a:srgbClr val="71818B"/>
                </a:solidFill>
                <a:latin typeface="Yu Gothic"/>
                <a:ea typeface="Yu Gothic"/>
                <a:cs typeface="Yu Gothic"/>
              </a:defRPr>
            </a:pPr>
            <a:r>
              <a:rPr sz="1575" b="0">
                <a:solidFill>
                  <a:srgbClr val="71818B"/>
                </a:solidFill>
                <a:latin typeface="Yu Gothic"/>
                <a:ea typeface="Yu Gothic"/>
                <a:cs typeface="Yu Gothic"/>
              </a:rPr>
              <a:t>I=bh³/12、Z=bh²/6、M=FL/4、σ=M/Z、δ=FL³/(48EI)</a:t>
            </a:r>
          </a:p>
        </p:txBody>
      </p:sp>
      <p:sp>
        <p:nvSpPr>
          <p:cNvPr id="6" name="正方形/長方形 5">
            <a:extLst xmlns:a="http://schemas.openxmlformats.org/drawingml/2006/main">
              <a:ext uri="{FF2B5EF4-FFF2-40B4-BE49-F238E27FC236}">
                <a16:creationId xmlns:a16="http://schemas.microsoft.com/office/drawing/2014/main" id="{6FC100D7-A639-4964-BB66-D7EE354024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0" y="6353175"/>
            <a:ext cx="1047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>
              <a:defRPr sz="1425" b="0">
                <a:solidFill>
                  <a:srgbClr val="71818B"/>
                </a:solidFill>
                <a:latin typeface="Yu Gothic"/>
                <a:ea typeface="Yu Gothic"/>
                <a:cs typeface="Yu Gothic"/>
              </a:defRPr>
            </a:defPPr>
            <a:lvl1pPr>
              <a:buNone/>
              <a:defRPr sz="1425" b="0">
                <a:solidFill>
                  <a:srgbClr val="71818B"/>
                </a:solidFill>
                <a:latin typeface="Yu Gothic"/>
                <a:ea typeface="Yu Gothic"/>
                <a:cs typeface="Yu Gothic"/>
              </a:defRPr>
            </a:lvl1pPr>
            <a:lvl2pPr>
              <a:buNone/>
              <a:defRPr sz="1425" b="0">
                <a:solidFill>
                  <a:srgbClr val="71818B"/>
                </a:solidFill>
                <a:latin typeface="Yu Gothic"/>
                <a:ea typeface="Yu Gothic"/>
                <a:cs typeface="Yu Gothic"/>
              </a:defRPr>
            </a:lvl2pPr>
            <a:lvl3pPr>
              <a:buNone/>
              <a:defRPr sz="1425" b="0">
                <a:solidFill>
                  <a:srgbClr val="71818B"/>
                </a:solidFill>
                <a:latin typeface="Yu Gothic"/>
                <a:ea typeface="Yu Gothic"/>
                <a:cs typeface="Yu Gothic"/>
              </a:defRPr>
            </a:lvl3pPr>
            <a:lvl4pPr>
              <a:buNone/>
              <a:defRPr sz="1425" b="0">
                <a:solidFill>
                  <a:srgbClr val="71818B"/>
                </a:solidFill>
                <a:latin typeface="Yu Gothic"/>
                <a:ea typeface="Yu Gothic"/>
                <a:cs typeface="Yu Gothic"/>
              </a:defRPr>
            </a:lvl4pPr>
            <a:lvl5pPr>
              <a:buNone/>
              <a:defRPr sz="1425" b="0">
                <a:solidFill>
                  <a:srgbClr val="71818B"/>
                </a:solidFill>
                <a:latin typeface="Yu Gothic"/>
                <a:ea typeface="Yu Gothic"/>
                <a:cs typeface="Yu Gothic"/>
              </a:defRPr>
            </a:lvl5pPr>
            <a:lvl6pPr>
              <a:buNone/>
              <a:defRPr sz="1425" b="0">
                <a:solidFill>
                  <a:srgbClr val="71818B"/>
                </a:solidFill>
                <a:latin typeface="Yu Gothic"/>
                <a:ea typeface="Yu Gothic"/>
                <a:cs typeface="Yu Gothic"/>
              </a:defRPr>
            </a:lvl6pPr>
            <a:lvl7pPr>
              <a:buNone/>
              <a:defRPr sz="1425" b="0">
                <a:solidFill>
                  <a:srgbClr val="71818B"/>
                </a:solidFill>
                <a:latin typeface="Yu Gothic"/>
                <a:ea typeface="Yu Gothic"/>
                <a:cs typeface="Yu Gothic"/>
              </a:defRPr>
            </a:lvl7pPr>
            <a:lvl8pPr>
              <a:buNone/>
              <a:defRPr sz="1425" b="0">
                <a:solidFill>
                  <a:srgbClr val="71818B"/>
                </a:solidFill>
                <a:latin typeface="Yu Gothic"/>
                <a:ea typeface="Yu Gothic"/>
                <a:cs typeface="Yu Gothic"/>
              </a:defRPr>
            </a:lvl8pPr>
            <a:lvl9pPr>
              <a:buNone/>
              <a:defRPr sz="1425" b="0">
                <a:solidFill>
                  <a:srgbClr val="71818B"/>
                </a:solidFill>
                <a:latin typeface="Yu Gothic"/>
                <a:ea typeface="Yu Gothic"/>
                <a:cs typeface="Yu Gothic"/>
              </a:defRPr>
            </a:lvl9pPr>
          </a:lstStyle>
          <a:p xmlns:a="http://schemas.openxmlformats.org/drawingml/2006/main">
            <a:pPr>
              <a:buNone/>
              <a:defRPr sz="1425" b="0">
                <a:solidFill>
                  <a:srgbClr val="71818B"/>
                </a:solidFill>
                <a:latin typeface="Yu Gothic"/>
                <a:ea typeface="Yu Gothic"/>
                <a:cs typeface="Yu Gothic"/>
              </a:defRPr>
            </a:pPr>
            <a:r>
              <a:rPr sz="1425" b="0">
                <a:solidFill>
                  <a:srgbClr val="71818B"/>
                </a:solidFill>
                <a:latin typeface="Yu Gothic"/>
                <a:ea typeface="Yu Gothic"/>
                <a:cs typeface="Yu Gothic"/>
              </a:rPr>
              <a:t>11 / 41</a:t>
            </a:r>
            <a:endParaRPr sz="1425" b="0">
              <a:solidFill>
                <a:srgbClr val="71818B"/>
              </a:solidFill>
              <a:latin typeface="Yu Gothic"/>
              <a:ea typeface="Yu Gothic"/>
              <a:cs typeface="Yu Gothic"/>
            </a:endParaRP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42A9BBA-0EED-4FF8-B98C-6314BE0E75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334125"/>
            <a:ext cx="96202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>
              <a:defRPr sz="1425" b="0">
                <a:solidFill>
                  <a:srgbClr val="193B59"/>
                </a:solidFill>
                <a:latin typeface="Yu Gothic"/>
                <a:ea typeface="Yu Gothic"/>
                <a:cs typeface="Yu Gothic"/>
              </a:defRPr>
            </a:defPPr>
            <a:lvl1pPr>
              <a:defRPr sz="1425" b="0">
                <a:solidFill>
                  <a:srgbClr val="193B59"/>
                </a:solidFill>
                <a:latin typeface="Yu Gothic"/>
                <a:ea typeface="Yu Gothic"/>
                <a:cs typeface="Yu Gothic"/>
              </a:defRPr>
            </a:lvl1pPr>
            <a:lvl2pPr>
              <a:defRPr sz="1425" b="0">
                <a:solidFill>
                  <a:srgbClr val="193B59"/>
                </a:solidFill>
                <a:latin typeface="Yu Gothic"/>
                <a:ea typeface="Yu Gothic"/>
                <a:cs typeface="Yu Gothic"/>
              </a:defRPr>
            </a:lvl2pPr>
            <a:lvl3pPr>
              <a:defRPr sz="1425" b="0">
                <a:solidFill>
                  <a:srgbClr val="193B59"/>
                </a:solidFill>
                <a:latin typeface="Yu Gothic"/>
                <a:ea typeface="Yu Gothic"/>
                <a:cs typeface="Yu Gothic"/>
              </a:defRPr>
            </a:lvl3pPr>
            <a:lvl4pPr>
              <a:defRPr sz="1425" b="0">
                <a:solidFill>
                  <a:srgbClr val="193B59"/>
                </a:solidFill>
                <a:latin typeface="Yu Gothic"/>
                <a:ea typeface="Yu Gothic"/>
                <a:cs typeface="Yu Gothic"/>
              </a:defRPr>
            </a:lvl4pPr>
            <a:lvl5pPr>
              <a:defRPr sz="1425" b="0">
                <a:solidFill>
                  <a:srgbClr val="193B59"/>
                </a:solidFill>
                <a:latin typeface="Yu Gothic"/>
                <a:ea typeface="Yu Gothic"/>
                <a:cs typeface="Yu Gothic"/>
              </a:defRPr>
            </a:lvl5pPr>
            <a:lvl6pPr>
              <a:defRPr sz="1425" b="0">
                <a:solidFill>
                  <a:srgbClr val="193B59"/>
                </a:solidFill>
                <a:latin typeface="Yu Gothic"/>
                <a:ea typeface="Yu Gothic"/>
                <a:cs typeface="Yu Gothic"/>
              </a:defRPr>
            </a:lvl6pPr>
            <a:lvl7pPr>
              <a:defRPr sz="1425" b="0">
                <a:solidFill>
                  <a:srgbClr val="193B59"/>
                </a:solidFill>
                <a:latin typeface="Yu Gothic"/>
                <a:ea typeface="Yu Gothic"/>
                <a:cs typeface="Yu Gothic"/>
              </a:defRPr>
            </a:lvl7pPr>
            <a:lvl8pPr>
              <a:defRPr sz="1425" b="0">
                <a:solidFill>
                  <a:srgbClr val="193B59"/>
                </a:solidFill>
                <a:latin typeface="Yu Gothic"/>
                <a:ea typeface="Yu Gothic"/>
                <a:cs typeface="Yu Gothic"/>
              </a:defRPr>
            </a:lvl8pPr>
            <a:lvl9pPr>
              <a:defRPr sz="1425" b="0">
                <a:solidFill>
                  <a:srgbClr val="193B59"/>
                </a:solidFill>
                <a:latin typeface="Yu Gothic"/>
                <a:ea typeface="Yu Gothic"/>
                <a:cs typeface="Yu Gothic"/>
              </a:defRPr>
            </a:lvl9pPr>
          </a:lstStyle>
          <a:p xmlns:a="http://schemas.openxmlformats.org/drawingml/2006/main">
            <a:pPr>
              <a:defRPr sz="1425" b="0">
                <a:solidFill>
                  <a:srgbClr val="193B59"/>
                </a:solidFill>
                <a:latin typeface="Yu Gothic"/>
                <a:ea typeface="Yu Gothic"/>
                <a:cs typeface="Yu Gothic"/>
              </a:defRPr>
            </a:pPr>
            <a:r>
              <a:rPr sz="1425" b="0">
                <a:solidFill>
                  <a:srgbClr val="193B59"/>
                </a:solidFill>
                <a:latin typeface="Yu Gothic"/>
                <a:ea typeface="Yu Gothic"/>
                <a:cs typeface="Yu Gothic"/>
              </a:rPr>
              <a:t>E：ヤング率　I：断面二次モーメント　Z：断面係数　σ：垂直応力　δ：たわみ</a:t>
            </a:r>
          </a:p>
        </p:txBody>
      </p:sp>
    </p:spTree>
    <p:extLst>
      <p:ext uri="{BB962C8B-B14F-4D97-AF65-F5344CB8AC3E}">
        <p14:creationId xmlns:p14="http://schemas.microsoft.com/office/powerpoint/2010/main" val="3661976483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正方形/長方形 6">
            <a:extLst xmlns:a="http://schemas.openxmlformats.org/drawingml/2006/main">
              <a:ext uri="{FF2B5EF4-FFF2-40B4-BE49-F238E27FC236}">
                <a16:creationId xmlns:a16="http://schemas.microsoft.com/office/drawing/2014/main" id="{D819A01A-8C8C-42F4-9EDA-F5BA7FDCE6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81000"/>
            <a:ext cx="108585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>
              <a:defRPr sz="3000" b="1">
                <a:solidFill>
                  <a:srgbClr val="193B59"/>
                </a:solidFill>
                <a:latin typeface="Yu Gothic"/>
                <a:ea typeface="Yu Gothic"/>
                <a:cs typeface="Yu Gothic"/>
              </a:defRPr>
            </a:defPPr>
            <a:lvl1pPr>
              <a:buNone/>
              <a:defRPr sz="3000" b="1">
                <a:solidFill>
                  <a:srgbClr val="193B59"/>
                </a:solidFill>
                <a:latin typeface="Yu Gothic"/>
                <a:ea typeface="Yu Gothic"/>
                <a:cs typeface="Yu Gothic"/>
              </a:defRPr>
            </a:lvl1pPr>
            <a:lvl2pPr>
              <a:buNone/>
              <a:defRPr sz="3000" b="1">
                <a:solidFill>
                  <a:srgbClr val="193B59"/>
                </a:solidFill>
                <a:latin typeface="Yu Gothic"/>
                <a:ea typeface="Yu Gothic"/>
                <a:cs typeface="Yu Gothic"/>
              </a:defRPr>
            </a:lvl2pPr>
            <a:lvl3pPr>
              <a:buNone/>
              <a:defRPr sz="3000" b="1">
                <a:solidFill>
                  <a:srgbClr val="193B59"/>
                </a:solidFill>
                <a:latin typeface="Yu Gothic"/>
                <a:ea typeface="Yu Gothic"/>
                <a:cs typeface="Yu Gothic"/>
              </a:defRPr>
            </a:lvl3pPr>
            <a:lvl4pPr>
              <a:buNone/>
              <a:defRPr sz="3000" b="1">
                <a:solidFill>
                  <a:srgbClr val="193B59"/>
                </a:solidFill>
                <a:latin typeface="Yu Gothic"/>
                <a:ea typeface="Yu Gothic"/>
                <a:cs typeface="Yu Gothic"/>
              </a:defRPr>
            </a:lvl4pPr>
            <a:lvl5pPr>
              <a:buNone/>
              <a:defRPr sz="3000" b="1">
                <a:solidFill>
                  <a:srgbClr val="193B59"/>
                </a:solidFill>
                <a:latin typeface="Yu Gothic"/>
                <a:ea typeface="Yu Gothic"/>
                <a:cs typeface="Yu Gothic"/>
              </a:defRPr>
            </a:lvl5pPr>
            <a:lvl6pPr>
              <a:buNone/>
              <a:defRPr sz="3000" b="1">
                <a:solidFill>
                  <a:srgbClr val="193B59"/>
                </a:solidFill>
                <a:latin typeface="Yu Gothic"/>
                <a:ea typeface="Yu Gothic"/>
                <a:cs typeface="Yu Gothic"/>
              </a:defRPr>
            </a:lvl6pPr>
            <a:lvl7pPr>
              <a:buNone/>
              <a:defRPr sz="3000" b="1">
                <a:solidFill>
                  <a:srgbClr val="193B59"/>
                </a:solidFill>
                <a:latin typeface="Yu Gothic"/>
                <a:ea typeface="Yu Gothic"/>
                <a:cs typeface="Yu Gothic"/>
              </a:defRPr>
            </a:lvl7pPr>
            <a:lvl8pPr>
              <a:buNone/>
              <a:defRPr sz="3000" b="1">
                <a:solidFill>
                  <a:srgbClr val="193B59"/>
                </a:solidFill>
                <a:latin typeface="Yu Gothic"/>
                <a:ea typeface="Yu Gothic"/>
                <a:cs typeface="Yu Gothic"/>
              </a:defRPr>
            </a:lvl8pPr>
            <a:lvl9pPr>
              <a:buNone/>
              <a:defRPr sz="3000" b="1">
                <a:solidFill>
                  <a:srgbClr val="193B59"/>
                </a:solidFill>
                <a:latin typeface="Yu Gothic"/>
                <a:ea typeface="Yu Gothic"/>
                <a:cs typeface="Yu Gothic"/>
              </a:defRPr>
            </a:lvl9pPr>
          </a:lstStyle>
          <a:p xmlns:a="http://schemas.openxmlformats.org/drawingml/2006/main">
            <a:pPr>
              <a:buNone/>
              <a:defRPr sz="3000" b="1">
                <a:solidFill>
                  <a:srgbClr val="193B59"/>
                </a:solidFill>
                <a:latin typeface="Yu Gothic"/>
                <a:ea typeface="Yu Gothic"/>
                <a:cs typeface="Yu Gothic"/>
              </a:defRPr>
            </a:pPr>
            <a:r>
              <a:rPr sz="3000" b="1">
                <a:solidFill>
                  <a:srgbClr val="193B59"/>
                </a:solidFill>
                <a:latin typeface="Yu Gothic"/>
                <a:ea typeface="Yu Gothic"/>
                <a:cs typeface="Yu Gothic"/>
              </a:rPr>
              <a:t>高さを変えた再検討</a:t>
            </a:r>
          </a:p>
        </p:txBody>
      </p:sp>
      <p:sp>
        <p:nvSpPr>
          <p:cNvPr id="2" name="直線コネクタ 1">
            <a:extLst xmlns:a="http://schemas.openxmlformats.org/drawingml/2006/main">
              <a:ext uri="{FF2B5EF4-FFF2-40B4-BE49-F238E27FC236}">
                <a16:creationId xmlns:a16="http://schemas.microsoft.com/office/drawing/2014/main" id="{366F5A8E-36DB-4D06-BC9D-E6558F6ED5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323975"/>
            <a:ext cx="10820400" cy="0"/>
          </a:xfrm>
          <a:prstGeom xmlns:a="http://schemas.openxmlformats.org/drawingml/2006/main" prst="line">
            <a:avLst/>
          </a:prstGeom>
          <a:ln xmlns:a="http://schemas.openxmlformats.org/drawingml/2006/main" w="19050">
            <a:solidFill>
              <a:srgbClr val="D8E1E7"/>
            </a:solidFill>
          </a:ln>
        </p:spPr>
      </p:sp>
      <p:graphicFrame>
        <p:nvGraphicFramePr>
          <p:cNvPr id="3" name="表 2">
            <a:extLst xmlns:a="http://schemas.openxmlformats.org/drawingml/2006/main">
              <a:ext uri="{FF2B5EF4-FFF2-40B4-BE49-F238E27FC236}">
                <a16:creationId xmlns:a16="http://schemas.microsoft.com/office/drawing/2014/main" id="{00D5E4E7-4993-423C-A0EE-73188A83B6B0}"/>
              </a:ext>
            </a:extLst>
          </p:cNvPr>
          <p:cNvGraphicFramePr/>
          <p:nvPr/>
        </p:nvGraphicFramePr>
        <p:xfrm>
          <a:off xmlns:a="http://schemas.openxmlformats.org/drawingml/2006/main" x="714375" y="2095500"/>
          <a:ext xmlns:a="http://schemas.openxmlformats.org/drawingml/2006/main" cx="10763250" cy="251460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3048000"/>
                <a:gridCol w="2476500"/>
                <a:gridCol w="2619375"/>
                <a:gridCol w="2619375"/>
              </a:tblGrid>
              <a:tr h="628650">
                <a:tc>
                  <a:txBody>
                    <a:bodyPr/>
                    <a:lstStyle/>
                    <a:p>
                      <a:r>
                        <a:rPr sz="1875" b="1">
                          <a:solidFill>
                            <a:srgbClr val="FFFFFF"/>
                          </a:solidFill>
                          <a:latin typeface="Yu Gothic"/>
                          <a:ea typeface="Yu Gothic"/>
                          <a:cs typeface="Yu Gothic"/>
                        </a:rPr>
                        <a:t>モデル</a:t>
                      </a:r>
                    </a:p>
                  </a:txBody>
                  <a:tcPr marL="91440" marR="91440" marT="45720" marB="45720">
                    <a:solidFill>
                      <a:srgbClr val="193B5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1">
                          <a:solidFill>
                            <a:srgbClr val="FFFFFF"/>
                          </a:solidFill>
                          <a:latin typeface="Yu Gothic"/>
                          <a:ea typeface="Yu Gothic"/>
                          <a:cs typeface="Yu Gothic"/>
                        </a:rPr>
                        <a:t>高さh / mm</a:t>
                      </a:r>
                    </a:p>
                  </a:txBody>
                  <a:tcPr marL="91440" marR="91440" marT="45720" marB="45720">
                    <a:solidFill>
                      <a:srgbClr val="193B5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1">
                          <a:solidFill>
                            <a:srgbClr val="FFFFFF"/>
                          </a:solidFill>
                          <a:latin typeface="Yu Gothic"/>
                          <a:ea typeface="Yu Gothic"/>
                          <a:cs typeface="Yu Gothic"/>
                        </a:rPr>
                        <a:t>たわみ / mm</a:t>
                      </a:r>
                    </a:p>
                  </a:txBody>
                  <a:tcPr marL="91440" marR="91440" marT="45720" marB="45720">
                    <a:solidFill>
                      <a:srgbClr val="193B5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1">
                          <a:solidFill>
                            <a:srgbClr val="FFFFFF"/>
                          </a:solidFill>
                          <a:latin typeface="Yu Gothic"/>
                          <a:ea typeface="Yu Gothic"/>
                          <a:cs typeface="Yu Gothic"/>
                        </a:rPr>
                        <a:t>質量 / g</a:t>
                      </a:r>
                    </a:p>
                  </a:txBody>
                  <a:tcPr marL="91440" marR="91440" marT="45720" marB="45720">
                    <a:solidFill>
                      <a:srgbClr val="193B59"/>
                    </a:solidFill>
                  </a:tcPr>
                </a:tc>
              </a:tr>
              <a:tr h="628650"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263D4D"/>
                          </a:solidFill>
                          <a:latin typeface="Yu Gothic"/>
                          <a:ea typeface="Yu Gothic"/>
                          <a:cs typeface="Yu Gothic"/>
                        </a:rPr>
                        <a:t>木材</a:t>
                      </a:r>
                    </a:p>
                  </a:txBody>
                  <a:tcPr marL="91440" marR="91440" marT="45720" marB="45720">
                    <a:solidFill>
                      <a:srgbClr val="EDF2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263D4D"/>
                          </a:solidFill>
                          <a:latin typeface="Yu Gothic"/>
                          <a:ea typeface="Yu Gothic"/>
                          <a:cs typeface="Yu Gothic"/>
                        </a:rPr>
                        <a:t>20</a:t>
                      </a:r>
                    </a:p>
                  </a:txBody>
                  <a:tcPr marL="91440" marR="91440" marT="45720" marB="45720">
                    <a:solidFill>
                      <a:srgbClr val="EDF2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263D4D"/>
                          </a:solidFill>
                          <a:latin typeface="Yu Gothic"/>
                          <a:ea typeface="Yu Gothic"/>
                          <a:cs typeface="Yu Gothic"/>
                        </a:rPr>
                        <a:t>0.336</a:t>
                      </a:r>
                    </a:p>
                  </a:txBody>
                  <a:tcPr marL="91440" marR="91440" marT="45720" marB="45720">
                    <a:solidFill>
                      <a:srgbClr val="EDF2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263D4D"/>
                          </a:solidFill>
                          <a:latin typeface="Yu Gothic"/>
                          <a:ea typeface="Yu Gothic"/>
                          <a:cs typeface="Yu Gothic"/>
                        </a:rPr>
                        <a:t>194</a:t>
                      </a:r>
                    </a:p>
                  </a:txBody>
                  <a:tcPr marL="91440" marR="91440" marT="45720" marB="45720">
                    <a:solidFill>
                      <a:srgbClr val="EDF2F5"/>
                    </a:solidFill>
                  </a:tcPr>
                </a:tc>
              </a:tr>
              <a:tr h="628650"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263D4D"/>
                          </a:solidFill>
                          <a:latin typeface="Yu Gothic"/>
                          <a:ea typeface="Yu Gothic"/>
                          <a:cs typeface="Yu Gothic"/>
                        </a:rPr>
                        <a:t>金属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263D4D"/>
                          </a:solidFill>
                          <a:latin typeface="Yu Gothic"/>
                          <a:ea typeface="Yu Gothic"/>
                          <a:cs typeface="Yu Gothic"/>
                        </a:rPr>
                        <a:t>10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263D4D"/>
                          </a:solidFill>
                          <a:latin typeface="Yu Gothic"/>
                          <a:ea typeface="Yu Gothic"/>
                          <a:cs typeface="Yu Gothic"/>
                        </a:rPr>
                        <a:t>0.514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263D4D"/>
                          </a:solidFill>
                          <a:latin typeface="Yu Gothic"/>
                          <a:ea typeface="Yu Gothic"/>
                          <a:cs typeface="Yu Gothic"/>
                        </a:rPr>
                        <a:t>486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628650"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263D4D"/>
                          </a:solidFill>
                          <a:latin typeface="Yu Gothic"/>
                          <a:ea typeface="Yu Gothic"/>
                          <a:cs typeface="Yu Gothic"/>
                        </a:rPr>
                        <a:t>樹脂</a:t>
                      </a:r>
                    </a:p>
                  </a:txBody>
                  <a:tcPr marL="91440" marR="91440" marT="45720" marB="45720">
                    <a:solidFill>
                      <a:srgbClr val="EDF2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263D4D"/>
                          </a:solidFill>
                          <a:latin typeface="Yu Gothic"/>
                          <a:ea typeface="Yu Gothic"/>
                          <a:cs typeface="Yu Gothic"/>
                        </a:rPr>
                        <a:t>23</a:t>
                      </a:r>
                    </a:p>
                  </a:txBody>
                  <a:tcPr marL="91440" marR="91440" marT="45720" marB="45720">
                    <a:solidFill>
                      <a:srgbClr val="EDF2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263D4D"/>
                          </a:solidFill>
                          <a:latin typeface="Yu Gothic"/>
                          <a:ea typeface="Yu Gothic"/>
                          <a:cs typeface="Yu Gothic"/>
                        </a:rPr>
                        <a:t>0.925</a:t>
                      </a:r>
                    </a:p>
                  </a:txBody>
                  <a:tcPr marL="91440" marR="91440" marT="45720" marB="45720">
                    <a:solidFill>
                      <a:srgbClr val="EDF2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263D4D"/>
                          </a:solidFill>
                          <a:latin typeface="Yu Gothic"/>
                          <a:ea typeface="Yu Gothic"/>
                          <a:cs typeface="Yu Gothic"/>
                        </a:rPr>
                        <a:t>493</a:t>
                      </a:r>
                    </a:p>
                  </a:txBody>
                  <a:tcPr marL="91440" marR="91440" marT="45720" marB="45720">
                    <a:solidFill>
                      <a:srgbClr val="EDF2F5"/>
                    </a:solidFill>
                  </a:tcPr>
                </a:tc>
              </a:tr>
            </a:tbl>
          </a:graphicData>
        </a:graphic>
      </p:graphicFrame>
      <p:sp>
        <p:nvSpPr>
          <p:cNvPr id="4" name="正方形/長方形 3">
            <a:extLst xmlns:a="http://schemas.openxmlformats.org/drawingml/2006/main">
              <a:ext uri="{FF2B5EF4-FFF2-40B4-BE49-F238E27FC236}">
                <a16:creationId xmlns:a16="http://schemas.microsoft.com/office/drawing/2014/main" id="{B20D8B28-DD3C-4DEF-8541-F1FC37BCE7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5619750"/>
            <a:ext cx="107632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>
              <a:defRPr sz="1575" b="0">
                <a:solidFill>
                  <a:srgbClr val="587080"/>
                </a:solidFill>
                <a:latin typeface="Yu Gothic"/>
                <a:ea typeface="Yu Gothic"/>
                <a:cs typeface="Yu Gothic"/>
              </a:defRPr>
            </a:defPPr>
            <a:lvl1pPr>
              <a:buNone/>
              <a:defRPr sz="1575" b="0">
                <a:solidFill>
                  <a:srgbClr val="587080"/>
                </a:solidFill>
                <a:latin typeface="Yu Gothic"/>
                <a:ea typeface="Yu Gothic"/>
                <a:cs typeface="Yu Gothic"/>
              </a:defRPr>
            </a:lvl1pPr>
            <a:lvl2pPr>
              <a:buNone/>
              <a:defRPr sz="1575" b="0">
                <a:solidFill>
                  <a:srgbClr val="587080"/>
                </a:solidFill>
                <a:latin typeface="Yu Gothic"/>
                <a:ea typeface="Yu Gothic"/>
                <a:cs typeface="Yu Gothic"/>
              </a:defRPr>
            </a:lvl2pPr>
            <a:lvl3pPr>
              <a:buNone/>
              <a:defRPr sz="1575" b="0">
                <a:solidFill>
                  <a:srgbClr val="587080"/>
                </a:solidFill>
                <a:latin typeface="Yu Gothic"/>
                <a:ea typeface="Yu Gothic"/>
                <a:cs typeface="Yu Gothic"/>
              </a:defRPr>
            </a:lvl3pPr>
            <a:lvl4pPr>
              <a:buNone/>
              <a:defRPr sz="1575" b="0">
                <a:solidFill>
                  <a:srgbClr val="587080"/>
                </a:solidFill>
                <a:latin typeface="Yu Gothic"/>
                <a:ea typeface="Yu Gothic"/>
                <a:cs typeface="Yu Gothic"/>
              </a:defRPr>
            </a:lvl4pPr>
            <a:lvl5pPr>
              <a:buNone/>
              <a:defRPr sz="1575" b="0">
                <a:solidFill>
                  <a:srgbClr val="587080"/>
                </a:solidFill>
                <a:latin typeface="Yu Gothic"/>
                <a:ea typeface="Yu Gothic"/>
                <a:cs typeface="Yu Gothic"/>
              </a:defRPr>
            </a:lvl5pPr>
            <a:lvl6pPr>
              <a:buNone/>
              <a:defRPr sz="1575" b="0">
                <a:solidFill>
                  <a:srgbClr val="587080"/>
                </a:solidFill>
                <a:latin typeface="Yu Gothic"/>
                <a:ea typeface="Yu Gothic"/>
                <a:cs typeface="Yu Gothic"/>
              </a:defRPr>
            </a:lvl6pPr>
            <a:lvl7pPr>
              <a:buNone/>
              <a:defRPr sz="1575" b="0">
                <a:solidFill>
                  <a:srgbClr val="587080"/>
                </a:solidFill>
                <a:latin typeface="Yu Gothic"/>
                <a:ea typeface="Yu Gothic"/>
                <a:cs typeface="Yu Gothic"/>
              </a:defRPr>
            </a:lvl7pPr>
            <a:lvl8pPr>
              <a:buNone/>
              <a:defRPr sz="1575" b="0">
                <a:solidFill>
                  <a:srgbClr val="587080"/>
                </a:solidFill>
                <a:latin typeface="Yu Gothic"/>
                <a:ea typeface="Yu Gothic"/>
                <a:cs typeface="Yu Gothic"/>
              </a:defRPr>
            </a:lvl8pPr>
            <a:lvl9pPr>
              <a:buNone/>
              <a:defRPr sz="1575" b="0">
                <a:solidFill>
                  <a:srgbClr val="587080"/>
                </a:solidFill>
                <a:latin typeface="Yu Gothic"/>
                <a:ea typeface="Yu Gothic"/>
                <a:cs typeface="Yu Gothic"/>
              </a:defRPr>
            </a:lvl9pPr>
          </a:lstStyle>
          <a:p xmlns:a="http://schemas.openxmlformats.org/drawingml/2006/main">
            <a:pPr>
              <a:buNone/>
              <a:defRPr sz="1575" b="0">
                <a:solidFill>
                  <a:srgbClr val="587080"/>
                </a:solidFill>
                <a:latin typeface="Yu Gothic"/>
                <a:ea typeface="Yu Gothic"/>
                <a:cs typeface="Yu Gothic"/>
              </a:defRPr>
            </a:pPr>
            <a:r>
              <a:rPr sz="1575" b="0">
                <a:solidFill>
                  <a:srgbClr val="587080"/>
                </a:solidFill>
                <a:latin typeface="Yu Gothic"/>
                <a:ea typeface="Yu Gothic"/>
                <a:cs typeface="Yu Gothic"/>
              </a:rPr>
              <a:t>幅30 mm・長さ600 mm。各モデルのE・密度は第11回と同じ。</a:t>
            </a:r>
          </a:p>
        </p:txBody>
      </p:sp>
      <p:sp>
        <p:nvSpPr>
          <p:cNvPr id="6" name="正方形/長方形 5">
            <a:extLst xmlns:a="http://schemas.openxmlformats.org/drawingml/2006/main">
              <a:ext uri="{FF2B5EF4-FFF2-40B4-BE49-F238E27FC236}">
                <a16:creationId xmlns:a16="http://schemas.microsoft.com/office/drawing/2014/main" id="{2CFD6A22-4596-4DE2-BBDB-B69C2C84C2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82250" y="6353175"/>
            <a:ext cx="1238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>
              <a:defRPr sz="1425" b="0">
                <a:solidFill>
                  <a:srgbClr val="71818B"/>
                </a:solidFill>
                <a:latin typeface="Yu Gothic"/>
                <a:ea typeface="Yu Gothic"/>
                <a:cs typeface="Yu Gothic"/>
              </a:defRPr>
            </a:defPPr>
            <a:lvl1pPr>
              <a:buNone/>
              <a:defRPr sz="1425" b="0">
                <a:solidFill>
                  <a:srgbClr val="71818B"/>
                </a:solidFill>
                <a:latin typeface="Yu Gothic"/>
                <a:ea typeface="Yu Gothic"/>
                <a:cs typeface="Yu Gothic"/>
              </a:defRPr>
            </a:lvl1pPr>
            <a:lvl2pPr>
              <a:buNone/>
              <a:defRPr sz="1425" b="0">
                <a:solidFill>
                  <a:srgbClr val="71818B"/>
                </a:solidFill>
                <a:latin typeface="Yu Gothic"/>
                <a:ea typeface="Yu Gothic"/>
                <a:cs typeface="Yu Gothic"/>
              </a:defRPr>
            </a:lvl2pPr>
            <a:lvl3pPr>
              <a:buNone/>
              <a:defRPr sz="1425" b="0">
                <a:solidFill>
                  <a:srgbClr val="71818B"/>
                </a:solidFill>
                <a:latin typeface="Yu Gothic"/>
                <a:ea typeface="Yu Gothic"/>
                <a:cs typeface="Yu Gothic"/>
              </a:defRPr>
            </a:lvl3pPr>
            <a:lvl4pPr>
              <a:buNone/>
              <a:defRPr sz="1425" b="0">
                <a:solidFill>
                  <a:srgbClr val="71818B"/>
                </a:solidFill>
                <a:latin typeface="Yu Gothic"/>
                <a:ea typeface="Yu Gothic"/>
                <a:cs typeface="Yu Gothic"/>
              </a:defRPr>
            </a:lvl4pPr>
            <a:lvl5pPr>
              <a:buNone/>
              <a:defRPr sz="1425" b="0">
                <a:solidFill>
                  <a:srgbClr val="71818B"/>
                </a:solidFill>
                <a:latin typeface="Yu Gothic"/>
                <a:ea typeface="Yu Gothic"/>
                <a:cs typeface="Yu Gothic"/>
              </a:defRPr>
            </a:lvl5pPr>
            <a:lvl6pPr>
              <a:buNone/>
              <a:defRPr sz="1425" b="0">
                <a:solidFill>
                  <a:srgbClr val="71818B"/>
                </a:solidFill>
                <a:latin typeface="Yu Gothic"/>
                <a:ea typeface="Yu Gothic"/>
                <a:cs typeface="Yu Gothic"/>
              </a:defRPr>
            </a:lvl6pPr>
            <a:lvl7pPr>
              <a:buNone/>
              <a:defRPr sz="1425" b="0">
                <a:solidFill>
                  <a:srgbClr val="71818B"/>
                </a:solidFill>
                <a:latin typeface="Yu Gothic"/>
                <a:ea typeface="Yu Gothic"/>
                <a:cs typeface="Yu Gothic"/>
              </a:defRPr>
            </a:lvl7pPr>
            <a:lvl8pPr>
              <a:buNone/>
              <a:defRPr sz="1425" b="0">
                <a:solidFill>
                  <a:srgbClr val="71818B"/>
                </a:solidFill>
                <a:latin typeface="Yu Gothic"/>
                <a:ea typeface="Yu Gothic"/>
                <a:cs typeface="Yu Gothic"/>
              </a:defRPr>
            </a:lvl8pPr>
            <a:lvl9pPr>
              <a:buNone/>
              <a:defRPr sz="1425" b="0">
                <a:solidFill>
                  <a:srgbClr val="71818B"/>
                </a:solidFill>
                <a:latin typeface="Yu Gothic"/>
                <a:ea typeface="Yu Gothic"/>
                <a:cs typeface="Yu Gothic"/>
              </a:defRPr>
            </a:lvl9pPr>
          </a:lstStyle>
          <a:p xmlns:a="http://schemas.openxmlformats.org/drawingml/2006/main">
            <a:pPr>
              <a:buNone/>
              <a:defRPr sz="1425" b="0">
                <a:solidFill>
                  <a:srgbClr val="71818B"/>
                </a:solidFill>
                <a:latin typeface="Yu Gothic"/>
                <a:ea typeface="Yu Gothic"/>
                <a:cs typeface="Yu Gothic"/>
              </a:defRPr>
            </a:pPr>
            <a:r>
              <a:rPr sz="1425" b="0">
                <a:solidFill>
                  <a:srgbClr val="71818B"/>
                </a:solidFill>
                <a:latin typeface="Yu Gothic"/>
                <a:ea typeface="Yu Gothic"/>
                <a:cs typeface="Yu Gothic"/>
              </a:rPr>
              <a:t>12 / 41</a:t>
            </a:r>
            <a:endParaRPr sz="1425" b="0">
              <a:solidFill>
                <a:srgbClr val="71818B"/>
              </a:solidFill>
              <a:latin typeface="Yu Gothic"/>
              <a:ea typeface="Yu Gothic"/>
              <a:cs typeface="Yu Gothic"/>
            </a:endParaRP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817209E-6D3E-4D2A-A425-365D071CCF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334125"/>
            <a:ext cx="96202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>
              <a:defRPr sz="1425" b="0">
                <a:solidFill>
                  <a:srgbClr val="193B59"/>
                </a:solidFill>
                <a:latin typeface="Yu Gothic"/>
                <a:ea typeface="Yu Gothic"/>
                <a:cs typeface="Yu Gothic"/>
              </a:defRPr>
            </a:defPPr>
            <a:lvl1pPr>
              <a:defRPr sz="1425" b="0">
                <a:solidFill>
                  <a:srgbClr val="193B59"/>
                </a:solidFill>
                <a:latin typeface="Yu Gothic"/>
                <a:ea typeface="Yu Gothic"/>
                <a:cs typeface="Yu Gothic"/>
              </a:defRPr>
            </a:lvl1pPr>
            <a:lvl2pPr>
              <a:defRPr sz="1425" b="0">
                <a:solidFill>
                  <a:srgbClr val="193B59"/>
                </a:solidFill>
                <a:latin typeface="Yu Gothic"/>
                <a:ea typeface="Yu Gothic"/>
                <a:cs typeface="Yu Gothic"/>
              </a:defRPr>
            </a:lvl2pPr>
            <a:lvl3pPr>
              <a:defRPr sz="1425" b="0">
                <a:solidFill>
                  <a:srgbClr val="193B59"/>
                </a:solidFill>
                <a:latin typeface="Yu Gothic"/>
                <a:ea typeface="Yu Gothic"/>
                <a:cs typeface="Yu Gothic"/>
              </a:defRPr>
            </a:lvl3pPr>
            <a:lvl4pPr>
              <a:defRPr sz="1425" b="0">
                <a:solidFill>
                  <a:srgbClr val="193B59"/>
                </a:solidFill>
                <a:latin typeface="Yu Gothic"/>
                <a:ea typeface="Yu Gothic"/>
                <a:cs typeface="Yu Gothic"/>
              </a:defRPr>
            </a:lvl4pPr>
            <a:lvl5pPr>
              <a:defRPr sz="1425" b="0">
                <a:solidFill>
                  <a:srgbClr val="193B59"/>
                </a:solidFill>
                <a:latin typeface="Yu Gothic"/>
                <a:ea typeface="Yu Gothic"/>
                <a:cs typeface="Yu Gothic"/>
              </a:defRPr>
            </a:lvl5pPr>
            <a:lvl6pPr>
              <a:defRPr sz="1425" b="0">
                <a:solidFill>
                  <a:srgbClr val="193B59"/>
                </a:solidFill>
                <a:latin typeface="Yu Gothic"/>
                <a:ea typeface="Yu Gothic"/>
                <a:cs typeface="Yu Gothic"/>
              </a:defRPr>
            </a:lvl6pPr>
            <a:lvl7pPr>
              <a:defRPr sz="1425" b="0">
                <a:solidFill>
                  <a:srgbClr val="193B59"/>
                </a:solidFill>
                <a:latin typeface="Yu Gothic"/>
                <a:ea typeface="Yu Gothic"/>
                <a:cs typeface="Yu Gothic"/>
              </a:defRPr>
            </a:lvl7pPr>
            <a:lvl8pPr>
              <a:defRPr sz="1425" b="0">
                <a:solidFill>
                  <a:srgbClr val="193B59"/>
                </a:solidFill>
                <a:latin typeface="Yu Gothic"/>
                <a:ea typeface="Yu Gothic"/>
                <a:cs typeface="Yu Gothic"/>
              </a:defRPr>
            </a:lvl8pPr>
            <a:lvl9pPr>
              <a:defRPr sz="1425" b="0">
                <a:solidFill>
                  <a:srgbClr val="193B59"/>
                </a:solidFill>
                <a:latin typeface="Yu Gothic"/>
                <a:ea typeface="Yu Gothic"/>
                <a:cs typeface="Yu Gothic"/>
              </a:defRPr>
            </a:lvl9pPr>
          </a:lstStyle>
          <a:p xmlns:a="http://schemas.openxmlformats.org/drawingml/2006/main">
            <a:pPr>
              <a:defRPr sz="1425" b="0">
                <a:solidFill>
                  <a:srgbClr val="193B59"/>
                </a:solidFill>
                <a:latin typeface="Yu Gothic"/>
                <a:ea typeface="Yu Gothic"/>
                <a:cs typeface="Yu Gothic"/>
              </a:defRPr>
            </a:pPr>
            <a:r>
              <a:rPr sz="1425" b="0">
                <a:solidFill>
                  <a:srgbClr val="193B59"/>
                </a:solidFill>
                <a:latin typeface="Yu Gothic"/>
                <a:ea typeface="Yu Gothic"/>
                <a:cs typeface="Yu Gothic"/>
              </a:rPr>
              <a:t>E：ヤング率</a:t>
            </a:r>
          </a:p>
        </p:txBody>
      </p:sp>
    </p:spTree>
    <p:extLst>
      <p:ext uri="{BB962C8B-B14F-4D97-AF65-F5344CB8AC3E}">
        <p14:creationId xmlns:p14="http://schemas.microsoft.com/office/powerpoint/2010/main" val="236224645"/>
      </p:ext>
    </p:extLst>
  </p:cSld>
</p:sld>
</file>

<file path=ppt/slides/slide1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正方形/長方形 8">
            <a:extLst xmlns:a="http://schemas.openxmlformats.org/drawingml/2006/main">
              <a:ext uri="{FF2B5EF4-FFF2-40B4-BE49-F238E27FC236}">
                <a16:creationId xmlns:a16="http://schemas.microsoft.com/office/drawing/2014/main" id="{9130C70E-9A3C-4CE4-9CC4-793E27E017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81000"/>
            <a:ext cx="108585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>
              <a:defRPr sz="3000" b="1">
                <a:solidFill>
                  <a:srgbClr val="193B59"/>
                </a:solidFill>
                <a:latin typeface="Yu Gothic"/>
                <a:ea typeface="Yu Gothic"/>
                <a:cs typeface="Yu Gothic"/>
              </a:defRPr>
            </a:defPPr>
            <a:lvl1pPr>
              <a:buNone/>
              <a:defRPr sz="3000" b="1">
                <a:solidFill>
                  <a:srgbClr val="193B59"/>
                </a:solidFill>
                <a:latin typeface="Yu Gothic"/>
                <a:ea typeface="Yu Gothic"/>
                <a:cs typeface="Yu Gothic"/>
              </a:defRPr>
            </a:lvl1pPr>
            <a:lvl2pPr>
              <a:buNone/>
              <a:defRPr sz="3000" b="1">
                <a:solidFill>
                  <a:srgbClr val="193B59"/>
                </a:solidFill>
                <a:latin typeface="Yu Gothic"/>
                <a:ea typeface="Yu Gothic"/>
                <a:cs typeface="Yu Gothic"/>
              </a:defRPr>
            </a:lvl2pPr>
            <a:lvl3pPr>
              <a:buNone/>
              <a:defRPr sz="3000" b="1">
                <a:solidFill>
                  <a:srgbClr val="193B59"/>
                </a:solidFill>
                <a:latin typeface="Yu Gothic"/>
                <a:ea typeface="Yu Gothic"/>
                <a:cs typeface="Yu Gothic"/>
              </a:defRPr>
            </a:lvl3pPr>
            <a:lvl4pPr>
              <a:buNone/>
              <a:defRPr sz="3000" b="1">
                <a:solidFill>
                  <a:srgbClr val="193B59"/>
                </a:solidFill>
                <a:latin typeface="Yu Gothic"/>
                <a:ea typeface="Yu Gothic"/>
                <a:cs typeface="Yu Gothic"/>
              </a:defRPr>
            </a:lvl4pPr>
            <a:lvl5pPr>
              <a:buNone/>
              <a:defRPr sz="3000" b="1">
                <a:solidFill>
                  <a:srgbClr val="193B59"/>
                </a:solidFill>
                <a:latin typeface="Yu Gothic"/>
                <a:ea typeface="Yu Gothic"/>
                <a:cs typeface="Yu Gothic"/>
              </a:defRPr>
            </a:lvl5pPr>
            <a:lvl6pPr>
              <a:buNone/>
              <a:defRPr sz="3000" b="1">
                <a:solidFill>
                  <a:srgbClr val="193B59"/>
                </a:solidFill>
                <a:latin typeface="Yu Gothic"/>
                <a:ea typeface="Yu Gothic"/>
                <a:cs typeface="Yu Gothic"/>
              </a:defRPr>
            </a:lvl6pPr>
            <a:lvl7pPr>
              <a:buNone/>
              <a:defRPr sz="3000" b="1">
                <a:solidFill>
                  <a:srgbClr val="193B59"/>
                </a:solidFill>
                <a:latin typeface="Yu Gothic"/>
                <a:ea typeface="Yu Gothic"/>
                <a:cs typeface="Yu Gothic"/>
              </a:defRPr>
            </a:lvl7pPr>
            <a:lvl8pPr>
              <a:buNone/>
              <a:defRPr sz="3000" b="1">
                <a:solidFill>
                  <a:srgbClr val="193B59"/>
                </a:solidFill>
                <a:latin typeface="Yu Gothic"/>
                <a:ea typeface="Yu Gothic"/>
                <a:cs typeface="Yu Gothic"/>
              </a:defRPr>
            </a:lvl8pPr>
            <a:lvl9pPr>
              <a:buNone/>
              <a:defRPr sz="3000" b="1">
                <a:solidFill>
                  <a:srgbClr val="193B59"/>
                </a:solidFill>
                <a:latin typeface="Yu Gothic"/>
                <a:ea typeface="Yu Gothic"/>
                <a:cs typeface="Yu Gothic"/>
              </a:defRPr>
            </a:lvl9pPr>
          </a:lstStyle>
          <a:p xmlns:a="http://schemas.openxmlformats.org/drawingml/2006/main">
            <a:pPr>
              <a:buNone/>
              <a:defRPr sz="3000" b="1">
                <a:solidFill>
                  <a:srgbClr val="193B59"/>
                </a:solidFill>
                <a:latin typeface="Yu Gothic"/>
                <a:ea typeface="Yu Gothic"/>
                <a:cs typeface="Yu Gothic"/>
              </a:defRPr>
            </a:pPr>
            <a:r>
              <a:rPr sz="3000" b="1">
                <a:solidFill>
                  <a:srgbClr val="193B59"/>
                </a:solidFill>
                <a:latin typeface="Yu Gothic"/>
                <a:ea typeface="Yu Gothic"/>
                <a:cs typeface="Yu Gothic"/>
              </a:rPr>
              <a:t>再検討の計算と、残る判断</a:t>
            </a:r>
          </a:p>
        </p:txBody>
      </p:sp>
      <p:sp>
        <p:nvSpPr>
          <p:cNvPr id="2" name="直線コネクタ 1">
            <a:extLst xmlns:a="http://schemas.openxmlformats.org/drawingml/2006/main">
              <a:ext uri="{FF2B5EF4-FFF2-40B4-BE49-F238E27FC236}">
                <a16:creationId xmlns:a16="http://schemas.microsoft.com/office/drawing/2014/main" id="{54FEB4AD-45AE-49C3-B4EC-09B3A370D7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323975"/>
            <a:ext cx="10820400" cy="0"/>
          </a:xfrm>
          <a:prstGeom xmlns:a="http://schemas.openxmlformats.org/drawingml/2006/main" prst="line">
            <a:avLst/>
          </a:prstGeom>
          <a:ln xmlns:a="http://schemas.openxmlformats.org/drawingml/2006/main" w="19050">
            <a:solidFill>
              <a:srgbClr val="D8E1E7"/>
            </a:solidFill>
          </a:ln>
        </p:spPr>
      </p:sp>
      <p:sp>
        <p:nvSpPr>
          <p:cNvPr id="3" name="正方形/長方形 2">
            <a:extLst xmlns:a="http://schemas.openxmlformats.org/drawingml/2006/main">
              <a:ext uri="{FF2B5EF4-FFF2-40B4-BE49-F238E27FC236}">
                <a16:creationId xmlns:a16="http://schemas.microsoft.com/office/drawing/2014/main" id="{7E7DFDC8-8844-4033-AEB9-0ABE5105CB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1666875"/>
            <a:ext cx="10572750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>
              <a:defRPr sz="2250" b="1">
                <a:solidFill>
                  <a:srgbClr val="263D4D"/>
                </a:solidFill>
                <a:latin typeface="Yu Gothic"/>
                <a:ea typeface="Yu Gothic"/>
                <a:cs typeface="Yu Gothic"/>
              </a:defRPr>
            </a:defPPr>
            <a:lvl1pPr>
              <a:buNone/>
              <a:defRPr sz="2250" b="1">
                <a:solidFill>
                  <a:srgbClr val="263D4D"/>
                </a:solidFill>
                <a:latin typeface="Yu Gothic"/>
                <a:ea typeface="Yu Gothic"/>
                <a:cs typeface="Yu Gothic"/>
              </a:defRPr>
            </a:lvl1pPr>
            <a:lvl2pPr>
              <a:buNone/>
              <a:defRPr sz="2250" b="1">
                <a:solidFill>
                  <a:srgbClr val="263D4D"/>
                </a:solidFill>
                <a:latin typeface="Yu Gothic"/>
                <a:ea typeface="Yu Gothic"/>
                <a:cs typeface="Yu Gothic"/>
              </a:defRPr>
            </a:lvl2pPr>
            <a:lvl3pPr>
              <a:buNone/>
              <a:defRPr sz="2250" b="1">
                <a:solidFill>
                  <a:srgbClr val="263D4D"/>
                </a:solidFill>
                <a:latin typeface="Yu Gothic"/>
                <a:ea typeface="Yu Gothic"/>
                <a:cs typeface="Yu Gothic"/>
              </a:defRPr>
            </a:lvl3pPr>
            <a:lvl4pPr>
              <a:buNone/>
              <a:defRPr sz="2250" b="1">
                <a:solidFill>
                  <a:srgbClr val="263D4D"/>
                </a:solidFill>
                <a:latin typeface="Yu Gothic"/>
                <a:ea typeface="Yu Gothic"/>
                <a:cs typeface="Yu Gothic"/>
              </a:defRPr>
            </a:lvl4pPr>
            <a:lvl5pPr>
              <a:buNone/>
              <a:defRPr sz="2250" b="1">
                <a:solidFill>
                  <a:srgbClr val="263D4D"/>
                </a:solidFill>
                <a:latin typeface="Yu Gothic"/>
                <a:ea typeface="Yu Gothic"/>
                <a:cs typeface="Yu Gothic"/>
              </a:defRPr>
            </a:lvl5pPr>
            <a:lvl6pPr>
              <a:buNone/>
              <a:defRPr sz="2250" b="1">
                <a:solidFill>
                  <a:srgbClr val="263D4D"/>
                </a:solidFill>
                <a:latin typeface="Yu Gothic"/>
                <a:ea typeface="Yu Gothic"/>
                <a:cs typeface="Yu Gothic"/>
              </a:defRPr>
            </a:lvl6pPr>
            <a:lvl7pPr>
              <a:buNone/>
              <a:defRPr sz="2250" b="1">
                <a:solidFill>
                  <a:srgbClr val="263D4D"/>
                </a:solidFill>
                <a:latin typeface="Yu Gothic"/>
                <a:ea typeface="Yu Gothic"/>
                <a:cs typeface="Yu Gothic"/>
              </a:defRPr>
            </a:lvl7pPr>
            <a:lvl8pPr>
              <a:buNone/>
              <a:defRPr sz="2250" b="1">
                <a:solidFill>
                  <a:srgbClr val="263D4D"/>
                </a:solidFill>
                <a:latin typeface="Yu Gothic"/>
                <a:ea typeface="Yu Gothic"/>
                <a:cs typeface="Yu Gothic"/>
              </a:defRPr>
            </a:lvl8pPr>
            <a:lvl9pPr>
              <a:buNone/>
              <a:defRPr sz="2250" b="1">
                <a:solidFill>
                  <a:srgbClr val="263D4D"/>
                </a:solidFill>
                <a:latin typeface="Yu Gothic"/>
                <a:ea typeface="Yu Gothic"/>
                <a:cs typeface="Yu Gothic"/>
              </a:defRPr>
            </a:lvl9pPr>
          </a:lstStyle>
          <a:p xmlns:a="http://schemas.openxmlformats.org/drawingml/2006/main">
            <a:pPr>
              <a:buNone/>
              <a:defRPr sz="2250" b="1">
                <a:solidFill>
                  <a:srgbClr val="263D4D"/>
                </a:solidFill>
                <a:latin typeface="Yu Gothic"/>
                <a:ea typeface="Yu Gothic"/>
                <a:cs typeface="Yu Gothic"/>
              </a:defRPr>
            </a:pPr>
            <a:r>
              <a:rPr sz="2250" b="1">
                <a:solidFill>
                  <a:srgbClr val="263D4D"/>
                </a:solidFill>
                <a:latin typeface="Yu Gothic"/>
                <a:ea typeface="Yu Gothic"/>
                <a:cs typeface="Yu Gothic"/>
              </a:rPr>
              <a:t>幅・長さが同じなら、質量は高さhに比例する</a:t>
            </a:r>
          </a:p>
        </p:txBody>
      </p:sp>
      <p:sp>
        <p:nvSpPr>
          <p:cNvPr id="4" name="正方形/長方形 3">
            <a:extLst xmlns:a="http://schemas.openxmlformats.org/drawingml/2006/main">
              <a:ext uri="{FF2B5EF4-FFF2-40B4-BE49-F238E27FC236}">
                <a16:creationId xmlns:a16="http://schemas.microsoft.com/office/drawing/2014/main" id="{8A594BEA-F438-45A0-AE0F-E8D6813B38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2619375"/>
            <a:ext cx="10572750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>
              <a:defRPr sz="2250" b="0">
                <a:solidFill>
                  <a:srgbClr val="263D4D"/>
                </a:solidFill>
                <a:latin typeface="Yu Gothic"/>
                <a:ea typeface="Yu Gothic"/>
                <a:cs typeface="Yu Gothic"/>
              </a:defRPr>
            </a:defPPr>
            <a:lvl1pPr>
              <a:buNone/>
              <a:defRPr sz="2250" b="0">
                <a:solidFill>
                  <a:srgbClr val="263D4D"/>
                </a:solidFill>
                <a:latin typeface="Yu Gothic"/>
                <a:ea typeface="Yu Gothic"/>
                <a:cs typeface="Yu Gothic"/>
              </a:defRPr>
            </a:lvl1pPr>
            <a:lvl2pPr>
              <a:buNone/>
              <a:defRPr sz="2250" b="0">
                <a:solidFill>
                  <a:srgbClr val="263D4D"/>
                </a:solidFill>
                <a:latin typeface="Yu Gothic"/>
                <a:ea typeface="Yu Gothic"/>
                <a:cs typeface="Yu Gothic"/>
              </a:defRPr>
            </a:lvl2pPr>
            <a:lvl3pPr>
              <a:buNone/>
              <a:defRPr sz="2250" b="0">
                <a:solidFill>
                  <a:srgbClr val="263D4D"/>
                </a:solidFill>
                <a:latin typeface="Yu Gothic"/>
                <a:ea typeface="Yu Gothic"/>
                <a:cs typeface="Yu Gothic"/>
              </a:defRPr>
            </a:lvl3pPr>
            <a:lvl4pPr>
              <a:buNone/>
              <a:defRPr sz="2250" b="0">
                <a:solidFill>
                  <a:srgbClr val="263D4D"/>
                </a:solidFill>
                <a:latin typeface="Yu Gothic"/>
                <a:ea typeface="Yu Gothic"/>
                <a:cs typeface="Yu Gothic"/>
              </a:defRPr>
            </a:lvl4pPr>
            <a:lvl5pPr>
              <a:buNone/>
              <a:defRPr sz="2250" b="0">
                <a:solidFill>
                  <a:srgbClr val="263D4D"/>
                </a:solidFill>
                <a:latin typeface="Yu Gothic"/>
                <a:ea typeface="Yu Gothic"/>
                <a:cs typeface="Yu Gothic"/>
              </a:defRPr>
            </a:lvl5pPr>
            <a:lvl6pPr>
              <a:buNone/>
              <a:defRPr sz="2250" b="0">
                <a:solidFill>
                  <a:srgbClr val="263D4D"/>
                </a:solidFill>
                <a:latin typeface="Yu Gothic"/>
                <a:ea typeface="Yu Gothic"/>
                <a:cs typeface="Yu Gothic"/>
              </a:defRPr>
            </a:lvl6pPr>
            <a:lvl7pPr>
              <a:buNone/>
              <a:defRPr sz="2250" b="0">
                <a:solidFill>
                  <a:srgbClr val="263D4D"/>
                </a:solidFill>
                <a:latin typeface="Yu Gothic"/>
                <a:ea typeface="Yu Gothic"/>
                <a:cs typeface="Yu Gothic"/>
              </a:defRPr>
            </a:lvl7pPr>
            <a:lvl8pPr>
              <a:buNone/>
              <a:defRPr sz="2250" b="0">
                <a:solidFill>
                  <a:srgbClr val="263D4D"/>
                </a:solidFill>
                <a:latin typeface="Yu Gothic"/>
                <a:ea typeface="Yu Gothic"/>
                <a:cs typeface="Yu Gothic"/>
              </a:defRPr>
            </a:lvl8pPr>
            <a:lvl9pPr>
              <a:buNone/>
              <a:defRPr sz="2250" b="0">
                <a:solidFill>
                  <a:srgbClr val="263D4D"/>
                </a:solidFill>
                <a:latin typeface="Yu Gothic"/>
                <a:ea typeface="Yu Gothic"/>
                <a:cs typeface="Yu Gothic"/>
              </a:defRPr>
            </a:lvl9pPr>
          </a:lstStyle>
          <a:p xmlns:a="http://schemas.openxmlformats.org/drawingml/2006/main">
            <a:pPr>
              <a:buNone/>
              <a:defRPr sz="2250" b="0">
                <a:solidFill>
                  <a:srgbClr val="263D4D"/>
                </a:solidFill>
                <a:latin typeface="Yu Gothic"/>
                <a:ea typeface="Yu Gothic"/>
                <a:cs typeface="Yu Gothic"/>
              </a:defRPr>
            </a:pPr>
            <a:r>
              <a:rPr sz="2250" b="0">
                <a:solidFill>
                  <a:srgbClr val="263D4D"/>
                </a:solidFill>
                <a:latin typeface="Yu Gothic"/>
                <a:ea typeface="Yu Gothic"/>
                <a:cs typeface="Yu Gothic"/>
              </a:rPr>
              <a:t>たわみは1/h³に比例する：材料を変えず形を変える</a:t>
            </a:r>
          </a:p>
        </p:txBody>
      </p:sp>
      <p:sp>
        <p:nvSpPr>
          <p:cNvPr id="5" name="正方形/長方形 4">
            <a:extLst xmlns:a="http://schemas.openxmlformats.org/drawingml/2006/main">
              <a:ext uri="{FF2B5EF4-FFF2-40B4-BE49-F238E27FC236}">
                <a16:creationId xmlns:a16="http://schemas.microsoft.com/office/drawing/2014/main" id="{59AF4A4E-EEFF-4D45-A4C4-A114C3AA6E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3571875"/>
            <a:ext cx="10572750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>
              <a:defRPr sz="2250" b="0">
                <a:solidFill>
                  <a:srgbClr val="263D4D"/>
                </a:solidFill>
                <a:latin typeface="Yu Gothic"/>
                <a:ea typeface="Yu Gothic"/>
                <a:cs typeface="Yu Gothic"/>
              </a:defRPr>
            </a:defPPr>
            <a:lvl1pPr>
              <a:buNone/>
              <a:defRPr sz="2250" b="0">
                <a:solidFill>
                  <a:srgbClr val="263D4D"/>
                </a:solidFill>
                <a:latin typeface="Yu Gothic"/>
                <a:ea typeface="Yu Gothic"/>
                <a:cs typeface="Yu Gothic"/>
              </a:defRPr>
            </a:lvl1pPr>
            <a:lvl2pPr>
              <a:buNone/>
              <a:defRPr sz="2250" b="0">
                <a:solidFill>
                  <a:srgbClr val="263D4D"/>
                </a:solidFill>
                <a:latin typeface="Yu Gothic"/>
                <a:ea typeface="Yu Gothic"/>
                <a:cs typeface="Yu Gothic"/>
              </a:defRPr>
            </a:lvl2pPr>
            <a:lvl3pPr>
              <a:buNone/>
              <a:defRPr sz="2250" b="0">
                <a:solidFill>
                  <a:srgbClr val="263D4D"/>
                </a:solidFill>
                <a:latin typeface="Yu Gothic"/>
                <a:ea typeface="Yu Gothic"/>
                <a:cs typeface="Yu Gothic"/>
              </a:defRPr>
            </a:lvl3pPr>
            <a:lvl4pPr>
              <a:buNone/>
              <a:defRPr sz="2250" b="0">
                <a:solidFill>
                  <a:srgbClr val="263D4D"/>
                </a:solidFill>
                <a:latin typeface="Yu Gothic"/>
                <a:ea typeface="Yu Gothic"/>
                <a:cs typeface="Yu Gothic"/>
              </a:defRPr>
            </a:lvl4pPr>
            <a:lvl5pPr>
              <a:buNone/>
              <a:defRPr sz="2250" b="0">
                <a:solidFill>
                  <a:srgbClr val="263D4D"/>
                </a:solidFill>
                <a:latin typeface="Yu Gothic"/>
                <a:ea typeface="Yu Gothic"/>
                <a:cs typeface="Yu Gothic"/>
              </a:defRPr>
            </a:lvl5pPr>
            <a:lvl6pPr>
              <a:buNone/>
              <a:defRPr sz="2250" b="0">
                <a:solidFill>
                  <a:srgbClr val="263D4D"/>
                </a:solidFill>
                <a:latin typeface="Yu Gothic"/>
                <a:ea typeface="Yu Gothic"/>
                <a:cs typeface="Yu Gothic"/>
              </a:defRPr>
            </a:lvl6pPr>
            <a:lvl7pPr>
              <a:buNone/>
              <a:defRPr sz="2250" b="0">
                <a:solidFill>
                  <a:srgbClr val="263D4D"/>
                </a:solidFill>
                <a:latin typeface="Yu Gothic"/>
                <a:ea typeface="Yu Gothic"/>
                <a:cs typeface="Yu Gothic"/>
              </a:defRPr>
            </a:lvl7pPr>
            <a:lvl8pPr>
              <a:buNone/>
              <a:defRPr sz="2250" b="0">
                <a:solidFill>
                  <a:srgbClr val="263D4D"/>
                </a:solidFill>
                <a:latin typeface="Yu Gothic"/>
                <a:ea typeface="Yu Gothic"/>
                <a:cs typeface="Yu Gothic"/>
              </a:defRPr>
            </a:lvl8pPr>
            <a:lvl9pPr>
              <a:buNone/>
              <a:defRPr sz="2250" b="0">
                <a:solidFill>
                  <a:srgbClr val="263D4D"/>
                </a:solidFill>
                <a:latin typeface="Yu Gothic"/>
                <a:ea typeface="Yu Gothic"/>
                <a:cs typeface="Yu Gothic"/>
              </a:defRPr>
            </a:lvl9pPr>
          </a:lstStyle>
          <a:p xmlns:a="http://schemas.openxmlformats.org/drawingml/2006/main">
            <a:pPr>
              <a:buNone/>
              <a:defRPr sz="2250" b="0">
                <a:solidFill>
                  <a:srgbClr val="263D4D"/>
                </a:solidFill>
                <a:latin typeface="Yu Gothic"/>
                <a:ea typeface="Yu Gothic"/>
                <a:cs typeface="Yu Gothic"/>
              </a:defRPr>
            </a:pPr>
            <a:r>
              <a:rPr sz="2250" b="0">
                <a:solidFill>
                  <a:srgbClr val="263D4D"/>
                </a:solidFill>
                <a:latin typeface="Yu Gothic"/>
                <a:ea typeface="Yu Gothic"/>
                <a:cs typeface="Yu Gothic"/>
              </a:rPr>
              <a:t>金属：0.0643×(20/10)³ ≈ 0.514 mm</a:t>
            </a:r>
          </a:p>
        </p:txBody>
      </p:sp>
      <p:sp>
        <p:nvSpPr>
          <p:cNvPr id="6" name="正方形/長方形 5">
            <a:extLst xmlns:a="http://schemas.openxmlformats.org/drawingml/2006/main">
              <a:ext uri="{FF2B5EF4-FFF2-40B4-BE49-F238E27FC236}">
                <a16:creationId xmlns:a16="http://schemas.microsoft.com/office/drawing/2014/main" id="{A1F00BBB-0569-4FB0-9359-D32984FD02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4524375"/>
            <a:ext cx="10572750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>
              <a:defRPr sz="2250" b="0">
                <a:solidFill>
                  <a:srgbClr val="263D4D"/>
                </a:solidFill>
                <a:latin typeface="Yu Gothic"/>
                <a:ea typeface="Yu Gothic"/>
                <a:cs typeface="Yu Gothic"/>
              </a:defRPr>
            </a:defPPr>
            <a:lvl1pPr>
              <a:buNone/>
              <a:defRPr sz="2250" b="0">
                <a:solidFill>
                  <a:srgbClr val="263D4D"/>
                </a:solidFill>
                <a:latin typeface="Yu Gothic"/>
                <a:ea typeface="Yu Gothic"/>
                <a:cs typeface="Yu Gothic"/>
              </a:defRPr>
            </a:lvl1pPr>
            <a:lvl2pPr>
              <a:buNone/>
              <a:defRPr sz="2250" b="0">
                <a:solidFill>
                  <a:srgbClr val="263D4D"/>
                </a:solidFill>
                <a:latin typeface="Yu Gothic"/>
                <a:ea typeface="Yu Gothic"/>
                <a:cs typeface="Yu Gothic"/>
              </a:defRPr>
            </a:lvl2pPr>
            <a:lvl3pPr>
              <a:buNone/>
              <a:defRPr sz="2250" b="0">
                <a:solidFill>
                  <a:srgbClr val="263D4D"/>
                </a:solidFill>
                <a:latin typeface="Yu Gothic"/>
                <a:ea typeface="Yu Gothic"/>
                <a:cs typeface="Yu Gothic"/>
              </a:defRPr>
            </a:lvl3pPr>
            <a:lvl4pPr>
              <a:buNone/>
              <a:defRPr sz="2250" b="0">
                <a:solidFill>
                  <a:srgbClr val="263D4D"/>
                </a:solidFill>
                <a:latin typeface="Yu Gothic"/>
                <a:ea typeface="Yu Gothic"/>
                <a:cs typeface="Yu Gothic"/>
              </a:defRPr>
            </a:lvl4pPr>
            <a:lvl5pPr>
              <a:buNone/>
              <a:defRPr sz="2250" b="0">
                <a:solidFill>
                  <a:srgbClr val="263D4D"/>
                </a:solidFill>
                <a:latin typeface="Yu Gothic"/>
                <a:ea typeface="Yu Gothic"/>
                <a:cs typeface="Yu Gothic"/>
              </a:defRPr>
            </a:lvl5pPr>
            <a:lvl6pPr>
              <a:buNone/>
              <a:defRPr sz="2250" b="0">
                <a:solidFill>
                  <a:srgbClr val="263D4D"/>
                </a:solidFill>
                <a:latin typeface="Yu Gothic"/>
                <a:ea typeface="Yu Gothic"/>
                <a:cs typeface="Yu Gothic"/>
              </a:defRPr>
            </a:lvl6pPr>
            <a:lvl7pPr>
              <a:buNone/>
              <a:defRPr sz="2250" b="0">
                <a:solidFill>
                  <a:srgbClr val="263D4D"/>
                </a:solidFill>
                <a:latin typeface="Yu Gothic"/>
                <a:ea typeface="Yu Gothic"/>
                <a:cs typeface="Yu Gothic"/>
              </a:defRPr>
            </a:lvl7pPr>
            <a:lvl8pPr>
              <a:buNone/>
              <a:defRPr sz="2250" b="0">
                <a:solidFill>
                  <a:srgbClr val="263D4D"/>
                </a:solidFill>
                <a:latin typeface="Yu Gothic"/>
                <a:ea typeface="Yu Gothic"/>
                <a:cs typeface="Yu Gothic"/>
              </a:defRPr>
            </a:lvl8pPr>
            <a:lvl9pPr>
              <a:buNone/>
              <a:defRPr sz="2250" b="0">
                <a:solidFill>
                  <a:srgbClr val="263D4D"/>
                </a:solidFill>
                <a:latin typeface="Yu Gothic"/>
                <a:ea typeface="Yu Gothic"/>
                <a:cs typeface="Yu Gothic"/>
              </a:defRPr>
            </a:lvl9pPr>
          </a:lstStyle>
          <a:p xmlns:a="http://schemas.openxmlformats.org/drawingml/2006/main">
            <a:pPr>
              <a:buNone/>
              <a:defRPr sz="2250" b="0">
                <a:solidFill>
                  <a:srgbClr val="263D4D"/>
                </a:solidFill>
                <a:latin typeface="Yu Gothic"/>
                <a:ea typeface="Yu Gothic"/>
                <a:cs typeface="Yu Gothic"/>
              </a:defRPr>
            </a:pPr>
            <a:r>
              <a:rPr sz="2250" b="0">
                <a:solidFill>
                  <a:srgbClr val="263D4D"/>
                </a:solidFill>
                <a:latin typeface="Yu Gothic"/>
                <a:ea typeface="Yu Gothic"/>
                <a:cs typeface="Yu Gothic"/>
              </a:rPr>
              <a:t>樹脂：1.40625×(20/23)³ ≈ 0.925 mm</a:t>
            </a:r>
          </a:p>
        </p:txBody>
      </p:sp>
      <p:sp>
        <p:nvSpPr>
          <p:cNvPr id="7" name="正方形/長方形 6">
            <a:extLst xmlns:a="http://schemas.openxmlformats.org/drawingml/2006/main">
              <a:ext uri="{FF2B5EF4-FFF2-40B4-BE49-F238E27FC236}">
                <a16:creationId xmlns:a16="http://schemas.microsoft.com/office/drawing/2014/main" id="{85B36F67-A487-4FEC-B5EA-026CBD4507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353175"/>
            <a:ext cx="8953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>
              <a:defRPr sz="1425" b="0">
                <a:solidFill>
                  <a:srgbClr val="71818B"/>
                </a:solidFill>
                <a:latin typeface="Yu Gothic"/>
                <a:ea typeface="Yu Gothic"/>
                <a:cs typeface="Yu Gothic"/>
              </a:defRPr>
            </a:defPPr>
            <a:lvl1pPr>
              <a:buNone/>
              <a:defRPr sz="1425" b="0">
                <a:solidFill>
                  <a:srgbClr val="71818B"/>
                </a:solidFill>
                <a:latin typeface="Yu Gothic"/>
                <a:ea typeface="Yu Gothic"/>
                <a:cs typeface="Yu Gothic"/>
              </a:defRPr>
            </a:lvl1pPr>
            <a:lvl2pPr>
              <a:buNone/>
              <a:defRPr sz="1425" b="0">
                <a:solidFill>
                  <a:srgbClr val="71818B"/>
                </a:solidFill>
                <a:latin typeface="Yu Gothic"/>
                <a:ea typeface="Yu Gothic"/>
                <a:cs typeface="Yu Gothic"/>
              </a:defRPr>
            </a:lvl2pPr>
            <a:lvl3pPr>
              <a:buNone/>
              <a:defRPr sz="1425" b="0">
                <a:solidFill>
                  <a:srgbClr val="71818B"/>
                </a:solidFill>
                <a:latin typeface="Yu Gothic"/>
                <a:ea typeface="Yu Gothic"/>
                <a:cs typeface="Yu Gothic"/>
              </a:defRPr>
            </a:lvl3pPr>
            <a:lvl4pPr>
              <a:buNone/>
              <a:defRPr sz="1425" b="0">
                <a:solidFill>
                  <a:srgbClr val="71818B"/>
                </a:solidFill>
                <a:latin typeface="Yu Gothic"/>
                <a:ea typeface="Yu Gothic"/>
                <a:cs typeface="Yu Gothic"/>
              </a:defRPr>
            </a:lvl4pPr>
            <a:lvl5pPr>
              <a:buNone/>
              <a:defRPr sz="1425" b="0">
                <a:solidFill>
                  <a:srgbClr val="71818B"/>
                </a:solidFill>
                <a:latin typeface="Yu Gothic"/>
                <a:ea typeface="Yu Gothic"/>
                <a:cs typeface="Yu Gothic"/>
              </a:defRPr>
            </a:lvl5pPr>
            <a:lvl6pPr>
              <a:buNone/>
              <a:defRPr sz="1425" b="0">
                <a:solidFill>
                  <a:srgbClr val="71818B"/>
                </a:solidFill>
                <a:latin typeface="Yu Gothic"/>
                <a:ea typeface="Yu Gothic"/>
                <a:cs typeface="Yu Gothic"/>
              </a:defRPr>
            </a:lvl6pPr>
            <a:lvl7pPr>
              <a:buNone/>
              <a:defRPr sz="1425" b="0">
                <a:solidFill>
                  <a:srgbClr val="71818B"/>
                </a:solidFill>
                <a:latin typeface="Yu Gothic"/>
                <a:ea typeface="Yu Gothic"/>
                <a:cs typeface="Yu Gothic"/>
              </a:defRPr>
            </a:lvl7pPr>
            <a:lvl8pPr>
              <a:buNone/>
              <a:defRPr sz="1425" b="0">
                <a:solidFill>
                  <a:srgbClr val="71818B"/>
                </a:solidFill>
                <a:latin typeface="Yu Gothic"/>
                <a:ea typeface="Yu Gothic"/>
                <a:cs typeface="Yu Gothic"/>
              </a:defRPr>
            </a:lvl8pPr>
            <a:lvl9pPr>
              <a:buNone/>
              <a:defRPr sz="1425" b="0">
                <a:solidFill>
                  <a:srgbClr val="71818B"/>
                </a:solidFill>
                <a:latin typeface="Yu Gothic"/>
                <a:ea typeface="Yu Gothic"/>
                <a:cs typeface="Yu Gothic"/>
              </a:defRPr>
            </a:lvl9pPr>
          </a:lstStyle>
          <a:p xmlns:a="http://schemas.openxmlformats.org/drawingml/2006/main">
            <a:pPr>
              <a:buNone/>
              <a:defRPr sz="1425" b="0">
                <a:solidFill>
                  <a:srgbClr val="71818B"/>
                </a:solidFill>
                <a:latin typeface="Yu Gothic"/>
                <a:ea typeface="Yu Gothic"/>
                <a:cs typeface="Yu Gothic"/>
              </a:defRPr>
            </a:pPr>
            <a:r>
              <a:rPr sz="1425" b="0">
                <a:solidFill>
                  <a:srgbClr val="71818B"/>
                </a:solidFill>
                <a:latin typeface="Yu Gothic"/>
                <a:ea typeface="Yu Gothic"/>
                <a:cs typeface="Yu Gothic"/>
              </a:rPr>
              <a:t>工業材料概論　第12回</a:t>
            </a:r>
          </a:p>
        </p:txBody>
      </p:sp>
      <p:sp>
        <p:nvSpPr>
          <p:cNvPr id="8" name="正方形/長方形 7">
            <a:extLst xmlns:a="http://schemas.openxmlformats.org/drawingml/2006/main">
              <a:ext uri="{FF2B5EF4-FFF2-40B4-BE49-F238E27FC236}">
                <a16:creationId xmlns:a16="http://schemas.microsoft.com/office/drawing/2014/main" id="{BED37EDF-1998-4F08-AAB8-AFC0FEB38B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82250" y="6353175"/>
            <a:ext cx="1238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>
              <a:defRPr sz="1425" b="0">
                <a:solidFill>
                  <a:srgbClr val="71818B"/>
                </a:solidFill>
                <a:latin typeface="Yu Gothic"/>
                <a:ea typeface="Yu Gothic"/>
                <a:cs typeface="Yu Gothic"/>
              </a:defRPr>
            </a:defPPr>
            <a:lvl1pPr>
              <a:buNone/>
              <a:defRPr sz="1425" b="0">
                <a:solidFill>
                  <a:srgbClr val="71818B"/>
                </a:solidFill>
                <a:latin typeface="Yu Gothic"/>
                <a:ea typeface="Yu Gothic"/>
                <a:cs typeface="Yu Gothic"/>
              </a:defRPr>
            </a:lvl1pPr>
            <a:lvl2pPr>
              <a:buNone/>
              <a:defRPr sz="1425" b="0">
                <a:solidFill>
                  <a:srgbClr val="71818B"/>
                </a:solidFill>
                <a:latin typeface="Yu Gothic"/>
                <a:ea typeface="Yu Gothic"/>
                <a:cs typeface="Yu Gothic"/>
              </a:defRPr>
            </a:lvl2pPr>
            <a:lvl3pPr>
              <a:buNone/>
              <a:defRPr sz="1425" b="0">
                <a:solidFill>
                  <a:srgbClr val="71818B"/>
                </a:solidFill>
                <a:latin typeface="Yu Gothic"/>
                <a:ea typeface="Yu Gothic"/>
                <a:cs typeface="Yu Gothic"/>
              </a:defRPr>
            </a:lvl3pPr>
            <a:lvl4pPr>
              <a:buNone/>
              <a:defRPr sz="1425" b="0">
                <a:solidFill>
                  <a:srgbClr val="71818B"/>
                </a:solidFill>
                <a:latin typeface="Yu Gothic"/>
                <a:ea typeface="Yu Gothic"/>
                <a:cs typeface="Yu Gothic"/>
              </a:defRPr>
            </a:lvl4pPr>
            <a:lvl5pPr>
              <a:buNone/>
              <a:defRPr sz="1425" b="0">
                <a:solidFill>
                  <a:srgbClr val="71818B"/>
                </a:solidFill>
                <a:latin typeface="Yu Gothic"/>
                <a:ea typeface="Yu Gothic"/>
                <a:cs typeface="Yu Gothic"/>
              </a:defRPr>
            </a:lvl5pPr>
            <a:lvl6pPr>
              <a:buNone/>
              <a:defRPr sz="1425" b="0">
                <a:solidFill>
                  <a:srgbClr val="71818B"/>
                </a:solidFill>
                <a:latin typeface="Yu Gothic"/>
                <a:ea typeface="Yu Gothic"/>
                <a:cs typeface="Yu Gothic"/>
              </a:defRPr>
            </a:lvl6pPr>
            <a:lvl7pPr>
              <a:buNone/>
              <a:defRPr sz="1425" b="0">
                <a:solidFill>
                  <a:srgbClr val="71818B"/>
                </a:solidFill>
                <a:latin typeface="Yu Gothic"/>
                <a:ea typeface="Yu Gothic"/>
                <a:cs typeface="Yu Gothic"/>
              </a:defRPr>
            </a:lvl7pPr>
            <a:lvl8pPr>
              <a:buNone/>
              <a:defRPr sz="1425" b="0">
                <a:solidFill>
                  <a:srgbClr val="71818B"/>
                </a:solidFill>
                <a:latin typeface="Yu Gothic"/>
                <a:ea typeface="Yu Gothic"/>
                <a:cs typeface="Yu Gothic"/>
              </a:defRPr>
            </a:lvl8pPr>
            <a:lvl9pPr>
              <a:buNone/>
              <a:defRPr sz="1425" b="0">
                <a:solidFill>
                  <a:srgbClr val="71818B"/>
                </a:solidFill>
                <a:latin typeface="Yu Gothic"/>
                <a:ea typeface="Yu Gothic"/>
                <a:cs typeface="Yu Gothic"/>
              </a:defRPr>
            </a:lvl9pPr>
          </a:lstStyle>
          <a:p xmlns:a="http://schemas.openxmlformats.org/drawingml/2006/main">
            <a:pPr>
              <a:buNone/>
              <a:defRPr sz="1425" b="0">
                <a:solidFill>
                  <a:srgbClr val="71818B"/>
                </a:solidFill>
                <a:latin typeface="Yu Gothic"/>
                <a:ea typeface="Yu Gothic"/>
                <a:cs typeface="Yu Gothic"/>
              </a:defRPr>
            </a:pPr>
            <a:r>
              <a:rPr sz="1425" b="0">
                <a:solidFill>
                  <a:srgbClr val="71818B"/>
                </a:solidFill>
                <a:latin typeface="Yu Gothic"/>
                <a:ea typeface="Yu Gothic"/>
                <a:cs typeface="Yu Gothic"/>
              </a:rPr>
              <a:t>13 / 41</a:t>
            </a:r>
            <a:endParaRPr sz="1425" b="0">
              <a:solidFill>
                <a:srgbClr val="71818B"/>
              </a:solidFill>
              <a:latin typeface="Yu Gothic"/>
              <a:ea typeface="Yu Gothic"/>
              <a:cs typeface="Yu Gothic"/>
            </a:endParaRPr>
          </a:p>
        </p:txBody>
      </p:sp>
    </p:spTree>
    <p:extLst>
      <p:ext uri="{BB962C8B-B14F-4D97-AF65-F5344CB8AC3E}">
        <p14:creationId xmlns:p14="http://schemas.microsoft.com/office/powerpoint/2010/main" val="1711074306"/>
      </p:ext>
    </p:extLst>
  </p:cSld>
</p:sld>
</file>

<file path=ppt/slides/slide14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正方形/長方形 6">
            <a:extLst xmlns:a="http://schemas.openxmlformats.org/drawingml/2006/main">
              <a:ext uri="{FF2B5EF4-FFF2-40B4-BE49-F238E27FC236}">
                <a16:creationId xmlns:a16="http://schemas.microsoft.com/office/drawing/2014/main" id="{A4C9EFEA-1A33-4084-8EE9-4ABC5D6DDB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81000"/>
            <a:ext cx="108204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>
              <a:defRPr sz="2775" b="1">
                <a:solidFill>
                  <a:srgbClr val="193B59"/>
                </a:solidFill>
                <a:latin typeface="Yu Gothic"/>
                <a:ea typeface="Yu Gothic"/>
                <a:cs typeface="Yu Gothic"/>
              </a:defRPr>
            </a:defPPr>
            <a:lvl1pPr>
              <a:buNone/>
              <a:defRPr sz="2775" b="1">
                <a:solidFill>
                  <a:srgbClr val="193B59"/>
                </a:solidFill>
                <a:latin typeface="Yu Gothic"/>
                <a:ea typeface="Yu Gothic"/>
                <a:cs typeface="Yu Gothic"/>
              </a:defRPr>
            </a:lvl1pPr>
            <a:lvl2pPr>
              <a:buNone/>
              <a:defRPr sz="2775" b="1">
                <a:solidFill>
                  <a:srgbClr val="193B59"/>
                </a:solidFill>
                <a:latin typeface="Yu Gothic"/>
                <a:ea typeface="Yu Gothic"/>
                <a:cs typeface="Yu Gothic"/>
              </a:defRPr>
            </a:lvl2pPr>
            <a:lvl3pPr>
              <a:buNone/>
              <a:defRPr sz="2775" b="1">
                <a:solidFill>
                  <a:srgbClr val="193B59"/>
                </a:solidFill>
                <a:latin typeface="Yu Gothic"/>
                <a:ea typeface="Yu Gothic"/>
                <a:cs typeface="Yu Gothic"/>
              </a:defRPr>
            </a:lvl3pPr>
            <a:lvl4pPr>
              <a:buNone/>
              <a:defRPr sz="2775" b="1">
                <a:solidFill>
                  <a:srgbClr val="193B59"/>
                </a:solidFill>
                <a:latin typeface="Yu Gothic"/>
                <a:ea typeface="Yu Gothic"/>
                <a:cs typeface="Yu Gothic"/>
              </a:defRPr>
            </a:lvl4pPr>
            <a:lvl5pPr>
              <a:buNone/>
              <a:defRPr sz="2775" b="1">
                <a:solidFill>
                  <a:srgbClr val="193B59"/>
                </a:solidFill>
                <a:latin typeface="Yu Gothic"/>
                <a:ea typeface="Yu Gothic"/>
                <a:cs typeface="Yu Gothic"/>
              </a:defRPr>
            </a:lvl5pPr>
            <a:lvl6pPr>
              <a:buNone/>
              <a:defRPr sz="2775" b="1">
                <a:solidFill>
                  <a:srgbClr val="193B59"/>
                </a:solidFill>
                <a:latin typeface="Yu Gothic"/>
                <a:ea typeface="Yu Gothic"/>
                <a:cs typeface="Yu Gothic"/>
              </a:defRPr>
            </a:lvl6pPr>
            <a:lvl7pPr>
              <a:buNone/>
              <a:defRPr sz="2775" b="1">
                <a:solidFill>
                  <a:srgbClr val="193B59"/>
                </a:solidFill>
                <a:latin typeface="Yu Gothic"/>
                <a:ea typeface="Yu Gothic"/>
                <a:cs typeface="Yu Gothic"/>
              </a:defRPr>
            </a:lvl7pPr>
            <a:lvl8pPr>
              <a:buNone/>
              <a:defRPr sz="2775" b="1">
                <a:solidFill>
                  <a:srgbClr val="193B59"/>
                </a:solidFill>
                <a:latin typeface="Yu Gothic"/>
                <a:ea typeface="Yu Gothic"/>
                <a:cs typeface="Yu Gothic"/>
              </a:defRPr>
            </a:lvl8pPr>
            <a:lvl9pPr>
              <a:buNone/>
              <a:defRPr sz="2775" b="1">
                <a:solidFill>
                  <a:srgbClr val="193B59"/>
                </a:solidFill>
                <a:latin typeface="Yu Gothic"/>
                <a:ea typeface="Yu Gothic"/>
                <a:cs typeface="Yu Gothic"/>
              </a:defRPr>
            </a:lvl9pPr>
          </a:lstStyle>
          <a:p xmlns:a="http://schemas.openxmlformats.org/drawingml/2006/main">
            <a:pPr>
              <a:buNone/>
              <a:defRPr sz="2775" b="1">
                <a:solidFill>
                  <a:srgbClr val="193B59"/>
                </a:solidFill>
                <a:latin typeface="Yu Gothic"/>
                <a:ea typeface="Yu Gothic"/>
                <a:cs typeface="Yu Gothic"/>
              </a:defRPr>
            </a:pPr>
            <a:r>
              <a:rPr sz="2775" b="1">
                <a:solidFill>
                  <a:srgbClr val="193B59"/>
                </a:solidFill>
                <a:latin typeface="Yu Gothic"/>
                <a:ea typeface="Yu Gothic"/>
                <a:cs typeface="Yu Gothic"/>
              </a:rPr>
              <a:t>解説1：三案とも一次条件を満たす</a:t>
            </a:r>
          </a:p>
        </p:txBody>
      </p:sp>
      <p:sp>
        <p:nvSpPr>
          <p:cNvPr id="2" name="フリーフォーム: 図形 1">
            <a:extLst xmlns:a="http://schemas.openxmlformats.org/drawingml/2006/main">
              <a:ext uri="{FF2B5EF4-FFF2-40B4-BE49-F238E27FC236}">
                <a16:creationId xmlns:a16="http://schemas.microsoft.com/office/drawing/2014/main" id="{A7C9E334-1B54-447B-B6AE-B1B1E38153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323975"/>
            <a:ext cx="10820400" cy="9525"/>
          </a:xfrm>
          <a:custGeom xmlns:a="http://schemas.openxmlformats.org/drawingml/2006/main">
            <a:rect l="0" t="0" r="0" b="0"/>
            <a:pathLst>
              <a:path w="10820400" h="9525">
                <a:moveTo>
                  <a:pt x="0" y="0"/>
                </a:moveTo>
                <a:lnTo>
                  <a:pt x="1082040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D8E1E7"/>
            </a:solidFill>
          </a:ln>
        </p:spPr>
      </p:sp>
      <p:graphicFrame>
        <p:nvGraphicFramePr>
          <p:cNvPr id="3" name="表 2">
            <a:extLst xmlns:a="http://schemas.openxmlformats.org/drawingml/2006/main">
              <a:ext uri="{FF2B5EF4-FFF2-40B4-BE49-F238E27FC236}">
                <a16:creationId xmlns:a16="http://schemas.microsoft.com/office/drawing/2014/main" id="{58682308-9C4A-4CCA-B242-092F5C2122FC}"/>
              </a:ext>
            </a:extLst>
          </p:cNvPr>
          <p:cNvGraphicFramePr/>
          <p:nvPr/>
        </p:nvGraphicFramePr>
        <p:xfrm>
          <a:off xmlns:a="http://schemas.openxmlformats.org/drawingml/2006/main" x="714375" y="2000250"/>
          <a:ext xmlns:a="http://schemas.openxmlformats.org/drawingml/2006/main" cx="10763250" cy="266700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2952750"/>
                <a:gridCol w="3619500"/>
                <a:gridCol w="4191000"/>
              </a:tblGrid>
              <a:tr h="666750">
                <a:tc>
                  <a:txBody>
                    <a:bodyPr/>
                    <a:lstStyle/>
                    <a:p>
                      <a:r>
                        <a:rPr sz="2100" b="1">
                          <a:solidFill>
                            <a:srgbClr val="FFFFFF"/>
                          </a:solidFill>
                          <a:latin typeface="Yu Gothic"/>
                          <a:ea typeface="Yu Gothic"/>
                          <a:cs typeface="Yu Gothic"/>
                        </a:rPr>
                        <a:t>モデル</a:t>
                      </a:r>
                    </a:p>
                  </a:txBody>
                  <a:tcPr marL="91440" marR="91440" marT="45720" marB="45720">
                    <a:solidFill>
                      <a:srgbClr val="193B5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100" b="1">
                          <a:solidFill>
                            <a:srgbClr val="FFFFFF"/>
                          </a:solidFill>
                          <a:latin typeface="Yu Gothic"/>
                          <a:ea typeface="Yu Gothic"/>
                          <a:cs typeface="Yu Gothic"/>
                        </a:rPr>
                        <a:t>最大応力 / MPa</a:t>
                      </a:r>
                    </a:p>
                  </a:txBody>
                  <a:tcPr marL="91440" marR="91440" marT="45720" marB="45720">
                    <a:solidFill>
                      <a:srgbClr val="193B5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100" b="1">
                          <a:solidFill>
                            <a:srgbClr val="FFFFFF"/>
                          </a:solidFill>
                          <a:latin typeface="Yu Gothic"/>
                          <a:ea typeface="Yu Gothic"/>
                          <a:cs typeface="Yu Gothic"/>
                        </a:rPr>
                        <a:t>質量 / g</a:t>
                      </a:r>
                    </a:p>
                  </a:txBody>
                  <a:tcPr marL="91440" marR="91440" marT="45720" marB="45720">
                    <a:solidFill>
                      <a:srgbClr val="193B59"/>
                    </a:solidFill>
                  </a:tcPr>
                </a:tc>
              </a:tr>
              <a:tr h="666750">
                <a:tc>
                  <a:txBody>
                    <a:bodyPr/>
                    <a:lstStyle/>
                    <a:p>
                      <a:r>
                        <a:rPr sz="2100" b="0">
                          <a:solidFill>
                            <a:srgbClr val="263D4D"/>
                          </a:solidFill>
                          <a:latin typeface="Yu Gothic"/>
                          <a:ea typeface="Yu Gothic"/>
                          <a:cs typeface="Yu Gothic"/>
                        </a:rPr>
                        <a:t>木材</a:t>
                      </a:r>
                    </a:p>
                  </a:txBody>
                  <a:tcPr marL="91440" marR="91440" marT="45720" marB="45720">
                    <a:solidFill>
                      <a:srgbClr val="E8F0F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100" b="0">
                          <a:solidFill>
                            <a:srgbClr val="263D4D"/>
                          </a:solidFill>
                          <a:latin typeface="Yu Gothic"/>
                          <a:ea typeface="Yu Gothic"/>
                          <a:cs typeface="Yu Gothic"/>
                        </a:rPr>
                        <a:t>1.50</a:t>
                      </a:r>
                    </a:p>
                  </a:txBody>
                  <a:tcPr marL="91440" marR="91440" marT="45720" marB="45720">
                    <a:solidFill>
                      <a:srgbClr val="E8F0F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100" b="0">
                          <a:solidFill>
                            <a:srgbClr val="263D4D"/>
                          </a:solidFill>
                          <a:latin typeface="Yu Gothic"/>
                          <a:ea typeface="Yu Gothic"/>
                          <a:cs typeface="Yu Gothic"/>
                        </a:rPr>
                        <a:t>193.68</a:t>
                      </a:r>
                    </a:p>
                  </a:txBody>
                  <a:tcPr marL="91440" marR="91440" marT="45720" marB="45720">
                    <a:solidFill>
                      <a:srgbClr val="E8F0F4"/>
                    </a:solidFill>
                  </a:tcPr>
                </a:tc>
              </a:tr>
              <a:tr h="666750">
                <a:tc>
                  <a:txBody>
                    <a:bodyPr/>
                    <a:lstStyle/>
                    <a:p>
                      <a:r>
                        <a:rPr sz="2100" b="0">
                          <a:solidFill>
                            <a:srgbClr val="263D4D"/>
                          </a:solidFill>
                          <a:latin typeface="Yu Gothic"/>
                          <a:ea typeface="Yu Gothic"/>
                          <a:cs typeface="Yu Gothic"/>
                        </a:rPr>
                        <a:t>金属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100" b="0">
                          <a:solidFill>
                            <a:srgbClr val="263D4D"/>
                          </a:solidFill>
                          <a:latin typeface="Yu Gothic"/>
                          <a:ea typeface="Yu Gothic"/>
                          <a:cs typeface="Yu Gothic"/>
                        </a:rPr>
                        <a:t>6.00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100" b="0">
                          <a:solidFill>
                            <a:srgbClr val="263D4D"/>
                          </a:solidFill>
                          <a:latin typeface="Yu Gothic"/>
                          <a:ea typeface="Yu Gothic"/>
                          <a:cs typeface="Yu Gothic"/>
                        </a:rPr>
                        <a:t>486.00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666750">
                <a:tc>
                  <a:txBody>
                    <a:bodyPr/>
                    <a:lstStyle/>
                    <a:p>
                      <a:r>
                        <a:rPr sz="2100" b="0">
                          <a:solidFill>
                            <a:srgbClr val="263D4D"/>
                          </a:solidFill>
                          <a:latin typeface="Yu Gothic"/>
                          <a:ea typeface="Yu Gothic"/>
                          <a:cs typeface="Yu Gothic"/>
                        </a:rPr>
                        <a:t>樹脂</a:t>
                      </a:r>
                    </a:p>
                  </a:txBody>
                  <a:tcPr marL="91440" marR="91440" marT="45720" marB="45720">
                    <a:solidFill>
                      <a:srgbClr val="E8F0F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100" b="0">
                          <a:solidFill>
                            <a:srgbClr val="263D4D"/>
                          </a:solidFill>
                          <a:latin typeface="Yu Gothic"/>
                          <a:ea typeface="Yu Gothic"/>
                          <a:cs typeface="Yu Gothic"/>
                        </a:rPr>
                        <a:t>約1.134</a:t>
                      </a:r>
                    </a:p>
                  </a:txBody>
                  <a:tcPr marL="91440" marR="91440" marT="45720" marB="45720">
                    <a:solidFill>
                      <a:srgbClr val="E8F0F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100" b="0">
                          <a:solidFill>
                            <a:srgbClr val="263D4D"/>
                          </a:solidFill>
                          <a:latin typeface="Yu Gothic"/>
                          <a:ea typeface="Yu Gothic"/>
                          <a:cs typeface="Yu Gothic"/>
                        </a:rPr>
                        <a:t>492.66</a:t>
                      </a:r>
                    </a:p>
                  </a:txBody>
                  <a:tcPr marL="91440" marR="91440" marT="45720" marB="45720">
                    <a:solidFill>
                      <a:srgbClr val="E8F0F4"/>
                    </a:solidFill>
                  </a:tcPr>
                </a:tc>
              </a:tr>
            </a:tbl>
          </a:graphicData>
        </a:graphic>
      </p:graphicFrame>
      <p:sp>
        <p:nvSpPr>
          <p:cNvPr id="4" name="正方形/長方形 3">
            <a:extLst xmlns:a="http://schemas.openxmlformats.org/drawingml/2006/main">
              <a:ext uri="{FF2B5EF4-FFF2-40B4-BE49-F238E27FC236}">
                <a16:creationId xmlns:a16="http://schemas.microsoft.com/office/drawing/2014/main" id="{40B3E84F-6C6D-4C3F-9A5E-256F6E0EEE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724525"/>
            <a:ext cx="108204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>
              <a:defRPr sz="1575" b="0">
                <a:solidFill>
                  <a:srgbClr val="71818B"/>
                </a:solidFill>
                <a:latin typeface="Yu Gothic"/>
                <a:ea typeface="Yu Gothic"/>
                <a:cs typeface="Yu Gothic"/>
              </a:defRPr>
            </a:defPPr>
            <a:lvl1pPr>
              <a:buNone/>
              <a:defRPr sz="1575" b="0">
                <a:solidFill>
                  <a:srgbClr val="71818B"/>
                </a:solidFill>
                <a:latin typeface="Yu Gothic"/>
                <a:ea typeface="Yu Gothic"/>
                <a:cs typeface="Yu Gothic"/>
              </a:defRPr>
            </a:lvl1pPr>
            <a:lvl2pPr>
              <a:buNone/>
              <a:defRPr sz="1575" b="0">
                <a:solidFill>
                  <a:srgbClr val="71818B"/>
                </a:solidFill>
                <a:latin typeface="Yu Gothic"/>
                <a:ea typeface="Yu Gothic"/>
                <a:cs typeface="Yu Gothic"/>
              </a:defRPr>
            </a:lvl2pPr>
            <a:lvl3pPr>
              <a:buNone/>
              <a:defRPr sz="1575" b="0">
                <a:solidFill>
                  <a:srgbClr val="71818B"/>
                </a:solidFill>
                <a:latin typeface="Yu Gothic"/>
                <a:ea typeface="Yu Gothic"/>
                <a:cs typeface="Yu Gothic"/>
              </a:defRPr>
            </a:lvl3pPr>
            <a:lvl4pPr>
              <a:buNone/>
              <a:defRPr sz="1575" b="0">
                <a:solidFill>
                  <a:srgbClr val="71818B"/>
                </a:solidFill>
                <a:latin typeface="Yu Gothic"/>
                <a:ea typeface="Yu Gothic"/>
                <a:cs typeface="Yu Gothic"/>
              </a:defRPr>
            </a:lvl4pPr>
            <a:lvl5pPr>
              <a:buNone/>
              <a:defRPr sz="1575" b="0">
                <a:solidFill>
                  <a:srgbClr val="71818B"/>
                </a:solidFill>
                <a:latin typeface="Yu Gothic"/>
                <a:ea typeface="Yu Gothic"/>
                <a:cs typeface="Yu Gothic"/>
              </a:defRPr>
            </a:lvl5pPr>
            <a:lvl6pPr>
              <a:buNone/>
              <a:defRPr sz="1575" b="0">
                <a:solidFill>
                  <a:srgbClr val="71818B"/>
                </a:solidFill>
                <a:latin typeface="Yu Gothic"/>
                <a:ea typeface="Yu Gothic"/>
                <a:cs typeface="Yu Gothic"/>
              </a:defRPr>
            </a:lvl6pPr>
            <a:lvl7pPr>
              <a:buNone/>
              <a:defRPr sz="1575" b="0">
                <a:solidFill>
                  <a:srgbClr val="71818B"/>
                </a:solidFill>
                <a:latin typeface="Yu Gothic"/>
                <a:ea typeface="Yu Gothic"/>
                <a:cs typeface="Yu Gothic"/>
              </a:defRPr>
            </a:lvl7pPr>
            <a:lvl8pPr>
              <a:buNone/>
              <a:defRPr sz="1575" b="0">
                <a:solidFill>
                  <a:srgbClr val="71818B"/>
                </a:solidFill>
                <a:latin typeface="Yu Gothic"/>
                <a:ea typeface="Yu Gothic"/>
                <a:cs typeface="Yu Gothic"/>
              </a:defRPr>
            </a:lvl8pPr>
            <a:lvl9pPr>
              <a:buNone/>
              <a:defRPr sz="1575" b="0">
                <a:solidFill>
                  <a:srgbClr val="71818B"/>
                </a:solidFill>
                <a:latin typeface="Yu Gothic"/>
                <a:ea typeface="Yu Gothic"/>
                <a:cs typeface="Yu Gothic"/>
              </a:defRPr>
            </a:lvl9pPr>
          </a:lstStyle>
          <a:p xmlns:a="http://schemas.openxmlformats.org/drawingml/2006/main">
            <a:pPr>
              <a:buNone/>
              <a:defRPr sz="1575" b="0">
                <a:solidFill>
                  <a:srgbClr val="71818B"/>
                </a:solidFill>
                <a:latin typeface="Yu Gothic"/>
                <a:ea typeface="Yu Gothic"/>
                <a:cs typeface="Yu Gothic"/>
              </a:defRPr>
            </a:pPr>
            <a:r>
              <a:rPr sz="1575" b="0">
                <a:solidFill>
                  <a:srgbClr val="71818B"/>
                </a:solidFill>
                <a:latin typeface="Yu Gothic"/>
                <a:ea typeface="Yu Gothic"/>
                <a:cs typeface="Yu Gothic"/>
              </a:rPr>
              <a:t>たわみは約0.336／0.514／0.925 mm。許容強度・接合等は未判定。</a:t>
            </a:r>
          </a:p>
        </p:txBody>
      </p:sp>
      <p:sp>
        <p:nvSpPr>
          <p:cNvPr id="5" name="正方形/長方形 4">
            <a:extLst xmlns:a="http://schemas.openxmlformats.org/drawingml/2006/main">
              <a:ext uri="{FF2B5EF4-FFF2-40B4-BE49-F238E27FC236}">
                <a16:creationId xmlns:a16="http://schemas.microsoft.com/office/drawing/2014/main" id="{9D67C5EF-68A0-428A-879E-7C213CCD46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353175"/>
            <a:ext cx="8572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>
              <a:defRPr sz="1425" b="0">
                <a:solidFill>
                  <a:srgbClr val="71818B"/>
                </a:solidFill>
                <a:latin typeface="Yu Gothic"/>
                <a:ea typeface="Yu Gothic"/>
                <a:cs typeface="Yu Gothic"/>
              </a:defRPr>
            </a:defPPr>
            <a:lvl1pPr>
              <a:buNone/>
              <a:defRPr sz="1425" b="0">
                <a:solidFill>
                  <a:srgbClr val="71818B"/>
                </a:solidFill>
                <a:latin typeface="Yu Gothic"/>
                <a:ea typeface="Yu Gothic"/>
                <a:cs typeface="Yu Gothic"/>
              </a:defRPr>
            </a:lvl1pPr>
            <a:lvl2pPr>
              <a:buNone/>
              <a:defRPr sz="1425" b="0">
                <a:solidFill>
                  <a:srgbClr val="71818B"/>
                </a:solidFill>
                <a:latin typeface="Yu Gothic"/>
                <a:ea typeface="Yu Gothic"/>
                <a:cs typeface="Yu Gothic"/>
              </a:defRPr>
            </a:lvl2pPr>
            <a:lvl3pPr>
              <a:buNone/>
              <a:defRPr sz="1425" b="0">
                <a:solidFill>
                  <a:srgbClr val="71818B"/>
                </a:solidFill>
                <a:latin typeface="Yu Gothic"/>
                <a:ea typeface="Yu Gothic"/>
                <a:cs typeface="Yu Gothic"/>
              </a:defRPr>
            </a:lvl3pPr>
            <a:lvl4pPr>
              <a:buNone/>
              <a:defRPr sz="1425" b="0">
                <a:solidFill>
                  <a:srgbClr val="71818B"/>
                </a:solidFill>
                <a:latin typeface="Yu Gothic"/>
                <a:ea typeface="Yu Gothic"/>
                <a:cs typeface="Yu Gothic"/>
              </a:defRPr>
            </a:lvl4pPr>
            <a:lvl5pPr>
              <a:buNone/>
              <a:defRPr sz="1425" b="0">
                <a:solidFill>
                  <a:srgbClr val="71818B"/>
                </a:solidFill>
                <a:latin typeface="Yu Gothic"/>
                <a:ea typeface="Yu Gothic"/>
                <a:cs typeface="Yu Gothic"/>
              </a:defRPr>
            </a:lvl5pPr>
            <a:lvl6pPr>
              <a:buNone/>
              <a:defRPr sz="1425" b="0">
                <a:solidFill>
                  <a:srgbClr val="71818B"/>
                </a:solidFill>
                <a:latin typeface="Yu Gothic"/>
                <a:ea typeface="Yu Gothic"/>
                <a:cs typeface="Yu Gothic"/>
              </a:defRPr>
            </a:lvl6pPr>
            <a:lvl7pPr>
              <a:buNone/>
              <a:defRPr sz="1425" b="0">
                <a:solidFill>
                  <a:srgbClr val="71818B"/>
                </a:solidFill>
                <a:latin typeface="Yu Gothic"/>
                <a:ea typeface="Yu Gothic"/>
                <a:cs typeface="Yu Gothic"/>
              </a:defRPr>
            </a:lvl7pPr>
            <a:lvl8pPr>
              <a:buNone/>
              <a:defRPr sz="1425" b="0">
                <a:solidFill>
                  <a:srgbClr val="71818B"/>
                </a:solidFill>
                <a:latin typeface="Yu Gothic"/>
                <a:ea typeface="Yu Gothic"/>
                <a:cs typeface="Yu Gothic"/>
              </a:defRPr>
            </a:lvl8pPr>
            <a:lvl9pPr>
              <a:buNone/>
              <a:defRPr sz="1425" b="0">
                <a:solidFill>
                  <a:srgbClr val="71818B"/>
                </a:solidFill>
                <a:latin typeface="Yu Gothic"/>
                <a:ea typeface="Yu Gothic"/>
                <a:cs typeface="Yu Gothic"/>
              </a:defRPr>
            </a:lvl9pPr>
          </a:lstStyle>
          <a:p xmlns:a="http://schemas.openxmlformats.org/drawingml/2006/main">
            <a:pPr>
              <a:buNone/>
              <a:defRPr sz="1425" b="0">
                <a:solidFill>
                  <a:srgbClr val="71818B"/>
                </a:solidFill>
                <a:latin typeface="Yu Gothic"/>
                <a:ea typeface="Yu Gothic"/>
                <a:cs typeface="Yu Gothic"/>
              </a:defRPr>
            </a:pPr>
            <a:r>
              <a:rPr sz="1425" b="0">
                <a:solidFill>
                  <a:srgbClr val="71818B"/>
                </a:solidFill>
                <a:latin typeface="Yu Gothic"/>
                <a:ea typeface="Yu Gothic"/>
                <a:cs typeface="Yu Gothic"/>
              </a:rPr>
              <a:t>工業材料概論　第12回</a:t>
            </a:r>
          </a:p>
        </p:txBody>
      </p:sp>
      <p:sp>
        <p:nvSpPr>
          <p:cNvPr id="6" name="正方形/長方形 5">
            <a:extLst xmlns:a="http://schemas.openxmlformats.org/drawingml/2006/main">
              <a:ext uri="{FF2B5EF4-FFF2-40B4-BE49-F238E27FC236}">
                <a16:creationId xmlns:a16="http://schemas.microsoft.com/office/drawing/2014/main" id="{FDA3BA42-C701-4ED5-ACF1-27FFB1A906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0" y="6353175"/>
            <a:ext cx="1047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>
              <a:defRPr sz="1425" b="0">
                <a:solidFill>
                  <a:srgbClr val="71818B"/>
                </a:solidFill>
                <a:latin typeface="Yu Gothic"/>
                <a:ea typeface="Yu Gothic"/>
                <a:cs typeface="Yu Gothic"/>
              </a:defRPr>
            </a:defPPr>
            <a:lvl1pPr>
              <a:buNone/>
              <a:defRPr sz="1425" b="0">
                <a:solidFill>
                  <a:srgbClr val="71818B"/>
                </a:solidFill>
                <a:latin typeface="Yu Gothic"/>
                <a:ea typeface="Yu Gothic"/>
                <a:cs typeface="Yu Gothic"/>
              </a:defRPr>
            </a:lvl1pPr>
            <a:lvl2pPr>
              <a:buNone/>
              <a:defRPr sz="1425" b="0">
                <a:solidFill>
                  <a:srgbClr val="71818B"/>
                </a:solidFill>
                <a:latin typeface="Yu Gothic"/>
                <a:ea typeface="Yu Gothic"/>
                <a:cs typeface="Yu Gothic"/>
              </a:defRPr>
            </a:lvl2pPr>
            <a:lvl3pPr>
              <a:buNone/>
              <a:defRPr sz="1425" b="0">
                <a:solidFill>
                  <a:srgbClr val="71818B"/>
                </a:solidFill>
                <a:latin typeface="Yu Gothic"/>
                <a:ea typeface="Yu Gothic"/>
                <a:cs typeface="Yu Gothic"/>
              </a:defRPr>
            </a:lvl3pPr>
            <a:lvl4pPr>
              <a:buNone/>
              <a:defRPr sz="1425" b="0">
                <a:solidFill>
                  <a:srgbClr val="71818B"/>
                </a:solidFill>
                <a:latin typeface="Yu Gothic"/>
                <a:ea typeface="Yu Gothic"/>
                <a:cs typeface="Yu Gothic"/>
              </a:defRPr>
            </a:lvl4pPr>
            <a:lvl5pPr>
              <a:buNone/>
              <a:defRPr sz="1425" b="0">
                <a:solidFill>
                  <a:srgbClr val="71818B"/>
                </a:solidFill>
                <a:latin typeface="Yu Gothic"/>
                <a:ea typeface="Yu Gothic"/>
                <a:cs typeface="Yu Gothic"/>
              </a:defRPr>
            </a:lvl5pPr>
            <a:lvl6pPr>
              <a:buNone/>
              <a:defRPr sz="1425" b="0">
                <a:solidFill>
                  <a:srgbClr val="71818B"/>
                </a:solidFill>
                <a:latin typeface="Yu Gothic"/>
                <a:ea typeface="Yu Gothic"/>
                <a:cs typeface="Yu Gothic"/>
              </a:defRPr>
            </a:lvl6pPr>
            <a:lvl7pPr>
              <a:buNone/>
              <a:defRPr sz="1425" b="0">
                <a:solidFill>
                  <a:srgbClr val="71818B"/>
                </a:solidFill>
                <a:latin typeface="Yu Gothic"/>
                <a:ea typeface="Yu Gothic"/>
                <a:cs typeface="Yu Gothic"/>
              </a:defRPr>
            </a:lvl7pPr>
            <a:lvl8pPr>
              <a:buNone/>
              <a:defRPr sz="1425" b="0">
                <a:solidFill>
                  <a:srgbClr val="71818B"/>
                </a:solidFill>
                <a:latin typeface="Yu Gothic"/>
                <a:ea typeface="Yu Gothic"/>
                <a:cs typeface="Yu Gothic"/>
              </a:defRPr>
            </a:lvl8pPr>
            <a:lvl9pPr>
              <a:buNone/>
              <a:defRPr sz="1425" b="0">
                <a:solidFill>
                  <a:srgbClr val="71818B"/>
                </a:solidFill>
                <a:latin typeface="Yu Gothic"/>
                <a:ea typeface="Yu Gothic"/>
                <a:cs typeface="Yu Gothic"/>
              </a:defRPr>
            </a:lvl9pPr>
          </a:lstStyle>
          <a:p xmlns:a="http://schemas.openxmlformats.org/drawingml/2006/main">
            <a:pPr>
              <a:buNone/>
              <a:defRPr sz="1425" b="0">
                <a:solidFill>
                  <a:srgbClr val="71818B"/>
                </a:solidFill>
                <a:latin typeface="Yu Gothic"/>
                <a:ea typeface="Yu Gothic"/>
                <a:cs typeface="Yu Gothic"/>
              </a:defRPr>
            </a:pPr>
            <a:r>
              <a:rPr sz="1425" b="0">
                <a:solidFill>
                  <a:srgbClr val="71818B"/>
                </a:solidFill>
                <a:latin typeface="Yu Gothic"/>
                <a:ea typeface="Yu Gothic"/>
                <a:cs typeface="Yu Gothic"/>
              </a:rPr>
              <a:t>14 / 41</a:t>
            </a:r>
            <a:endParaRPr sz="1425" b="0">
              <a:solidFill>
                <a:srgbClr val="71818B"/>
              </a:solidFill>
              <a:latin typeface="Yu Gothic"/>
              <a:ea typeface="Yu Gothic"/>
              <a:cs typeface="Yu Gothic"/>
            </a:endParaRPr>
          </a:p>
        </p:txBody>
      </p:sp>
    </p:spTree>
    <p:extLst>
      <p:ext uri="{BB962C8B-B14F-4D97-AF65-F5344CB8AC3E}">
        <p14:creationId xmlns:p14="http://schemas.microsoft.com/office/powerpoint/2010/main" val="2339993867"/>
      </p:ext>
    </p:extLst>
  </p:cSld>
</p:sld>
</file>

<file path=ppt/slides/slide15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正方形/長方形 8">
            <a:extLst xmlns:a="http://schemas.openxmlformats.org/drawingml/2006/main">
              <a:ext uri="{FF2B5EF4-FFF2-40B4-BE49-F238E27FC236}">
                <a16:creationId xmlns:a16="http://schemas.microsoft.com/office/drawing/2014/main" id="{0F52CDFB-9415-420B-B978-6207403313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81000"/>
            <a:ext cx="108204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>
              <a:defRPr sz="2775" b="1">
                <a:solidFill>
                  <a:srgbClr val="193B59"/>
                </a:solidFill>
                <a:latin typeface="Yu Gothic"/>
                <a:ea typeface="Yu Gothic"/>
                <a:cs typeface="Yu Gothic"/>
              </a:defRPr>
            </a:defPPr>
            <a:lvl1pPr>
              <a:buNone/>
              <a:defRPr sz="2775" b="1">
                <a:solidFill>
                  <a:srgbClr val="193B59"/>
                </a:solidFill>
                <a:latin typeface="Yu Gothic"/>
                <a:ea typeface="Yu Gothic"/>
                <a:cs typeface="Yu Gothic"/>
              </a:defRPr>
            </a:lvl1pPr>
            <a:lvl2pPr>
              <a:buNone/>
              <a:defRPr sz="2775" b="1">
                <a:solidFill>
                  <a:srgbClr val="193B59"/>
                </a:solidFill>
                <a:latin typeface="Yu Gothic"/>
                <a:ea typeface="Yu Gothic"/>
                <a:cs typeface="Yu Gothic"/>
              </a:defRPr>
            </a:lvl2pPr>
            <a:lvl3pPr>
              <a:buNone/>
              <a:defRPr sz="2775" b="1">
                <a:solidFill>
                  <a:srgbClr val="193B59"/>
                </a:solidFill>
                <a:latin typeface="Yu Gothic"/>
                <a:ea typeface="Yu Gothic"/>
                <a:cs typeface="Yu Gothic"/>
              </a:defRPr>
            </a:lvl3pPr>
            <a:lvl4pPr>
              <a:buNone/>
              <a:defRPr sz="2775" b="1">
                <a:solidFill>
                  <a:srgbClr val="193B59"/>
                </a:solidFill>
                <a:latin typeface="Yu Gothic"/>
                <a:ea typeface="Yu Gothic"/>
                <a:cs typeface="Yu Gothic"/>
              </a:defRPr>
            </a:lvl4pPr>
            <a:lvl5pPr>
              <a:buNone/>
              <a:defRPr sz="2775" b="1">
                <a:solidFill>
                  <a:srgbClr val="193B59"/>
                </a:solidFill>
                <a:latin typeface="Yu Gothic"/>
                <a:ea typeface="Yu Gothic"/>
                <a:cs typeface="Yu Gothic"/>
              </a:defRPr>
            </a:lvl5pPr>
            <a:lvl6pPr>
              <a:buNone/>
              <a:defRPr sz="2775" b="1">
                <a:solidFill>
                  <a:srgbClr val="193B59"/>
                </a:solidFill>
                <a:latin typeface="Yu Gothic"/>
                <a:ea typeface="Yu Gothic"/>
                <a:cs typeface="Yu Gothic"/>
              </a:defRPr>
            </a:lvl6pPr>
            <a:lvl7pPr>
              <a:buNone/>
              <a:defRPr sz="2775" b="1">
                <a:solidFill>
                  <a:srgbClr val="193B59"/>
                </a:solidFill>
                <a:latin typeface="Yu Gothic"/>
                <a:ea typeface="Yu Gothic"/>
                <a:cs typeface="Yu Gothic"/>
              </a:defRPr>
            </a:lvl7pPr>
            <a:lvl8pPr>
              <a:buNone/>
              <a:defRPr sz="2775" b="1">
                <a:solidFill>
                  <a:srgbClr val="193B59"/>
                </a:solidFill>
                <a:latin typeface="Yu Gothic"/>
                <a:ea typeface="Yu Gothic"/>
                <a:cs typeface="Yu Gothic"/>
              </a:defRPr>
            </a:lvl8pPr>
            <a:lvl9pPr>
              <a:buNone/>
              <a:defRPr sz="2775" b="1">
                <a:solidFill>
                  <a:srgbClr val="193B59"/>
                </a:solidFill>
                <a:latin typeface="Yu Gothic"/>
                <a:ea typeface="Yu Gothic"/>
                <a:cs typeface="Yu Gothic"/>
              </a:defRPr>
            </a:lvl9pPr>
          </a:lstStyle>
          <a:p xmlns:a="http://schemas.openxmlformats.org/drawingml/2006/main">
            <a:pPr>
              <a:buNone/>
              <a:defRPr sz="2775" b="1">
                <a:solidFill>
                  <a:srgbClr val="193B59"/>
                </a:solidFill>
                <a:latin typeface="Yu Gothic"/>
                <a:ea typeface="Yu Gothic"/>
                <a:cs typeface="Yu Gothic"/>
              </a:defRPr>
            </a:pPr>
            <a:r>
              <a:rPr sz="2775" b="1">
                <a:solidFill>
                  <a:srgbClr val="193B59"/>
                </a:solidFill>
                <a:latin typeface="Yu Gothic"/>
                <a:ea typeface="Yu Gothic"/>
                <a:cs typeface="Yu Gothic"/>
              </a:rPr>
              <a:t>寸法変更は、複数の量を同時に変える</a:t>
            </a:r>
          </a:p>
        </p:txBody>
      </p:sp>
      <p:sp>
        <p:nvSpPr>
          <p:cNvPr id="2" name="フリーフォーム: 図形 1">
            <a:extLst xmlns:a="http://schemas.openxmlformats.org/drawingml/2006/main">
              <a:ext uri="{FF2B5EF4-FFF2-40B4-BE49-F238E27FC236}">
                <a16:creationId xmlns:a16="http://schemas.microsoft.com/office/drawing/2014/main" id="{D85F58D4-6D1B-4B95-B867-AAE8ECD1F2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323975"/>
            <a:ext cx="10820400" cy="9525"/>
          </a:xfrm>
          <a:custGeom xmlns:a="http://schemas.openxmlformats.org/drawingml/2006/main">
            <a:rect l="0" t="0" r="0" b="0"/>
            <a:pathLst>
              <a:path w="10820400" h="9525">
                <a:moveTo>
                  <a:pt x="0" y="0"/>
                </a:moveTo>
                <a:lnTo>
                  <a:pt x="1082040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D8E1E7"/>
            </a:solidFill>
          </a:ln>
        </p:spPr>
      </p:sp>
      <p:sp>
        <p:nvSpPr>
          <p:cNvPr id="3" name="正方形/長方形 2">
            <a:extLst xmlns:a="http://schemas.openxmlformats.org/drawingml/2006/main">
              <a:ext uri="{FF2B5EF4-FFF2-40B4-BE49-F238E27FC236}">
                <a16:creationId xmlns:a16="http://schemas.microsoft.com/office/drawing/2014/main" id="{48EF1752-6692-4725-9223-243FE80A9B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1524000"/>
            <a:ext cx="10572750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>
              <a:defRPr sz="2100" b="1">
                <a:solidFill>
                  <a:srgbClr val="263D4D"/>
                </a:solidFill>
                <a:latin typeface="Yu Gothic"/>
                <a:ea typeface="Yu Gothic"/>
                <a:cs typeface="Yu Gothic"/>
              </a:defRPr>
            </a:defPPr>
            <a:lvl1pPr>
              <a:buNone/>
              <a:defRPr sz="2100" b="1">
                <a:solidFill>
                  <a:srgbClr val="263D4D"/>
                </a:solidFill>
                <a:latin typeface="Yu Gothic"/>
                <a:ea typeface="Yu Gothic"/>
                <a:cs typeface="Yu Gothic"/>
              </a:defRPr>
            </a:lvl1pPr>
            <a:lvl2pPr>
              <a:buNone/>
              <a:defRPr sz="2100" b="1">
                <a:solidFill>
                  <a:srgbClr val="263D4D"/>
                </a:solidFill>
                <a:latin typeface="Yu Gothic"/>
                <a:ea typeface="Yu Gothic"/>
                <a:cs typeface="Yu Gothic"/>
              </a:defRPr>
            </a:lvl2pPr>
            <a:lvl3pPr>
              <a:buNone/>
              <a:defRPr sz="2100" b="1">
                <a:solidFill>
                  <a:srgbClr val="263D4D"/>
                </a:solidFill>
                <a:latin typeface="Yu Gothic"/>
                <a:ea typeface="Yu Gothic"/>
                <a:cs typeface="Yu Gothic"/>
              </a:defRPr>
            </a:lvl3pPr>
            <a:lvl4pPr>
              <a:buNone/>
              <a:defRPr sz="2100" b="1">
                <a:solidFill>
                  <a:srgbClr val="263D4D"/>
                </a:solidFill>
                <a:latin typeface="Yu Gothic"/>
                <a:ea typeface="Yu Gothic"/>
                <a:cs typeface="Yu Gothic"/>
              </a:defRPr>
            </a:lvl4pPr>
            <a:lvl5pPr>
              <a:buNone/>
              <a:defRPr sz="2100" b="1">
                <a:solidFill>
                  <a:srgbClr val="263D4D"/>
                </a:solidFill>
                <a:latin typeface="Yu Gothic"/>
                <a:ea typeface="Yu Gothic"/>
                <a:cs typeface="Yu Gothic"/>
              </a:defRPr>
            </a:lvl5pPr>
            <a:lvl6pPr>
              <a:buNone/>
              <a:defRPr sz="2100" b="1">
                <a:solidFill>
                  <a:srgbClr val="263D4D"/>
                </a:solidFill>
                <a:latin typeface="Yu Gothic"/>
                <a:ea typeface="Yu Gothic"/>
                <a:cs typeface="Yu Gothic"/>
              </a:defRPr>
            </a:lvl6pPr>
            <a:lvl7pPr>
              <a:buNone/>
              <a:defRPr sz="2100" b="1">
                <a:solidFill>
                  <a:srgbClr val="263D4D"/>
                </a:solidFill>
                <a:latin typeface="Yu Gothic"/>
                <a:ea typeface="Yu Gothic"/>
                <a:cs typeface="Yu Gothic"/>
              </a:defRPr>
            </a:lvl7pPr>
            <a:lvl8pPr>
              <a:buNone/>
              <a:defRPr sz="2100" b="1">
                <a:solidFill>
                  <a:srgbClr val="263D4D"/>
                </a:solidFill>
                <a:latin typeface="Yu Gothic"/>
                <a:ea typeface="Yu Gothic"/>
                <a:cs typeface="Yu Gothic"/>
              </a:defRPr>
            </a:lvl8pPr>
            <a:lvl9pPr>
              <a:buNone/>
              <a:defRPr sz="2100" b="1">
                <a:solidFill>
                  <a:srgbClr val="263D4D"/>
                </a:solidFill>
                <a:latin typeface="Yu Gothic"/>
                <a:ea typeface="Yu Gothic"/>
                <a:cs typeface="Yu Gothic"/>
              </a:defRPr>
            </a:lvl9pPr>
          </a:lstStyle>
          <a:p xmlns:a="http://schemas.openxmlformats.org/drawingml/2006/main">
            <a:pPr>
              <a:buNone/>
              <a:defRPr sz="2100" b="1">
                <a:solidFill>
                  <a:srgbClr val="263D4D"/>
                </a:solidFill>
                <a:latin typeface="Yu Gothic"/>
                <a:ea typeface="Yu Gothic"/>
                <a:cs typeface="Yu Gothic"/>
              </a:defRPr>
            </a:pPr>
            <a:r>
              <a:rPr sz="2100" b="1">
                <a:solidFill>
                  <a:srgbClr val="263D4D"/>
                </a:solidFill>
                <a:latin typeface="Yu Gothic"/>
                <a:ea typeface="Yu Gothic"/>
                <a:cs typeface="Yu Gothic"/>
              </a:rPr>
              <a:t>同じ材料・幅・長さ・荷重：m∝h、σ∝1/h²、δ∝1/h³</a:t>
            </a:r>
          </a:p>
        </p:txBody>
      </p:sp>
      <p:sp>
        <p:nvSpPr>
          <p:cNvPr id="4" name="正方形/長方形 3">
            <a:extLst xmlns:a="http://schemas.openxmlformats.org/drawingml/2006/main">
              <a:ext uri="{FF2B5EF4-FFF2-40B4-BE49-F238E27FC236}">
                <a16:creationId xmlns:a16="http://schemas.microsoft.com/office/drawing/2014/main" id="{F259183C-F8A8-4F66-886F-FF15E3CDB1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2476500"/>
            <a:ext cx="10572750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>
              <a:defRPr sz="2100" b="0">
                <a:solidFill>
                  <a:srgbClr val="263D4D"/>
                </a:solidFill>
                <a:latin typeface="Yu Gothic"/>
                <a:ea typeface="Yu Gothic"/>
                <a:cs typeface="Yu Gothic"/>
              </a:defRPr>
            </a:defPPr>
            <a:lvl1pPr>
              <a:buNone/>
              <a:defRPr sz="2100" b="0">
                <a:solidFill>
                  <a:srgbClr val="263D4D"/>
                </a:solidFill>
                <a:latin typeface="Yu Gothic"/>
                <a:ea typeface="Yu Gothic"/>
                <a:cs typeface="Yu Gothic"/>
              </a:defRPr>
            </a:lvl1pPr>
            <a:lvl2pPr>
              <a:buNone/>
              <a:defRPr sz="2100" b="0">
                <a:solidFill>
                  <a:srgbClr val="263D4D"/>
                </a:solidFill>
                <a:latin typeface="Yu Gothic"/>
                <a:ea typeface="Yu Gothic"/>
                <a:cs typeface="Yu Gothic"/>
              </a:defRPr>
            </a:lvl2pPr>
            <a:lvl3pPr>
              <a:buNone/>
              <a:defRPr sz="2100" b="0">
                <a:solidFill>
                  <a:srgbClr val="263D4D"/>
                </a:solidFill>
                <a:latin typeface="Yu Gothic"/>
                <a:ea typeface="Yu Gothic"/>
                <a:cs typeface="Yu Gothic"/>
              </a:defRPr>
            </a:lvl3pPr>
            <a:lvl4pPr>
              <a:buNone/>
              <a:defRPr sz="2100" b="0">
                <a:solidFill>
                  <a:srgbClr val="263D4D"/>
                </a:solidFill>
                <a:latin typeface="Yu Gothic"/>
                <a:ea typeface="Yu Gothic"/>
                <a:cs typeface="Yu Gothic"/>
              </a:defRPr>
            </a:lvl4pPr>
            <a:lvl5pPr>
              <a:buNone/>
              <a:defRPr sz="2100" b="0">
                <a:solidFill>
                  <a:srgbClr val="263D4D"/>
                </a:solidFill>
                <a:latin typeface="Yu Gothic"/>
                <a:ea typeface="Yu Gothic"/>
                <a:cs typeface="Yu Gothic"/>
              </a:defRPr>
            </a:lvl5pPr>
            <a:lvl6pPr>
              <a:buNone/>
              <a:defRPr sz="2100" b="0">
                <a:solidFill>
                  <a:srgbClr val="263D4D"/>
                </a:solidFill>
                <a:latin typeface="Yu Gothic"/>
                <a:ea typeface="Yu Gothic"/>
                <a:cs typeface="Yu Gothic"/>
              </a:defRPr>
            </a:lvl6pPr>
            <a:lvl7pPr>
              <a:buNone/>
              <a:defRPr sz="2100" b="0">
                <a:solidFill>
                  <a:srgbClr val="263D4D"/>
                </a:solidFill>
                <a:latin typeface="Yu Gothic"/>
                <a:ea typeface="Yu Gothic"/>
                <a:cs typeface="Yu Gothic"/>
              </a:defRPr>
            </a:lvl7pPr>
            <a:lvl8pPr>
              <a:buNone/>
              <a:defRPr sz="2100" b="0">
                <a:solidFill>
                  <a:srgbClr val="263D4D"/>
                </a:solidFill>
                <a:latin typeface="Yu Gothic"/>
                <a:ea typeface="Yu Gothic"/>
                <a:cs typeface="Yu Gothic"/>
              </a:defRPr>
            </a:lvl8pPr>
            <a:lvl9pPr>
              <a:buNone/>
              <a:defRPr sz="2100" b="0">
                <a:solidFill>
                  <a:srgbClr val="263D4D"/>
                </a:solidFill>
                <a:latin typeface="Yu Gothic"/>
                <a:ea typeface="Yu Gothic"/>
                <a:cs typeface="Yu Gothic"/>
              </a:defRPr>
            </a:lvl9pPr>
          </a:lstStyle>
          <a:p xmlns:a="http://schemas.openxmlformats.org/drawingml/2006/main">
            <a:pPr>
              <a:buNone/>
              <a:defRPr sz="2100" b="0">
                <a:solidFill>
                  <a:srgbClr val="263D4D"/>
                </a:solidFill>
                <a:latin typeface="Yu Gothic"/>
                <a:ea typeface="Yu Gothic"/>
                <a:cs typeface="Yu Gothic"/>
              </a:defRPr>
            </a:pPr>
            <a:r>
              <a:rPr sz="2100" b="0">
                <a:solidFill>
                  <a:srgbClr val="263D4D"/>
                </a:solidFill>
                <a:latin typeface="Yu Gothic"/>
                <a:ea typeface="Yu Gothic"/>
                <a:cs typeface="Yu Gothic"/>
              </a:rPr>
              <a:t>金属の高さ20→10 mm：質量1/2、応力4倍、たわみ8倍</a:t>
            </a:r>
          </a:p>
        </p:txBody>
      </p:sp>
      <p:sp>
        <p:nvSpPr>
          <p:cNvPr id="5" name="正方形/長方形 4">
            <a:extLst xmlns:a="http://schemas.openxmlformats.org/drawingml/2006/main">
              <a:ext uri="{FF2B5EF4-FFF2-40B4-BE49-F238E27FC236}">
                <a16:creationId xmlns:a16="http://schemas.microsoft.com/office/drawing/2014/main" id="{A3642EAE-C13C-4878-95CC-99B443D5F6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3429000"/>
            <a:ext cx="10572750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>
              <a:defRPr sz="2100" b="0">
                <a:solidFill>
                  <a:srgbClr val="263D4D"/>
                </a:solidFill>
                <a:latin typeface="Yu Gothic"/>
                <a:ea typeface="Yu Gothic"/>
                <a:cs typeface="Yu Gothic"/>
              </a:defRPr>
            </a:defPPr>
            <a:lvl1pPr>
              <a:buNone/>
              <a:defRPr sz="2100" b="0">
                <a:solidFill>
                  <a:srgbClr val="263D4D"/>
                </a:solidFill>
                <a:latin typeface="Yu Gothic"/>
                <a:ea typeface="Yu Gothic"/>
                <a:cs typeface="Yu Gothic"/>
              </a:defRPr>
            </a:lvl1pPr>
            <a:lvl2pPr>
              <a:buNone/>
              <a:defRPr sz="2100" b="0">
                <a:solidFill>
                  <a:srgbClr val="263D4D"/>
                </a:solidFill>
                <a:latin typeface="Yu Gothic"/>
                <a:ea typeface="Yu Gothic"/>
                <a:cs typeface="Yu Gothic"/>
              </a:defRPr>
            </a:lvl2pPr>
            <a:lvl3pPr>
              <a:buNone/>
              <a:defRPr sz="2100" b="0">
                <a:solidFill>
                  <a:srgbClr val="263D4D"/>
                </a:solidFill>
                <a:latin typeface="Yu Gothic"/>
                <a:ea typeface="Yu Gothic"/>
                <a:cs typeface="Yu Gothic"/>
              </a:defRPr>
            </a:lvl3pPr>
            <a:lvl4pPr>
              <a:buNone/>
              <a:defRPr sz="2100" b="0">
                <a:solidFill>
                  <a:srgbClr val="263D4D"/>
                </a:solidFill>
                <a:latin typeface="Yu Gothic"/>
                <a:ea typeface="Yu Gothic"/>
                <a:cs typeface="Yu Gothic"/>
              </a:defRPr>
            </a:lvl4pPr>
            <a:lvl5pPr>
              <a:buNone/>
              <a:defRPr sz="2100" b="0">
                <a:solidFill>
                  <a:srgbClr val="263D4D"/>
                </a:solidFill>
                <a:latin typeface="Yu Gothic"/>
                <a:ea typeface="Yu Gothic"/>
                <a:cs typeface="Yu Gothic"/>
              </a:defRPr>
            </a:lvl5pPr>
            <a:lvl6pPr>
              <a:buNone/>
              <a:defRPr sz="2100" b="0">
                <a:solidFill>
                  <a:srgbClr val="263D4D"/>
                </a:solidFill>
                <a:latin typeface="Yu Gothic"/>
                <a:ea typeface="Yu Gothic"/>
                <a:cs typeface="Yu Gothic"/>
              </a:defRPr>
            </a:lvl6pPr>
            <a:lvl7pPr>
              <a:buNone/>
              <a:defRPr sz="2100" b="0">
                <a:solidFill>
                  <a:srgbClr val="263D4D"/>
                </a:solidFill>
                <a:latin typeface="Yu Gothic"/>
                <a:ea typeface="Yu Gothic"/>
                <a:cs typeface="Yu Gothic"/>
              </a:defRPr>
            </a:lvl7pPr>
            <a:lvl8pPr>
              <a:buNone/>
              <a:defRPr sz="2100" b="0">
                <a:solidFill>
                  <a:srgbClr val="263D4D"/>
                </a:solidFill>
                <a:latin typeface="Yu Gothic"/>
                <a:ea typeface="Yu Gothic"/>
                <a:cs typeface="Yu Gothic"/>
              </a:defRPr>
            </a:lvl8pPr>
            <a:lvl9pPr>
              <a:buNone/>
              <a:defRPr sz="2100" b="0">
                <a:solidFill>
                  <a:srgbClr val="263D4D"/>
                </a:solidFill>
                <a:latin typeface="Yu Gothic"/>
                <a:ea typeface="Yu Gothic"/>
                <a:cs typeface="Yu Gothic"/>
              </a:defRPr>
            </a:lvl9pPr>
          </a:lstStyle>
          <a:p xmlns:a="http://schemas.openxmlformats.org/drawingml/2006/main">
            <a:pPr>
              <a:buNone/>
              <a:defRPr sz="2100" b="0">
                <a:solidFill>
                  <a:srgbClr val="263D4D"/>
                </a:solidFill>
                <a:latin typeface="Yu Gothic"/>
                <a:ea typeface="Yu Gothic"/>
                <a:cs typeface="Yu Gothic"/>
              </a:defRPr>
            </a:pPr>
            <a:r>
              <a:rPr sz="2100" b="0">
                <a:solidFill>
                  <a:srgbClr val="263D4D"/>
                </a:solidFill>
                <a:latin typeface="Yu Gothic"/>
                <a:ea typeface="Yu Gothic"/>
                <a:cs typeface="Yu Gothic"/>
              </a:rPr>
              <a:t>樹脂を厚くすると、たわみは減るが質量は増える</a:t>
            </a:r>
          </a:p>
        </p:txBody>
      </p:sp>
      <p:sp>
        <p:nvSpPr>
          <p:cNvPr id="6" name="正方形/長方形 5">
            <a:extLst xmlns:a="http://schemas.openxmlformats.org/drawingml/2006/main">
              <a:ext uri="{FF2B5EF4-FFF2-40B4-BE49-F238E27FC236}">
                <a16:creationId xmlns:a16="http://schemas.microsoft.com/office/drawing/2014/main" id="{56D8DFA5-2F5D-463C-858E-F53098CA15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4381500"/>
            <a:ext cx="10572750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>
              <a:defRPr sz="2100" b="0">
                <a:solidFill>
                  <a:srgbClr val="263D4D"/>
                </a:solidFill>
                <a:latin typeface="Yu Gothic"/>
                <a:ea typeface="Yu Gothic"/>
                <a:cs typeface="Yu Gothic"/>
              </a:defRPr>
            </a:defPPr>
            <a:lvl1pPr>
              <a:buNone/>
              <a:defRPr sz="2100" b="0">
                <a:solidFill>
                  <a:srgbClr val="263D4D"/>
                </a:solidFill>
                <a:latin typeface="Yu Gothic"/>
                <a:ea typeface="Yu Gothic"/>
                <a:cs typeface="Yu Gothic"/>
              </a:defRPr>
            </a:lvl1pPr>
            <a:lvl2pPr>
              <a:buNone/>
              <a:defRPr sz="2100" b="0">
                <a:solidFill>
                  <a:srgbClr val="263D4D"/>
                </a:solidFill>
                <a:latin typeface="Yu Gothic"/>
                <a:ea typeface="Yu Gothic"/>
                <a:cs typeface="Yu Gothic"/>
              </a:defRPr>
            </a:lvl2pPr>
            <a:lvl3pPr>
              <a:buNone/>
              <a:defRPr sz="2100" b="0">
                <a:solidFill>
                  <a:srgbClr val="263D4D"/>
                </a:solidFill>
                <a:latin typeface="Yu Gothic"/>
                <a:ea typeface="Yu Gothic"/>
                <a:cs typeface="Yu Gothic"/>
              </a:defRPr>
            </a:lvl3pPr>
            <a:lvl4pPr>
              <a:buNone/>
              <a:defRPr sz="2100" b="0">
                <a:solidFill>
                  <a:srgbClr val="263D4D"/>
                </a:solidFill>
                <a:latin typeface="Yu Gothic"/>
                <a:ea typeface="Yu Gothic"/>
                <a:cs typeface="Yu Gothic"/>
              </a:defRPr>
            </a:lvl4pPr>
            <a:lvl5pPr>
              <a:buNone/>
              <a:defRPr sz="2100" b="0">
                <a:solidFill>
                  <a:srgbClr val="263D4D"/>
                </a:solidFill>
                <a:latin typeface="Yu Gothic"/>
                <a:ea typeface="Yu Gothic"/>
                <a:cs typeface="Yu Gothic"/>
              </a:defRPr>
            </a:lvl5pPr>
            <a:lvl6pPr>
              <a:buNone/>
              <a:defRPr sz="2100" b="0">
                <a:solidFill>
                  <a:srgbClr val="263D4D"/>
                </a:solidFill>
                <a:latin typeface="Yu Gothic"/>
                <a:ea typeface="Yu Gothic"/>
                <a:cs typeface="Yu Gothic"/>
              </a:defRPr>
            </a:lvl6pPr>
            <a:lvl7pPr>
              <a:buNone/>
              <a:defRPr sz="2100" b="0">
                <a:solidFill>
                  <a:srgbClr val="263D4D"/>
                </a:solidFill>
                <a:latin typeface="Yu Gothic"/>
                <a:ea typeface="Yu Gothic"/>
                <a:cs typeface="Yu Gothic"/>
              </a:defRPr>
            </a:lvl7pPr>
            <a:lvl8pPr>
              <a:buNone/>
              <a:defRPr sz="2100" b="0">
                <a:solidFill>
                  <a:srgbClr val="263D4D"/>
                </a:solidFill>
                <a:latin typeface="Yu Gothic"/>
                <a:ea typeface="Yu Gothic"/>
                <a:cs typeface="Yu Gothic"/>
              </a:defRPr>
            </a:lvl8pPr>
            <a:lvl9pPr>
              <a:buNone/>
              <a:defRPr sz="2100" b="0">
                <a:solidFill>
                  <a:srgbClr val="263D4D"/>
                </a:solidFill>
                <a:latin typeface="Yu Gothic"/>
                <a:ea typeface="Yu Gothic"/>
                <a:cs typeface="Yu Gothic"/>
              </a:defRPr>
            </a:lvl9pPr>
          </a:lstStyle>
          <a:p xmlns:a="http://schemas.openxmlformats.org/drawingml/2006/main">
            <a:pPr>
              <a:buNone/>
              <a:defRPr sz="2100" b="0">
                <a:solidFill>
                  <a:srgbClr val="263D4D"/>
                </a:solidFill>
                <a:latin typeface="Yu Gothic"/>
                <a:ea typeface="Yu Gothic"/>
                <a:cs typeface="Yu Gothic"/>
              </a:defRPr>
            </a:pPr>
            <a:r>
              <a:rPr sz="2100" b="0">
                <a:solidFill>
                  <a:srgbClr val="263D4D"/>
                </a:solidFill>
                <a:latin typeface="Yu Gothic"/>
                <a:ea typeface="Yu Gothic"/>
                <a:cs typeface="Yu Gothic"/>
              </a:rPr>
              <a:t>改善した量と、悪化・未確認の量を一緒に記録する</a:t>
            </a:r>
          </a:p>
        </p:txBody>
      </p:sp>
      <p:sp>
        <p:nvSpPr>
          <p:cNvPr id="8" name="正方形/長方形 7">
            <a:extLst xmlns:a="http://schemas.openxmlformats.org/drawingml/2006/main">
              <a:ext uri="{FF2B5EF4-FFF2-40B4-BE49-F238E27FC236}">
                <a16:creationId xmlns:a16="http://schemas.microsoft.com/office/drawing/2014/main" id="{D463A6C1-B2A3-406B-AA8F-4AE0F546EF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0" y="6353175"/>
            <a:ext cx="1047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>
              <a:defRPr sz="1425" b="0">
                <a:solidFill>
                  <a:srgbClr val="71818B"/>
                </a:solidFill>
                <a:latin typeface="Yu Gothic"/>
                <a:ea typeface="Yu Gothic"/>
                <a:cs typeface="Yu Gothic"/>
              </a:defRPr>
            </a:defPPr>
            <a:lvl1pPr>
              <a:buNone/>
              <a:defRPr sz="1425" b="0">
                <a:solidFill>
                  <a:srgbClr val="71818B"/>
                </a:solidFill>
                <a:latin typeface="Yu Gothic"/>
                <a:ea typeface="Yu Gothic"/>
                <a:cs typeface="Yu Gothic"/>
              </a:defRPr>
            </a:lvl1pPr>
            <a:lvl2pPr>
              <a:buNone/>
              <a:defRPr sz="1425" b="0">
                <a:solidFill>
                  <a:srgbClr val="71818B"/>
                </a:solidFill>
                <a:latin typeface="Yu Gothic"/>
                <a:ea typeface="Yu Gothic"/>
                <a:cs typeface="Yu Gothic"/>
              </a:defRPr>
            </a:lvl2pPr>
            <a:lvl3pPr>
              <a:buNone/>
              <a:defRPr sz="1425" b="0">
                <a:solidFill>
                  <a:srgbClr val="71818B"/>
                </a:solidFill>
                <a:latin typeface="Yu Gothic"/>
                <a:ea typeface="Yu Gothic"/>
                <a:cs typeface="Yu Gothic"/>
              </a:defRPr>
            </a:lvl3pPr>
            <a:lvl4pPr>
              <a:buNone/>
              <a:defRPr sz="1425" b="0">
                <a:solidFill>
                  <a:srgbClr val="71818B"/>
                </a:solidFill>
                <a:latin typeface="Yu Gothic"/>
                <a:ea typeface="Yu Gothic"/>
                <a:cs typeface="Yu Gothic"/>
              </a:defRPr>
            </a:lvl4pPr>
            <a:lvl5pPr>
              <a:buNone/>
              <a:defRPr sz="1425" b="0">
                <a:solidFill>
                  <a:srgbClr val="71818B"/>
                </a:solidFill>
                <a:latin typeface="Yu Gothic"/>
                <a:ea typeface="Yu Gothic"/>
                <a:cs typeface="Yu Gothic"/>
              </a:defRPr>
            </a:lvl5pPr>
            <a:lvl6pPr>
              <a:buNone/>
              <a:defRPr sz="1425" b="0">
                <a:solidFill>
                  <a:srgbClr val="71818B"/>
                </a:solidFill>
                <a:latin typeface="Yu Gothic"/>
                <a:ea typeface="Yu Gothic"/>
                <a:cs typeface="Yu Gothic"/>
              </a:defRPr>
            </a:lvl6pPr>
            <a:lvl7pPr>
              <a:buNone/>
              <a:defRPr sz="1425" b="0">
                <a:solidFill>
                  <a:srgbClr val="71818B"/>
                </a:solidFill>
                <a:latin typeface="Yu Gothic"/>
                <a:ea typeface="Yu Gothic"/>
                <a:cs typeface="Yu Gothic"/>
              </a:defRPr>
            </a:lvl7pPr>
            <a:lvl8pPr>
              <a:buNone/>
              <a:defRPr sz="1425" b="0">
                <a:solidFill>
                  <a:srgbClr val="71818B"/>
                </a:solidFill>
                <a:latin typeface="Yu Gothic"/>
                <a:ea typeface="Yu Gothic"/>
                <a:cs typeface="Yu Gothic"/>
              </a:defRPr>
            </a:lvl8pPr>
            <a:lvl9pPr>
              <a:buNone/>
              <a:defRPr sz="1425" b="0">
                <a:solidFill>
                  <a:srgbClr val="71818B"/>
                </a:solidFill>
                <a:latin typeface="Yu Gothic"/>
                <a:ea typeface="Yu Gothic"/>
                <a:cs typeface="Yu Gothic"/>
              </a:defRPr>
            </a:lvl9pPr>
          </a:lstStyle>
          <a:p xmlns:a="http://schemas.openxmlformats.org/drawingml/2006/main">
            <a:pPr>
              <a:buNone/>
              <a:defRPr sz="1425" b="0">
                <a:solidFill>
                  <a:srgbClr val="71818B"/>
                </a:solidFill>
                <a:latin typeface="Yu Gothic"/>
                <a:ea typeface="Yu Gothic"/>
                <a:cs typeface="Yu Gothic"/>
              </a:defRPr>
            </a:pPr>
            <a:r>
              <a:rPr sz="1425" b="0">
                <a:solidFill>
                  <a:srgbClr val="71818B"/>
                </a:solidFill>
                <a:latin typeface="Yu Gothic"/>
                <a:ea typeface="Yu Gothic"/>
                <a:cs typeface="Yu Gothic"/>
              </a:rPr>
              <a:t>15 / 41</a:t>
            </a:r>
            <a:endParaRPr sz="1425" b="0">
              <a:solidFill>
                <a:srgbClr val="71818B"/>
              </a:solidFill>
              <a:latin typeface="Yu Gothic"/>
              <a:ea typeface="Yu Gothic"/>
              <a:cs typeface="Yu Gothic"/>
            </a:endParaRP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A1EC780-CAF2-4E79-99C8-4EE7EA6BCB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334125"/>
            <a:ext cx="96202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>
              <a:defRPr sz="1425" b="0">
                <a:solidFill>
                  <a:srgbClr val="193B59"/>
                </a:solidFill>
                <a:latin typeface="Yu Gothic"/>
                <a:ea typeface="Yu Gothic"/>
                <a:cs typeface="Yu Gothic"/>
              </a:defRPr>
            </a:defPPr>
            <a:lvl1pPr>
              <a:defRPr sz="1425" b="0">
                <a:solidFill>
                  <a:srgbClr val="193B59"/>
                </a:solidFill>
                <a:latin typeface="Yu Gothic"/>
                <a:ea typeface="Yu Gothic"/>
                <a:cs typeface="Yu Gothic"/>
              </a:defRPr>
            </a:lvl1pPr>
            <a:lvl2pPr>
              <a:defRPr sz="1425" b="0">
                <a:solidFill>
                  <a:srgbClr val="193B59"/>
                </a:solidFill>
                <a:latin typeface="Yu Gothic"/>
                <a:ea typeface="Yu Gothic"/>
                <a:cs typeface="Yu Gothic"/>
              </a:defRPr>
            </a:lvl2pPr>
            <a:lvl3pPr>
              <a:defRPr sz="1425" b="0">
                <a:solidFill>
                  <a:srgbClr val="193B59"/>
                </a:solidFill>
                <a:latin typeface="Yu Gothic"/>
                <a:ea typeface="Yu Gothic"/>
                <a:cs typeface="Yu Gothic"/>
              </a:defRPr>
            </a:lvl3pPr>
            <a:lvl4pPr>
              <a:defRPr sz="1425" b="0">
                <a:solidFill>
                  <a:srgbClr val="193B59"/>
                </a:solidFill>
                <a:latin typeface="Yu Gothic"/>
                <a:ea typeface="Yu Gothic"/>
                <a:cs typeface="Yu Gothic"/>
              </a:defRPr>
            </a:lvl4pPr>
            <a:lvl5pPr>
              <a:defRPr sz="1425" b="0">
                <a:solidFill>
                  <a:srgbClr val="193B59"/>
                </a:solidFill>
                <a:latin typeface="Yu Gothic"/>
                <a:ea typeface="Yu Gothic"/>
                <a:cs typeface="Yu Gothic"/>
              </a:defRPr>
            </a:lvl5pPr>
            <a:lvl6pPr>
              <a:defRPr sz="1425" b="0">
                <a:solidFill>
                  <a:srgbClr val="193B59"/>
                </a:solidFill>
                <a:latin typeface="Yu Gothic"/>
                <a:ea typeface="Yu Gothic"/>
                <a:cs typeface="Yu Gothic"/>
              </a:defRPr>
            </a:lvl6pPr>
            <a:lvl7pPr>
              <a:defRPr sz="1425" b="0">
                <a:solidFill>
                  <a:srgbClr val="193B59"/>
                </a:solidFill>
                <a:latin typeface="Yu Gothic"/>
                <a:ea typeface="Yu Gothic"/>
                <a:cs typeface="Yu Gothic"/>
              </a:defRPr>
            </a:lvl7pPr>
            <a:lvl8pPr>
              <a:defRPr sz="1425" b="0">
                <a:solidFill>
                  <a:srgbClr val="193B59"/>
                </a:solidFill>
                <a:latin typeface="Yu Gothic"/>
                <a:ea typeface="Yu Gothic"/>
                <a:cs typeface="Yu Gothic"/>
              </a:defRPr>
            </a:lvl8pPr>
            <a:lvl9pPr>
              <a:defRPr sz="1425" b="0">
                <a:solidFill>
                  <a:srgbClr val="193B59"/>
                </a:solidFill>
                <a:latin typeface="Yu Gothic"/>
                <a:ea typeface="Yu Gothic"/>
                <a:cs typeface="Yu Gothic"/>
              </a:defRPr>
            </a:lvl9pPr>
          </a:lstStyle>
          <a:p xmlns:a="http://schemas.openxmlformats.org/drawingml/2006/main">
            <a:pPr>
              <a:defRPr sz="1425" b="0">
                <a:solidFill>
                  <a:srgbClr val="193B59"/>
                </a:solidFill>
                <a:latin typeface="Yu Gothic"/>
                <a:ea typeface="Yu Gothic"/>
                <a:cs typeface="Yu Gothic"/>
              </a:defRPr>
            </a:pPr>
            <a:r>
              <a:rPr sz="1425" b="0">
                <a:solidFill>
                  <a:srgbClr val="193B59"/>
                </a:solidFill>
                <a:latin typeface="Yu Gothic"/>
                <a:ea typeface="Yu Gothic"/>
                <a:cs typeface="Yu Gothic"/>
              </a:rPr>
              <a:t>σ：垂直応力　δ：たわみ</a:t>
            </a:r>
          </a:p>
        </p:txBody>
      </p:sp>
    </p:spTree>
    <p:extLst>
      <p:ext uri="{BB962C8B-B14F-4D97-AF65-F5344CB8AC3E}">
        <p14:creationId xmlns:p14="http://schemas.microsoft.com/office/powerpoint/2010/main" val="2683956485"/>
      </p:ext>
    </p:extLst>
  </p:cSld>
</p:sld>
</file>

<file path=ppt/slides/slide1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正方形/長方形 8">
            <a:extLst xmlns:a="http://schemas.openxmlformats.org/drawingml/2006/main">
              <a:ext uri="{FF2B5EF4-FFF2-40B4-BE49-F238E27FC236}">
                <a16:creationId xmlns:a16="http://schemas.microsoft.com/office/drawing/2014/main" id="{7C7CD47C-FCD2-40CF-AC9E-56114AE3CC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81000"/>
            <a:ext cx="108585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>
              <a:defRPr sz="3000" b="1">
                <a:solidFill>
                  <a:srgbClr val="193B59"/>
                </a:solidFill>
                <a:latin typeface="Yu Gothic"/>
                <a:ea typeface="Yu Gothic"/>
                <a:cs typeface="Yu Gothic"/>
              </a:defRPr>
            </a:defPPr>
            <a:lvl1pPr>
              <a:buNone/>
              <a:defRPr sz="3000" b="1">
                <a:solidFill>
                  <a:srgbClr val="193B59"/>
                </a:solidFill>
                <a:latin typeface="Yu Gothic"/>
                <a:ea typeface="Yu Gothic"/>
                <a:cs typeface="Yu Gothic"/>
              </a:defRPr>
            </a:lvl1pPr>
            <a:lvl2pPr>
              <a:buNone/>
              <a:defRPr sz="3000" b="1">
                <a:solidFill>
                  <a:srgbClr val="193B59"/>
                </a:solidFill>
                <a:latin typeface="Yu Gothic"/>
                <a:ea typeface="Yu Gothic"/>
                <a:cs typeface="Yu Gothic"/>
              </a:defRPr>
            </a:lvl2pPr>
            <a:lvl3pPr>
              <a:buNone/>
              <a:defRPr sz="3000" b="1">
                <a:solidFill>
                  <a:srgbClr val="193B59"/>
                </a:solidFill>
                <a:latin typeface="Yu Gothic"/>
                <a:ea typeface="Yu Gothic"/>
                <a:cs typeface="Yu Gothic"/>
              </a:defRPr>
            </a:lvl3pPr>
            <a:lvl4pPr>
              <a:buNone/>
              <a:defRPr sz="3000" b="1">
                <a:solidFill>
                  <a:srgbClr val="193B59"/>
                </a:solidFill>
                <a:latin typeface="Yu Gothic"/>
                <a:ea typeface="Yu Gothic"/>
                <a:cs typeface="Yu Gothic"/>
              </a:defRPr>
            </a:lvl4pPr>
            <a:lvl5pPr>
              <a:buNone/>
              <a:defRPr sz="3000" b="1">
                <a:solidFill>
                  <a:srgbClr val="193B59"/>
                </a:solidFill>
                <a:latin typeface="Yu Gothic"/>
                <a:ea typeface="Yu Gothic"/>
                <a:cs typeface="Yu Gothic"/>
              </a:defRPr>
            </a:lvl5pPr>
            <a:lvl6pPr>
              <a:buNone/>
              <a:defRPr sz="3000" b="1">
                <a:solidFill>
                  <a:srgbClr val="193B59"/>
                </a:solidFill>
                <a:latin typeface="Yu Gothic"/>
                <a:ea typeface="Yu Gothic"/>
                <a:cs typeface="Yu Gothic"/>
              </a:defRPr>
            </a:lvl6pPr>
            <a:lvl7pPr>
              <a:buNone/>
              <a:defRPr sz="3000" b="1">
                <a:solidFill>
                  <a:srgbClr val="193B59"/>
                </a:solidFill>
                <a:latin typeface="Yu Gothic"/>
                <a:ea typeface="Yu Gothic"/>
                <a:cs typeface="Yu Gothic"/>
              </a:defRPr>
            </a:lvl7pPr>
            <a:lvl8pPr>
              <a:buNone/>
              <a:defRPr sz="3000" b="1">
                <a:solidFill>
                  <a:srgbClr val="193B59"/>
                </a:solidFill>
                <a:latin typeface="Yu Gothic"/>
                <a:ea typeface="Yu Gothic"/>
                <a:cs typeface="Yu Gothic"/>
              </a:defRPr>
            </a:lvl8pPr>
            <a:lvl9pPr>
              <a:buNone/>
              <a:defRPr sz="3000" b="1">
                <a:solidFill>
                  <a:srgbClr val="193B59"/>
                </a:solidFill>
                <a:latin typeface="Yu Gothic"/>
                <a:ea typeface="Yu Gothic"/>
                <a:cs typeface="Yu Gothic"/>
              </a:defRPr>
            </a:lvl9pPr>
          </a:lstStyle>
          <a:p xmlns:a="http://schemas.openxmlformats.org/drawingml/2006/main">
            <a:pPr>
              <a:buNone/>
              <a:defRPr sz="3000" b="1">
                <a:solidFill>
                  <a:srgbClr val="193B59"/>
                </a:solidFill>
                <a:latin typeface="Yu Gothic"/>
                <a:ea typeface="Yu Gothic"/>
                <a:cs typeface="Yu Gothic"/>
              </a:defRPr>
            </a:pPr>
            <a:r>
              <a:rPr sz="3000" b="1">
                <a:solidFill>
                  <a:srgbClr val="193B59"/>
                </a:solidFill>
                <a:latin typeface="Yu Gothic"/>
                <a:ea typeface="Yu Gothic"/>
                <a:cs typeface="Yu Gothic"/>
              </a:rPr>
              <a:t>同じ二条件でも、使い方で選ぶ</a:t>
            </a:r>
          </a:p>
        </p:txBody>
      </p:sp>
      <p:sp>
        <p:nvSpPr>
          <p:cNvPr id="2" name="直線コネクタ 1">
            <a:extLst xmlns:a="http://schemas.openxmlformats.org/drawingml/2006/main">
              <a:ext uri="{FF2B5EF4-FFF2-40B4-BE49-F238E27FC236}">
                <a16:creationId xmlns:a16="http://schemas.microsoft.com/office/drawing/2014/main" id="{E6057B30-1F67-457D-99DB-11683D2203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323975"/>
            <a:ext cx="10820400" cy="0"/>
          </a:xfrm>
          <a:prstGeom xmlns:a="http://schemas.openxmlformats.org/drawingml/2006/main" prst="line">
            <a:avLst/>
          </a:prstGeom>
          <a:ln xmlns:a="http://schemas.openxmlformats.org/drawingml/2006/main" w="19050">
            <a:solidFill>
              <a:srgbClr val="D8E1E7"/>
            </a:solidFill>
          </a:ln>
        </p:spPr>
      </p:sp>
      <p:sp>
        <p:nvSpPr>
          <p:cNvPr id="3" name="正方形/長方形 2">
            <a:extLst xmlns:a="http://schemas.openxmlformats.org/drawingml/2006/main">
              <a:ext uri="{FF2B5EF4-FFF2-40B4-BE49-F238E27FC236}">
                <a16:creationId xmlns:a16="http://schemas.microsoft.com/office/drawing/2014/main" id="{57A34F7D-5BCA-4B92-B017-0B3CFF6DCE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1666875"/>
            <a:ext cx="10572750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>
              <a:defRPr sz="2250" b="1">
                <a:solidFill>
                  <a:srgbClr val="263D4D"/>
                </a:solidFill>
                <a:latin typeface="Yu Gothic"/>
                <a:ea typeface="Yu Gothic"/>
                <a:cs typeface="Yu Gothic"/>
              </a:defRPr>
            </a:defPPr>
            <a:lvl1pPr>
              <a:buNone/>
              <a:defRPr sz="2250" b="1">
                <a:solidFill>
                  <a:srgbClr val="263D4D"/>
                </a:solidFill>
                <a:latin typeface="Yu Gothic"/>
                <a:ea typeface="Yu Gothic"/>
                <a:cs typeface="Yu Gothic"/>
              </a:defRPr>
            </a:lvl1pPr>
            <a:lvl2pPr>
              <a:buNone/>
              <a:defRPr sz="2250" b="1">
                <a:solidFill>
                  <a:srgbClr val="263D4D"/>
                </a:solidFill>
                <a:latin typeface="Yu Gothic"/>
                <a:ea typeface="Yu Gothic"/>
                <a:cs typeface="Yu Gothic"/>
              </a:defRPr>
            </a:lvl2pPr>
            <a:lvl3pPr>
              <a:buNone/>
              <a:defRPr sz="2250" b="1">
                <a:solidFill>
                  <a:srgbClr val="263D4D"/>
                </a:solidFill>
                <a:latin typeface="Yu Gothic"/>
                <a:ea typeface="Yu Gothic"/>
                <a:cs typeface="Yu Gothic"/>
              </a:defRPr>
            </a:lvl3pPr>
            <a:lvl4pPr>
              <a:buNone/>
              <a:defRPr sz="2250" b="1">
                <a:solidFill>
                  <a:srgbClr val="263D4D"/>
                </a:solidFill>
                <a:latin typeface="Yu Gothic"/>
                <a:ea typeface="Yu Gothic"/>
                <a:cs typeface="Yu Gothic"/>
              </a:defRPr>
            </a:lvl4pPr>
            <a:lvl5pPr>
              <a:buNone/>
              <a:defRPr sz="2250" b="1">
                <a:solidFill>
                  <a:srgbClr val="263D4D"/>
                </a:solidFill>
                <a:latin typeface="Yu Gothic"/>
                <a:ea typeface="Yu Gothic"/>
                <a:cs typeface="Yu Gothic"/>
              </a:defRPr>
            </a:lvl5pPr>
            <a:lvl6pPr>
              <a:buNone/>
              <a:defRPr sz="2250" b="1">
                <a:solidFill>
                  <a:srgbClr val="263D4D"/>
                </a:solidFill>
                <a:latin typeface="Yu Gothic"/>
                <a:ea typeface="Yu Gothic"/>
                <a:cs typeface="Yu Gothic"/>
              </a:defRPr>
            </a:lvl6pPr>
            <a:lvl7pPr>
              <a:buNone/>
              <a:defRPr sz="2250" b="1">
                <a:solidFill>
                  <a:srgbClr val="263D4D"/>
                </a:solidFill>
                <a:latin typeface="Yu Gothic"/>
                <a:ea typeface="Yu Gothic"/>
                <a:cs typeface="Yu Gothic"/>
              </a:defRPr>
            </a:lvl7pPr>
            <a:lvl8pPr>
              <a:buNone/>
              <a:defRPr sz="2250" b="1">
                <a:solidFill>
                  <a:srgbClr val="263D4D"/>
                </a:solidFill>
                <a:latin typeface="Yu Gothic"/>
                <a:ea typeface="Yu Gothic"/>
                <a:cs typeface="Yu Gothic"/>
              </a:defRPr>
            </a:lvl8pPr>
            <a:lvl9pPr>
              <a:buNone/>
              <a:defRPr sz="2250" b="1">
                <a:solidFill>
                  <a:srgbClr val="263D4D"/>
                </a:solidFill>
                <a:latin typeface="Yu Gothic"/>
                <a:ea typeface="Yu Gothic"/>
                <a:cs typeface="Yu Gothic"/>
              </a:defRPr>
            </a:lvl9pPr>
          </a:lstStyle>
          <a:p xmlns:a="http://schemas.openxmlformats.org/drawingml/2006/main">
            <a:pPr>
              <a:buNone/>
              <a:defRPr sz="2250" b="1">
                <a:solidFill>
                  <a:srgbClr val="263D4D"/>
                </a:solidFill>
                <a:latin typeface="Yu Gothic"/>
                <a:ea typeface="Yu Gothic"/>
                <a:cs typeface="Yu Gothic"/>
              </a:defRPr>
            </a:pPr>
            <a:r>
              <a:rPr sz="2250" b="1">
                <a:solidFill>
                  <a:srgbClr val="263D4D"/>
                </a:solidFill>
                <a:latin typeface="Yu Gothic"/>
                <a:ea typeface="Yu Gothic"/>
                <a:cs typeface="Yu Gothic"/>
              </a:rPr>
              <a:t>薄さを求める、触れた感触を重視する、加工を急ぐ</a:t>
            </a:r>
          </a:p>
        </p:txBody>
      </p:sp>
      <p:sp>
        <p:nvSpPr>
          <p:cNvPr id="4" name="正方形/長方形 3">
            <a:extLst xmlns:a="http://schemas.openxmlformats.org/drawingml/2006/main">
              <a:ext uri="{FF2B5EF4-FFF2-40B4-BE49-F238E27FC236}">
                <a16:creationId xmlns:a16="http://schemas.microsoft.com/office/drawing/2014/main" id="{8FFDF7D9-1546-4D87-BBBC-A18F054CF3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2619375"/>
            <a:ext cx="10572750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>
              <a:defRPr sz="2250" b="0">
                <a:solidFill>
                  <a:srgbClr val="263D4D"/>
                </a:solidFill>
                <a:latin typeface="Yu Gothic"/>
                <a:ea typeface="Yu Gothic"/>
                <a:cs typeface="Yu Gothic"/>
              </a:defRPr>
            </a:defPPr>
            <a:lvl1pPr>
              <a:buNone/>
              <a:defRPr sz="2250" b="0">
                <a:solidFill>
                  <a:srgbClr val="263D4D"/>
                </a:solidFill>
                <a:latin typeface="Yu Gothic"/>
                <a:ea typeface="Yu Gothic"/>
                <a:cs typeface="Yu Gothic"/>
              </a:defRPr>
            </a:lvl1pPr>
            <a:lvl2pPr>
              <a:buNone/>
              <a:defRPr sz="2250" b="0">
                <a:solidFill>
                  <a:srgbClr val="263D4D"/>
                </a:solidFill>
                <a:latin typeface="Yu Gothic"/>
                <a:ea typeface="Yu Gothic"/>
                <a:cs typeface="Yu Gothic"/>
              </a:defRPr>
            </a:lvl2pPr>
            <a:lvl3pPr>
              <a:buNone/>
              <a:defRPr sz="2250" b="0">
                <a:solidFill>
                  <a:srgbClr val="263D4D"/>
                </a:solidFill>
                <a:latin typeface="Yu Gothic"/>
                <a:ea typeface="Yu Gothic"/>
                <a:cs typeface="Yu Gothic"/>
              </a:defRPr>
            </a:lvl3pPr>
            <a:lvl4pPr>
              <a:buNone/>
              <a:defRPr sz="2250" b="0">
                <a:solidFill>
                  <a:srgbClr val="263D4D"/>
                </a:solidFill>
                <a:latin typeface="Yu Gothic"/>
                <a:ea typeface="Yu Gothic"/>
                <a:cs typeface="Yu Gothic"/>
              </a:defRPr>
            </a:lvl4pPr>
            <a:lvl5pPr>
              <a:buNone/>
              <a:defRPr sz="2250" b="0">
                <a:solidFill>
                  <a:srgbClr val="263D4D"/>
                </a:solidFill>
                <a:latin typeface="Yu Gothic"/>
                <a:ea typeface="Yu Gothic"/>
                <a:cs typeface="Yu Gothic"/>
              </a:defRPr>
            </a:lvl5pPr>
            <a:lvl6pPr>
              <a:buNone/>
              <a:defRPr sz="2250" b="0">
                <a:solidFill>
                  <a:srgbClr val="263D4D"/>
                </a:solidFill>
                <a:latin typeface="Yu Gothic"/>
                <a:ea typeface="Yu Gothic"/>
                <a:cs typeface="Yu Gothic"/>
              </a:defRPr>
            </a:lvl6pPr>
            <a:lvl7pPr>
              <a:buNone/>
              <a:defRPr sz="2250" b="0">
                <a:solidFill>
                  <a:srgbClr val="263D4D"/>
                </a:solidFill>
                <a:latin typeface="Yu Gothic"/>
                <a:ea typeface="Yu Gothic"/>
                <a:cs typeface="Yu Gothic"/>
              </a:defRPr>
            </a:lvl7pPr>
            <a:lvl8pPr>
              <a:buNone/>
              <a:defRPr sz="2250" b="0">
                <a:solidFill>
                  <a:srgbClr val="263D4D"/>
                </a:solidFill>
                <a:latin typeface="Yu Gothic"/>
                <a:ea typeface="Yu Gothic"/>
                <a:cs typeface="Yu Gothic"/>
              </a:defRPr>
            </a:lvl8pPr>
            <a:lvl9pPr>
              <a:buNone/>
              <a:defRPr sz="2250" b="0">
                <a:solidFill>
                  <a:srgbClr val="263D4D"/>
                </a:solidFill>
                <a:latin typeface="Yu Gothic"/>
                <a:ea typeface="Yu Gothic"/>
                <a:cs typeface="Yu Gothic"/>
              </a:defRPr>
            </a:lvl9pPr>
          </a:lstStyle>
          <a:p xmlns:a="http://schemas.openxmlformats.org/drawingml/2006/main">
            <a:pPr>
              <a:buNone/>
              <a:defRPr sz="2250" b="0">
                <a:solidFill>
                  <a:srgbClr val="263D4D"/>
                </a:solidFill>
                <a:latin typeface="Yu Gothic"/>
                <a:ea typeface="Yu Gothic"/>
                <a:cs typeface="Yu Gothic"/>
              </a:defRPr>
            </a:pPr>
            <a:r>
              <a:rPr sz="2250" b="0">
                <a:solidFill>
                  <a:srgbClr val="263D4D"/>
                </a:solidFill>
                <a:latin typeface="Yu Gothic"/>
                <a:ea typeface="Yu Gothic"/>
                <a:cs typeface="Yu Gothic"/>
              </a:rPr>
              <a:t>道具や技能、接合の方法によって作りやすさが変わる</a:t>
            </a:r>
          </a:p>
        </p:txBody>
      </p:sp>
      <p:sp>
        <p:nvSpPr>
          <p:cNvPr id="5" name="正方形/長方形 4">
            <a:extLst xmlns:a="http://schemas.openxmlformats.org/drawingml/2006/main">
              <a:ext uri="{FF2B5EF4-FFF2-40B4-BE49-F238E27FC236}">
                <a16:creationId xmlns:a16="http://schemas.microsoft.com/office/drawing/2014/main" id="{298D3E7D-DC32-4280-A450-D4BA154CA5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3571875"/>
            <a:ext cx="10572750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>
              <a:defRPr sz="2250" b="0">
                <a:solidFill>
                  <a:srgbClr val="263D4D"/>
                </a:solidFill>
                <a:latin typeface="Yu Gothic"/>
                <a:ea typeface="Yu Gothic"/>
                <a:cs typeface="Yu Gothic"/>
              </a:defRPr>
            </a:defPPr>
            <a:lvl1pPr>
              <a:buNone/>
              <a:defRPr sz="2250" b="0">
                <a:solidFill>
                  <a:srgbClr val="263D4D"/>
                </a:solidFill>
                <a:latin typeface="Yu Gothic"/>
                <a:ea typeface="Yu Gothic"/>
                <a:cs typeface="Yu Gothic"/>
              </a:defRPr>
            </a:lvl1pPr>
            <a:lvl2pPr>
              <a:buNone/>
              <a:defRPr sz="2250" b="0">
                <a:solidFill>
                  <a:srgbClr val="263D4D"/>
                </a:solidFill>
                <a:latin typeface="Yu Gothic"/>
                <a:ea typeface="Yu Gothic"/>
                <a:cs typeface="Yu Gothic"/>
              </a:defRPr>
            </a:lvl2pPr>
            <a:lvl3pPr>
              <a:buNone/>
              <a:defRPr sz="2250" b="0">
                <a:solidFill>
                  <a:srgbClr val="263D4D"/>
                </a:solidFill>
                <a:latin typeface="Yu Gothic"/>
                <a:ea typeface="Yu Gothic"/>
                <a:cs typeface="Yu Gothic"/>
              </a:defRPr>
            </a:lvl3pPr>
            <a:lvl4pPr>
              <a:buNone/>
              <a:defRPr sz="2250" b="0">
                <a:solidFill>
                  <a:srgbClr val="263D4D"/>
                </a:solidFill>
                <a:latin typeface="Yu Gothic"/>
                <a:ea typeface="Yu Gothic"/>
                <a:cs typeface="Yu Gothic"/>
              </a:defRPr>
            </a:lvl4pPr>
            <a:lvl5pPr>
              <a:buNone/>
              <a:defRPr sz="2250" b="0">
                <a:solidFill>
                  <a:srgbClr val="263D4D"/>
                </a:solidFill>
                <a:latin typeface="Yu Gothic"/>
                <a:ea typeface="Yu Gothic"/>
                <a:cs typeface="Yu Gothic"/>
              </a:defRPr>
            </a:lvl5pPr>
            <a:lvl6pPr>
              <a:buNone/>
              <a:defRPr sz="2250" b="0">
                <a:solidFill>
                  <a:srgbClr val="263D4D"/>
                </a:solidFill>
                <a:latin typeface="Yu Gothic"/>
                <a:ea typeface="Yu Gothic"/>
                <a:cs typeface="Yu Gothic"/>
              </a:defRPr>
            </a:lvl6pPr>
            <a:lvl7pPr>
              <a:buNone/>
              <a:defRPr sz="2250" b="0">
                <a:solidFill>
                  <a:srgbClr val="263D4D"/>
                </a:solidFill>
                <a:latin typeface="Yu Gothic"/>
                <a:ea typeface="Yu Gothic"/>
                <a:cs typeface="Yu Gothic"/>
              </a:defRPr>
            </a:lvl7pPr>
            <a:lvl8pPr>
              <a:buNone/>
              <a:defRPr sz="2250" b="0">
                <a:solidFill>
                  <a:srgbClr val="263D4D"/>
                </a:solidFill>
                <a:latin typeface="Yu Gothic"/>
                <a:ea typeface="Yu Gothic"/>
                <a:cs typeface="Yu Gothic"/>
              </a:defRPr>
            </a:lvl8pPr>
            <a:lvl9pPr>
              <a:buNone/>
              <a:defRPr sz="2250" b="0">
                <a:solidFill>
                  <a:srgbClr val="263D4D"/>
                </a:solidFill>
                <a:latin typeface="Yu Gothic"/>
                <a:ea typeface="Yu Gothic"/>
                <a:cs typeface="Yu Gothic"/>
              </a:defRPr>
            </a:lvl9pPr>
          </a:lstStyle>
          <a:p xmlns:a="http://schemas.openxmlformats.org/drawingml/2006/main">
            <a:pPr>
              <a:buNone/>
              <a:defRPr sz="2250" b="0">
                <a:solidFill>
                  <a:srgbClr val="263D4D"/>
                </a:solidFill>
                <a:latin typeface="Yu Gothic"/>
                <a:ea typeface="Yu Gothic"/>
                <a:cs typeface="Yu Gothic"/>
              </a:defRPr>
            </a:pPr>
            <a:r>
              <a:rPr sz="2250" b="0">
                <a:solidFill>
                  <a:srgbClr val="263D4D"/>
                </a:solidFill>
                <a:latin typeface="Yu Gothic"/>
                <a:ea typeface="Yu Gothic"/>
                <a:cs typeface="Yu Gothic"/>
              </a:rPr>
              <a:t>樹脂は温度・時間、木材は方向・水分を加えて考える</a:t>
            </a:r>
          </a:p>
        </p:txBody>
      </p:sp>
      <p:sp>
        <p:nvSpPr>
          <p:cNvPr id="6" name="正方形/長方形 5">
            <a:extLst xmlns:a="http://schemas.openxmlformats.org/drawingml/2006/main">
              <a:ext uri="{FF2B5EF4-FFF2-40B4-BE49-F238E27FC236}">
                <a16:creationId xmlns:a16="http://schemas.microsoft.com/office/drawing/2014/main" id="{56A4A96A-9F73-4635-9DF5-4E1EC7EF30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4524375"/>
            <a:ext cx="10572750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>
              <a:defRPr sz="2250" b="0">
                <a:solidFill>
                  <a:srgbClr val="263D4D"/>
                </a:solidFill>
                <a:latin typeface="Yu Gothic"/>
                <a:ea typeface="Yu Gothic"/>
                <a:cs typeface="Yu Gothic"/>
              </a:defRPr>
            </a:defPPr>
            <a:lvl1pPr>
              <a:buNone/>
              <a:defRPr sz="2250" b="0">
                <a:solidFill>
                  <a:srgbClr val="263D4D"/>
                </a:solidFill>
                <a:latin typeface="Yu Gothic"/>
                <a:ea typeface="Yu Gothic"/>
                <a:cs typeface="Yu Gothic"/>
              </a:defRPr>
            </a:lvl1pPr>
            <a:lvl2pPr>
              <a:buNone/>
              <a:defRPr sz="2250" b="0">
                <a:solidFill>
                  <a:srgbClr val="263D4D"/>
                </a:solidFill>
                <a:latin typeface="Yu Gothic"/>
                <a:ea typeface="Yu Gothic"/>
                <a:cs typeface="Yu Gothic"/>
              </a:defRPr>
            </a:lvl2pPr>
            <a:lvl3pPr>
              <a:buNone/>
              <a:defRPr sz="2250" b="0">
                <a:solidFill>
                  <a:srgbClr val="263D4D"/>
                </a:solidFill>
                <a:latin typeface="Yu Gothic"/>
                <a:ea typeface="Yu Gothic"/>
                <a:cs typeface="Yu Gothic"/>
              </a:defRPr>
            </a:lvl3pPr>
            <a:lvl4pPr>
              <a:buNone/>
              <a:defRPr sz="2250" b="0">
                <a:solidFill>
                  <a:srgbClr val="263D4D"/>
                </a:solidFill>
                <a:latin typeface="Yu Gothic"/>
                <a:ea typeface="Yu Gothic"/>
                <a:cs typeface="Yu Gothic"/>
              </a:defRPr>
            </a:lvl4pPr>
            <a:lvl5pPr>
              <a:buNone/>
              <a:defRPr sz="2250" b="0">
                <a:solidFill>
                  <a:srgbClr val="263D4D"/>
                </a:solidFill>
                <a:latin typeface="Yu Gothic"/>
                <a:ea typeface="Yu Gothic"/>
                <a:cs typeface="Yu Gothic"/>
              </a:defRPr>
            </a:lvl5pPr>
            <a:lvl6pPr>
              <a:buNone/>
              <a:defRPr sz="2250" b="0">
                <a:solidFill>
                  <a:srgbClr val="263D4D"/>
                </a:solidFill>
                <a:latin typeface="Yu Gothic"/>
                <a:ea typeface="Yu Gothic"/>
                <a:cs typeface="Yu Gothic"/>
              </a:defRPr>
            </a:lvl6pPr>
            <a:lvl7pPr>
              <a:buNone/>
              <a:defRPr sz="2250" b="0">
                <a:solidFill>
                  <a:srgbClr val="263D4D"/>
                </a:solidFill>
                <a:latin typeface="Yu Gothic"/>
                <a:ea typeface="Yu Gothic"/>
                <a:cs typeface="Yu Gothic"/>
              </a:defRPr>
            </a:lvl7pPr>
            <a:lvl8pPr>
              <a:buNone/>
              <a:defRPr sz="2250" b="0">
                <a:solidFill>
                  <a:srgbClr val="263D4D"/>
                </a:solidFill>
                <a:latin typeface="Yu Gothic"/>
                <a:ea typeface="Yu Gothic"/>
                <a:cs typeface="Yu Gothic"/>
              </a:defRPr>
            </a:lvl8pPr>
            <a:lvl9pPr>
              <a:buNone/>
              <a:defRPr sz="2250" b="0">
                <a:solidFill>
                  <a:srgbClr val="263D4D"/>
                </a:solidFill>
                <a:latin typeface="Yu Gothic"/>
                <a:ea typeface="Yu Gothic"/>
                <a:cs typeface="Yu Gothic"/>
              </a:defRPr>
            </a:lvl9pPr>
          </a:lstStyle>
          <a:p xmlns:a="http://schemas.openxmlformats.org/drawingml/2006/main">
            <a:pPr>
              <a:buNone/>
              <a:defRPr sz="2250" b="0">
                <a:solidFill>
                  <a:srgbClr val="263D4D"/>
                </a:solidFill>
                <a:latin typeface="Yu Gothic"/>
                <a:ea typeface="Yu Gothic"/>
                <a:cs typeface="Yu Gothic"/>
              </a:defRPr>
            </a:pPr>
            <a:r>
              <a:rPr sz="2250" b="0">
                <a:solidFill>
                  <a:srgbClr val="263D4D"/>
                </a:solidFill>
                <a:latin typeface="Yu Gothic"/>
                <a:ea typeface="Yu Gothic"/>
                <a:cs typeface="Yu Gothic"/>
              </a:rPr>
              <a:t>不足する情報は調べ、比較表を更新する</a:t>
            </a:r>
          </a:p>
        </p:txBody>
      </p:sp>
      <p:sp>
        <p:nvSpPr>
          <p:cNvPr id="7" name="正方形/長方形 6">
            <a:extLst xmlns:a="http://schemas.openxmlformats.org/drawingml/2006/main">
              <a:ext uri="{FF2B5EF4-FFF2-40B4-BE49-F238E27FC236}">
                <a16:creationId xmlns:a16="http://schemas.microsoft.com/office/drawing/2014/main" id="{0DF6AF2C-5F9B-4EBA-A7A0-7050924140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353175"/>
            <a:ext cx="8953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>
              <a:defRPr sz="1425" b="0">
                <a:solidFill>
                  <a:srgbClr val="71818B"/>
                </a:solidFill>
                <a:latin typeface="Yu Gothic"/>
                <a:ea typeface="Yu Gothic"/>
                <a:cs typeface="Yu Gothic"/>
              </a:defRPr>
            </a:defPPr>
            <a:lvl1pPr>
              <a:buNone/>
              <a:defRPr sz="1425" b="0">
                <a:solidFill>
                  <a:srgbClr val="71818B"/>
                </a:solidFill>
                <a:latin typeface="Yu Gothic"/>
                <a:ea typeface="Yu Gothic"/>
                <a:cs typeface="Yu Gothic"/>
              </a:defRPr>
            </a:lvl1pPr>
            <a:lvl2pPr>
              <a:buNone/>
              <a:defRPr sz="1425" b="0">
                <a:solidFill>
                  <a:srgbClr val="71818B"/>
                </a:solidFill>
                <a:latin typeface="Yu Gothic"/>
                <a:ea typeface="Yu Gothic"/>
                <a:cs typeface="Yu Gothic"/>
              </a:defRPr>
            </a:lvl2pPr>
            <a:lvl3pPr>
              <a:buNone/>
              <a:defRPr sz="1425" b="0">
                <a:solidFill>
                  <a:srgbClr val="71818B"/>
                </a:solidFill>
                <a:latin typeface="Yu Gothic"/>
                <a:ea typeface="Yu Gothic"/>
                <a:cs typeface="Yu Gothic"/>
              </a:defRPr>
            </a:lvl3pPr>
            <a:lvl4pPr>
              <a:buNone/>
              <a:defRPr sz="1425" b="0">
                <a:solidFill>
                  <a:srgbClr val="71818B"/>
                </a:solidFill>
                <a:latin typeface="Yu Gothic"/>
                <a:ea typeface="Yu Gothic"/>
                <a:cs typeface="Yu Gothic"/>
              </a:defRPr>
            </a:lvl4pPr>
            <a:lvl5pPr>
              <a:buNone/>
              <a:defRPr sz="1425" b="0">
                <a:solidFill>
                  <a:srgbClr val="71818B"/>
                </a:solidFill>
                <a:latin typeface="Yu Gothic"/>
                <a:ea typeface="Yu Gothic"/>
                <a:cs typeface="Yu Gothic"/>
              </a:defRPr>
            </a:lvl5pPr>
            <a:lvl6pPr>
              <a:buNone/>
              <a:defRPr sz="1425" b="0">
                <a:solidFill>
                  <a:srgbClr val="71818B"/>
                </a:solidFill>
                <a:latin typeface="Yu Gothic"/>
                <a:ea typeface="Yu Gothic"/>
                <a:cs typeface="Yu Gothic"/>
              </a:defRPr>
            </a:lvl6pPr>
            <a:lvl7pPr>
              <a:buNone/>
              <a:defRPr sz="1425" b="0">
                <a:solidFill>
                  <a:srgbClr val="71818B"/>
                </a:solidFill>
                <a:latin typeface="Yu Gothic"/>
                <a:ea typeface="Yu Gothic"/>
                <a:cs typeface="Yu Gothic"/>
              </a:defRPr>
            </a:lvl7pPr>
            <a:lvl8pPr>
              <a:buNone/>
              <a:defRPr sz="1425" b="0">
                <a:solidFill>
                  <a:srgbClr val="71818B"/>
                </a:solidFill>
                <a:latin typeface="Yu Gothic"/>
                <a:ea typeface="Yu Gothic"/>
                <a:cs typeface="Yu Gothic"/>
              </a:defRPr>
            </a:lvl8pPr>
            <a:lvl9pPr>
              <a:buNone/>
              <a:defRPr sz="1425" b="0">
                <a:solidFill>
                  <a:srgbClr val="71818B"/>
                </a:solidFill>
                <a:latin typeface="Yu Gothic"/>
                <a:ea typeface="Yu Gothic"/>
                <a:cs typeface="Yu Gothic"/>
              </a:defRPr>
            </a:lvl9pPr>
          </a:lstStyle>
          <a:p xmlns:a="http://schemas.openxmlformats.org/drawingml/2006/main">
            <a:pPr>
              <a:buNone/>
              <a:defRPr sz="1425" b="0">
                <a:solidFill>
                  <a:srgbClr val="71818B"/>
                </a:solidFill>
                <a:latin typeface="Yu Gothic"/>
                <a:ea typeface="Yu Gothic"/>
                <a:cs typeface="Yu Gothic"/>
              </a:defRPr>
            </a:pPr>
            <a:r>
              <a:rPr sz="1425" b="0">
                <a:solidFill>
                  <a:srgbClr val="71818B"/>
                </a:solidFill>
                <a:latin typeface="Yu Gothic"/>
                <a:ea typeface="Yu Gothic"/>
                <a:cs typeface="Yu Gothic"/>
              </a:rPr>
              <a:t>工業材料概論　第12回</a:t>
            </a:r>
          </a:p>
        </p:txBody>
      </p:sp>
      <p:sp>
        <p:nvSpPr>
          <p:cNvPr id="8" name="正方形/長方形 7">
            <a:extLst xmlns:a="http://schemas.openxmlformats.org/drawingml/2006/main">
              <a:ext uri="{FF2B5EF4-FFF2-40B4-BE49-F238E27FC236}">
                <a16:creationId xmlns:a16="http://schemas.microsoft.com/office/drawing/2014/main" id="{0C34342B-9D1C-4565-82C3-97D83255B4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82250" y="6353175"/>
            <a:ext cx="1238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>
              <a:defRPr sz="1425" b="0">
                <a:solidFill>
                  <a:srgbClr val="71818B"/>
                </a:solidFill>
                <a:latin typeface="Yu Gothic"/>
                <a:ea typeface="Yu Gothic"/>
                <a:cs typeface="Yu Gothic"/>
              </a:defRPr>
            </a:defPPr>
            <a:lvl1pPr>
              <a:buNone/>
              <a:defRPr sz="1425" b="0">
                <a:solidFill>
                  <a:srgbClr val="71818B"/>
                </a:solidFill>
                <a:latin typeface="Yu Gothic"/>
                <a:ea typeface="Yu Gothic"/>
                <a:cs typeface="Yu Gothic"/>
              </a:defRPr>
            </a:lvl1pPr>
            <a:lvl2pPr>
              <a:buNone/>
              <a:defRPr sz="1425" b="0">
                <a:solidFill>
                  <a:srgbClr val="71818B"/>
                </a:solidFill>
                <a:latin typeface="Yu Gothic"/>
                <a:ea typeface="Yu Gothic"/>
                <a:cs typeface="Yu Gothic"/>
              </a:defRPr>
            </a:lvl2pPr>
            <a:lvl3pPr>
              <a:buNone/>
              <a:defRPr sz="1425" b="0">
                <a:solidFill>
                  <a:srgbClr val="71818B"/>
                </a:solidFill>
                <a:latin typeface="Yu Gothic"/>
                <a:ea typeface="Yu Gothic"/>
                <a:cs typeface="Yu Gothic"/>
              </a:defRPr>
            </a:lvl3pPr>
            <a:lvl4pPr>
              <a:buNone/>
              <a:defRPr sz="1425" b="0">
                <a:solidFill>
                  <a:srgbClr val="71818B"/>
                </a:solidFill>
                <a:latin typeface="Yu Gothic"/>
                <a:ea typeface="Yu Gothic"/>
                <a:cs typeface="Yu Gothic"/>
              </a:defRPr>
            </a:lvl4pPr>
            <a:lvl5pPr>
              <a:buNone/>
              <a:defRPr sz="1425" b="0">
                <a:solidFill>
                  <a:srgbClr val="71818B"/>
                </a:solidFill>
                <a:latin typeface="Yu Gothic"/>
                <a:ea typeface="Yu Gothic"/>
                <a:cs typeface="Yu Gothic"/>
              </a:defRPr>
            </a:lvl5pPr>
            <a:lvl6pPr>
              <a:buNone/>
              <a:defRPr sz="1425" b="0">
                <a:solidFill>
                  <a:srgbClr val="71818B"/>
                </a:solidFill>
                <a:latin typeface="Yu Gothic"/>
                <a:ea typeface="Yu Gothic"/>
                <a:cs typeface="Yu Gothic"/>
              </a:defRPr>
            </a:lvl6pPr>
            <a:lvl7pPr>
              <a:buNone/>
              <a:defRPr sz="1425" b="0">
                <a:solidFill>
                  <a:srgbClr val="71818B"/>
                </a:solidFill>
                <a:latin typeface="Yu Gothic"/>
                <a:ea typeface="Yu Gothic"/>
                <a:cs typeface="Yu Gothic"/>
              </a:defRPr>
            </a:lvl7pPr>
            <a:lvl8pPr>
              <a:buNone/>
              <a:defRPr sz="1425" b="0">
                <a:solidFill>
                  <a:srgbClr val="71818B"/>
                </a:solidFill>
                <a:latin typeface="Yu Gothic"/>
                <a:ea typeface="Yu Gothic"/>
                <a:cs typeface="Yu Gothic"/>
              </a:defRPr>
            </a:lvl8pPr>
            <a:lvl9pPr>
              <a:buNone/>
              <a:defRPr sz="1425" b="0">
                <a:solidFill>
                  <a:srgbClr val="71818B"/>
                </a:solidFill>
                <a:latin typeface="Yu Gothic"/>
                <a:ea typeface="Yu Gothic"/>
                <a:cs typeface="Yu Gothic"/>
              </a:defRPr>
            </a:lvl9pPr>
          </a:lstStyle>
          <a:p xmlns:a="http://schemas.openxmlformats.org/drawingml/2006/main">
            <a:pPr>
              <a:buNone/>
              <a:defRPr sz="1425" b="0">
                <a:solidFill>
                  <a:srgbClr val="71818B"/>
                </a:solidFill>
                <a:latin typeface="Yu Gothic"/>
                <a:ea typeface="Yu Gothic"/>
                <a:cs typeface="Yu Gothic"/>
              </a:defRPr>
            </a:pPr>
            <a:r>
              <a:rPr sz="1425" b="0">
                <a:solidFill>
                  <a:srgbClr val="71818B"/>
                </a:solidFill>
                <a:latin typeface="Yu Gothic"/>
                <a:ea typeface="Yu Gothic"/>
                <a:cs typeface="Yu Gothic"/>
              </a:rPr>
              <a:t>16 / 41</a:t>
            </a:r>
            <a:endParaRPr sz="1425" b="0">
              <a:solidFill>
                <a:srgbClr val="71818B"/>
              </a:solidFill>
              <a:latin typeface="Yu Gothic"/>
              <a:ea typeface="Yu Gothic"/>
              <a:cs typeface="Yu Gothic"/>
            </a:endParaRPr>
          </a:p>
        </p:txBody>
      </p:sp>
    </p:spTree>
    <p:extLst>
      <p:ext uri="{BB962C8B-B14F-4D97-AF65-F5344CB8AC3E}">
        <p14:creationId xmlns:p14="http://schemas.microsoft.com/office/powerpoint/2010/main" val="1360661877"/>
      </p:ext>
    </p:extLst>
  </p:cSld>
</p:sld>
</file>

<file path=ppt/slides/slide1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正方形/長方形 6">
            <a:extLst xmlns:a="http://schemas.openxmlformats.org/drawingml/2006/main">
              <a:ext uri="{FF2B5EF4-FFF2-40B4-BE49-F238E27FC236}">
                <a16:creationId xmlns:a16="http://schemas.microsoft.com/office/drawing/2014/main" id="{25DEF6D9-2508-4E9A-8D4A-F6C0C6A048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81000"/>
            <a:ext cx="108585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>
              <a:defRPr sz="3000" b="1">
                <a:solidFill>
                  <a:srgbClr val="193B59"/>
                </a:solidFill>
                <a:latin typeface="Yu Gothic"/>
                <a:ea typeface="Yu Gothic"/>
                <a:cs typeface="Yu Gothic"/>
              </a:defRPr>
            </a:defPPr>
            <a:lvl1pPr>
              <a:buNone/>
              <a:defRPr sz="3000" b="1">
                <a:solidFill>
                  <a:srgbClr val="193B59"/>
                </a:solidFill>
                <a:latin typeface="Yu Gothic"/>
                <a:ea typeface="Yu Gothic"/>
                <a:cs typeface="Yu Gothic"/>
              </a:defRPr>
            </a:lvl1pPr>
            <a:lvl2pPr>
              <a:buNone/>
              <a:defRPr sz="3000" b="1">
                <a:solidFill>
                  <a:srgbClr val="193B59"/>
                </a:solidFill>
                <a:latin typeface="Yu Gothic"/>
                <a:ea typeface="Yu Gothic"/>
                <a:cs typeface="Yu Gothic"/>
              </a:defRPr>
            </a:lvl2pPr>
            <a:lvl3pPr>
              <a:buNone/>
              <a:defRPr sz="3000" b="1">
                <a:solidFill>
                  <a:srgbClr val="193B59"/>
                </a:solidFill>
                <a:latin typeface="Yu Gothic"/>
                <a:ea typeface="Yu Gothic"/>
                <a:cs typeface="Yu Gothic"/>
              </a:defRPr>
            </a:lvl3pPr>
            <a:lvl4pPr>
              <a:buNone/>
              <a:defRPr sz="3000" b="1">
                <a:solidFill>
                  <a:srgbClr val="193B59"/>
                </a:solidFill>
                <a:latin typeface="Yu Gothic"/>
                <a:ea typeface="Yu Gothic"/>
                <a:cs typeface="Yu Gothic"/>
              </a:defRPr>
            </a:lvl4pPr>
            <a:lvl5pPr>
              <a:buNone/>
              <a:defRPr sz="3000" b="1">
                <a:solidFill>
                  <a:srgbClr val="193B59"/>
                </a:solidFill>
                <a:latin typeface="Yu Gothic"/>
                <a:ea typeface="Yu Gothic"/>
                <a:cs typeface="Yu Gothic"/>
              </a:defRPr>
            </a:lvl5pPr>
            <a:lvl6pPr>
              <a:buNone/>
              <a:defRPr sz="3000" b="1">
                <a:solidFill>
                  <a:srgbClr val="193B59"/>
                </a:solidFill>
                <a:latin typeface="Yu Gothic"/>
                <a:ea typeface="Yu Gothic"/>
                <a:cs typeface="Yu Gothic"/>
              </a:defRPr>
            </a:lvl6pPr>
            <a:lvl7pPr>
              <a:buNone/>
              <a:defRPr sz="3000" b="1">
                <a:solidFill>
                  <a:srgbClr val="193B59"/>
                </a:solidFill>
                <a:latin typeface="Yu Gothic"/>
                <a:ea typeface="Yu Gothic"/>
                <a:cs typeface="Yu Gothic"/>
              </a:defRPr>
            </a:lvl7pPr>
            <a:lvl8pPr>
              <a:buNone/>
              <a:defRPr sz="3000" b="1">
                <a:solidFill>
                  <a:srgbClr val="193B59"/>
                </a:solidFill>
                <a:latin typeface="Yu Gothic"/>
                <a:ea typeface="Yu Gothic"/>
                <a:cs typeface="Yu Gothic"/>
              </a:defRPr>
            </a:lvl8pPr>
            <a:lvl9pPr>
              <a:buNone/>
              <a:defRPr sz="3000" b="1">
                <a:solidFill>
                  <a:srgbClr val="193B59"/>
                </a:solidFill>
                <a:latin typeface="Yu Gothic"/>
                <a:ea typeface="Yu Gothic"/>
                <a:cs typeface="Yu Gothic"/>
              </a:defRPr>
            </a:lvl9pPr>
          </a:lstStyle>
          <a:p xmlns:a="http://schemas.openxmlformats.org/drawingml/2006/main">
            <a:pPr>
              <a:buNone/>
              <a:defRPr sz="3000" b="1">
                <a:solidFill>
                  <a:srgbClr val="193B59"/>
                </a:solidFill>
                <a:latin typeface="Yu Gothic"/>
                <a:ea typeface="Yu Gothic"/>
                <a:cs typeface="Yu Gothic"/>
              </a:defRPr>
            </a:pPr>
            <a:r>
              <a:rPr sz="3000" b="1">
                <a:solidFill>
                  <a:srgbClr val="193B59"/>
                </a:solidFill>
                <a:latin typeface="Yu Gothic"/>
                <a:ea typeface="Yu Gothic"/>
                <a:cs typeface="Yu Gothic"/>
              </a:rPr>
              <a:t>定性的な比較表の書き方</a:t>
            </a:r>
          </a:p>
        </p:txBody>
      </p:sp>
      <p:sp>
        <p:nvSpPr>
          <p:cNvPr id="2" name="直線コネクタ 1">
            <a:extLst xmlns:a="http://schemas.openxmlformats.org/drawingml/2006/main">
              <a:ext uri="{FF2B5EF4-FFF2-40B4-BE49-F238E27FC236}">
                <a16:creationId xmlns:a16="http://schemas.microsoft.com/office/drawing/2014/main" id="{7D5A6EF2-BF46-43B4-9ECA-ABBF1E9759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323975"/>
            <a:ext cx="10820400" cy="0"/>
          </a:xfrm>
          <a:prstGeom xmlns:a="http://schemas.openxmlformats.org/drawingml/2006/main" prst="line">
            <a:avLst/>
          </a:prstGeom>
          <a:ln xmlns:a="http://schemas.openxmlformats.org/drawingml/2006/main" w="19050">
            <a:solidFill>
              <a:srgbClr val="D8E1E7"/>
            </a:solidFill>
          </a:ln>
        </p:spPr>
      </p:sp>
      <p:graphicFrame>
        <p:nvGraphicFramePr>
          <p:cNvPr id="3" name="表 2">
            <a:extLst xmlns:a="http://schemas.openxmlformats.org/drawingml/2006/main">
              <a:ext uri="{FF2B5EF4-FFF2-40B4-BE49-F238E27FC236}">
                <a16:creationId xmlns:a16="http://schemas.microsoft.com/office/drawing/2014/main" id="{69AF1AF7-6D74-4A61-BFAB-57E5F95946F2}"/>
              </a:ext>
            </a:extLst>
          </p:cNvPr>
          <p:cNvGraphicFramePr/>
          <p:nvPr/>
        </p:nvGraphicFramePr>
        <p:xfrm>
          <a:off xmlns:a="http://schemas.openxmlformats.org/drawingml/2006/main" x="714375" y="2095500"/>
          <a:ext xmlns:a="http://schemas.openxmlformats.org/drawingml/2006/main" cx="10763250" cy="251460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2714625"/>
                <a:gridCol w="4191000"/>
                <a:gridCol w="3857625"/>
              </a:tblGrid>
              <a:tr h="628650">
                <a:tc>
                  <a:txBody>
                    <a:bodyPr/>
                    <a:lstStyle/>
                    <a:p>
                      <a:r>
                        <a:rPr sz="1875" b="1">
                          <a:solidFill>
                            <a:srgbClr val="FFFFFF"/>
                          </a:solidFill>
                          <a:latin typeface="Yu Gothic"/>
                          <a:ea typeface="Yu Gothic"/>
                          <a:cs typeface="Yu Gothic"/>
                        </a:rPr>
                        <a:t>観点</a:t>
                      </a:r>
                    </a:p>
                  </a:txBody>
                  <a:tcPr marL="91440" marR="91440" marT="45720" marB="45720">
                    <a:solidFill>
                      <a:srgbClr val="193B5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1">
                          <a:solidFill>
                            <a:srgbClr val="FFFFFF"/>
                          </a:solidFill>
                          <a:latin typeface="Yu Gothic"/>
                          <a:ea typeface="Yu Gothic"/>
                          <a:cs typeface="Yu Gothic"/>
                        </a:rPr>
                        <a:t>理由を付けた記述</a:t>
                      </a:r>
                    </a:p>
                  </a:txBody>
                  <a:tcPr marL="91440" marR="91440" marT="45720" marB="45720">
                    <a:solidFill>
                      <a:srgbClr val="193B5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1">
                          <a:solidFill>
                            <a:srgbClr val="FFFFFF"/>
                          </a:solidFill>
                          <a:latin typeface="Yu Gothic"/>
                          <a:ea typeface="Yu Gothic"/>
                          <a:cs typeface="Yu Gothic"/>
                        </a:rPr>
                        <a:t>確認する条件</a:t>
                      </a:r>
                    </a:p>
                  </a:txBody>
                  <a:tcPr marL="91440" marR="91440" marT="45720" marB="45720">
                    <a:solidFill>
                      <a:srgbClr val="193B59"/>
                    </a:solidFill>
                  </a:tcPr>
                </a:tc>
              </a:tr>
              <a:tr h="628650"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263D4D"/>
                          </a:solidFill>
                          <a:latin typeface="Yu Gothic"/>
                          <a:ea typeface="Yu Gothic"/>
                          <a:cs typeface="Yu Gothic"/>
                        </a:rPr>
                        <a:t>水への対応</a:t>
                      </a:r>
                    </a:p>
                  </a:txBody>
                  <a:tcPr marL="91440" marR="91440" marT="45720" marB="45720">
                    <a:solidFill>
                      <a:srgbClr val="EDF2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263D4D"/>
                          </a:solidFill>
                          <a:latin typeface="Yu Gothic"/>
                          <a:ea typeface="Yu Gothic"/>
                          <a:cs typeface="Yu Gothic"/>
                        </a:rPr>
                        <a:t>濡れ方と乾き方から説明</a:t>
                      </a:r>
                    </a:p>
                  </a:txBody>
                  <a:tcPr marL="91440" marR="91440" marT="45720" marB="45720">
                    <a:solidFill>
                      <a:srgbClr val="EDF2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263D4D"/>
                          </a:solidFill>
                          <a:latin typeface="Yu Gothic"/>
                          <a:ea typeface="Yu Gothic"/>
                          <a:cs typeface="Yu Gothic"/>
                        </a:rPr>
                        <a:t>表面・木口・接合部</a:t>
                      </a:r>
                    </a:p>
                  </a:txBody>
                  <a:tcPr marL="91440" marR="91440" marT="45720" marB="45720">
                    <a:solidFill>
                      <a:srgbClr val="EDF2F5"/>
                    </a:solidFill>
                  </a:tcPr>
                </a:tc>
              </a:tr>
              <a:tr h="628650"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263D4D"/>
                          </a:solidFill>
                          <a:latin typeface="Yu Gothic"/>
                          <a:ea typeface="Yu Gothic"/>
                          <a:cs typeface="Yu Gothic"/>
                        </a:rPr>
                        <a:t>加工と接合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263D4D"/>
                          </a:solidFill>
                          <a:latin typeface="Yu Gothic"/>
                          <a:ea typeface="Yu Gothic"/>
                          <a:cs typeface="Yu Gothic"/>
                        </a:rPr>
                        <a:t>道具と工程に結び付ける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263D4D"/>
                          </a:solidFill>
                          <a:latin typeface="Yu Gothic"/>
                          <a:ea typeface="Yu Gothic"/>
                          <a:cs typeface="Yu Gothic"/>
                        </a:rPr>
                        <a:t>材種・厚さ・技能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628650"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263D4D"/>
                          </a:solidFill>
                          <a:latin typeface="Yu Gothic"/>
                          <a:ea typeface="Yu Gothic"/>
                          <a:cs typeface="Yu Gothic"/>
                        </a:rPr>
                        <a:t>長期の使用</a:t>
                      </a:r>
                    </a:p>
                  </a:txBody>
                  <a:tcPr marL="91440" marR="91440" marT="45720" marB="45720">
                    <a:solidFill>
                      <a:srgbClr val="EDF2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263D4D"/>
                          </a:solidFill>
                          <a:latin typeface="Yu Gothic"/>
                          <a:ea typeface="Yu Gothic"/>
                          <a:cs typeface="Yu Gothic"/>
                        </a:rPr>
                        <a:t>変形・劣化・保守を考える</a:t>
                      </a:r>
                    </a:p>
                  </a:txBody>
                  <a:tcPr marL="91440" marR="91440" marT="45720" marB="45720">
                    <a:solidFill>
                      <a:srgbClr val="EDF2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263D4D"/>
                          </a:solidFill>
                          <a:latin typeface="Yu Gothic"/>
                          <a:ea typeface="Yu Gothic"/>
                          <a:cs typeface="Yu Gothic"/>
                        </a:rPr>
                        <a:t>温湿度・日射・時間</a:t>
                      </a:r>
                    </a:p>
                  </a:txBody>
                  <a:tcPr marL="91440" marR="91440" marT="45720" marB="45720">
                    <a:solidFill>
                      <a:srgbClr val="EDF2F5"/>
                    </a:solidFill>
                  </a:tcPr>
                </a:tc>
              </a:tr>
            </a:tbl>
          </a:graphicData>
        </a:graphic>
      </p:graphicFrame>
      <p:sp>
        <p:nvSpPr>
          <p:cNvPr id="4" name="正方形/長方形 3">
            <a:extLst xmlns:a="http://schemas.openxmlformats.org/drawingml/2006/main">
              <a:ext uri="{FF2B5EF4-FFF2-40B4-BE49-F238E27FC236}">
                <a16:creationId xmlns:a16="http://schemas.microsoft.com/office/drawing/2014/main" id="{41C4E385-971C-49A0-8127-7E79BC540E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5619750"/>
            <a:ext cx="107632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>
              <a:defRPr sz="1575" b="0">
                <a:solidFill>
                  <a:srgbClr val="587080"/>
                </a:solidFill>
                <a:latin typeface="Yu Gothic"/>
                <a:ea typeface="Yu Gothic"/>
                <a:cs typeface="Yu Gothic"/>
              </a:defRPr>
            </a:defPPr>
            <a:lvl1pPr>
              <a:buNone/>
              <a:defRPr sz="1575" b="0">
                <a:solidFill>
                  <a:srgbClr val="587080"/>
                </a:solidFill>
                <a:latin typeface="Yu Gothic"/>
                <a:ea typeface="Yu Gothic"/>
                <a:cs typeface="Yu Gothic"/>
              </a:defRPr>
            </a:lvl1pPr>
            <a:lvl2pPr>
              <a:buNone/>
              <a:defRPr sz="1575" b="0">
                <a:solidFill>
                  <a:srgbClr val="587080"/>
                </a:solidFill>
                <a:latin typeface="Yu Gothic"/>
                <a:ea typeface="Yu Gothic"/>
                <a:cs typeface="Yu Gothic"/>
              </a:defRPr>
            </a:lvl2pPr>
            <a:lvl3pPr>
              <a:buNone/>
              <a:defRPr sz="1575" b="0">
                <a:solidFill>
                  <a:srgbClr val="587080"/>
                </a:solidFill>
                <a:latin typeface="Yu Gothic"/>
                <a:ea typeface="Yu Gothic"/>
                <a:cs typeface="Yu Gothic"/>
              </a:defRPr>
            </a:lvl3pPr>
            <a:lvl4pPr>
              <a:buNone/>
              <a:defRPr sz="1575" b="0">
                <a:solidFill>
                  <a:srgbClr val="587080"/>
                </a:solidFill>
                <a:latin typeface="Yu Gothic"/>
                <a:ea typeface="Yu Gothic"/>
                <a:cs typeface="Yu Gothic"/>
              </a:defRPr>
            </a:lvl4pPr>
            <a:lvl5pPr>
              <a:buNone/>
              <a:defRPr sz="1575" b="0">
                <a:solidFill>
                  <a:srgbClr val="587080"/>
                </a:solidFill>
                <a:latin typeface="Yu Gothic"/>
                <a:ea typeface="Yu Gothic"/>
                <a:cs typeface="Yu Gothic"/>
              </a:defRPr>
            </a:lvl5pPr>
            <a:lvl6pPr>
              <a:buNone/>
              <a:defRPr sz="1575" b="0">
                <a:solidFill>
                  <a:srgbClr val="587080"/>
                </a:solidFill>
                <a:latin typeface="Yu Gothic"/>
                <a:ea typeface="Yu Gothic"/>
                <a:cs typeface="Yu Gothic"/>
              </a:defRPr>
            </a:lvl6pPr>
            <a:lvl7pPr>
              <a:buNone/>
              <a:defRPr sz="1575" b="0">
                <a:solidFill>
                  <a:srgbClr val="587080"/>
                </a:solidFill>
                <a:latin typeface="Yu Gothic"/>
                <a:ea typeface="Yu Gothic"/>
                <a:cs typeface="Yu Gothic"/>
              </a:defRPr>
            </a:lvl7pPr>
            <a:lvl8pPr>
              <a:buNone/>
              <a:defRPr sz="1575" b="0">
                <a:solidFill>
                  <a:srgbClr val="587080"/>
                </a:solidFill>
                <a:latin typeface="Yu Gothic"/>
                <a:ea typeface="Yu Gothic"/>
                <a:cs typeface="Yu Gothic"/>
              </a:defRPr>
            </a:lvl8pPr>
            <a:lvl9pPr>
              <a:buNone/>
              <a:defRPr sz="1575" b="0">
                <a:solidFill>
                  <a:srgbClr val="587080"/>
                </a:solidFill>
                <a:latin typeface="Yu Gothic"/>
                <a:ea typeface="Yu Gothic"/>
                <a:cs typeface="Yu Gothic"/>
              </a:defRPr>
            </a:lvl9pPr>
          </a:lstStyle>
          <a:p xmlns:a="http://schemas.openxmlformats.org/drawingml/2006/main">
            <a:pPr>
              <a:buNone/>
              <a:defRPr sz="1575" b="0">
                <a:solidFill>
                  <a:srgbClr val="587080"/>
                </a:solidFill>
                <a:latin typeface="Yu Gothic"/>
                <a:ea typeface="Yu Gothic"/>
                <a:cs typeface="Yu Gothic"/>
              </a:defRPr>
            </a:pPr>
            <a:r>
              <a:rPr sz="1575" b="0">
                <a:solidFill>
                  <a:srgbClr val="587080"/>
                </a:solidFill>
                <a:latin typeface="Yu Gothic"/>
                <a:ea typeface="Yu Gothic"/>
                <a:cs typeface="Yu Gothic"/>
              </a:rPr>
              <a:t>○△×だけで終えず、対象と根拠を書く。</a:t>
            </a:r>
          </a:p>
        </p:txBody>
      </p:sp>
      <p:sp>
        <p:nvSpPr>
          <p:cNvPr id="5" name="正方形/長方形 4">
            <a:extLst xmlns:a="http://schemas.openxmlformats.org/drawingml/2006/main">
              <a:ext uri="{FF2B5EF4-FFF2-40B4-BE49-F238E27FC236}">
                <a16:creationId xmlns:a16="http://schemas.microsoft.com/office/drawing/2014/main" id="{FE790791-4C41-4AE8-8D3B-4C38B3E2E0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353175"/>
            <a:ext cx="8953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>
              <a:defRPr sz="1425" b="0">
                <a:solidFill>
                  <a:srgbClr val="71818B"/>
                </a:solidFill>
                <a:latin typeface="Yu Gothic"/>
                <a:ea typeface="Yu Gothic"/>
                <a:cs typeface="Yu Gothic"/>
              </a:defRPr>
            </a:defPPr>
            <a:lvl1pPr>
              <a:buNone/>
              <a:defRPr sz="1425" b="0">
                <a:solidFill>
                  <a:srgbClr val="71818B"/>
                </a:solidFill>
                <a:latin typeface="Yu Gothic"/>
                <a:ea typeface="Yu Gothic"/>
                <a:cs typeface="Yu Gothic"/>
              </a:defRPr>
            </a:lvl1pPr>
            <a:lvl2pPr>
              <a:buNone/>
              <a:defRPr sz="1425" b="0">
                <a:solidFill>
                  <a:srgbClr val="71818B"/>
                </a:solidFill>
                <a:latin typeface="Yu Gothic"/>
                <a:ea typeface="Yu Gothic"/>
                <a:cs typeface="Yu Gothic"/>
              </a:defRPr>
            </a:lvl2pPr>
            <a:lvl3pPr>
              <a:buNone/>
              <a:defRPr sz="1425" b="0">
                <a:solidFill>
                  <a:srgbClr val="71818B"/>
                </a:solidFill>
                <a:latin typeface="Yu Gothic"/>
                <a:ea typeface="Yu Gothic"/>
                <a:cs typeface="Yu Gothic"/>
              </a:defRPr>
            </a:lvl3pPr>
            <a:lvl4pPr>
              <a:buNone/>
              <a:defRPr sz="1425" b="0">
                <a:solidFill>
                  <a:srgbClr val="71818B"/>
                </a:solidFill>
                <a:latin typeface="Yu Gothic"/>
                <a:ea typeface="Yu Gothic"/>
                <a:cs typeface="Yu Gothic"/>
              </a:defRPr>
            </a:lvl4pPr>
            <a:lvl5pPr>
              <a:buNone/>
              <a:defRPr sz="1425" b="0">
                <a:solidFill>
                  <a:srgbClr val="71818B"/>
                </a:solidFill>
                <a:latin typeface="Yu Gothic"/>
                <a:ea typeface="Yu Gothic"/>
                <a:cs typeface="Yu Gothic"/>
              </a:defRPr>
            </a:lvl5pPr>
            <a:lvl6pPr>
              <a:buNone/>
              <a:defRPr sz="1425" b="0">
                <a:solidFill>
                  <a:srgbClr val="71818B"/>
                </a:solidFill>
                <a:latin typeface="Yu Gothic"/>
                <a:ea typeface="Yu Gothic"/>
                <a:cs typeface="Yu Gothic"/>
              </a:defRPr>
            </a:lvl6pPr>
            <a:lvl7pPr>
              <a:buNone/>
              <a:defRPr sz="1425" b="0">
                <a:solidFill>
                  <a:srgbClr val="71818B"/>
                </a:solidFill>
                <a:latin typeface="Yu Gothic"/>
                <a:ea typeface="Yu Gothic"/>
                <a:cs typeface="Yu Gothic"/>
              </a:defRPr>
            </a:lvl7pPr>
            <a:lvl8pPr>
              <a:buNone/>
              <a:defRPr sz="1425" b="0">
                <a:solidFill>
                  <a:srgbClr val="71818B"/>
                </a:solidFill>
                <a:latin typeface="Yu Gothic"/>
                <a:ea typeface="Yu Gothic"/>
                <a:cs typeface="Yu Gothic"/>
              </a:defRPr>
            </a:lvl8pPr>
            <a:lvl9pPr>
              <a:buNone/>
              <a:defRPr sz="1425" b="0">
                <a:solidFill>
                  <a:srgbClr val="71818B"/>
                </a:solidFill>
                <a:latin typeface="Yu Gothic"/>
                <a:ea typeface="Yu Gothic"/>
                <a:cs typeface="Yu Gothic"/>
              </a:defRPr>
            </a:lvl9pPr>
          </a:lstStyle>
          <a:p xmlns:a="http://schemas.openxmlformats.org/drawingml/2006/main">
            <a:pPr>
              <a:buNone/>
              <a:defRPr sz="1425" b="0">
                <a:solidFill>
                  <a:srgbClr val="71818B"/>
                </a:solidFill>
                <a:latin typeface="Yu Gothic"/>
                <a:ea typeface="Yu Gothic"/>
                <a:cs typeface="Yu Gothic"/>
              </a:defRPr>
            </a:pPr>
            <a:r>
              <a:rPr sz="1425" b="0">
                <a:solidFill>
                  <a:srgbClr val="71818B"/>
                </a:solidFill>
                <a:latin typeface="Yu Gothic"/>
                <a:ea typeface="Yu Gothic"/>
                <a:cs typeface="Yu Gothic"/>
              </a:rPr>
              <a:t>工業材料概論　第12回</a:t>
            </a:r>
          </a:p>
        </p:txBody>
      </p:sp>
      <p:sp>
        <p:nvSpPr>
          <p:cNvPr id="6" name="正方形/長方形 5">
            <a:extLst xmlns:a="http://schemas.openxmlformats.org/drawingml/2006/main">
              <a:ext uri="{FF2B5EF4-FFF2-40B4-BE49-F238E27FC236}">
                <a16:creationId xmlns:a16="http://schemas.microsoft.com/office/drawing/2014/main" id="{FF2FA714-6888-445F-821A-74E1A1B894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82250" y="6353175"/>
            <a:ext cx="1238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>
              <a:defRPr sz="1425" b="0">
                <a:solidFill>
                  <a:srgbClr val="71818B"/>
                </a:solidFill>
                <a:latin typeface="Yu Gothic"/>
                <a:ea typeface="Yu Gothic"/>
                <a:cs typeface="Yu Gothic"/>
              </a:defRPr>
            </a:defPPr>
            <a:lvl1pPr>
              <a:buNone/>
              <a:defRPr sz="1425" b="0">
                <a:solidFill>
                  <a:srgbClr val="71818B"/>
                </a:solidFill>
                <a:latin typeface="Yu Gothic"/>
                <a:ea typeface="Yu Gothic"/>
                <a:cs typeface="Yu Gothic"/>
              </a:defRPr>
            </a:lvl1pPr>
            <a:lvl2pPr>
              <a:buNone/>
              <a:defRPr sz="1425" b="0">
                <a:solidFill>
                  <a:srgbClr val="71818B"/>
                </a:solidFill>
                <a:latin typeface="Yu Gothic"/>
                <a:ea typeface="Yu Gothic"/>
                <a:cs typeface="Yu Gothic"/>
              </a:defRPr>
            </a:lvl2pPr>
            <a:lvl3pPr>
              <a:buNone/>
              <a:defRPr sz="1425" b="0">
                <a:solidFill>
                  <a:srgbClr val="71818B"/>
                </a:solidFill>
                <a:latin typeface="Yu Gothic"/>
                <a:ea typeface="Yu Gothic"/>
                <a:cs typeface="Yu Gothic"/>
              </a:defRPr>
            </a:lvl3pPr>
            <a:lvl4pPr>
              <a:buNone/>
              <a:defRPr sz="1425" b="0">
                <a:solidFill>
                  <a:srgbClr val="71818B"/>
                </a:solidFill>
                <a:latin typeface="Yu Gothic"/>
                <a:ea typeface="Yu Gothic"/>
                <a:cs typeface="Yu Gothic"/>
              </a:defRPr>
            </a:lvl4pPr>
            <a:lvl5pPr>
              <a:buNone/>
              <a:defRPr sz="1425" b="0">
                <a:solidFill>
                  <a:srgbClr val="71818B"/>
                </a:solidFill>
                <a:latin typeface="Yu Gothic"/>
                <a:ea typeface="Yu Gothic"/>
                <a:cs typeface="Yu Gothic"/>
              </a:defRPr>
            </a:lvl5pPr>
            <a:lvl6pPr>
              <a:buNone/>
              <a:defRPr sz="1425" b="0">
                <a:solidFill>
                  <a:srgbClr val="71818B"/>
                </a:solidFill>
                <a:latin typeface="Yu Gothic"/>
                <a:ea typeface="Yu Gothic"/>
                <a:cs typeface="Yu Gothic"/>
              </a:defRPr>
            </a:lvl6pPr>
            <a:lvl7pPr>
              <a:buNone/>
              <a:defRPr sz="1425" b="0">
                <a:solidFill>
                  <a:srgbClr val="71818B"/>
                </a:solidFill>
                <a:latin typeface="Yu Gothic"/>
                <a:ea typeface="Yu Gothic"/>
                <a:cs typeface="Yu Gothic"/>
              </a:defRPr>
            </a:lvl7pPr>
            <a:lvl8pPr>
              <a:buNone/>
              <a:defRPr sz="1425" b="0">
                <a:solidFill>
                  <a:srgbClr val="71818B"/>
                </a:solidFill>
                <a:latin typeface="Yu Gothic"/>
                <a:ea typeface="Yu Gothic"/>
                <a:cs typeface="Yu Gothic"/>
              </a:defRPr>
            </a:lvl8pPr>
            <a:lvl9pPr>
              <a:buNone/>
              <a:defRPr sz="1425" b="0">
                <a:solidFill>
                  <a:srgbClr val="71818B"/>
                </a:solidFill>
                <a:latin typeface="Yu Gothic"/>
                <a:ea typeface="Yu Gothic"/>
                <a:cs typeface="Yu Gothic"/>
              </a:defRPr>
            </a:lvl9pPr>
          </a:lstStyle>
          <a:p xmlns:a="http://schemas.openxmlformats.org/drawingml/2006/main">
            <a:pPr>
              <a:buNone/>
              <a:defRPr sz="1425" b="0">
                <a:solidFill>
                  <a:srgbClr val="71818B"/>
                </a:solidFill>
                <a:latin typeface="Yu Gothic"/>
                <a:ea typeface="Yu Gothic"/>
                <a:cs typeface="Yu Gothic"/>
              </a:defRPr>
            </a:pPr>
            <a:r>
              <a:rPr sz="1425" b="0">
                <a:solidFill>
                  <a:srgbClr val="71818B"/>
                </a:solidFill>
                <a:latin typeface="Yu Gothic"/>
                <a:ea typeface="Yu Gothic"/>
                <a:cs typeface="Yu Gothic"/>
              </a:rPr>
              <a:t>17 / 41</a:t>
            </a:r>
            <a:endParaRPr sz="1425" b="0">
              <a:solidFill>
                <a:srgbClr val="71818B"/>
              </a:solidFill>
              <a:latin typeface="Yu Gothic"/>
              <a:ea typeface="Yu Gothic"/>
              <a:cs typeface="Yu Gothic"/>
            </a:endParaRPr>
          </a:p>
        </p:txBody>
      </p:sp>
    </p:spTree>
    <p:extLst>
      <p:ext uri="{BB962C8B-B14F-4D97-AF65-F5344CB8AC3E}">
        <p14:creationId xmlns:p14="http://schemas.microsoft.com/office/powerpoint/2010/main" val="806314761"/>
      </p:ext>
    </p:extLst>
  </p:cSld>
</p:sld>
</file>

<file path=ppt/slides/slide1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正方形/長方形 9">
            <a:extLst xmlns:a="http://schemas.openxmlformats.org/drawingml/2006/main">
              <a:ext uri="{FF2B5EF4-FFF2-40B4-BE49-F238E27FC236}">
                <a16:creationId xmlns:a16="http://schemas.microsoft.com/office/drawing/2014/main" id="{67F7C645-C3A7-490E-BCA6-0248FD191B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81000"/>
            <a:ext cx="108585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>
              <a:defRPr sz="3000" b="1">
                <a:solidFill>
                  <a:srgbClr val="193B59"/>
                </a:solidFill>
                <a:latin typeface="Yu Gothic"/>
                <a:ea typeface="Yu Gothic"/>
                <a:cs typeface="Yu Gothic"/>
              </a:defRPr>
            </a:defPPr>
            <a:lvl1pPr>
              <a:buNone/>
              <a:defRPr sz="3000" b="1">
                <a:solidFill>
                  <a:srgbClr val="193B59"/>
                </a:solidFill>
                <a:latin typeface="Yu Gothic"/>
                <a:ea typeface="Yu Gothic"/>
                <a:cs typeface="Yu Gothic"/>
              </a:defRPr>
            </a:lvl1pPr>
            <a:lvl2pPr>
              <a:buNone/>
              <a:defRPr sz="3000" b="1">
                <a:solidFill>
                  <a:srgbClr val="193B59"/>
                </a:solidFill>
                <a:latin typeface="Yu Gothic"/>
                <a:ea typeface="Yu Gothic"/>
                <a:cs typeface="Yu Gothic"/>
              </a:defRPr>
            </a:lvl2pPr>
            <a:lvl3pPr>
              <a:buNone/>
              <a:defRPr sz="3000" b="1">
                <a:solidFill>
                  <a:srgbClr val="193B59"/>
                </a:solidFill>
                <a:latin typeface="Yu Gothic"/>
                <a:ea typeface="Yu Gothic"/>
                <a:cs typeface="Yu Gothic"/>
              </a:defRPr>
            </a:lvl3pPr>
            <a:lvl4pPr>
              <a:buNone/>
              <a:defRPr sz="3000" b="1">
                <a:solidFill>
                  <a:srgbClr val="193B59"/>
                </a:solidFill>
                <a:latin typeface="Yu Gothic"/>
                <a:ea typeface="Yu Gothic"/>
                <a:cs typeface="Yu Gothic"/>
              </a:defRPr>
            </a:lvl4pPr>
            <a:lvl5pPr>
              <a:buNone/>
              <a:defRPr sz="3000" b="1">
                <a:solidFill>
                  <a:srgbClr val="193B59"/>
                </a:solidFill>
                <a:latin typeface="Yu Gothic"/>
                <a:ea typeface="Yu Gothic"/>
                <a:cs typeface="Yu Gothic"/>
              </a:defRPr>
            </a:lvl5pPr>
            <a:lvl6pPr>
              <a:buNone/>
              <a:defRPr sz="3000" b="1">
                <a:solidFill>
                  <a:srgbClr val="193B59"/>
                </a:solidFill>
                <a:latin typeface="Yu Gothic"/>
                <a:ea typeface="Yu Gothic"/>
                <a:cs typeface="Yu Gothic"/>
              </a:defRPr>
            </a:lvl6pPr>
            <a:lvl7pPr>
              <a:buNone/>
              <a:defRPr sz="3000" b="1">
                <a:solidFill>
                  <a:srgbClr val="193B59"/>
                </a:solidFill>
                <a:latin typeface="Yu Gothic"/>
                <a:ea typeface="Yu Gothic"/>
                <a:cs typeface="Yu Gothic"/>
              </a:defRPr>
            </a:lvl7pPr>
            <a:lvl8pPr>
              <a:buNone/>
              <a:defRPr sz="3000" b="1">
                <a:solidFill>
                  <a:srgbClr val="193B59"/>
                </a:solidFill>
                <a:latin typeface="Yu Gothic"/>
                <a:ea typeface="Yu Gothic"/>
                <a:cs typeface="Yu Gothic"/>
              </a:defRPr>
            </a:lvl8pPr>
            <a:lvl9pPr>
              <a:buNone/>
              <a:defRPr sz="3000" b="1">
                <a:solidFill>
                  <a:srgbClr val="193B59"/>
                </a:solidFill>
                <a:latin typeface="Yu Gothic"/>
                <a:ea typeface="Yu Gothic"/>
                <a:cs typeface="Yu Gothic"/>
              </a:defRPr>
            </a:lvl9pPr>
          </a:lstStyle>
          <a:p xmlns:a="http://schemas.openxmlformats.org/drawingml/2006/main">
            <a:pPr>
              <a:buNone/>
              <a:defRPr sz="3000" b="1">
                <a:solidFill>
                  <a:srgbClr val="193B59"/>
                </a:solidFill>
                <a:latin typeface="Yu Gothic"/>
                <a:ea typeface="Yu Gothic"/>
                <a:cs typeface="Yu Gothic"/>
              </a:defRPr>
            </a:pPr>
            <a:r>
              <a:rPr sz="3000" b="1">
                <a:solidFill>
                  <a:srgbClr val="193B59"/>
                </a:solidFill>
                <a:latin typeface="Yu Gothic"/>
                <a:ea typeface="Yu Gothic"/>
                <a:cs typeface="Yu Gothic"/>
              </a:rPr>
              <a:t>自己確認：「水に強い」を具体化する</a:t>
            </a:r>
          </a:p>
        </p:txBody>
      </p:sp>
      <p:sp>
        <p:nvSpPr>
          <p:cNvPr id="2" name="直線コネクタ 1">
            <a:extLst xmlns:a="http://schemas.openxmlformats.org/drawingml/2006/main">
              <a:ext uri="{FF2B5EF4-FFF2-40B4-BE49-F238E27FC236}">
                <a16:creationId xmlns:a16="http://schemas.microsoft.com/office/drawing/2014/main" id="{BD4F609B-6CB2-4F77-92A4-48E869F757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323975"/>
            <a:ext cx="10820400" cy="0"/>
          </a:xfrm>
          <a:prstGeom xmlns:a="http://schemas.openxmlformats.org/drawingml/2006/main" prst="line">
            <a:avLst/>
          </a:prstGeom>
          <a:ln xmlns:a="http://schemas.openxmlformats.org/drawingml/2006/main" w="19050">
            <a:solidFill>
              <a:srgbClr val="D8E1E7"/>
            </a:solidFill>
          </a:ln>
        </p:spPr>
      </p:sp>
      <p:sp>
        <p:nvSpPr>
          <p:cNvPr id="3" name="正方形/長方形 2">
            <a:extLst xmlns:a="http://schemas.openxmlformats.org/drawingml/2006/main">
              <a:ext uri="{FF2B5EF4-FFF2-40B4-BE49-F238E27FC236}">
                <a16:creationId xmlns:a16="http://schemas.microsoft.com/office/drawing/2014/main" id="{4B39C7F3-7683-4072-8F7A-BEBAF1246B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1666875"/>
            <a:ext cx="10572750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>
              <a:defRPr sz="2250" b="1">
                <a:solidFill>
                  <a:srgbClr val="263D4D"/>
                </a:solidFill>
                <a:latin typeface="Yu Gothic"/>
                <a:ea typeface="Yu Gothic"/>
                <a:cs typeface="Yu Gothic"/>
              </a:defRPr>
            </a:defPPr>
            <a:lvl1pPr>
              <a:buNone/>
              <a:defRPr sz="2250" b="1">
                <a:solidFill>
                  <a:srgbClr val="263D4D"/>
                </a:solidFill>
                <a:latin typeface="Yu Gothic"/>
                <a:ea typeface="Yu Gothic"/>
                <a:cs typeface="Yu Gothic"/>
              </a:defRPr>
            </a:lvl1pPr>
            <a:lvl2pPr>
              <a:buNone/>
              <a:defRPr sz="2250" b="1">
                <a:solidFill>
                  <a:srgbClr val="263D4D"/>
                </a:solidFill>
                <a:latin typeface="Yu Gothic"/>
                <a:ea typeface="Yu Gothic"/>
                <a:cs typeface="Yu Gothic"/>
              </a:defRPr>
            </a:lvl2pPr>
            <a:lvl3pPr>
              <a:buNone/>
              <a:defRPr sz="2250" b="1">
                <a:solidFill>
                  <a:srgbClr val="263D4D"/>
                </a:solidFill>
                <a:latin typeface="Yu Gothic"/>
                <a:ea typeface="Yu Gothic"/>
                <a:cs typeface="Yu Gothic"/>
              </a:defRPr>
            </a:lvl3pPr>
            <a:lvl4pPr>
              <a:buNone/>
              <a:defRPr sz="2250" b="1">
                <a:solidFill>
                  <a:srgbClr val="263D4D"/>
                </a:solidFill>
                <a:latin typeface="Yu Gothic"/>
                <a:ea typeface="Yu Gothic"/>
                <a:cs typeface="Yu Gothic"/>
              </a:defRPr>
            </a:lvl4pPr>
            <a:lvl5pPr>
              <a:buNone/>
              <a:defRPr sz="2250" b="1">
                <a:solidFill>
                  <a:srgbClr val="263D4D"/>
                </a:solidFill>
                <a:latin typeface="Yu Gothic"/>
                <a:ea typeface="Yu Gothic"/>
                <a:cs typeface="Yu Gothic"/>
              </a:defRPr>
            </a:lvl5pPr>
            <a:lvl6pPr>
              <a:buNone/>
              <a:defRPr sz="2250" b="1">
                <a:solidFill>
                  <a:srgbClr val="263D4D"/>
                </a:solidFill>
                <a:latin typeface="Yu Gothic"/>
                <a:ea typeface="Yu Gothic"/>
                <a:cs typeface="Yu Gothic"/>
              </a:defRPr>
            </a:lvl6pPr>
            <a:lvl7pPr>
              <a:buNone/>
              <a:defRPr sz="2250" b="1">
                <a:solidFill>
                  <a:srgbClr val="263D4D"/>
                </a:solidFill>
                <a:latin typeface="Yu Gothic"/>
                <a:ea typeface="Yu Gothic"/>
                <a:cs typeface="Yu Gothic"/>
              </a:defRPr>
            </a:lvl7pPr>
            <a:lvl8pPr>
              <a:buNone/>
              <a:defRPr sz="2250" b="1">
                <a:solidFill>
                  <a:srgbClr val="263D4D"/>
                </a:solidFill>
                <a:latin typeface="Yu Gothic"/>
                <a:ea typeface="Yu Gothic"/>
                <a:cs typeface="Yu Gothic"/>
              </a:defRPr>
            </a:lvl8pPr>
            <a:lvl9pPr>
              <a:buNone/>
              <a:defRPr sz="2250" b="1">
                <a:solidFill>
                  <a:srgbClr val="263D4D"/>
                </a:solidFill>
                <a:latin typeface="Yu Gothic"/>
                <a:ea typeface="Yu Gothic"/>
                <a:cs typeface="Yu Gothic"/>
              </a:defRPr>
            </a:lvl9pPr>
          </a:lstStyle>
          <a:p xmlns:a="http://schemas.openxmlformats.org/drawingml/2006/main">
            <a:pPr>
              <a:buNone/>
              <a:defRPr sz="2250" b="1">
                <a:solidFill>
                  <a:srgbClr val="263D4D"/>
                </a:solidFill>
                <a:latin typeface="Yu Gothic"/>
                <a:ea typeface="Yu Gothic"/>
                <a:cs typeface="Yu Gothic"/>
              </a:defRPr>
            </a:pPr>
            <a:r>
              <a:rPr sz="2250" b="1">
                <a:solidFill>
                  <a:srgbClr val="263D4D"/>
                </a:solidFill>
                <a:latin typeface="Yu Gothic"/>
                <a:ea typeface="Yu Gothic"/>
                <a:cs typeface="Yu Gothic"/>
              </a:rPr>
              <a:t>木材・金属・樹脂の比較で「水に強い」と書いた</a:t>
            </a:r>
          </a:p>
        </p:txBody>
      </p:sp>
      <p:sp>
        <p:nvSpPr>
          <p:cNvPr id="4" name="正方形/長方形 3">
            <a:extLst xmlns:a="http://schemas.openxmlformats.org/drawingml/2006/main">
              <a:ext uri="{FF2B5EF4-FFF2-40B4-BE49-F238E27FC236}">
                <a16:creationId xmlns:a16="http://schemas.microsoft.com/office/drawing/2014/main" id="{A32FB2C3-D178-4455-8A29-F6D720590C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2619375"/>
            <a:ext cx="10572750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>
              <a:defRPr sz="2250" b="0">
                <a:solidFill>
                  <a:srgbClr val="263D4D"/>
                </a:solidFill>
                <a:latin typeface="Yu Gothic"/>
                <a:ea typeface="Yu Gothic"/>
                <a:cs typeface="Yu Gothic"/>
              </a:defRPr>
            </a:defPPr>
            <a:lvl1pPr>
              <a:buNone/>
              <a:defRPr sz="2250" b="0">
                <a:solidFill>
                  <a:srgbClr val="263D4D"/>
                </a:solidFill>
                <a:latin typeface="Yu Gothic"/>
                <a:ea typeface="Yu Gothic"/>
                <a:cs typeface="Yu Gothic"/>
              </a:defRPr>
            </a:lvl1pPr>
            <a:lvl2pPr>
              <a:buNone/>
              <a:defRPr sz="2250" b="0">
                <a:solidFill>
                  <a:srgbClr val="263D4D"/>
                </a:solidFill>
                <a:latin typeface="Yu Gothic"/>
                <a:ea typeface="Yu Gothic"/>
                <a:cs typeface="Yu Gothic"/>
              </a:defRPr>
            </a:lvl2pPr>
            <a:lvl3pPr>
              <a:buNone/>
              <a:defRPr sz="2250" b="0">
                <a:solidFill>
                  <a:srgbClr val="263D4D"/>
                </a:solidFill>
                <a:latin typeface="Yu Gothic"/>
                <a:ea typeface="Yu Gothic"/>
                <a:cs typeface="Yu Gothic"/>
              </a:defRPr>
            </a:lvl3pPr>
            <a:lvl4pPr>
              <a:buNone/>
              <a:defRPr sz="2250" b="0">
                <a:solidFill>
                  <a:srgbClr val="263D4D"/>
                </a:solidFill>
                <a:latin typeface="Yu Gothic"/>
                <a:ea typeface="Yu Gothic"/>
                <a:cs typeface="Yu Gothic"/>
              </a:defRPr>
            </a:lvl4pPr>
            <a:lvl5pPr>
              <a:buNone/>
              <a:defRPr sz="2250" b="0">
                <a:solidFill>
                  <a:srgbClr val="263D4D"/>
                </a:solidFill>
                <a:latin typeface="Yu Gothic"/>
                <a:ea typeface="Yu Gothic"/>
                <a:cs typeface="Yu Gothic"/>
              </a:defRPr>
            </a:lvl5pPr>
            <a:lvl6pPr>
              <a:buNone/>
              <a:defRPr sz="2250" b="0">
                <a:solidFill>
                  <a:srgbClr val="263D4D"/>
                </a:solidFill>
                <a:latin typeface="Yu Gothic"/>
                <a:ea typeface="Yu Gothic"/>
                <a:cs typeface="Yu Gothic"/>
              </a:defRPr>
            </a:lvl6pPr>
            <a:lvl7pPr>
              <a:buNone/>
              <a:defRPr sz="2250" b="0">
                <a:solidFill>
                  <a:srgbClr val="263D4D"/>
                </a:solidFill>
                <a:latin typeface="Yu Gothic"/>
                <a:ea typeface="Yu Gothic"/>
                <a:cs typeface="Yu Gothic"/>
              </a:defRPr>
            </a:lvl7pPr>
            <a:lvl8pPr>
              <a:buNone/>
              <a:defRPr sz="2250" b="0">
                <a:solidFill>
                  <a:srgbClr val="263D4D"/>
                </a:solidFill>
                <a:latin typeface="Yu Gothic"/>
                <a:ea typeface="Yu Gothic"/>
                <a:cs typeface="Yu Gothic"/>
              </a:defRPr>
            </a:lvl8pPr>
            <a:lvl9pPr>
              <a:buNone/>
              <a:defRPr sz="2250" b="0">
                <a:solidFill>
                  <a:srgbClr val="263D4D"/>
                </a:solidFill>
                <a:latin typeface="Yu Gothic"/>
                <a:ea typeface="Yu Gothic"/>
                <a:cs typeface="Yu Gothic"/>
              </a:defRPr>
            </a:lvl9pPr>
          </a:lstStyle>
          <a:p xmlns:a="http://schemas.openxmlformats.org/drawingml/2006/main">
            <a:pPr>
              <a:buNone/>
              <a:defRPr sz="2250" b="0">
                <a:solidFill>
                  <a:srgbClr val="263D4D"/>
                </a:solidFill>
                <a:latin typeface="Yu Gothic"/>
                <a:ea typeface="Yu Gothic"/>
                <a:cs typeface="Yu Gothic"/>
              </a:defRPr>
            </a:pPr>
            <a:r>
              <a:rPr sz="2250" b="0">
                <a:solidFill>
                  <a:srgbClr val="263D4D"/>
                </a:solidFill>
                <a:latin typeface="Yu Gothic"/>
                <a:ea typeface="Yu Gothic"/>
                <a:cs typeface="Yu Gothic"/>
              </a:rPr>
              <a:t>水を吸うこと、腐食、接着、変形は同じ問題か</a:t>
            </a:r>
          </a:p>
        </p:txBody>
      </p:sp>
      <p:sp>
        <p:nvSpPr>
          <p:cNvPr id="5" name="正方形/長方形 4">
            <a:extLst xmlns:a="http://schemas.openxmlformats.org/drawingml/2006/main">
              <a:ext uri="{FF2B5EF4-FFF2-40B4-BE49-F238E27FC236}">
                <a16:creationId xmlns:a16="http://schemas.microsoft.com/office/drawing/2014/main" id="{1CBAB9B0-4CEA-4455-8433-5BE31CB3A8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3571875"/>
            <a:ext cx="10572750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>
              <a:defRPr sz="2250" b="0">
                <a:solidFill>
                  <a:srgbClr val="263D4D"/>
                </a:solidFill>
                <a:latin typeface="Yu Gothic"/>
                <a:ea typeface="Yu Gothic"/>
                <a:cs typeface="Yu Gothic"/>
              </a:defRPr>
            </a:defPPr>
            <a:lvl1pPr>
              <a:buNone/>
              <a:defRPr sz="2250" b="0">
                <a:solidFill>
                  <a:srgbClr val="263D4D"/>
                </a:solidFill>
                <a:latin typeface="Yu Gothic"/>
                <a:ea typeface="Yu Gothic"/>
                <a:cs typeface="Yu Gothic"/>
              </a:defRPr>
            </a:lvl1pPr>
            <a:lvl2pPr>
              <a:buNone/>
              <a:defRPr sz="2250" b="0">
                <a:solidFill>
                  <a:srgbClr val="263D4D"/>
                </a:solidFill>
                <a:latin typeface="Yu Gothic"/>
                <a:ea typeface="Yu Gothic"/>
                <a:cs typeface="Yu Gothic"/>
              </a:defRPr>
            </a:lvl2pPr>
            <a:lvl3pPr>
              <a:buNone/>
              <a:defRPr sz="2250" b="0">
                <a:solidFill>
                  <a:srgbClr val="263D4D"/>
                </a:solidFill>
                <a:latin typeface="Yu Gothic"/>
                <a:ea typeface="Yu Gothic"/>
                <a:cs typeface="Yu Gothic"/>
              </a:defRPr>
            </a:lvl3pPr>
            <a:lvl4pPr>
              <a:buNone/>
              <a:defRPr sz="2250" b="0">
                <a:solidFill>
                  <a:srgbClr val="263D4D"/>
                </a:solidFill>
                <a:latin typeface="Yu Gothic"/>
                <a:ea typeface="Yu Gothic"/>
                <a:cs typeface="Yu Gothic"/>
              </a:defRPr>
            </a:lvl4pPr>
            <a:lvl5pPr>
              <a:buNone/>
              <a:defRPr sz="2250" b="0">
                <a:solidFill>
                  <a:srgbClr val="263D4D"/>
                </a:solidFill>
                <a:latin typeface="Yu Gothic"/>
                <a:ea typeface="Yu Gothic"/>
                <a:cs typeface="Yu Gothic"/>
              </a:defRPr>
            </a:lvl5pPr>
            <a:lvl6pPr>
              <a:buNone/>
              <a:defRPr sz="2250" b="0">
                <a:solidFill>
                  <a:srgbClr val="263D4D"/>
                </a:solidFill>
                <a:latin typeface="Yu Gothic"/>
                <a:ea typeface="Yu Gothic"/>
                <a:cs typeface="Yu Gothic"/>
              </a:defRPr>
            </a:lvl6pPr>
            <a:lvl7pPr>
              <a:buNone/>
              <a:defRPr sz="2250" b="0">
                <a:solidFill>
                  <a:srgbClr val="263D4D"/>
                </a:solidFill>
                <a:latin typeface="Yu Gothic"/>
                <a:ea typeface="Yu Gothic"/>
                <a:cs typeface="Yu Gothic"/>
              </a:defRPr>
            </a:lvl7pPr>
            <a:lvl8pPr>
              <a:buNone/>
              <a:defRPr sz="2250" b="0">
                <a:solidFill>
                  <a:srgbClr val="263D4D"/>
                </a:solidFill>
                <a:latin typeface="Yu Gothic"/>
                <a:ea typeface="Yu Gothic"/>
                <a:cs typeface="Yu Gothic"/>
              </a:defRPr>
            </a:lvl8pPr>
            <a:lvl9pPr>
              <a:buNone/>
              <a:defRPr sz="2250" b="0">
                <a:solidFill>
                  <a:srgbClr val="263D4D"/>
                </a:solidFill>
                <a:latin typeface="Yu Gothic"/>
                <a:ea typeface="Yu Gothic"/>
                <a:cs typeface="Yu Gothic"/>
              </a:defRPr>
            </a:lvl9pPr>
          </a:lstStyle>
          <a:p xmlns:a="http://schemas.openxmlformats.org/drawingml/2006/main">
            <a:pPr>
              <a:buNone/>
              <a:defRPr sz="2250" b="0">
                <a:solidFill>
                  <a:srgbClr val="263D4D"/>
                </a:solidFill>
                <a:latin typeface="Yu Gothic"/>
                <a:ea typeface="Yu Gothic"/>
                <a:cs typeface="Yu Gothic"/>
              </a:defRPr>
            </a:pPr>
            <a:r>
              <a:rPr sz="2250" b="0">
                <a:solidFill>
                  <a:srgbClr val="263D4D"/>
                </a:solidFill>
                <a:latin typeface="Yu Gothic"/>
                <a:ea typeface="Yu Gothic"/>
                <a:cs typeface="Yu Gothic"/>
              </a:rPr>
              <a:t>雨が当たる場合と、室内で時々拭く場合を分ける</a:t>
            </a:r>
          </a:p>
        </p:txBody>
      </p:sp>
      <p:sp>
        <p:nvSpPr>
          <p:cNvPr id="6" name="正方形/長方形 5">
            <a:extLst xmlns:a="http://schemas.openxmlformats.org/drawingml/2006/main">
              <a:ext uri="{FF2B5EF4-FFF2-40B4-BE49-F238E27FC236}">
                <a16:creationId xmlns:a16="http://schemas.microsoft.com/office/drawing/2014/main" id="{50632E21-FB14-40FF-81F2-E31FF35956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4524375"/>
            <a:ext cx="10572750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>
              <a:defRPr sz="2250" b="0">
                <a:solidFill>
                  <a:srgbClr val="263D4D"/>
                </a:solidFill>
                <a:latin typeface="Yu Gothic"/>
                <a:ea typeface="Yu Gothic"/>
                <a:cs typeface="Yu Gothic"/>
              </a:defRPr>
            </a:defPPr>
            <a:lvl1pPr>
              <a:buNone/>
              <a:defRPr sz="2250" b="0">
                <a:solidFill>
                  <a:srgbClr val="263D4D"/>
                </a:solidFill>
                <a:latin typeface="Yu Gothic"/>
                <a:ea typeface="Yu Gothic"/>
                <a:cs typeface="Yu Gothic"/>
              </a:defRPr>
            </a:lvl1pPr>
            <a:lvl2pPr>
              <a:buNone/>
              <a:defRPr sz="2250" b="0">
                <a:solidFill>
                  <a:srgbClr val="263D4D"/>
                </a:solidFill>
                <a:latin typeface="Yu Gothic"/>
                <a:ea typeface="Yu Gothic"/>
                <a:cs typeface="Yu Gothic"/>
              </a:defRPr>
            </a:lvl2pPr>
            <a:lvl3pPr>
              <a:buNone/>
              <a:defRPr sz="2250" b="0">
                <a:solidFill>
                  <a:srgbClr val="263D4D"/>
                </a:solidFill>
                <a:latin typeface="Yu Gothic"/>
                <a:ea typeface="Yu Gothic"/>
                <a:cs typeface="Yu Gothic"/>
              </a:defRPr>
            </a:lvl3pPr>
            <a:lvl4pPr>
              <a:buNone/>
              <a:defRPr sz="2250" b="0">
                <a:solidFill>
                  <a:srgbClr val="263D4D"/>
                </a:solidFill>
                <a:latin typeface="Yu Gothic"/>
                <a:ea typeface="Yu Gothic"/>
                <a:cs typeface="Yu Gothic"/>
              </a:defRPr>
            </a:lvl4pPr>
            <a:lvl5pPr>
              <a:buNone/>
              <a:defRPr sz="2250" b="0">
                <a:solidFill>
                  <a:srgbClr val="263D4D"/>
                </a:solidFill>
                <a:latin typeface="Yu Gothic"/>
                <a:ea typeface="Yu Gothic"/>
                <a:cs typeface="Yu Gothic"/>
              </a:defRPr>
            </a:lvl5pPr>
            <a:lvl6pPr>
              <a:buNone/>
              <a:defRPr sz="2250" b="0">
                <a:solidFill>
                  <a:srgbClr val="263D4D"/>
                </a:solidFill>
                <a:latin typeface="Yu Gothic"/>
                <a:ea typeface="Yu Gothic"/>
                <a:cs typeface="Yu Gothic"/>
              </a:defRPr>
            </a:lvl6pPr>
            <a:lvl7pPr>
              <a:buNone/>
              <a:defRPr sz="2250" b="0">
                <a:solidFill>
                  <a:srgbClr val="263D4D"/>
                </a:solidFill>
                <a:latin typeface="Yu Gothic"/>
                <a:ea typeface="Yu Gothic"/>
                <a:cs typeface="Yu Gothic"/>
              </a:defRPr>
            </a:lvl7pPr>
            <a:lvl8pPr>
              <a:buNone/>
              <a:defRPr sz="2250" b="0">
                <a:solidFill>
                  <a:srgbClr val="263D4D"/>
                </a:solidFill>
                <a:latin typeface="Yu Gothic"/>
                <a:ea typeface="Yu Gothic"/>
                <a:cs typeface="Yu Gothic"/>
              </a:defRPr>
            </a:lvl8pPr>
            <a:lvl9pPr>
              <a:buNone/>
              <a:defRPr sz="2250" b="0">
                <a:solidFill>
                  <a:srgbClr val="263D4D"/>
                </a:solidFill>
                <a:latin typeface="Yu Gothic"/>
                <a:ea typeface="Yu Gothic"/>
                <a:cs typeface="Yu Gothic"/>
              </a:defRPr>
            </a:lvl9pPr>
          </a:lstStyle>
          <a:p xmlns:a="http://schemas.openxmlformats.org/drawingml/2006/main">
            <a:pPr>
              <a:buNone/>
              <a:defRPr sz="2250" b="0">
                <a:solidFill>
                  <a:srgbClr val="263D4D"/>
                </a:solidFill>
                <a:latin typeface="Yu Gothic"/>
                <a:ea typeface="Yu Gothic"/>
                <a:cs typeface="Yu Gothic"/>
              </a:defRPr>
            </a:pPr>
            <a:r>
              <a:rPr sz="2250" b="0">
                <a:solidFill>
                  <a:srgbClr val="263D4D"/>
                </a:solidFill>
                <a:latin typeface="Yu Gothic"/>
                <a:ea typeface="Yu Gothic"/>
                <a:cs typeface="Yu Gothic"/>
              </a:rPr>
              <a:t>どこを、何から守る必要があるか説明する</a:t>
            </a:r>
          </a:p>
        </p:txBody>
      </p:sp>
      <p:sp>
        <p:nvSpPr>
          <p:cNvPr id="7" name="正方形/長方形 6">
            <a:extLst xmlns:a="http://schemas.openxmlformats.org/drawingml/2006/main">
              <a:ext uri="{FF2B5EF4-FFF2-40B4-BE49-F238E27FC236}">
                <a16:creationId xmlns:a16="http://schemas.microsoft.com/office/drawing/2014/main" id="{592DEBA4-ED71-4B13-B107-F00189A584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5715000"/>
            <a:ext cx="104775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>
              <a:defRPr sz="1725" b="1">
                <a:solidFill>
                  <a:srgbClr val="337568"/>
                </a:solidFill>
                <a:latin typeface="Yu Gothic"/>
                <a:ea typeface="Yu Gothic"/>
                <a:cs typeface="Yu Gothic"/>
              </a:defRPr>
            </a:defPPr>
            <a:lvl1pPr>
              <a:buNone/>
              <a:defRPr sz="1725" b="1">
                <a:solidFill>
                  <a:srgbClr val="337568"/>
                </a:solidFill>
                <a:latin typeface="Yu Gothic"/>
                <a:ea typeface="Yu Gothic"/>
                <a:cs typeface="Yu Gothic"/>
              </a:defRPr>
            </a:lvl1pPr>
            <a:lvl2pPr>
              <a:buNone/>
              <a:defRPr sz="1725" b="1">
                <a:solidFill>
                  <a:srgbClr val="337568"/>
                </a:solidFill>
                <a:latin typeface="Yu Gothic"/>
                <a:ea typeface="Yu Gothic"/>
                <a:cs typeface="Yu Gothic"/>
              </a:defRPr>
            </a:lvl2pPr>
            <a:lvl3pPr>
              <a:buNone/>
              <a:defRPr sz="1725" b="1">
                <a:solidFill>
                  <a:srgbClr val="337568"/>
                </a:solidFill>
                <a:latin typeface="Yu Gothic"/>
                <a:ea typeface="Yu Gothic"/>
                <a:cs typeface="Yu Gothic"/>
              </a:defRPr>
            </a:lvl3pPr>
            <a:lvl4pPr>
              <a:buNone/>
              <a:defRPr sz="1725" b="1">
                <a:solidFill>
                  <a:srgbClr val="337568"/>
                </a:solidFill>
                <a:latin typeface="Yu Gothic"/>
                <a:ea typeface="Yu Gothic"/>
                <a:cs typeface="Yu Gothic"/>
              </a:defRPr>
            </a:lvl4pPr>
            <a:lvl5pPr>
              <a:buNone/>
              <a:defRPr sz="1725" b="1">
                <a:solidFill>
                  <a:srgbClr val="337568"/>
                </a:solidFill>
                <a:latin typeface="Yu Gothic"/>
                <a:ea typeface="Yu Gothic"/>
                <a:cs typeface="Yu Gothic"/>
              </a:defRPr>
            </a:lvl5pPr>
            <a:lvl6pPr>
              <a:buNone/>
              <a:defRPr sz="1725" b="1">
                <a:solidFill>
                  <a:srgbClr val="337568"/>
                </a:solidFill>
                <a:latin typeface="Yu Gothic"/>
                <a:ea typeface="Yu Gothic"/>
                <a:cs typeface="Yu Gothic"/>
              </a:defRPr>
            </a:lvl6pPr>
            <a:lvl7pPr>
              <a:buNone/>
              <a:defRPr sz="1725" b="1">
                <a:solidFill>
                  <a:srgbClr val="337568"/>
                </a:solidFill>
                <a:latin typeface="Yu Gothic"/>
                <a:ea typeface="Yu Gothic"/>
                <a:cs typeface="Yu Gothic"/>
              </a:defRPr>
            </a:lvl7pPr>
            <a:lvl8pPr>
              <a:buNone/>
              <a:defRPr sz="1725" b="1">
                <a:solidFill>
                  <a:srgbClr val="337568"/>
                </a:solidFill>
                <a:latin typeface="Yu Gothic"/>
                <a:ea typeface="Yu Gothic"/>
                <a:cs typeface="Yu Gothic"/>
              </a:defRPr>
            </a:lvl8pPr>
            <a:lvl9pPr>
              <a:buNone/>
              <a:defRPr sz="1725" b="1">
                <a:solidFill>
                  <a:srgbClr val="337568"/>
                </a:solidFill>
                <a:latin typeface="Yu Gothic"/>
                <a:ea typeface="Yu Gothic"/>
                <a:cs typeface="Yu Gothic"/>
              </a:defRPr>
            </a:lvl9pPr>
          </a:lstStyle>
          <a:p xmlns:a="http://schemas.openxmlformats.org/drawingml/2006/main">
            <a:pPr>
              <a:buNone/>
              <a:defRPr sz="1725" b="1">
                <a:solidFill>
                  <a:srgbClr val="337568"/>
                </a:solidFill>
                <a:latin typeface="Yu Gothic"/>
                <a:ea typeface="Yu Gothic"/>
                <a:cs typeface="Yu Gothic"/>
              </a:defRPr>
            </a:pPr>
            <a:r>
              <a:rPr sz="1725" b="1">
                <a:solidFill>
                  <a:srgbClr val="337568"/>
                </a:solidFill>
                <a:latin typeface="Yu Gothic"/>
                <a:ea typeface="Yu Gothic"/>
                <a:cs typeface="Yu Gothic"/>
              </a:rPr>
              <a:t>自分の図・式・理由を書いてから、次の解説へ進む</a:t>
            </a:r>
          </a:p>
        </p:txBody>
      </p:sp>
      <p:sp>
        <p:nvSpPr>
          <p:cNvPr id="8" name="正方形/長方形 7">
            <a:extLst xmlns:a="http://schemas.openxmlformats.org/drawingml/2006/main">
              <a:ext uri="{FF2B5EF4-FFF2-40B4-BE49-F238E27FC236}">
                <a16:creationId xmlns:a16="http://schemas.microsoft.com/office/drawing/2014/main" id="{C6AAD50B-716B-4B05-9D8E-A6CA249927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353175"/>
            <a:ext cx="8953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>
              <a:defRPr sz="1425" b="0">
                <a:solidFill>
                  <a:srgbClr val="71818B"/>
                </a:solidFill>
                <a:latin typeface="Yu Gothic"/>
                <a:ea typeface="Yu Gothic"/>
                <a:cs typeface="Yu Gothic"/>
              </a:defRPr>
            </a:defPPr>
            <a:lvl1pPr>
              <a:buNone/>
              <a:defRPr sz="1425" b="0">
                <a:solidFill>
                  <a:srgbClr val="71818B"/>
                </a:solidFill>
                <a:latin typeface="Yu Gothic"/>
                <a:ea typeface="Yu Gothic"/>
                <a:cs typeface="Yu Gothic"/>
              </a:defRPr>
            </a:lvl1pPr>
            <a:lvl2pPr>
              <a:buNone/>
              <a:defRPr sz="1425" b="0">
                <a:solidFill>
                  <a:srgbClr val="71818B"/>
                </a:solidFill>
                <a:latin typeface="Yu Gothic"/>
                <a:ea typeface="Yu Gothic"/>
                <a:cs typeface="Yu Gothic"/>
              </a:defRPr>
            </a:lvl2pPr>
            <a:lvl3pPr>
              <a:buNone/>
              <a:defRPr sz="1425" b="0">
                <a:solidFill>
                  <a:srgbClr val="71818B"/>
                </a:solidFill>
                <a:latin typeface="Yu Gothic"/>
                <a:ea typeface="Yu Gothic"/>
                <a:cs typeface="Yu Gothic"/>
              </a:defRPr>
            </a:lvl3pPr>
            <a:lvl4pPr>
              <a:buNone/>
              <a:defRPr sz="1425" b="0">
                <a:solidFill>
                  <a:srgbClr val="71818B"/>
                </a:solidFill>
                <a:latin typeface="Yu Gothic"/>
                <a:ea typeface="Yu Gothic"/>
                <a:cs typeface="Yu Gothic"/>
              </a:defRPr>
            </a:lvl4pPr>
            <a:lvl5pPr>
              <a:buNone/>
              <a:defRPr sz="1425" b="0">
                <a:solidFill>
                  <a:srgbClr val="71818B"/>
                </a:solidFill>
                <a:latin typeface="Yu Gothic"/>
                <a:ea typeface="Yu Gothic"/>
                <a:cs typeface="Yu Gothic"/>
              </a:defRPr>
            </a:lvl5pPr>
            <a:lvl6pPr>
              <a:buNone/>
              <a:defRPr sz="1425" b="0">
                <a:solidFill>
                  <a:srgbClr val="71818B"/>
                </a:solidFill>
                <a:latin typeface="Yu Gothic"/>
                <a:ea typeface="Yu Gothic"/>
                <a:cs typeface="Yu Gothic"/>
              </a:defRPr>
            </a:lvl6pPr>
            <a:lvl7pPr>
              <a:buNone/>
              <a:defRPr sz="1425" b="0">
                <a:solidFill>
                  <a:srgbClr val="71818B"/>
                </a:solidFill>
                <a:latin typeface="Yu Gothic"/>
                <a:ea typeface="Yu Gothic"/>
                <a:cs typeface="Yu Gothic"/>
              </a:defRPr>
            </a:lvl7pPr>
            <a:lvl8pPr>
              <a:buNone/>
              <a:defRPr sz="1425" b="0">
                <a:solidFill>
                  <a:srgbClr val="71818B"/>
                </a:solidFill>
                <a:latin typeface="Yu Gothic"/>
                <a:ea typeface="Yu Gothic"/>
                <a:cs typeface="Yu Gothic"/>
              </a:defRPr>
            </a:lvl8pPr>
            <a:lvl9pPr>
              <a:buNone/>
              <a:defRPr sz="1425" b="0">
                <a:solidFill>
                  <a:srgbClr val="71818B"/>
                </a:solidFill>
                <a:latin typeface="Yu Gothic"/>
                <a:ea typeface="Yu Gothic"/>
                <a:cs typeface="Yu Gothic"/>
              </a:defRPr>
            </a:lvl9pPr>
          </a:lstStyle>
          <a:p xmlns:a="http://schemas.openxmlformats.org/drawingml/2006/main">
            <a:pPr>
              <a:buNone/>
              <a:defRPr sz="1425" b="0">
                <a:solidFill>
                  <a:srgbClr val="71818B"/>
                </a:solidFill>
                <a:latin typeface="Yu Gothic"/>
                <a:ea typeface="Yu Gothic"/>
                <a:cs typeface="Yu Gothic"/>
              </a:defRPr>
            </a:pPr>
            <a:r>
              <a:rPr sz="1425" b="0">
                <a:solidFill>
                  <a:srgbClr val="71818B"/>
                </a:solidFill>
                <a:latin typeface="Yu Gothic"/>
                <a:ea typeface="Yu Gothic"/>
                <a:cs typeface="Yu Gothic"/>
              </a:rPr>
              <a:t>工業材料概論　第12回</a:t>
            </a:r>
          </a:p>
        </p:txBody>
      </p:sp>
      <p:sp>
        <p:nvSpPr>
          <p:cNvPr id="9" name="正方形/長方形 8">
            <a:extLst xmlns:a="http://schemas.openxmlformats.org/drawingml/2006/main">
              <a:ext uri="{FF2B5EF4-FFF2-40B4-BE49-F238E27FC236}">
                <a16:creationId xmlns:a16="http://schemas.microsoft.com/office/drawing/2014/main" id="{9DF6B5C0-7612-4F75-8E11-B7B5D59C38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82250" y="6353175"/>
            <a:ext cx="1238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>
              <a:defRPr sz="1425" b="0">
                <a:solidFill>
                  <a:srgbClr val="71818B"/>
                </a:solidFill>
                <a:latin typeface="Yu Gothic"/>
                <a:ea typeface="Yu Gothic"/>
                <a:cs typeface="Yu Gothic"/>
              </a:defRPr>
            </a:defPPr>
            <a:lvl1pPr>
              <a:buNone/>
              <a:defRPr sz="1425" b="0">
                <a:solidFill>
                  <a:srgbClr val="71818B"/>
                </a:solidFill>
                <a:latin typeface="Yu Gothic"/>
                <a:ea typeface="Yu Gothic"/>
                <a:cs typeface="Yu Gothic"/>
              </a:defRPr>
            </a:lvl1pPr>
            <a:lvl2pPr>
              <a:buNone/>
              <a:defRPr sz="1425" b="0">
                <a:solidFill>
                  <a:srgbClr val="71818B"/>
                </a:solidFill>
                <a:latin typeface="Yu Gothic"/>
                <a:ea typeface="Yu Gothic"/>
                <a:cs typeface="Yu Gothic"/>
              </a:defRPr>
            </a:lvl2pPr>
            <a:lvl3pPr>
              <a:buNone/>
              <a:defRPr sz="1425" b="0">
                <a:solidFill>
                  <a:srgbClr val="71818B"/>
                </a:solidFill>
                <a:latin typeface="Yu Gothic"/>
                <a:ea typeface="Yu Gothic"/>
                <a:cs typeface="Yu Gothic"/>
              </a:defRPr>
            </a:lvl3pPr>
            <a:lvl4pPr>
              <a:buNone/>
              <a:defRPr sz="1425" b="0">
                <a:solidFill>
                  <a:srgbClr val="71818B"/>
                </a:solidFill>
                <a:latin typeface="Yu Gothic"/>
                <a:ea typeface="Yu Gothic"/>
                <a:cs typeface="Yu Gothic"/>
              </a:defRPr>
            </a:lvl4pPr>
            <a:lvl5pPr>
              <a:buNone/>
              <a:defRPr sz="1425" b="0">
                <a:solidFill>
                  <a:srgbClr val="71818B"/>
                </a:solidFill>
                <a:latin typeface="Yu Gothic"/>
                <a:ea typeface="Yu Gothic"/>
                <a:cs typeface="Yu Gothic"/>
              </a:defRPr>
            </a:lvl5pPr>
            <a:lvl6pPr>
              <a:buNone/>
              <a:defRPr sz="1425" b="0">
                <a:solidFill>
                  <a:srgbClr val="71818B"/>
                </a:solidFill>
                <a:latin typeface="Yu Gothic"/>
                <a:ea typeface="Yu Gothic"/>
                <a:cs typeface="Yu Gothic"/>
              </a:defRPr>
            </a:lvl6pPr>
            <a:lvl7pPr>
              <a:buNone/>
              <a:defRPr sz="1425" b="0">
                <a:solidFill>
                  <a:srgbClr val="71818B"/>
                </a:solidFill>
                <a:latin typeface="Yu Gothic"/>
                <a:ea typeface="Yu Gothic"/>
                <a:cs typeface="Yu Gothic"/>
              </a:defRPr>
            </a:lvl7pPr>
            <a:lvl8pPr>
              <a:buNone/>
              <a:defRPr sz="1425" b="0">
                <a:solidFill>
                  <a:srgbClr val="71818B"/>
                </a:solidFill>
                <a:latin typeface="Yu Gothic"/>
                <a:ea typeface="Yu Gothic"/>
                <a:cs typeface="Yu Gothic"/>
              </a:defRPr>
            </a:lvl8pPr>
            <a:lvl9pPr>
              <a:buNone/>
              <a:defRPr sz="1425" b="0">
                <a:solidFill>
                  <a:srgbClr val="71818B"/>
                </a:solidFill>
                <a:latin typeface="Yu Gothic"/>
                <a:ea typeface="Yu Gothic"/>
                <a:cs typeface="Yu Gothic"/>
              </a:defRPr>
            </a:lvl9pPr>
          </a:lstStyle>
          <a:p xmlns:a="http://schemas.openxmlformats.org/drawingml/2006/main">
            <a:pPr>
              <a:buNone/>
              <a:defRPr sz="1425" b="0">
                <a:solidFill>
                  <a:srgbClr val="71818B"/>
                </a:solidFill>
                <a:latin typeface="Yu Gothic"/>
                <a:ea typeface="Yu Gothic"/>
                <a:cs typeface="Yu Gothic"/>
              </a:defRPr>
            </a:pPr>
            <a:r>
              <a:rPr sz="1425" b="0">
                <a:solidFill>
                  <a:srgbClr val="71818B"/>
                </a:solidFill>
                <a:latin typeface="Yu Gothic"/>
                <a:ea typeface="Yu Gothic"/>
                <a:cs typeface="Yu Gothic"/>
              </a:rPr>
              <a:t>18 / 41</a:t>
            </a:r>
            <a:endParaRPr sz="1425" b="0">
              <a:solidFill>
                <a:srgbClr val="71818B"/>
              </a:solidFill>
              <a:latin typeface="Yu Gothic"/>
              <a:ea typeface="Yu Gothic"/>
              <a:cs typeface="Yu Gothic"/>
            </a:endParaRPr>
          </a:p>
        </p:txBody>
      </p:sp>
    </p:spTree>
    <p:extLst>
      <p:ext uri="{BB962C8B-B14F-4D97-AF65-F5344CB8AC3E}">
        <p14:creationId xmlns:p14="http://schemas.microsoft.com/office/powerpoint/2010/main" val="2095505466"/>
      </p:ext>
    </p:extLst>
  </p:cSld>
</p:sld>
</file>

<file path=ppt/slides/slide1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正方形/長方形 8">
            <a:extLst xmlns:a="http://schemas.openxmlformats.org/drawingml/2006/main">
              <a:ext uri="{FF2B5EF4-FFF2-40B4-BE49-F238E27FC236}">
                <a16:creationId xmlns:a16="http://schemas.microsoft.com/office/drawing/2014/main" id="{C04933CB-E5F0-422D-AF78-2FDE98E0C9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81000"/>
            <a:ext cx="108585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>
              <a:defRPr sz="3000" b="1">
                <a:solidFill>
                  <a:srgbClr val="193B59"/>
                </a:solidFill>
                <a:latin typeface="Yu Gothic"/>
                <a:ea typeface="Yu Gothic"/>
                <a:cs typeface="Yu Gothic"/>
              </a:defRPr>
            </a:defPPr>
            <a:lvl1pPr>
              <a:buNone/>
              <a:defRPr sz="3000" b="1">
                <a:solidFill>
                  <a:srgbClr val="193B59"/>
                </a:solidFill>
                <a:latin typeface="Yu Gothic"/>
                <a:ea typeface="Yu Gothic"/>
                <a:cs typeface="Yu Gothic"/>
              </a:defRPr>
            </a:lvl1pPr>
            <a:lvl2pPr>
              <a:buNone/>
              <a:defRPr sz="3000" b="1">
                <a:solidFill>
                  <a:srgbClr val="193B59"/>
                </a:solidFill>
                <a:latin typeface="Yu Gothic"/>
                <a:ea typeface="Yu Gothic"/>
                <a:cs typeface="Yu Gothic"/>
              </a:defRPr>
            </a:lvl2pPr>
            <a:lvl3pPr>
              <a:buNone/>
              <a:defRPr sz="3000" b="1">
                <a:solidFill>
                  <a:srgbClr val="193B59"/>
                </a:solidFill>
                <a:latin typeface="Yu Gothic"/>
                <a:ea typeface="Yu Gothic"/>
                <a:cs typeface="Yu Gothic"/>
              </a:defRPr>
            </a:lvl3pPr>
            <a:lvl4pPr>
              <a:buNone/>
              <a:defRPr sz="3000" b="1">
                <a:solidFill>
                  <a:srgbClr val="193B59"/>
                </a:solidFill>
                <a:latin typeface="Yu Gothic"/>
                <a:ea typeface="Yu Gothic"/>
                <a:cs typeface="Yu Gothic"/>
              </a:defRPr>
            </a:lvl4pPr>
            <a:lvl5pPr>
              <a:buNone/>
              <a:defRPr sz="3000" b="1">
                <a:solidFill>
                  <a:srgbClr val="193B59"/>
                </a:solidFill>
                <a:latin typeface="Yu Gothic"/>
                <a:ea typeface="Yu Gothic"/>
                <a:cs typeface="Yu Gothic"/>
              </a:defRPr>
            </a:lvl5pPr>
            <a:lvl6pPr>
              <a:buNone/>
              <a:defRPr sz="3000" b="1">
                <a:solidFill>
                  <a:srgbClr val="193B59"/>
                </a:solidFill>
                <a:latin typeface="Yu Gothic"/>
                <a:ea typeface="Yu Gothic"/>
                <a:cs typeface="Yu Gothic"/>
              </a:defRPr>
            </a:lvl6pPr>
            <a:lvl7pPr>
              <a:buNone/>
              <a:defRPr sz="3000" b="1">
                <a:solidFill>
                  <a:srgbClr val="193B59"/>
                </a:solidFill>
                <a:latin typeface="Yu Gothic"/>
                <a:ea typeface="Yu Gothic"/>
                <a:cs typeface="Yu Gothic"/>
              </a:defRPr>
            </a:lvl7pPr>
            <a:lvl8pPr>
              <a:buNone/>
              <a:defRPr sz="3000" b="1">
                <a:solidFill>
                  <a:srgbClr val="193B59"/>
                </a:solidFill>
                <a:latin typeface="Yu Gothic"/>
                <a:ea typeface="Yu Gothic"/>
                <a:cs typeface="Yu Gothic"/>
              </a:defRPr>
            </a:lvl8pPr>
            <a:lvl9pPr>
              <a:buNone/>
              <a:defRPr sz="3000" b="1">
                <a:solidFill>
                  <a:srgbClr val="193B59"/>
                </a:solidFill>
                <a:latin typeface="Yu Gothic"/>
                <a:ea typeface="Yu Gothic"/>
                <a:cs typeface="Yu Gothic"/>
              </a:defRPr>
            </a:lvl9pPr>
          </a:lstStyle>
          <a:p xmlns:a="http://schemas.openxmlformats.org/drawingml/2006/main">
            <a:pPr>
              <a:buNone/>
              <a:defRPr sz="3000" b="1">
                <a:solidFill>
                  <a:srgbClr val="193B59"/>
                </a:solidFill>
                <a:latin typeface="Yu Gothic"/>
                <a:ea typeface="Yu Gothic"/>
                <a:cs typeface="Yu Gothic"/>
              </a:defRPr>
            </a:pPr>
            <a:r>
              <a:rPr sz="3000" b="1">
                <a:solidFill>
                  <a:srgbClr val="193B59"/>
                </a:solidFill>
                <a:latin typeface="Yu Gothic"/>
                <a:ea typeface="Yu Gothic"/>
                <a:cs typeface="Yu Gothic"/>
              </a:rPr>
              <a:t>解説：水との関わりを分ける</a:t>
            </a:r>
          </a:p>
        </p:txBody>
      </p:sp>
      <p:sp>
        <p:nvSpPr>
          <p:cNvPr id="2" name="直線コネクタ 1">
            <a:extLst xmlns:a="http://schemas.openxmlformats.org/drawingml/2006/main">
              <a:ext uri="{FF2B5EF4-FFF2-40B4-BE49-F238E27FC236}">
                <a16:creationId xmlns:a16="http://schemas.microsoft.com/office/drawing/2014/main" id="{24DE3319-56BE-45F4-A3D6-2EEF7EBFAB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323975"/>
            <a:ext cx="10820400" cy="0"/>
          </a:xfrm>
          <a:prstGeom xmlns:a="http://schemas.openxmlformats.org/drawingml/2006/main" prst="line">
            <a:avLst/>
          </a:prstGeom>
          <a:ln xmlns:a="http://schemas.openxmlformats.org/drawingml/2006/main" w="19050">
            <a:solidFill>
              <a:srgbClr val="D8E1E7"/>
            </a:solidFill>
          </a:ln>
        </p:spPr>
      </p:sp>
      <p:sp>
        <p:nvSpPr>
          <p:cNvPr id="3" name="正方形/長方形 2">
            <a:extLst xmlns:a="http://schemas.openxmlformats.org/drawingml/2006/main">
              <a:ext uri="{FF2B5EF4-FFF2-40B4-BE49-F238E27FC236}">
                <a16:creationId xmlns:a16="http://schemas.microsoft.com/office/drawing/2014/main" id="{A13F9CDC-79F0-4349-8E1D-0181300BBD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1666875"/>
            <a:ext cx="10572750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>
              <a:defRPr sz="2250" b="1">
                <a:solidFill>
                  <a:srgbClr val="263D4D"/>
                </a:solidFill>
                <a:latin typeface="Yu Gothic"/>
                <a:ea typeface="Yu Gothic"/>
                <a:cs typeface="Yu Gothic"/>
              </a:defRPr>
            </a:defPPr>
            <a:lvl1pPr>
              <a:buNone/>
              <a:defRPr sz="2250" b="1">
                <a:solidFill>
                  <a:srgbClr val="263D4D"/>
                </a:solidFill>
                <a:latin typeface="Yu Gothic"/>
                <a:ea typeface="Yu Gothic"/>
                <a:cs typeface="Yu Gothic"/>
              </a:defRPr>
            </a:lvl1pPr>
            <a:lvl2pPr>
              <a:buNone/>
              <a:defRPr sz="2250" b="1">
                <a:solidFill>
                  <a:srgbClr val="263D4D"/>
                </a:solidFill>
                <a:latin typeface="Yu Gothic"/>
                <a:ea typeface="Yu Gothic"/>
                <a:cs typeface="Yu Gothic"/>
              </a:defRPr>
            </a:lvl2pPr>
            <a:lvl3pPr>
              <a:buNone/>
              <a:defRPr sz="2250" b="1">
                <a:solidFill>
                  <a:srgbClr val="263D4D"/>
                </a:solidFill>
                <a:latin typeface="Yu Gothic"/>
                <a:ea typeface="Yu Gothic"/>
                <a:cs typeface="Yu Gothic"/>
              </a:defRPr>
            </a:lvl3pPr>
            <a:lvl4pPr>
              <a:buNone/>
              <a:defRPr sz="2250" b="1">
                <a:solidFill>
                  <a:srgbClr val="263D4D"/>
                </a:solidFill>
                <a:latin typeface="Yu Gothic"/>
                <a:ea typeface="Yu Gothic"/>
                <a:cs typeface="Yu Gothic"/>
              </a:defRPr>
            </a:lvl4pPr>
            <a:lvl5pPr>
              <a:buNone/>
              <a:defRPr sz="2250" b="1">
                <a:solidFill>
                  <a:srgbClr val="263D4D"/>
                </a:solidFill>
                <a:latin typeface="Yu Gothic"/>
                <a:ea typeface="Yu Gothic"/>
                <a:cs typeface="Yu Gothic"/>
              </a:defRPr>
            </a:lvl5pPr>
            <a:lvl6pPr>
              <a:buNone/>
              <a:defRPr sz="2250" b="1">
                <a:solidFill>
                  <a:srgbClr val="263D4D"/>
                </a:solidFill>
                <a:latin typeface="Yu Gothic"/>
                <a:ea typeface="Yu Gothic"/>
                <a:cs typeface="Yu Gothic"/>
              </a:defRPr>
            </a:lvl6pPr>
            <a:lvl7pPr>
              <a:buNone/>
              <a:defRPr sz="2250" b="1">
                <a:solidFill>
                  <a:srgbClr val="263D4D"/>
                </a:solidFill>
                <a:latin typeface="Yu Gothic"/>
                <a:ea typeface="Yu Gothic"/>
                <a:cs typeface="Yu Gothic"/>
              </a:defRPr>
            </a:lvl7pPr>
            <a:lvl8pPr>
              <a:buNone/>
              <a:defRPr sz="2250" b="1">
                <a:solidFill>
                  <a:srgbClr val="263D4D"/>
                </a:solidFill>
                <a:latin typeface="Yu Gothic"/>
                <a:ea typeface="Yu Gothic"/>
                <a:cs typeface="Yu Gothic"/>
              </a:defRPr>
            </a:lvl8pPr>
            <a:lvl9pPr>
              <a:buNone/>
              <a:defRPr sz="2250" b="1">
                <a:solidFill>
                  <a:srgbClr val="263D4D"/>
                </a:solidFill>
                <a:latin typeface="Yu Gothic"/>
                <a:ea typeface="Yu Gothic"/>
                <a:cs typeface="Yu Gothic"/>
              </a:defRPr>
            </a:lvl9pPr>
          </a:lstStyle>
          <a:p xmlns:a="http://schemas.openxmlformats.org/drawingml/2006/main">
            <a:pPr>
              <a:buNone/>
              <a:defRPr sz="2250" b="1">
                <a:solidFill>
                  <a:srgbClr val="263D4D"/>
                </a:solidFill>
                <a:latin typeface="Yu Gothic"/>
                <a:ea typeface="Yu Gothic"/>
                <a:cs typeface="Yu Gothic"/>
              </a:defRPr>
            </a:pPr>
            <a:r>
              <a:rPr sz="2250" b="1">
                <a:solidFill>
                  <a:srgbClr val="263D4D"/>
                </a:solidFill>
                <a:latin typeface="Yu Gothic"/>
                <a:ea typeface="Yu Gothic"/>
                <a:cs typeface="Yu Gothic"/>
              </a:rPr>
              <a:t>木材：吸放湿と寸法、濡れが続く部分と劣化</a:t>
            </a:r>
          </a:p>
        </p:txBody>
      </p:sp>
      <p:sp>
        <p:nvSpPr>
          <p:cNvPr id="4" name="正方形/長方形 3">
            <a:extLst xmlns:a="http://schemas.openxmlformats.org/drawingml/2006/main">
              <a:ext uri="{FF2B5EF4-FFF2-40B4-BE49-F238E27FC236}">
                <a16:creationId xmlns:a16="http://schemas.microsoft.com/office/drawing/2014/main" id="{73801C6C-8C7F-4354-9C69-CBAAE0F8AF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2619375"/>
            <a:ext cx="10572750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>
              <a:defRPr sz="2250" b="0">
                <a:solidFill>
                  <a:srgbClr val="263D4D"/>
                </a:solidFill>
                <a:latin typeface="Yu Gothic"/>
                <a:ea typeface="Yu Gothic"/>
                <a:cs typeface="Yu Gothic"/>
              </a:defRPr>
            </a:defPPr>
            <a:lvl1pPr>
              <a:buNone/>
              <a:defRPr sz="2250" b="0">
                <a:solidFill>
                  <a:srgbClr val="263D4D"/>
                </a:solidFill>
                <a:latin typeface="Yu Gothic"/>
                <a:ea typeface="Yu Gothic"/>
                <a:cs typeface="Yu Gothic"/>
              </a:defRPr>
            </a:lvl1pPr>
            <a:lvl2pPr>
              <a:buNone/>
              <a:defRPr sz="2250" b="0">
                <a:solidFill>
                  <a:srgbClr val="263D4D"/>
                </a:solidFill>
                <a:latin typeface="Yu Gothic"/>
                <a:ea typeface="Yu Gothic"/>
                <a:cs typeface="Yu Gothic"/>
              </a:defRPr>
            </a:lvl2pPr>
            <a:lvl3pPr>
              <a:buNone/>
              <a:defRPr sz="2250" b="0">
                <a:solidFill>
                  <a:srgbClr val="263D4D"/>
                </a:solidFill>
                <a:latin typeface="Yu Gothic"/>
                <a:ea typeface="Yu Gothic"/>
                <a:cs typeface="Yu Gothic"/>
              </a:defRPr>
            </a:lvl3pPr>
            <a:lvl4pPr>
              <a:buNone/>
              <a:defRPr sz="2250" b="0">
                <a:solidFill>
                  <a:srgbClr val="263D4D"/>
                </a:solidFill>
                <a:latin typeface="Yu Gothic"/>
                <a:ea typeface="Yu Gothic"/>
                <a:cs typeface="Yu Gothic"/>
              </a:defRPr>
            </a:lvl4pPr>
            <a:lvl5pPr>
              <a:buNone/>
              <a:defRPr sz="2250" b="0">
                <a:solidFill>
                  <a:srgbClr val="263D4D"/>
                </a:solidFill>
                <a:latin typeface="Yu Gothic"/>
                <a:ea typeface="Yu Gothic"/>
                <a:cs typeface="Yu Gothic"/>
              </a:defRPr>
            </a:lvl5pPr>
            <a:lvl6pPr>
              <a:buNone/>
              <a:defRPr sz="2250" b="0">
                <a:solidFill>
                  <a:srgbClr val="263D4D"/>
                </a:solidFill>
                <a:latin typeface="Yu Gothic"/>
                <a:ea typeface="Yu Gothic"/>
                <a:cs typeface="Yu Gothic"/>
              </a:defRPr>
            </a:lvl6pPr>
            <a:lvl7pPr>
              <a:buNone/>
              <a:defRPr sz="2250" b="0">
                <a:solidFill>
                  <a:srgbClr val="263D4D"/>
                </a:solidFill>
                <a:latin typeface="Yu Gothic"/>
                <a:ea typeface="Yu Gothic"/>
                <a:cs typeface="Yu Gothic"/>
              </a:defRPr>
            </a:lvl7pPr>
            <a:lvl8pPr>
              <a:buNone/>
              <a:defRPr sz="2250" b="0">
                <a:solidFill>
                  <a:srgbClr val="263D4D"/>
                </a:solidFill>
                <a:latin typeface="Yu Gothic"/>
                <a:ea typeface="Yu Gothic"/>
                <a:cs typeface="Yu Gothic"/>
              </a:defRPr>
            </a:lvl8pPr>
            <a:lvl9pPr>
              <a:buNone/>
              <a:defRPr sz="2250" b="0">
                <a:solidFill>
                  <a:srgbClr val="263D4D"/>
                </a:solidFill>
                <a:latin typeface="Yu Gothic"/>
                <a:ea typeface="Yu Gothic"/>
                <a:cs typeface="Yu Gothic"/>
              </a:defRPr>
            </a:lvl9pPr>
          </a:lstStyle>
          <a:p xmlns:a="http://schemas.openxmlformats.org/drawingml/2006/main">
            <a:pPr>
              <a:buNone/>
              <a:defRPr sz="2250" b="0">
                <a:solidFill>
                  <a:srgbClr val="263D4D"/>
                </a:solidFill>
                <a:latin typeface="Yu Gothic"/>
                <a:ea typeface="Yu Gothic"/>
                <a:cs typeface="Yu Gothic"/>
              </a:defRPr>
            </a:pPr>
            <a:r>
              <a:rPr sz="2250" b="0">
                <a:solidFill>
                  <a:srgbClr val="263D4D"/>
                </a:solidFill>
                <a:latin typeface="Yu Gothic"/>
                <a:ea typeface="Yu Gothic"/>
                <a:cs typeface="Yu Gothic"/>
              </a:rPr>
              <a:t>金属：材種、表面、接触する相手と腐食の条件</a:t>
            </a:r>
          </a:p>
        </p:txBody>
      </p:sp>
      <p:sp>
        <p:nvSpPr>
          <p:cNvPr id="5" name="正方形/長方形 4">
            <a:extLst xmlns:a="http://schemas.openxmlformats.org/drawingml/2006/main">
              <a:ext uri="{FF2B5EF4-FFF2-40B4-BE49-F238E27FC236}">
                <a16:creationId xmlns:a16="http://schemas.microsoft.com/office/drawing/2014/main" id="{4D6DA2B2-9D5F-46D1-AC81-5ED93B052B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3571875"/>
            <a:ext cx="10572750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>
              <a:defRPr sz="2250" b="0">
                <a:solidFill>
                  <a:srgbClr val="263D4D"/>
                </a:solidFill>
                <a:latin typeface="Yu Gothic"/>
                <a:ea typeface="Yu Gothic"/>
                <a:cs typeface="Yu Gothic"/>
              </a:defRPr>
            </a:defPPr>
            <a:lvl1pPr>
              <a:buNone/>
              <a:defRPr sz="2250" b="0">
                <a:solidFill>
                  <a:srgbClr val="263D4D"/>
                </a:solidFill>
                <a:latin typeface="Yu Gothic"/>
                <a:ea typeface="Yu Gothic"/>
                <a:cs typeface="Yu Gothic"/>
              </a:defRPr>
            </a:lvl1pPr>
            <a:lvl2pPr>
              <a:buNone/>
              <a:defRPr sz="2250" b="0">
                <a:solidFill>
                  <a:srgbClr val="263D4D"/>
                </a:solidFill>
                <a:latin typeface="Yu Gothic"/>
                <a:ea typeface="Yu Gothic"/>
                <a:cs typeface="Yu Gothic"/>
              </a:defRPr>
            </a:lvl2pPr>
            <a:lvl3pPr>
              <a:buNone/>
              <a:defRPr sz="2250" b="0">
                <a:solidFill>
                  <a:srgbClr val="263D4D"/>
                </a:solidFill>
                <a:latin typeface="Yu Gothic"/>
                <a:ea typeface="Yu Gothic"/>
                <a:cs typeface="Yu Gothic"/>
              </a:defRPr>
            </a:lvl3pPr>
            <a:lvl4pPr>
              <a:buNone/>
              <a:defRPr sz="2250" b="0">
                <a:solidFill>
                  <a:srgbClr val="263D4D"/>
                </a:solidFill>
                <a:latin typeface="Yu Gothic"/>
                <a:ea typeface="Yu Gothic"/>
                <a:cs typeface="Yu Gothic"/>
              </a:defRPr>
            </a:lvl4pPr>
            <a:lvl5pPr>
              <a:buNone/>
              <a:defRPr sz="2250" b="0">
                <a:solidFill>
                  <a:srgbClr val="263D4D"/>
                </a:solidFill>
                <a:latin typeface="Yu Gothic"/>
                <a:ea typeface="Yu Gothic"/>
                <a:cs typeface="Yu Gothic"/>
              </a:defRPr>
            </a:lvl5pPr>
            <a:lvl6pPr>
              <a:buNone/>
              <a:defRPr sz="2250" b="0">
                <a:solidFill>
                  <a:srgbClr val="263D4D"/>
                </a:solidFill>
                <a:latin typeface="Yu Gothic"/>
                <a:ea typeface="Yu Gothic"/>
                <a:cs typeface="Yu Gothic"/>
              </a:defRPr>
            </a:lvl6pPr>
            <a:lvl7pPr>
              <a:buNone/>
              <a:defRPr sz="2250" b="0">
                <a:solidFill>
                  <a:srgbClr val="263D4D"/>
                </a:solidFill>
                <a:latin typeface="Yu Gothic"/>
                <a:ea typeface="Yu Gothic"/>
                <a:cs typeface="Yu Gothic"/>
              </a:defRPr>
            </a:lvl7pPr>
            <a:lvl8pPr>
              <a:buNone/>
              <a:defRPr sz="2250" b="0">
                <a:solidFill>
                  <a:srgbClr val="263D4D"/>
                </a:solidFill>
                <a:latin typeface="Yu Gothic"/>
                <a:ea typeface="Yu Gothic"/>
                <a:cs typeface="Yu Gothic"/>
              </a:defRPr>
            </a:lvl8pPr>
            <a:lvl9pPr>
              <a:buNone/>
              <a:defRPr sz="2250" b="0">
                <a:solidFill>
                  <a:srgbClr val="263D4D"/>
                </a:solidFill>
                <a:latin typeface="Yu Gothic"/>
                <a:ea typeface="Yu Gothic"/>
                <a:cs typeface="Yu Gothic"/>
              </a:defRPr>
            </a:lvl9pPr>
          </a:lstStyle>
          <a:p xmlns:a="http://schemas.openxmlformats.org/drawingml/2006/main">
            <a:pPr>
              <a:buNone/>
              <a:defRPr sz="2250" b="0">
                <a:solidFill>
                  <a:srgbClr val="263D4D"/>
                </a:solidFill>
                <a:latin typeface="Yu Gothic"/>
                <a:ea typeface="Yu Gothic"/>
                <a:cs typeface="Yu Gothic"/>
              </a:defRPr>
            </a:pPr>
            <a:r>
              <a:rPr sz="2250" b="0">
                <a:solidFill>
                  <a:srgbClr val="263D4D"/>
                </a:solidFill>
                <a:latin typeface="Yu Gothic"/>
                <a:ea typeface="Yu Gothic"/>
                <a:cs typeface="Yu Gothic"/>
              </a:rPr>
              <a:t>樹脂：種類、接合、温度・日射も含めた使用条件</a:t>
            </a:r>
          </a:p>
        </p:txBody>
      </p:sp>
      <p:sp>
        <p:nvSpPr>
          <p:cNvPr id="6" name="正方形/長方形 5">
            <a:extLst xmlns:a="http://schemas.openxmlformats.org/drawingml/2006/main">
              <a:ext uri="{FF2B5EF4-FFF2-40B4-BE49-F238E27FC236}">
                <a16:creationId xmlns:a16="http://schemas.microsoft.com/office/drawing/2014/main" id="{9166D388-7490-420E-8D8A-9BEAF975E4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4524375"/>
            <a:ext cx="10572750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>
              <a:defRPr sz="2250" b="0">
                <a:solidFill>
                  <a:srgbClr val="263D4D"/>
                </a:solidFill>
                <a:latin typeface="Yu Gothic"/>
                <a:ea typeface="Yu Gothic"/>
                <a:cs typeface="Yu Gothic"/>
              </a:defRPr>
            </a:defPPr>
            <a:lvl1pPr>
              <a:buNone/>
              <a:defRPr sz="2250" b="0">
                <a:solidFill>
                  <a:srgbClr val="263D4D"/>
                </a:solidFill>
                <a:latin typeface="Yu Gothic"/>
                <a:ea typeface="Yu Gothic"/>
                <a:cs typeface="Yu Gothic"/>
              </a:defRPr>
            </a:lvl1pPr>
            <a:lvl2pPr>
              <a:buNone/>
              <a:defRPr sz="2250" b="0">
                <a:solidFill>
                  <a:srgbClr val="263D4D"/>
                </a:solidFill>
                <a:latin typeface="Yu Gothic"/>
                <a:ea typeface="Yu Gothic"/>
                <a:cs typeface="Yu Gothic"/>
              </a:defRPr>
            </a:lvl2pPr>
            <a:lvl3pPr>
              <a:buNone/>
              <a:defRPr sz="2250" b="0">
                <a:solidFill>
                  <a:srgbClr val="263D4D"/>
                </a:solidFill>
                <a:latin typeface="Yu Gothic"/>
                <a:ea typeface="Yu Gothic"/>
                <a:cs typeface="Yu Gothic"/>
              </a:defRPr>
            </a:lvl3pPr>
            <a:lvl4pPr>
              <a:buNone/>
              <a:defRPr sz="2250" b="0">
                <a:solidFill>
                  <a:srgbClr val="263D4D"/>
                </a:solidFill>
                <a:latin typeface="Yu Gothic"/>
                <a:ea typeface="Yu Gothic"/>
                <a:cs typeface="Yu Gothic"/>
              </a:defRPr>
            </a:lvl4pPr>
            <a:lvl5pPr>
              <a:buNone/>
              <a:defRPr sz="2250" b="0">
                <a:solidFill>
                  <a:srgbClr val="263D4D"/>
                </a:solidFill>
                <a:latin typeface="Yu Gothic"/>
                <a:ea typeface="Yu Gothic"/>
                <a:cs typeface="Yu Gothic"/>
              </a:defRPr>
            </a:lvl5pPr>
            <a:lvl6pPr>
              <a:buNone/>
              <a:defRPr sz="2250" b="0">
                <a:solidFill>
                  <a:srgbClr val="263D4D"/>
                </a:solidFill>
                <a:latin typeface="Yu Gothic"/>
                <a:ea typeface="Yu Gothic"/>
                <a:cs typeface="Yu Gothic"/>
              </a:defRPr>
            </a:lvl6pPr>
            <a:lvl7pPr>
              <a:buNone/>
              <a:defRPr sz="2250" b="0">
                <a:solidFill>
                  <a:srgbClr val="263D4D"/>
                </a:solidFill>
                <a:latin typeface="Yu Gothic"/>
                <a:ea typeface="Yu Gothic"/>
                <a:cs typeface="Yu Gothic"/>
              </a:defRPr>
            </a:lvl7pPr>
            <a:lvl8pPr>
              <a:buNone/>
              <a:defRPr sz="2250" b="0">
                <a:solidFill>
                  <a:srgbClr val="263D4D"/>
                </a:solidFill>
                <a:latin typeface="Yu Gothic"/>
                <a:ea typeface="Yu Gothic"/>
                <a:cs typeface="Yu Gothic"/>
              </a:defRPr>
            </a:lvl8pPr>
            <a:lvl9pPr>
              <a:buNone/>
              <a:defRPr sz="2250" b="0">
                <a:solidFill>
                  <a:srgbClr val="263D4D"/>
                </a:solidFill>
                <a:latin typeface="Yu Gothic"/>
                <a:ea typeface="Yu Gothic"/>
                <a:cs typeface="Yu Gothic"/>
              </a:defRPr>
            </a:lvl9pPr>
          </a:lstStyle>
          <a:p xmlns:a="http://schemas.openxmlformats.org/drawingml/2006/main">
            <a:pPr>
              <a:buNone/>
              <a:defRPr sz="2250" b="0">
                <a:solidFill>
                  <a:srgbClr val="263D4D"/>
                </a:solidFill>
                <a:latin typeface="Yu Gothic"/>
                <a:ea typeface="Yu Gothic"/>
                <a:cs typeface="Yu Gothic"/>
              </a:defRPr>
            </a:pPr>
            <a:r>
              <a:rPr sz="2250" b="0">
                <a:solidFill>
                  <a:srgbClr val="263D4D"/>
                </a:solidFill>
                <a:latin typeface="Yu Gothic"/>
                <a:ea typeface="Yu Gothic"/>
                <a:cs typeface="Yu Gothic"/>
              </a:rPr>
              <a:t>材料表面だけでなく、接合部と水のたまり方を見る</a:t>
            </a:r>
          </a:p>
        </p:txBody>
      </p:sp>
      <p:sp>
        <p:nvSpPr>
          <p:cNvPr id="7" name="正方形/長方形 6">
            <a:extLst xmlns:a="http://schemas.openxmlformats.org/drawingml/2006/main">
              <a:ext uri="{FF2B5EF4-FFF2-40B4-BE49-F238E27FC236}">
                <a16:creationId xmlns:a16="http://schemas.microsoft.com/office/drawing/2014/main" id="{71E40A39-6050-4E75-9CCE-B1AB60FAE2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353175"/>
            <a:ext cx="8953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>
              <a:defRPr sz="1425" b="0">
                <a:solidFill>
                  <a:srgbClr val="71818B"/>
                </a:solidFill>
                <a:latin typeface="Yu Gothic"/>
                <a:ea typeface="Yu Gothic"/>
                <a:cs typeface="Yu Gothic"/>
              </a:defRPr>
            </a:defPPr>
            <a:lvl1pPr>
              <a:buNone/>
              <a:defRPr sz="1425" b="0">
                <a:solidFill>
                  <a:srgbClr val="71818B"/>
                </a:solidFill>
                <a:latin typeface="Yu Gothic"/>
                <a:ea typeface="Yu Gothic"/>
                <a:cs typeface="Yu Gothic"/>
              </a:defRPr>
            </a:lvl1pPr>
            <a:lvl2pPr>
              <a:buNone/>
              <a:defRPr sz="1425" b="0">
                <a:solidFill>
                  <a:srgbClr val="71818B"/>
                </a:solidFill>
                <a:latin typeface="Yu Gothic"/>
                <a:ea typeface="Yu Gothic"/>
                <a:cs typeface="Yu Gothic"/>
              </a:defRPr>
            </a:lvl2pPr>
            <a:lvl3pPr>
              <a:buNone/>
              <a:defRPr sz="1425" b="0">
                <a:solidFill>
                  <a:srgbClr val="71818B"/>
                </a:solidFill>
                <a:latin typeface="Yu Gothic"/>
                <a:ea typeface="Yu Gothic"/>
                <a:cs typeface="Yu Gothic"/>
              </a:defRPr>
            </a:lvl3pPr>
            <a:lvl4pPr>
              <a:buNone/>
              <a:defRPr sz="1425" b="0">
                <a:solidFill>
                  <a:srgbClr val="71818B"/>
                </a:solidFill>
                <a:latin typeface="Yu Gothic"/>
                <a:ea typeface="Yu Gothic"/>
                <a:cs typeface="Yu Gothic"/>
              </a:defRPr>
            </a:lvl4pPr>
            <a:lvl5pPr>
              <a:buNone/>
              <a:defRPr sz="1425" b="0">
                <a:solidFill>
                  <a:srgbClr val="71818B"/>
                </a:solidFill>
                <a:latin typeface="Yu Gothic"/>
                <a:ea typeface="Yu Gothic"/>
                <a:cs typeface="Yu Gothic"/>
              </a:defRPr>
            </a:lvl5pPr>
            <a:lvl6pPr>
              <a:buNone/>
              <a:defRPr sz="1425" b="0">
                <a:solidFill>
                  <a:srgbClr val="71818B"/>
                </a:solidFill>
                <a:latin typeface="Yu Gothic"/>
                <a:ea typeface="Yu Gothic"/>
                <a:cs typeface="Yu Gothic"/>
              </a:defRPr>
            </a:lvl6pPr>
            <a:lvl7pPr>
              <a:buNone/>
              <a:defRPr sz="1425" b="0">
                <a:solidFill>
                  <a:srgbClr val="71818B"/>
                </a:solidFill>
                <a:latin typeface="Yu Gothic"/>
                <a:ea typeface="Yu Gothic"/>
                <a:cs typeface="Yu Gothic"/>
              </a:defRPr>
            </a:lvl7pPr>
            <a:lvl8pPr>
              <a:buNone/>
              <a:defRPr sz="1425" b="0">
                <a:solidFill>
                  <a:srgbClr val="71818B"/>
                </a:solidFill>
                <a:latin typeface="Yu Gothic"/>
                <a:ea typeface="Yu Gothic"/>
                <a:cs typeface="Yu Gothic"/>
              </a:defRPr>
            </a:lvl8pPr>
            <a:lvl9pPr>
              <a:buNone/>
              <a:defRPr sz="1425" b="0">
                <a:solidFill>
                  <a:srgbClr val="71818B"/>
                </a:solidFill>
                <a:latin typeface="Yu Gothic"/>
                <a:ea typeface="Yu Gothic"/>
                <a:cs typeface="Yu Gothic"/>
              </a:defRPr>
            </a:lvl9pPr>
          </a:lstStyle>
          <a:p xmlns:a="http://schemas.openxmlformats.org/drawingml/2006/main">
            <a:pPr>
              <a:buNone/>
              <a:defRPr sz="1425" b="0">
                <a:solidFill>
                  <a:srgbClr val="71818B"/>
                </a:solidFill>
                <a:latin typeface="Yu Gothic"/>
                <a:ea typeface="Yu Gothic"/>
                <a:cs typeface="Yu Gothic"/>
              </a:defRPr>
            </a:pPr>
            <a:r>
              <a:rPr sz="1425" b="0">
                <a:solidFill>
                  <a:srgbClr val="71818B"/>
                </a:solidFill>
                <a:latin typeface="Yu Gothic"/>
                <a:ea typeface="Yu Gothic"/>
                <a:cs typeface="Yu Gothic"/>
              </a:rPr>
              <a:t>工業材料概論　第12回</a:t>
            </a:r>
          </a:p>
        </p:txBody>
      </p:sp>
      <p:sp>
        <p:nvSpPr>
          <p:cNvPr id="8" name="正方形/長方形 7">
            <a:extLst xmlns:a="http://schemas.openxmlformats.org/drawingml/2006/main">
              <a:ext uri="{FF2B5EF4-FFF2-40B4-BE49-F238E27FC236}">
                <a16:creationId xmlns:a16="http://schemas.microsoft.com/office/drawing/2014/main" id="{FF1A3977-4068-41E3-AC5A-E8F2F5376A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82250" y="6353175"/>
            <a:ext cx="1238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>
              <a:defRPr sz="1425" b="0">
                <a:solidFill>
                  <a:srgbClr val="71818B"/>
                </a:solidFill>
                <a:latin typeface="Yu Gothic"/>
                <a:ea typeface="Yu Gothic"/>
                <a:cs typeface="Yu Gothic"/>
              </a:defRPr>
            </a:defPPr>
            <a:lvl1pPr>
              <a:buNone/>
              <a:defRPr sz="1425" b="0">
                <a:solidFill>
                  <a:srgbClr val="71818B"/>
                </a:solidFill>
                <a:latin typeface="Yu Gothic"/>
                <a:ea typeface="Yu Gothic"/>
                <a:cs typeface="Yu Gothic"/>
              </a:defRPr>
            </a:lvl1pPr>
            <a:lvl2pPr>
              <a:buNone/>
              <a:defRPr sz="1425" b="0">
                <a:solidFill>
                  <a:srgbClr val="71818B"/>
                </a:solidFill>
                <a:latin typeface="Yu Gothic"/>
                <a:ea typeface="Yu Gothic"/>
                <a:cs typeface="Yu Gothic"/>
              </a:defRPr>
            </a:lvl2pPr>
            <a:lvl3pPr>
              <a:buNone/>
              <a:defRPr sz="1425" b="0">
                <a:solidFill>
                  <a:srgbClr val="71818B"/>
                </a:solidFill>
                <a:latin typeface="Yu Gothic"/>
                <a:ea typeface="Yu Gothic"/>
                <a:cs typeface="Yu Gothic"/>
              </a:defRPr>
            </a:lvl3pPr>
            <a:lvl4pPr>
              <a:buNone/>
              <a:defRPr sz="1425" b="0">
                <a:solidFill>
                  <a:srgbClr val="71818B"/>
                </a:solidFill>
                <a:latin typeface="Yu Gothic"/>
                <a:ea typeface="Yu Gothic"/>
                <a:cs typeface="Yu Gothic"/>
              </a:defRPr>
            </a:lvl4pPr>
            <a:lvl5pPr>
              <a:buNone/>
              <a:defRPr sz="1425" b="0">
                <a:solidFill>
                  <a:srgbClr val="71818B"/>
                </a:solidFill>
                <a:latin typeface="Yu Gothic"/>
                <a:ea typeface="Yu Gothic"/>
                <a:cs typeface="Yu Gothic"/>
              </a:defRPr>
            </a:lvl5pPr>
            <a:lvl6pPr>
              <a:buNone/>
              <a:defRPr sz="1425" b="0">
                <a:solidFill>
                  <a:srgbClr val="71818B"/>
                </a:solidFill>
                <a:latin typeface="Yu Gothic"/>
                <a:ea typeface="Yu Gothic"/>
                <a:cs typeface="Yu Gothic"/>
              </a:defRPr>
            </a:lvl6pPr>
            <a:lvl7pPr>
              <a:buNone/>
              <a:defRPr sz="1425" b="0">
                <a:solidFill>
                  <a:srgbClr val="71818B"/>
                </a:solidFill>
                <a:latin typeface="Yu Gothic"/>
                <a:ea typeface="Yu Gothic"/>
                <a:cs typeface="Yu Gothic"/>
              </a:defRPr>
            </a:lvl7pPr>
            <a:lvl8pPr>
              <a:buNone/>
              <a:defRPr sz="1425" b="0">
                <a:solidFill>
                  <a:srgbClr val="71818B"/>
                </a:solidFill>
                <a:latin typeface="Yu Gothic"/>
                <a:ea typeface="Yu Gothic"/>
                <a:cs typeface="Yu Gothic"/>
              </a:defRPr>
            </a:lvl8pPr>
            <a:lvl9pPr>
              <a:buNone/>
              <a:defRPr sz="1425" b="0">
                <a:solidFill>
                  <a:srgbClr val="71818B"/>
                </a:solidFill>
                <a:latin typeface="Yu Gothic"/>
                <a:ea typeface="Yu Gothic"/>
                <a:cs typeface="Yu Gothic"/>
              </a:defRPr>
            </a:lvl9pPr>
          </a:lstStyle>
          <a:p xmlns:a="http://schemas.openxmlformats.org/drawingml/2006/main">
            <a:pPr>
              <a:buNone/>
              <a:defRPr sz="1425" b="0">
                <a:solidFill>
                  <a:srgbClr val="71818B"/>
                </a:solidFill>
                <a:latin typeface="Yu Gothic"/>
                <a:ea typeface="Yu Gothic"/>
                <a:cs typeface="Yu Gothic"/>
              </a:defRPr>
            </a:pPr>
            <a:r>
              <a:rPr sz="1425" b="0">
                <a:solidFill>
                  <a:srgbClr val="71818B"/>
                </a:solidFill>
                <a:latin typeface="Yu Gothic"/>
                <a:ea typeface="Yu Gothic"/>
                <a:cs typeface="Yu Gothic"/>
              </a:rPr>
              <a:t>19 / 41</a:t>
            </a:r>
            <a:endParaRPr sz="1425" b="0">
              <a:solidFill>
                <a:srgbClr val="71818B"/>
              </a:solidFill>
              <a:latin typeface="Yu Gothic"/>
              <a:ea typeface="Yu Gothic"/>
              <a:cs typeface="Yu Gothic"/>
            </a:endParaRPr>
          </a:p>
        </p:txBody>
      </p:sp>
    </p:spTree>
    <p:extLst>
      <p:ext uri="{BB962C8B-B14F-4D97-AF65-F5344CB8AC3E}">
        <p14:creationId xmlns:p14="http://schemas.microsoft.com/office/powerpoint/2010/main" val="872614385"/>
      </p:ext>
    </p:extLst>
  </p:cSld>
</p:sld>
</file>

<file path=ppt/slides/slide20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正方形/長方形 8">
            <a:extLst xmlns:a="http://schemas.openxmlformats.org/drawingml/2006/main">
              <a:ext uri="{FF2B5EF4-FFF2-40B4-BE49-F238E27FC236}">
                <a16:creationId xmlns:a16="http://schemas.microsoft.com/office/drawing/2014/main" id="{D896A838-97B8-4AD2-A468-AA73D5D5B9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81000"/>
            <a:ext cx="108585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>
              <a:defRPr sz="3000" b="1">
                <a:solidFill>
                  <a:srgbClr val="193B59"/>
                </a:solidFill>
                <a:latin typeface="Yu Gothic"/>
                <a:ea typeface="Yu Gothic"/>
                <a:cs typeface="Yu Gothic"/>
              </a:defRPr>
            </a:defPPr>
            <a:lvl1pPr>
              <a:buNone/>
              <a:defRPr sz="3000" b="1">
                <a:solidFill>
                  <a:srgbClr val="193B59"/>
                </a:solidFill>
                <a:latin typeface="Yu Gothic"/>
                <a:ea typeface="Yu Gothic"/>
                <a:cs typeface="Yu Gothic"/>
              </a:defRPr>
            </a:lvl1pPr>
            <a:lvl2pPr>
              <a:buNone/>
              <a:defRPr sz="3000" b="1">
                <a:solidFill>
                  <a:srgbClr val="193B59"/>
                </a:solidFill>
                <a:latin typeface="Yu Gothic"/>
                <a:ea typeface="Yu Gothic"/>
                <a:cs typeface="Yu Gothic"/>
              </a:defRPr>
            </a:lvl2pPr>
            <a:lvl3pPr>
              <a:buNone/>
              <a:defRPr sz="3000" b="1">
                <a:solidFill>
                  <a:srgbClr val="193B59"/>
                </a:solidFill>
                <a:latin typeface="Yu Gothic"/>
                <a:ea typeface="Yu Gothic"/>
                <a:cs typeface="Yu Gothic"/>
              </a:defRPr>
            </a:lvl3pPr>
            <a:lvl4pPr>
              <a:buNone/>
              <a:defRPr sz="3000" b="1">
                <a:solidFill>
                  <a:srgbClr val="193B59"/>
                </a:solidFill>
                <a:latin typeface="Yu Gothic"/>
                <a:ea typeface="Yu Gothic"/>
                <a:cs typeface="Yu Gothic"/>
              </a:defRPr>
            </a:lvl4pPr>
            <a:lvl5pPr>
              <a:buNone/>
              <a:defRPr sz="3000" b="1">
                <a:solidFill>
                  <a:srgbClr val="193B59"/>
                </a:solidFill>
                <a:latin typeface="Yu Gothic"/>
                <a:ea typeface="Yu Gothic"/>
                <a:cs typeface="Yu Gothic"/>
              </a:defRPr>
            </a:lvl5pPr>
            <a:lvl6pPr>
              <a:buNone/>
              <a:defRPr sz="3000" b="1">
                <a:solidFill>
                  <a:srgbClr val="193B59"/>
                </a:solidFill>
                <a:latin typeface="Yu Gothic"/>
                <a:ea typeface="Yu Gothic"/>
                <a:cs typeface="Yu Gothic"/>
              </a:defRPr>
            </a:lvl6pPr>
            <a:lvl7pPr>
              <a:buNone/>
              <a:defRPr sz="3000" b="1">
                <a:solidFill>
                  <a:srgbClr val="193B59"/>
                </a:solidFill>
                <a:latin typeface="Yu Gothic"/>
                <a:ea typeface="Yu Gothic"/>
                <a:cs typeface="Yu Gothic"/>
              </a:defRPr>
            </a:lvl7pPr>
            <a:lvl8pPr>
              <a:buNone/>
              <a:defRPr sz="3000" b="1">
                <a:solidFill>
                  <a:srgbClr val="193B59"/>
                </a:solidFill>
                <a:latin typeface="Yu Gothic"/>
                <a:ea typeface="Yu Gothic"/>
                <a:cs typeface="Yu Gothic"/>
              </a:defRPr>
            </a:lvl8pPr>
            <a:lvl9pPr>
              <a:buNone/>
              <a:defRPr sz="3000" b="1">
                <a:solidFill>
                  <a:srgbClr val="193B59"/>
                </a:solidFill>
                <a:latin typeface="Yu Gothic"/>
                <a:ea typeface="Yu Gothic"/>
                <a:cs typeface="Yu Gothic"/>
              </a:defRPr>
            </a:lvl9pPr>
          </a:lstStyle>
          <a:p xmlns:a="http://schemas.openxmlformats.org/drawingml/2006/main">
            <a:pPr>
              <a:buNone/>
              <a:defRPr sz="3000" b="1">
                <a:solidFill>
                  <a:srgbClr val="193B59"/>
                </a:solidFill>
                <a:latin typeface="Yu Gothic"/>
                <a:ea typeface="Yu Gothic"/>
                <a:cs typeface="Yu Gothic"/>
              </a:defRPr>
            </a:pPr>
            <a:r>
              <a:rPr sz="3000" b="1">
                <a:solidFill>
                  <a:srgbClr val="193B59"/>
                </a:solidFill>
                <a:latin typeface="Yu Gothic"/>
                <a:ea typeface="Yu Gothic"/>
                <a:cs typeface="Yu Gothic"/>
              </a:rPr>
              <a:t>栽培設備を例にした要求の整理</a:t>
            </a:r>
          </a:p>
        </p:txBody>
      </p:sp>
      <p:sp>
        <p:nvSpPr>
          <p:cNvPr id="2" name="直線コネクタ 1">
            <a:extLst xmlns:a="http://schemas.openxmlformats.org/drawingml/2006/main">
              <a:ext uri="{FF2B5EF4-FFF2-40B4-BE49-F238E27FC236}">
                <a16:creationId xmlns:a16="http://schemas.microsoft.com/office/drawing/2014/main" id="{32F20404-C0CA-4370-AF48-7DC1BB6666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323975"/>
            <a:ext cx="10820400" cy="0"/>
          </a:xfrm>
          <a:prstGeom xmlns:a="http://schemas.openxmlformats.org/drawingml/2006/main" prst="line">
            <a:avLst/>
          </a:prstGeom>
          <a:ln xmlns:a="http://schemas.openxmlformats.org/drawingml/2006/main" w="19050">
            <a:solidFill>
              <a:srgbClr val="D8E1E7"/>
            </a:solidFill>
          </a:ln>
        </p:spPr>
      </p:sp>
      <p:sp>
        <p:nvSpPr>
          <p:cNvPr id="3" name="正方形/長方形 2">
            <a:extLst xmlns:a="http://schemas.openxmlformats.org/drawingml/2006/main">
              <a:ext uri="{FF2B5EF4-FFF2-40B4-BE49-F238E27FC236}">
                <a16:creationId xmlns:a16="http://schemas.microsoft.com/office/drawing/2014/main" id="{6D84F91C-2724-4739-88F9-454C65836E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1666875"/>
            <a:ext cx="10572750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>
              <a:defRPr sz="2250" b="1">
                <a:solidFill>
                  <a:srgbClr val="263D4D"/>
                </a:solidFill>
                <a:latin typeface="Yu Gothic"/>
                <a:ea typeface="Yu Gothic"/>
                <a:cs typeface="Yu Gothic"/>
              </a:defRPr>
            </a:defPPr>
            <a:lvl1pPr>
              <a:buNone/>
              <a:defRPr sz="2250" b="1">
                <a:solidFill>
                  <a:srgbClr val="263D4D"/>
                </a:solidFill>
                <a:latin typeface="Yu Gothic"/>
                <a:ea typeface="Yu Gothic"/>
                <a:cs typeface="Yu Gothic"/>
              </a:defRPr>
            </a:lvl1pPr>
            <a:lvl2pPr>
              <a:buNone/>
              <a:defRPr sz="2250" b="1">
                <a:solidFill>
                  <a:srgbClr val="263D4D"/>
                </a:solidFill>
                <a:latin typeface="Yu Gothic"/>
                <a:ea typeface="Yu Gothic"/>
                <a:cs typeface="Yu Gothic"/>
              </a:defRPr>
            </a:lvl2pPr>
            <a:lvl3pPr>
              <a:buNone/>
              <a:defRPr sz="2250" b="1">
                <a:solidFill>
                  <a:srgbClr val="263D4D"/>
                </a:solidFill>
                <a:latin typeface="Yu Gothic"/>
                <a:ea typeface="Yu Gothic"/>
                <a:cs typeface="Yu Gothic"/>
              </a:defRPr>
            </a:lvl3pPr>
            <a:lvl4pPr>
              <a:buNone/>
              <a:defRPr sz="2250" b="1">
                <a:solidFill>
                  <a:srgbClr val="263D4D"/>
                </a:solidFill>
                <a:latin typeface="Yu Gothic"/>
                <a:ea typeface="Yu Gothic"/>
                <a:cs typeface="Yu Gothic"/>
              </a:defRPr>
            </a:lvl4pPr>
            <a:lvl5pPr>
              <a:buNone/>
              <a:defRPr sz="2250" b="1">
                <a:solidFill>
                  <a:srgbClr val="263D4D"/>
                </a:solidFill>
                <a:latin typeface="Yu Gothic"/>
                <a:ea typeface="Yu Gothic"/>
                <a:cs typeface="Yu Gothic"/>
              </a:defRPr>
            </a:lvl5pPr>
            <a:lvl6pPr>
              <a:buNone/>
              <a:defRPr sz="2250" b="1">
                <a:solidFill>
                  <a:srgbClr val="263D4D"/>
                </a:solidFill>
                <a:latin typeface="Yu Gothic"/>
                <a:ea typeface="Yu Gothic"/>
                <a:cs typeface="Yu Gothic"/>
              </a:defRPr>
            </a:lvl6pPr>
            <a:lvl7pPr>
              <a:buNone/>
              <a:defRPr sz="2250" b="1">
                <a:solidFill>
                  <a:srgbClr val="263D4D"/>
                </a:solidFill>
                <a:latin typeface="Yu Gothic"/>
                <a:ea typeface="Yu Gothic"/>
                <a:cs typeface="Yu Gothic"/>
              </a:defRPr>
            </a:lvl7pPr>
            <a:lvl8pPr>
              <a:buNone/>
              <a:defRPr sz="2250" b="1">
                <a:solidFill>
                  <a:srgbClr val="263D4D"/>
                </a:solidFill>
                <a:latin typeface="Yu Gothic"/>
                <a:ea typeface="Yu Gothic"/>
                <a:cs typeface="Yu Gothic"/>
              </a:defRPr>
            </a:lvl8pPr>
            <a:lvl9pPr>
              <a:buNone/>
              <a:defRPr sz="2250" b="1">
                <a:solidFill>
                  <a:srgbClr val="263D4D"/>
                </a:solidFill>
                <a:latin typeface="Yu Gothic"/>
                <a:ea typeface="Yu Gothic"/>
                <a:cs typeface="Yu Gothic"/>
              </a:defRPr>
            </a:lvl9pPr>
          </a:lstStyle>
          <a:p xmlns:a="http://schemas.openxmlformats.org/drawingml/2006/main">
            <a:pPr>
              <a:buNone/>
              <a:defRPr sz="2250" b="1">
                <a:solidFill>
                  <a:srgbClr val="263D4D"/>
                </a:solidFill>
                <a:latin typeface="Yu Gothic"/>
                <a:ea typeface="Yu Gothic"/>
                <a:cs typeface="Yu Gothic"/>
              </a:defRPr>
            </a:pPr>
            <a:r>
              <a:rPr sz="2250" b="1">
                <a:solidFill>
                  <a:srgbClr val="263D4D"/>
                </a:solidFill>
                <a:latin typeface="Yu Gothic"/>
                <a:ea typeface="Yu Gothic"/>
                <a:cs typeface="Yu Gothic"/>
              </a:rPr>
              <a:t>容器、支柱、架台、灌水部品を一つにまとめない</a:t>
            </a:r>
          </a:p>
        </p:txBody>
      </p:sp>
      <p:sp>
        <p:nvSpPr>
          <p:cNvPr id="4" name="正方形/長方形 3">
            <a:extLst xmlns:a="http://schemas.openxmlformats.org/drawingml/2006/main">
              <a:ext uri="{FF2B5EF4-FFF2-40B4-BE49-F238E27FC236}">
                <a16:creationId xmlns:a16="http://schemas.microsoft.com/office/drawing/2014/main" id="{AF531EDA-F439-4FD2-B453-0607DFA28D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2619375"/>
            <a:ext cx="10572750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>
              <a:defRPr sz="2250" b="0">
                <a:solidFill>
                  <a:srgbClr val="263D4D"/>
                </a:solidFill>
                <a:latin typeface="Yu Gothic"/>
                <a:ea typeface="Yu Gothic"/>
                <a:cs typeface="Yu Gothic"/>
              </a:defRPr>
            </a:defPPr>
            <a:lvl1pPr>
              <a:buNone/>
              <a:defRPr sz="2250" b="0">
                <a:solidFill>
                  <a:srgbClr val="263D4D"/>
                </a:solidFill>
                <a:latin typeface="Yu Gothic"/>
                <a:ea typeface="Yu Gothic"/>
                <a:cs typeface="Yu Gothic"/>
              </a:defRPr>
            </a:lvl1pPr>
            <a:lvl2pPr>
              <a:buNone/>
              <a:defRPr sz="2250" b="0">
                <a:solidFill>
                  <a:srgbClr val="263D4D"/>
                </a:solidFill>
                <a:latin typeface="Yu Gothic"/>
                <a:ea typeface="Yu Gothic"/>
                <a:cs typeface="Yu Gothic"/>
              </a:defRPr>
            </a:lvl2pPr>
            <a:lvl3pPr>
              <a:buNone/>
              <a:defRPr sz="2250" b="0">
                <a:solidFill>
                  <a:srgbClr val="263D4D"/>
                </a:solidFill>
                <a:latin typeface="Yu Gothic"/>
                <a:ea typeface="Yu Gothic"/>
                <a:cs typeface="Yu Gothic"/>
              </a:defRPr>
            </a:lvl3pPr>
            <a:lvl4pPr>
              <a:buNone/>
              <a:defRPr sz="2250" b="0">
                <a:solidFill>
                  <a:srgbClr val="263D4D"/>
                </a:solidFill>
                <a:latin typeface="Yu Gothic"/>
                <a:ea typeface="Yu Gothic"/>
                <a:cs typeface="Yu Gothic"/>
              </a:defRPr>
            </a:lvl4pPr>
            <a:lvl5pPr>
              <a:buNone/>
              <a:defRPr sz="2250" b="0">
                <a:solidFill>
                  <a:srgbClr val="263D4D"/>
                </a:solidFill>
                <a:latin typeface="Yu Gothic"/>
                <a:ea typeface="Yu Gothic"/>
                <a:cs typeface="Yu Gothic"/>
              </a:defRPr>
            </a:lvl5pPr>
            <a:lvl6pPr>
              <a:buNone/>
              <a:defRPr sz="2250" b="0">
                <a:solidFill>
                  <a:srgbClr val="263D4D"/>
                </a:solidFill>
                <a:latin typeface="Yu Gothic"/>
                <a:ea typeface="Yu Gothic"/>
                <a:cs typeface="Yu Gothic"/>
              </a:defRPr>
            </a:lvl6pPr>
            <a:lvl7pPr>
              <a:buNone/>
              <a:defRPr sz="2250" b="0">
                <a:solidFill>
                  <a:srgbClr val="263D4D"/>
                </a:solidFill>
                <a:latin typeface="Yu Gothic"/>
                <a:ea typeface="Yu Gothic"/>
                <a:cs typeface="Yu Gothic"/>
              </a:defRPr>
            </a:lvl7pPr>
            <a:lvl8pPr>
              <a:buNone/>
              <a:defRPr sz="2250" b="0">
                <a:solidFill>
                  <a:srgbClr val="263D4D"/>
                </a:solidFill>
                <a:latin typeface="Yu Gothic"/>
                <a:ea typeface="Yu Gothic"/>
                <a:cs typeface="Yu Gothic"/>
              </a:defRPr>
            </a:lvl8pPr>
            <a:lvl9pPr>
              <a:buNone/>
              <a:defRPr sz="2250" b="0">
                <a:solidFill>
                  <a:srgbClr val="263D4D"/>
                </a:solidFill>
                <a:latin typeface="Yu Gothic"/>
                <a:ea typeface="Yu Gothic"/>
                <a:cs typeface="Yu Gothic"/>
              </a:defRPr>
            </a:lvl9pPr>
          </a:lstStyle>
          <a:p xmlns:a="http://schemas.openxmlformats.org/drawingml/2006/main">
            <a:pPr>
              <a:buNone/>
              <a:defRPr sz="2250" b="0">
                <a:solidFill>
                  <a:srgbClr val="263D4D"/>
                </a:solidFill>
                <a:latin typeface="Yu Gothic"/>
                <a:ea typeface="Yu Gothic"/>
                <a:cs typeface="Yu Gothic"/>
              </a:defRPr>
            </a:pPr>
            <a:r>
              <a:rPr sz="2250" b="0">
                <a:solidFill>
                  <a:srgbClr val="263D4D"/>
                </a:solidFill>
                <a:latin typeface="Yu Gothic"/>
                <a:ea typeface="Yu Gothic"/>
                <a:cs typeface="Yu Gothic"/>
              </a:rPr>
              <a:t>土・水・生物の重さと、手入れ中の荷重を考える</a:t>
            </a:r>
          </a:p>
        </p:txBody>
      </p:sp>
      <p:sp>
        <p:nvSpPr>
          <p:cNvPr id="5" name="正方形/長方形 4">
            <a:extLst xmlns:a="http://schemas.openxmlformats.org/drawingml/2006/main">
              <a:ext uri="{FF2B5EF4-FFF2-40B4-BE49-F238E27FC236}">
                <a16:creationId xmlns:a16="http://schemas.microsoft.com/office/drawing/2014/main" id="{A59FAB93-9C24-4CCE-A0EC-5515F2A3C0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3571875"/>
            <a:ext cx="10572750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>
              <a:defRPr sz="2250" b="0">
                <a:solidFill>
                  <a:srgbClr val="263D4D"/>
                </a:solidFill>
                <a:latin typeface="Yu Gothic"/>
                <a:ea typeface="Yu Gothic"/>
                <a:cs typeface="Yu Gothic"/>
              </a:defRPr>
            </a:defPPr>
            <a:lvl1pPr>
              <a:buNone/>
              <a:defRPr sz="2250" b="0">
                <a:solidFill>
                  <a:srgbClr val="263D4D"/>
                </a:solidFill>
                <a:latin typeface="Yu Gothic"/>
                <a:ea typeface="Yu Gothic"/>
                <a:cs typeface="Yu Gothic"/>
              </a:defRPr>
            </a:lvl1pPr>
            <a:lvl2pPr>
              <a:buNone/>
              <a:defRPr sz="2250" b="0">
                <a:solidFill>
                  <a:srgbClr val="263D4D"/>
                </a:solidFill>
                <a:latin typeface="Yu Gothic"/>
                <a:ea typeface="Yu Gothic"/>
                <a:cs typeface="Yu Gothic"/>
              </a:defRPr>
            </a:lvl2pPr>
            <a:lvl3pPr>
              <a:buNone/>
              <a:defRPr sz="2250" b="0">
                <a:solidFill>
                  <a:srgbClr val="263D4D"/>
                </a:solidFill>
                <a:latin typeface="Yu Gothic"/>
                <a:ea typeface="Yu Gothic"/>
                <a:cs typeface="Yu Gothic"/>
              </a:defRPr>
            </a:lvl3pPr>
            <a:lvl4pPr>
              <a:buNone/>
              <a:defRPr sz="2250" b="0">
                <a:solidFill>
                  <a:srgbClr val="263D4D"/>
                </a:solidFill>
                <a:latin typeface="Yu Gothic"/>
                <a:ea typeface="Yu Gothic"/>
                <a:cs typeface="Yu Gothic"/>
              </a:defRPr>
            </a:lvl4pPr>
            <a:lvl5pPr>
              <a:buNone/>
              <a:defRPr sz="2250" b="0">
                <a:solidFill>
                  <a:srgbClr val="263D4D"/>
                </a:solidFill>
                <a:latin typeface="Yu Gothic"/>
                <a:ea typeface="Yu Gothic"/>
                <a:cs typeface="Yu Gothic"/>
              </a:defRPr>
            </a:lvl5pPr>
            <a:lvl6pPr>
              <a:buNone/>
              <a:defRPr sz="2250" b="0">
                <a:solidFill>
                  <a:srgbClr val="263D4D"/>
                </a:solidFill>
                <a:latin typeface="Yu Gothic"/>
                <a:ea typeface="Yu Gothic"/>
                <a:cs typeface="Yu Gothic"/>
              </a:defRPr>
            </a:lvl6pPr>
            <a:lvl7pPr>
              <a:buNone/>
              <a:defRPr sz="2250" b="0">
                <a:solidFill>
                  <a:srgbClr val="263D4D"/>
                </a:solidFill>
                <a:latin typeface="Yu Gothic"/>
                <a:ea typeface="Yu Gothic"/>
                <a:cs typeface="Yu Gothic"/>
              </a:defRPr>
            </a:lvl7pPr>
            <a:lvl8pPr>
              <a:buNone/>
              <a:defRPr sz="2250" b="0">
                <a:solidFill>
                  <a:srgbClr val="263D4D"/>
                </a:solidFill>
                <a:latin typeface="Yu Gothic"/>
                <a:ea typeface="Yu Gothic"/>
                <a:cs typeface="Yu Gothic"/>
              </a:defRPr>
            </a:lvl8pPr>
            <a:lvl9pPr>
              <a:buNone/>
              <a:defRPr sz="2250" b="0">
                <a:solidFill>
                  <a:srgbClr val="263D4D"/>
                </a:solidFill>
                <a:latin typeface="Yu Gothic"/>
                <a:ea typeface="Yu Gothic"/>
                <a:cs typeface="Yu Gothic"/>
              </a:defRPr>
            </a:lvl9pPr>
          </a:lstStyle>
          <a:p xmlns:a="http://schemas.openxmlformats.org/drawingml/2006/main">
            <a:pPr>
              <a:buNone/>
              <a:defRPr sz="2250" b="0">
                <a:solidFill>
                  <a:srgbClr val="263D4D"/>
                </a:solidFill>
                <a:latin typeface="Yu Gothic"/>
                <a:ea typeface="Yu Gothic"/>
                <a:cs typeface="Yu Gothic"/>
              </a:defRPr>
            </a:pPr>
            <a:r>
              <a:rPr sz="2250" b="0">
                <a:solidFill>
                  <a:srgbClr val="263D4D"/>
                </a:solidFill>
                <a:latin typeface="Yu Gothic"/>
                <a:ea typeface="Yu Gothic"/>
                <a:cs typeface="Yu Gothic"/>
              </a:rPr>
              <a:t>排水、清掃、移動、交換のしやすさも要求に含める</a:t>
            </a:r>
          </a:p>
        </p:txBody>
      </p:sp>
      <p:sp>
        <p:nvSpPr>
          <p:cNvPr id="6" name="正方形/長方形 5">
            <a:extLst xmlns:a="http://schemas.openxmlformats.org/drawingml/2006/main">
              <a:ext uri="{FF2B5EF4-FFF2-40B4-BE49-F238E27FC236}">
                <a16:creationId xmlns:a16="http://schemas.microsoft.com/office/drawing/2014/main" id="{F552C8B9-5430-4D0A-AA0B-7E7C77392D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4524375"/>
            <a:ext cx="10572750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>
              <a:defRPr sz="2250" b="0">
                <a:solidFill>
                  <a:srgbClr val="263D4D"/>
                </a:solidFill>
                <a:latin typeface="Yu Gothic"/>
                <a:ea typeface="Yu Gothic"/>
                <a:cs typeface="Yu Gothic"/>
              </a:defRPr>
            </a:defPPr>
            <a:lvl1pPr>
              <a:buNone/>
              <a:defRPr sz="2250" b="0">
                <a:solidFill>
                  <a:srgbClr val="263D4D"/>
                </a:solidFill>
                <a:latin typeface="Yu Gothic"/>
                <a:ea typeface="Yu Gothic"/>
                <a:cs typeface="Yu Gothic"/>
              </a:defRPr>
            </a:lvl1pPr>
            <a:lvl2pPr>
              <a:buNone/>
              <a:defRPr sz="2250" b="0">
                <a:solidFill>
                  <a:srgbClr val="263D4D"/>
                </a:solidFill>
                <a:latin typeface="Yu Gothic"/>
                <a:ea typeface="Yu Gothic"/>
                <a:cs typeface="Yu Gothic"/>
              </a:defRPr>
            </a:lvl2pPr>
            <a:lvl3pPr>
              <a:buNone/>
              <a:defRPr sz="2250" b="0">
                <a:solidFill>
                  <a:srgbClr val="263D4D"/>
                </a:solidFill>
                <a:latin typeface="Yu Gothic"/>
                <a:ea typeface="Yu Gothic"/>
                <a:cs typeface="Yu Gothic"/>
              </a:defRPr>
            </a:lvl3pPr>
            <a:lvl4pPr>
              <a:buNone/>
              <a:defRPr sz="2250" b="0">
                <a:solidFill>
                  <a:srgbClr val="263D4D"/>
                </a:solidFill>
                <a:latin typeface="Yu Gothic"/>
                <a:ea typeface="Yu Gothic"/>
                <a:cs typeface="Yu Gothic"/>
              </a:defRPr>
            </a:lvl4pPr>
            <a:lvl5pPr>
              <a:buNone/>
              <a:defRPr sz="2250" b="0">
                <a:solidFill>
                  <a:srgbClr val="263D4D"/>
                </a:solidFill>
                <a:latin typeface="Yu Gothic"/>
                <a:ea typeface="Yu Gothic"/>
                <a:cs typeface="Yu Gothic"/>
              </a:defRPr>
            </a:lvl5pPr>
            <a:lvl6pPr>
              <a:buNone/>
              <a:defRPr sz="2250" b="0">
                <a:solidFill>
                  <a:srgbClr val="263D4D"/>
                </a:solidFill>
                <a:latin typeface="Yu Gothic"/>
                <a:ea typeface="Yu Gothic"/>
                <a:cs typeface="Yu Gothic"/>
              </a:defRPr>
            </a:lvl6pPr>
            <a:lvl7pPr>
              <a:buNone/>
              <a:defRPr sz="2250" b="0">
                <a:solidFill>
                  <a:srgbClr val="263D4D"/>
                </a:solidFill>
                <a:latin typeface="Yu Gothic"/>
                <a:ea typeface="Yu Gothic"/>
                <a:cs typeface="Yu Gothic"/>
              </a:defRPr>
            </a:lvl7pPr>
            <a:lvl8pPr>
              <a:buNone/>
              <a:defRPr sz="2250" b="0">
                <a:solidFill>
                  <a:srgbClr val="263D4D"/>
                </a:solidFill>
                <a:latin typeface="Yu Gothic"/>
                <a:ea typeface="Yu Gothic"/>
                <a:cs typeface="Yu Gothic"/>
              </a:defRPr>
            </a:lvl8pPr>
            <a:lvl9pPr>
              <a:buNone/>
              <a:defRPr sz="2250" b="0">
                <a:solidFill>
                  <a:srgbClr val="263D4D"/>
                </a:solidFill>
                <a:latin typeface="Yu Gothic"/>
                <a:ea typeface="Yu Gothic"/>
                <a:cs typeface="Yu Gothic"/>
              </a:defRPr>
            </a:lvl9pPr>
          </a:lstStyle>
          <a:p xmlns:a="http://schemas.openxmlformats.org/drawingml/2006/main">
            <a:pPr>
              <a:buNone/>
              <a:defRPr sz="2250" b="0">
                <a:solidFill>
                  <a:srgbClr val="263D4D"/>
                </a:solidFill>
                <a:latin typeface="Yu Gothic"/>
                <a:ea typeface="Yu Gothic"/>
                <a:cs typeface="Yu Gothic"/>
              </a:defRPr>
            </a:pPr>
            <a:r>
              <a:rPr sz="2250" b="0">
                <a:solidFill>
                  <a:srgbClr val="263D4D"/>
                </a:solidFill>
                <a:latin typeface="Yu Gothic"/>
                <a:ea typeface="Yu Gothic"/>
                <a:cs typeface="Yu Gothic"/>
              </a:rPr>
              <a:t>生物育成で定めた環境条件を、部材の条件へ移す</a:t>
            </a:r>
          </a:p>
        </p:txBody>
      </p:sp>
      <p:sp>
        <p:nvSpPr>
          <p:cNvPr id="7" name="正方形/長方形 6">
            <a:extLst xmlns:a="http://schemas.openxmlformats.org/drawingml/2006/main">
              <a:ext uri="{FF2B5EF4-FFF2-40B4-BE49-F238E27FC236}">
                <a16:creationId xmlns:a16="http://schemas.microsoft.com/office/drawing/2014/main" id="{B44A12AA-819B-4025-8407-728D85371A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353175"/>
            <a:ext cx="8953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>
              <a:defRPr sz="1425" b="0">
                <a:solidFill>
                  <a:srgbClr val="71818B"/>
                </a:solidFill>
                <a:latin typeface="Yu Gothic"/>
                <a:ea typeface="Yu Gothic"/>
                <a:cs typeface="Yu Gothic"/>
              </a:defRPr>
            </a:defPPr>
            <a:lvl1pPr>
              <a:buNone/>
              <a:defRPr sz="1425" b="0">
                <a:solidFill>
                  <a:srgbClr val="71818B"/>
                </a:solidFill>
                <a:latin typeface="Yu Gothic"/>
                <a:ea typeface="Yu Gothic"/>
                <a:cs typeface="Yu Gothic"/>
              </a:defRPr>
            </a:lvl1pPr>
            <a:lvl2pPr>
              <a:buNone/>
              <a:defRPr sz="1425" b="0">
                <a:solidFill>
                  <a:srgbClr val="71818B"/>
                </a:solidFill>
                <a:latin typeface="Yu Gothic"/>
                <a:ea typeface="Yu Gothic"/>
                <a:cs typeface="Yu Gothic"/>
              </a:defRPr>
            </a:lvl2pPr>
            <a:lvl3pPr>
              <a:buNone/>
              <a:defRPr sz="1425" b="0">
                <a:solidFill>
                  <a:srgbClr val="71818B"/>
                </a:solidFill>
                <a:latin typeface="Yu Gothic"/>
                <a:ea typeface="Yu Gothic"/>
                <a:cs typeface="Yu Gothic"/>
              </a:defRPr>
            </a:lvl3pPr>
            <a:lvl4pPr>
              <a:buNone/>
              <a:defRPr sz="1425" b="0">
                <a:solidFill>
                  <a:srgbClr val="71818B"/>
                </a:solidFill>
                <a:latin typeface="Yu Gothic"/>
                <a:ea typeface="Yu Gothic"/>
                <a:cs typeface="Yu Gothic"/>
              </a:defRPr>
            </a:lvl4pPr>
            <a:lvl5pPr>
              <a:buNone/>
              <a:defRPr sz="1425" b="0">
                <a:solidFill>
                  <a:srgbClr val="71818B"/>
                </a:solidFill>
                <a:latin typeface="Yu Gothic"/>
                <a:ea typeface="Yu Gothic"/>
                <a:cs typeface="Yu Gothic"/>
              </a:defRPr>
            </a:lvl5pPr>
            <a:lvl6pPr>
              <a:buNone/>
              <a:defRPr sz="1425" b="0">
                <a:solidFill>
                  <a:srgbClr val="71818B"/>
                </a:solidFill>
                <a:latin typeface="Yu Gothic"/>
                <a:ea typeface="Yu Gothic"/>
                <a:cs typeface="Yu Gothic"/>
              </a:defRPr>
            </a:lvl6pPr>
            <a:lvl7pPr>
              <a:buNone/>
              <a:defRPr sz="1425" b="0">
                <a:solidFill>
                  <a:srgbClr val="71818B"/>
                </a:solidFill>
                <a:latin typeface="Yu Gothic"/>
                <a:ea typeface="Yu Gothic"/>
                <a:cs typeface="Yu Gothic"/>
              </a:defRPr>
            </a:lvl7pPr>
            <a:lvl8pPr>
              <a:buNone/>
              <a:defRPr sz="1425" b="0">
                <a:solidFill>
                  <a:srgbClr val="71818B"/>
                </a:solidFill>
                <a:latin typeface="Yu Gothic"/>
                <a:ea typeface="Yu Gothic"/>
                <a:cs typeface="Yu Gothic"/>
              </a:defRPr>
            </a:lvl8pPr>
            <a:lvl9pPr>
              <a:buNone/>
              <a:defRPr sz="1425" b="0">
                <a:solidFill>
                  <a:srgbClr val="71818B"/>
                </a:solidFill>
                <a:latin typeface="Yu Gothic"/>
                <a:ea typeface="Yu Gothic"/>
                <a:cs typeface="Yu Gothic"/>
              </a:defRPr>
            </a:lvl9pPr>
          </a:lstStyle>
          <a:p xmlns:a="http://schemas.openxmlformats.org/drawingml/2006/main">
            <a:pPr>
              <a:buNone/>
              <a:defRPr sz="1425" b="0">
                <a:solidFill>
                  <a:srgbClr val="71818B"/>
                </a:solidFill>
                <a:latin typeface="Yu Gothic"/>
                <a:ea typeface="Yu Gothic"/>
                <a:cs typeface="Yu Gothic"/>
              </a:defRPr>
            </a:pPr>
            <a:r>
              <a:rPr sz="1425" b="0">
                <a:solidFill>
                  <a:srgbClr val="71818B"/>
                </a:solidFill>
                <a:latin typeface="Yu Gothic"/>
                <a:ea typeface="Yu Gothic"/>
                <a:cs typeface="Yu Gothic"/>
              </a:rPr>
              <a:t>工業材料概論　第12回</a:t>
            </a:r>
          </a:p>
        </p:txBody>
      </p:sp>
      <p:sp>
        <p:nvSpPr>
          <p:cNvPr id="8" name="正方形/長方形 7">
            <a:extLst xmlns:a="http://schemas.openxmlformats.org/drawingml/2006/main">
              <a:ext uri="{FF2B5EF4-FFF2-40B4-BE49-F238E27FC236}">
                <a16:creationId xmlns:a16="http://schemas.microsoft.com/office/drawing/2014/main" id="{AFAB1E93-6936-42A9-9E79-4F77085C27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82250" y="6353175"/>
            <a:ext cx="1238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>
              <a:defRPr sz="1425" b="0">
                <a:solidFill>
                  <a:srgbClr val="71818B"/>
                </a:solidFill>
                <a:latin typeface="Yu Gothic"/>
                <a:ea typeface="Yu Gothic"/>
                <a:cs typeface="Yu Gothic"/>
              </a:defRPr>
            </a:defPPr>
            <a:lvl1pPr>
              <a:buNone/>
              <a:defRPr sz="1425" b="0">
                <a:solidFill>
                  <a:srgbClr val="71818B"/>
                </a:solidFill>
                <a:latin typeface="Yu Gothic"/>
                <a:ea typeface="Yu Gothic"/>
                <a:cs typeface="Yu Gothic"/>
              </a:defRPr>
            </a:lvl1pPr>
            <a:lvl2pPr>
              <a:buNone/>
              <a:defRPr sz="1425" b="0">
                <a:solidFill>
                  <a:srgbClr val="71818B"/>
                </a:solidFill>
                <a:latin typeface="Yu Gothic"/>
                <a:ea typeface="Yu Gothic"/>
                <a:cs typeface="Yu Gothic"/>
              </a:defRPr>
            </a:lvl2pPr>
            <a:lvl3pPr>
              <a:buNone/>
              <a:defRPr sz="1425" b="0">
                <a:solidFill>
                  <a:srgbClr val="71818B"/>
                </a:solidFill>
                <a:latin typeface="Yu Gothic"/>
                <a:ea typeface="Yu Gothic"/>
                <a:cs typeface="Yu Gothic"/>
              </a:defRPr>
            </a:lvl3pPr>
            <a:lvl4pPr>
              <a:buNone/>
              <a:defRPr sz="1425" b="0">
                <a:solidFill>
                  <a:srgbClr val="71818B"/>
                </a:solidFill>
                <a:latin typeface="Yu Gothic"/>
                <a:ea typeface="Yu Gothic"/>
                <a:cs typeface="Yu Gothic"/>
              </a:defRPr>
            </a:lvl4pPr>
            <a:lvl5pPr>
              <a:buNone/>
              <a:defRPr sz="1425" b="0">
                <a:solidFill>
                  <a:srgbClr val="71818B"/>
                </a:solidFill>
                <a:latin typeface="Yu Gothic"/>
                <a:ea typeface="Yu Gothic"/>
                <a:cs typeface="Yu Gothic"/>
              </a:defRPr>
            </a:lvl5pPr>
            <a:lvl6pPr>
              <a:buNone/>
              <a:defRPr sz="1425" b="0">
                <a:solidFill>
                  <a:srgbClr val="71818B"/>
                </a:solidFill>
                <a:latin typeface="Yu Gothic"/>
                <a:ea typeface="Yu Gothic"/>
                <a:cs typeface="Yu Gothic"/>
              </a:defRPr>
            </a:lvl6pPr>
            <a:lvl7pPr>
              <a:buNone/>
              <a:defRPr sz="1425" b="0">
                <a:solidFill>
                  <a:srgbClr val="71818B"/>
                </a:solidFill>
                <a:latin typeface="Yu Gothic"/>
                <a:ea typeface="Yu Gothic"/>
                <a:cs typeface="Yu Gothic"/>
              </a:defRPr>
            </a:lvl7pPr>
            <a:lvl8pPr>
              <a:buNone/>
              <a:defRPr sz="1425" b="0">
                <a:solidFill>
                  <a:srgbClr val="71818B"/>
                </a:solidFill>
                <a:latin typeface="Yu Gothic"/>
                <a:ea typeface="Yu Gothic"/>
                <a:cs typeface="Yu Gothic"/>
              </a:defRPr>
            </a:lvl8pPr>
            <a:lvl9pPr>
              <a:buNone/>
              <a:defRPr sz="1425" b="0">
                <a:solidFill>
                  <a:srgbClr val="71818B"/>
                </a:solidFill>
                <a:latin typeface="Yu Gothic"/>
                <a:ea typeface="Yu Gothic"/>
                <a:cs typeface="Yu Gothic"/>
              </a:defRPr>
            </a:lvl9pPr>
          </a:lstStyle>
          <a:p xmlns:a="http://schemas.openxmlformats.org/drawingml/2006/main">
            <a:pPr>
              <a:buNone/>
              <a:defRPr sz="1425" b="0">
                <a:solidFill>
                  <a:srgbClr val="71818B"/>
                </a:solidFill>
                <a:latin typeface="Yu Gothic"/>
                <a:ea typeface="Yu Gothic"/>
                <a:cs typeface="Yu Gothic"/>
              </a:defRPr>
            </a:pPr>
            <a:r>
              <a:rPr sz="1425" b="0">
                <a:solidFill>
                  <a:srgbClr val="71818B"/>
                </a:solidFill>
                <a:latin typeface="Yu Gothic"/>
                <a:ea typeface="Yu Gothic"/>
                <a:cs typeface="Yu Gothic"/>
              </a:rPr>
              <a:t>20 / 41</a:t>
            </a:r>
            <a:endParaRPr sz="1425" b="0">
              <a:solidFill>
                <a:srgbClr val="71818B"/>
              </a:solidFill>
              <a:latin typeface="Yu Gothic"/>
              <a:ea typeface="Yu Gothic"/>
              <a:cs typeface="Yu Gothic"/>
            </a:endParaRPr>
          </a:p>
        </p:txBody>
      </p:sp>
    </p:spTree>
    <p:extLst>
      <p:ext uri="{BB962C8B-B14F-4D97-AF65-F5344CB8AC3E}">
        <p14:creationId xmlns:p14="http://schemas.microsoft.com/office/powerpoint/2010/main" val="2118122613"/>
      </p:ext>
    </p:extLst>
  </p:cSld>
</p:sld>
</file>

<file path=ppt/slides/slide2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正方形/長方形 6">
            <a:extLst xmlns:a="http://schemas.openxmlformats.org/drawingml/2006/main">
              <a:ext uri="{FF2B5EF4-FFF2-40B4-BE49-F238E27FC236}">
                <a16:creationId xmlns:a16="http://schemas.microsoft.com/office/drawing/2014/main" id="{57F35001-7C26-4903-994A-EA6A104F44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81000"/>
            <a:ext cx="108585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>
              <a:defRPr sz="3000" b="1">
                <a:solidFill>
                  <a:srgbClr val="193B59"/>
                </a:solidFill>
                <a:latin typeface="Yu Gothic"/>
                <a:ea typeface="Yu Gothic"/>
                <a:cs typeface="Yu Gothic"/>
              </a:defRPr>
            </a:defPPr>
            <a:lvl1pPr>
              <a:buNone/>
              <a:defRPr sz="3000" b="1">
                <a:solidFill>
                  <a:srgbClr val="193B59"/>
                </a:solidFill>
                <a:latin typeface="Yu Gothic"/>
                <a:ea typeface="Yu Gothic"/>
                <a:cs typeface="Yu Gothic"/>
              </a:defRPr>
            </a:lvl1pPr>
            <a:lvl2pPr>
              <a:buNone/>
              <a:defRPr sz="3000" b="1">
                <a:solidFill>
                  <a:srgbClr val="193B59"/>
                </a:solidFill>
                <a:latin typeface="Yu Gothic"/>
                <a:ea typeface="Yu Gothic"/>
                <a:cs typeface="Yu Gothic"/>
              </a:defRPr>
            </a:lvl2pPr>
            <a:lvl3pPr>
              <a:buNone/>
              <a:defRPr sz="3000" b="1">
                <a:solidFill>
                  <a:srgbClr val="193B59"/>
                </a:solidFill>
                <a:latin typeface="Yu Gothic"/>
                <a:ea typeface="Yu Gothic"/>
                <a:cs typeface="Yu Gothic"/>
              </a:defRPr>
            </a:lvl3pPr>
            <a:lvl4pPr>
              <a:buNone/>
              <a:defRPr sz="3000" b="1">
                <a:solidFill>
                  <a:srgbClr val="193B59"/>
                </a:solidFill>
                <a:latin typeface="Yu Gothic"/>
                <a:ea typeface="Yu Gothic"/>
                <a:cs typeface="Yu Gothic"/>
              </a:defRPr>
            </a:lvl4pPr>
            <a:lvl5pPr>
              <a:buNone/>
              <a:defRPr sz="3000" b="1">
                <a:solidFill>
                  <a:srgbClr val="193B59"/>
                </a:solidFill>
                <a:latin typeface="Yu Gothic"/>
                <a:ea typeface="Yu Gothic"/>
                <a:cs typeface="Yu Gothic"/>
              </a:defRPr>
            </a:lvl5pPr>
            <a:lvl6pPr>
              <a:buNone/>
              <a:defRPr sz="3000" b="1">
                <a:solidFill>
                  <a:srgbClr val="193B59"/>
                </a:solidFill>
                <a:latin typeface="Yu Gothic"/>
                <a:ea typeface="Yu Gothic"/>
                <a:cs typeface="Yu Gothic"/>
              </a:defRPr>
            </a:lvl6pPr>
            <a:lvl7pPr>
              <a:buNone/>
              <a:defRPr sz="3000" b="1">
                <a:solidFill>
                  <a:srgbClr val="193B59"/>
                </a:solidFill>
                <a:latin typeface="Yu Gothic"/>
                <a:ea typeface="Yu Gothic"/>
                <a:cs typeface="Yu Gothic"/>
              </a:defRPr>
            </a:lvl7pPr>
            <a:lvl8pPr>
              <a:buNone/>
              <a:defRPr sz="3000" b="1">
                <a:solidFill>
                  <a:srgbClr val="193B59"/>
                </a:solidFill>
                <a:latin typeface="Yu Gothic"/>
                <a:ea typeface="Yu Gothic"/>
                <a:cs typeface="Yu Gothic"/>
              </a:defRPr>
            </a:lvl8pPr>
            <a:lvl9pPr>
              <a:buNone/>
              <a:defRPr sz="3000" b="1">
                <a:solidFill>
                  <a:srgbClr val="193B59"/>
                </a:solidFill>
                <a:latin typeface="Yu Gothic"/>
                <a:ea typeface="Yu Gothic"/>
                <a:cs typeface="Yu Gothic"/>
              </a:defRPr>
            </a:lvl9pPr>
          </a:lstStyle>
          <a:p xmlns:a="http://schemas.openxmlformats.org/drawingml/2006/main">
            <a:pPr>
              <a:buNone/>
              <a:defRPr sz="3000" b="1">
                <a:solidFill>
                  <a:srgbClr val="193B59"/>
                </a:solidFill>
                <a:latin typeface="Yu Gothic"/>
                <a:ea typeface="Yu Gothic"/>
                <a:cs typeface="Yu Gothic"/>
              </a:defRPr>
            </a:pPr>
            <a:r>
              <a:rPr sz="3000" b="1">
                <a:solidFill>
                  <a:srgbClr val="193B59"/>
                </a:solidFill>
                <a:latin typeface="Yu Gothic"/>
                <a:ea typeface="Yu Gothic"/>
                <a:cs typeface="Yu Gothic"/>
              </a:rPr>
              <a:t>栽培設備：部位ごとに選ぶ</a:t>
            </a:r>
          </a:p>
        </p:txBody>
      </p:sp>
      <p:sp>
        <p:nvSpPr>
          <p:cNvPr id="2" name="直線コネクタ 1">
            <a:extLst xmlns:a="http://schemas.openxmlformats.org/drawingml/2006/main">
              <a:ext uri="{FF2B5EF4-FFF2-40B4-BE49-F238E27FC236}">
                <a16:creationId xmlns:a16="http://schemas.microsoft.com/office/drawing/2014/main" id="{DE876F3C-B178-42BC-903C-F27B57BFA9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323975"/>
            <a:ext cx="10820400" cy="0"/>
          </a:xfrm>
          <a:prstGeom xmlns:a="http://schemas.openxmlformats.org/drawingml/2006/main" prst="line">
            <a:avLst/>
          </a:prstGeom>
          <a:ln xmlns:a="http://schemas.openxmlformats.org/drawingml/2006/main" w="19050">
            <a:solidFill>
              <a:srgbClr val="D8E1E7"/>
            </a:solidFill>
          </a:ln>
        </p:spPr>
      </p:sp>
      <p:graphicFrame>
        <p:nvGraphicFramePr>
          <p:cNvPr id="3" name="表 2">
            <a:extLst xmlns:a="http://schemas.openxmlformats.org/drawingml/2006/main">
              <a:ext uri="{FF2B5EF4-FFF2-40B4-BE49-F238E27FC236}">
                <a16:creationId xmlns:a16="http://schemas.microsoft.com/office/drawing/2014/main" id="{C67C4FA9-D8B0-4846-ABA5-75A6BB7FE259}"/>
              </a:ext>
            </a:extLst>
          </p:cNvPr>
          <p:cNvGraphicFramePr/>
          <p:nvPr/>
        </p:nvGraphicFramePr>
        <p:xfrm>
          <a:off xmlns:a="http://schemas.openxmlformats.org/drawingml/2006/main" x="714375" y="2095500"/>
          <a:ext xmlns:a="http://schemas.openxmlformats.org/drawingml/2006/main" cx="10763250" cy="251460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2714625"/>
                <a:gridCol w="4191000"/>
                <a:gridCol w="3857625"/>
              </a:tblGrid>
              <a:tr h="628650">
                <a:tc>
                  <a:txBody>
                    <a:bodyPr/>
                    <a:lstStyle/>
                    <a:p>
                      <a:r>
                        <a:rPr sz="1875" b="1">
                          <a:solidFill>
                            <a:srgbClr val="FFFFFF"/>
                          </a:solidFill>
                          <a:latin typeface="Yu Gothic"/>
                          <a:ea typeface="Yu Gothic"/>
                          <a:cs typeface="Yu Gothic"/>
                        </a:rPr>
                        <a:t>部位</a:t>
                      </a:r>
                    </a:p>
                  </a:txBody>
                  <a:tcPr marL="91440" marR="91440" marT="45720" marB="45720">
                    <a:solidFill>
                      <a:srgbClr val="193B5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1">
                          <a:solidFill>
                            <a:srgbClr val="FFFFFF"/>
                          </a:solidFill>
                          <a:latin typeface="Yu Gothic"/>
                          <a:ea typeface="Yu Gothic"/>
                          <a:cs typeface="Yu Gothic"/>
                        </a:rPr>
                        <a:t>主な要求</a:t>
                      </a:r>
                    </a:p>
                  </a:txBody>
                  <a:tcPr marL="91440" marR="91440" marT="45720" marB="45720">
                    <a:solidFill>
                      <a:srgbClr val="193B5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1">
                          <a:solidFill>
                            <a:srgbClr val="FFFFFF"/>
                          </a:solidFill>
                          <a:latin typeface="Yu Gothic"/>
                          <a:ea typeface="Yu Gothic"/>
                          <a:cs typeface="Yu Gothic"/>
                        </a:rPr>
                        <a:t>材料側で確かめること</a:t>
                      </a:r>
                    </a:p>
                  </a:txBody>
                  <a:tcPr marL="91440" marR="91440" marT="45720" marB="45720">
                    <a:solidFill>
                      <a:srgbClr val="193B59"/>
                    </a:solidFill>
                  </a:tcPr>
                </a:tc>
              </a:tr>
              <a:tr h="628650"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263D4D"/>
                          </a:solidFill>
                          <a:latin typeface="Yu Gothic"/>
                          <a:ea typeface="Yu Gothic"/>
                          <a:cs typeface="Yu Gothic"/>
                        </a:rPr>
                        <a:t>容器</a:t>
                      </a:r>
                    </a:p>
                  </a:txBody>
                  <a:tcPr marL="91440" marR="91440" marT="45720" marB="45720">
                    <a:solidFill>
                      <a:srgbClr val="EDF2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263D4D"/>
                          </a:solidFill>
                          <a:latin typeface="Yu Gothic"/>
                          <a:ea typeface="Yu Gothic"/>
                          <a:cs typeface="Yu Gothic"/>
                        </a:rPr>
                        <a:t>水・土を保持、排水</a:t>
                      </a:r>
                    </a:p>
                  </a:txBody>
                  <a:tcPr marL="91440" marR="91440" marT="45720" marB="45720">
                    <a:solidFill>
                      <a:srgbClr val="EDF2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263D4D"/>
                          </a:solidFill>
                          <a:latin typeface="Yu Gothic"/>
                          <a:ea typeface="Yu Gothic"/>
                          <a:cs typeface="Yu Gothic"/>
                        </a:rPr>
                        <a:t>水との関係・形・接合</a:t>
                      </a:r>
                    </a:p>
                  </a:txBody>
                  <a:tcPr marL="91440" marR="91440" marT="45720" marB="45720">
                    <a:solidFill>
                      <a:srgbClr val="EDF2F5"/>
                    </a:solidFill>
                  </a:tcPr>
                </a:tc>
              </a:tr>
              <a:tr h="628650"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263D4D"/>
                          </a:solidFill>
                          <a:latin typeface="Yu Gothic"/>
                          <a:ea typeface="Yu Gothic"/>
                          <a:cs typeface="Yu Gothic"/>
                        </a:rPr>
                        <a:t>支柱・架台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263D4D"/>
                          </a:solidFill>
                          <a:latin typeface="Yu Gothic"/>
                          <a:ea typeface="Yu Gothic"/>
                          <a:cs typeface="Yu Gothic"/>
                        </a:rPr>
                        <a:t>支える、位置を保つ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263D4D"/>
                          </a:solidFill>
                          <a:latin typeface="Yu Gothic"/>
                          <a:ea typeface="Yu Gothic"/>
                          <a:cs typeface="Yu Gothic"/>
                        </a:rPr>
                        <a:t>荷重・変形・耐久性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628650"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263D4D"/>
                          </a:solidFill>
                          <a:latin typeface="Yu Gothic"/>
                          <a:ea typeface="Yu Gothic"/>
                          <a:cs typeface="Yu Gothic"/>
                        </a:rPr>
                        <a:t>センサー支持具</a:t>
                      </a:r>
                    </a:p>
                  </a:txBody>
                  <a:tcPr marL="91440" marR="91440" marT="45720" marB="45720">
                    <a:solidFill>
                      <a:srgbClr val="EDF2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263D4D"/>
                          </a:solidFill>
                          <a:latin typeface="Yu Gothic"/>
                          <a:ea typeface="Yu Gothic"/>
                          <a:cs typeface="Yu Gothic"/>
                        </a:rPr>
                        <a:t>位置を保つ、着脱</a:t>
                      </a:r>
                    </a:p>
                  </a:txBody>
                  <a:tcPr marL="91440" marR="91440" marT="45720" marB="45720">
                    <a:solidFill>
                      <a:srgbClr val="EDF2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263D4D"/>
                          </a:solidFill>
                          <a:latin typeface="Yu Gothic"/>
                          <a:ea typeface="Yu Gothic"/>
                          <a:cs typeface="Yu Gothic"/>
                        </a:rPr>
                        <a:t>固定・濡れ・保守</a:t>
                      </a:r>
                    </a:p>
                  </a:txBody>
                  <a:tcPr marL="91440" marR="91440" marT="45720" marB="45720">
                    <a:solidFill>
                      <a:srgbClr val="EDF2F5"/>
                    </a:solidFill>
                  </a:tcPr>
                </a:tc>
              </a:tr>
            </a:tbl>
          </a:graphicData>
        </a:graphic>
      </p:graphicFrame>
      <p:sp>
        <p:nvSpPr>
          <p:cNvPr id="4" name="正方形/長方形 3">
            <a:extLst xmlns:a="http://schemas.openxmlformats.org/drawingml/2006/main">
              <a:ext uri="{FF2B5EF4-FFF2-40B4-BE49-F238E27FC236}">
                <a16:creationId xmlns:a16="http://schemas.microsoft.com/office/drawing/2014/main" id="{A027ECAC-4F10-4DD6-A06F-3B8422EF53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5619750"/>
            <a:ext cx="107632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>
              <a:defRPr sz="1575" b="0">
                <a:solidFill>
                  <a:srgbClr val="587080"/>
                </a:solidFill>
                <a:latin typeface="Yu Gothic"/>
                <a:ea typeface="Yu Gothic"/>
                <a:cs typeface="Yu Gothic"/>
              </a:defRPr>
            </a:defPPr>
            <a:lvl1pPr>
              <a:buNone/>
              <a:defRPr sz="1575" b="0">
                <a:solidFill>
                  <a:srgbClr val="587080"/>
                </a:solidFill>
                <a:latin typeface="Yu Gothic"/>
                <a:ea typeface="Yu Gothic"/>
                <a:cs typeface="Yu Gothic"/>
              </a:defRPr>
            </a:lvl1pPr>
            <a:lvl2pPr>
              <a:buNone/>
              <a:defRPr sz="1575" b="0">
                <a:solidFill>
                  <a:srgbClr val="587080"/>
                </a:solidFill>
                <a:latin typeface="Yu Gothic"/>
                <a:ea typeface="Yu Gothic"/>
                <a:cs typeface="Yu Gothic"/>
              </a:defRPr>
            </a:lvl2pPr>
            <a:lvl3pPr>
              <a:buNone/>
              <a:defRPr sz="1575" b="0">
                <a:solidFill>
                  <a:srgbClr val="587080"/>
                </a:solidFill>
                <a:latin typeface="Yu Gothic"/>
                <a:ea typeface="Yu Gothic"/>
                <a:cs typeface="Yu Gothic"/>
              </a:defRPr>
            </a:lvl3pPr>
            <a:lvl4pPr>
              <a:buNone/>
              <a:defRPr sz="1575" b="0">
                <a:solidFill>
                  <a:srgbClr val="587080"/>
                </a:solidFill>
                <a:latin typeface="Yu Gothic"/>
                <a:ea typeface="Yu Gothic"/>
                <a:cs typeface="Yu Gothic"/>
              </a:defRPr>
            </a:lvl4pPr>
            <a:lvl5pPr>
              <a:buNone/>
              <a:defRPr sz="1575" b="0">
                <a:solidFill>
                  <a:srgbClr val="587080"/>
                </a:solidFill>
                <a:latin typeface="Yu Gothic"/>
                <a:ea typeface="Yu Gothic"/>
                <a:cs typeface="Yu Gothic"/>
              </a:defRPr>
            </a:lvl5pPr>
            <a:lvl6pPr>
              <a:buNone/>
              <a:defRPr sz="1575" b="0">
                <a:solidFill>
                  <a:srgbClr val="587080"/>
                </a:solidFill>
                <a:latin typeface="Yu Gothic"/>
                <a:ea typeface="Yu Gothic"/>
                <a:cs typeface="Yu Gothic"/>
              </a:defRPr>
            </a:lvl6pPr>
            <a:lvl7pPr>
              <a:buNone/>
              <a:defRPr sz="1575" b="0">
                <a:solidFill>
                  <a:srgbClr val="587080"/>
                </a:solidFill>
                <a:latin typeface="Yu Gothic"/>
                <a:ea typeface="Yu Gothic"/>
                <a:cs typeface="Yu Gothic"/>
              </a:defRPr>
            </a:lvl7pPr>
            <a:lvl8pPr>
              <a:buNone/>
              <a:defRPr sz="1575" b="0">
                <a:solidFill>
                  <a:srgbClr val="587080"/>
                </a:solidFill>
                <a:latin typeface="Yu Gothic"/>
                <a:ea typeface="Yu Gothic"/>
                <a:cs typeface="Yu Gothic"/>
              </a:defRPr>
            </a:lvl8pPr>
            <a:lvl9pPr>
              <a:buNone/>
              <a:defRPr sz="1575" b="0">
                <a:solidFill>
                  <a:srgbClr val="587080"/>
                </a:solidFill>
                <a:latin typeface="Yu Gothic"/>
                <a:ea typeface="Yu Gothic"/>
                <a:cs typeface="Yu Gothic"/>
              </a:defRPr>
            </a:lvl9pPr>
          </a:lstStyle>
          <a:p xmlns:a="http://schemas.openxmlformats.org/drawingml/2006/main">
            <a:pPr>
              <a:buNone/>
              <a:defRPr sz="1575" b="0">
                <a:solidFill>
                  <a:srgbClr val="587080"/>
                </a:solidFill>
                <a:latin typeface="Yu Gothic"/>
                <a:ea typeface="Yu Gothic"/>
                <a:cs typeface="Yu Gothic"/>
              </a:defRPr>
            </a:pPr>
            <a:r>
              <a:rPr sz="1575" b="0">
                <a:solidFill>
                  <a:srgbClr val="587080"/>
                </a:solidFill>
                <a:latin typeface="Yu Gothic"/>
                <a:ea typeface="Yu Gothic"/>
                <a:cs typeface="Yu Gothic"/>
              </a:rPr>
              <a:t>一つの製品に複数の材料を組み合わせる案も比較する。</a:t>
            </a:r>
          </a:p>
        </p:txBody>
      </p:sp>
      <p:sp>
        <p:nvSpPr>
          <p:cNvPr id="5" name="正方形/長方形 4">
            <a:extLst xmlns:a="http://schemas.openxmlformats.org/drawingml/2006/main">
              <a:ext uri="{FF2B5EF4-FFF2-40B4-BE49-F238E27FC236}">
                <a16:creationId xmlns:a16="http://schemas.microsoft.com/office/drawing/2014/main" id="{561FBB10-4248-4348-B9BD-431828D23E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353175"/>
            <a:ext cx="8953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>
              <a:defRPr sz="1425" b="0">
                <a:solidFill>
                  <a:srgbClr val="71818B"/>
                </a:solidFill>
                <a:latin typeface="Yu Gothic"/>
                <a:ea typeface="Yu Gothic"/>
                <a:cs typeface="Yu Gothic"/>
              </a:defRPr>
            </a:defPPr>
            <a:lvl1pPr>
              <a:buNone/>
              <a:defRPr sz="1425" b="0">
                <a:solidFill>
                  <a:srgbClr val="71818B"/>
                </a:solidFill>
                <a:latin typeface="Yu Gothic"/>
                <a:ea typeface="Yu Gothic"/>
                <a:cs typeface="Yu Gothic"/>
              </a:defRPr>
            </a:lvl1pPr>
            <a:lvl2pPr>
              <a:buNone/>
              <a:defRPr sz="1425" b="0">
                <a:solidFill>
                  <a:srgbClr val="71818B"/>
                </a:solidFill>
                <a:latin typeface="Yu Gothic"/>
                <a:ea typeface="Yu Gothic"/>
                <a:cs typeface="Yu Gothic"/>
              </a:defRPr>
            </a:lvl2pPr>
            <a:lvl3pPr>
              <a:buNone/>
              <a:defRPr sz="1425" b="0">
                <a:solidFill>
                  <a:srgbClr val="71818B"/>
                </a:solidFill>
                <a:latin typeface="Yu Gothic"/>
                <a:ea typeface="Yu Gothic"/>
                <a:cs typeface="Yu Gothic"/>
              </a:defRPr>
            </a:lvl3pPr>
            <a:lvl4pPr>
              <a:buNone/>
              <a:defRPr sz="1425" b="0">
                <a:solidFill>
                  <a:srgbClr val="71818B"/>
                </a:solidFill>
                <a:latin typeface="Yu Gothic"/>
                <a:ea typeface="Yu Gothic"/>
                <a:cs typeface="Yu Gothic"/>
              </a:defRPr>
            </a:lvl4pPr>
            <a:lvl5pPr>
              <a:buNone/>
              <a:defRPr sz="1425" b="0">
                <a:solidFill>
                  <a:srgbClr val="71818B"/>
                </a:solidFill>
                <a:latin typeface="Yu Gothic"/>
                <a:ea typeface="Yu Gothic"/>
                <a:cs typeface="Yu Gothic"/>
              </a:defRPr>
            </a:lvl5pPr>
            <a:lvl6pPr>
              <a:buNone/>
              <a:defRPr sz="1425" b="0">
                <a:solidFill>
                  <a:srgbClr val="71818B"/>
                </a:solidFill>
                <a:latin typeface="Yu Gothic"/>
                <a:ea typeface="Yu Gothic"/>
                <a:cs typeface="Yu Gothic"/>
              </a:defRPr>
            </a:lvl6pPr>
            <a:lvl7pPr>
              <a:buNone/>
              <a:defRPr sz="1425" b="0">
                <a:solidFill>
                  <a:srgbClr val="71818B"/>
                </a:solidFill>
                <a:latin typeface="Yu Gothic"/>
                <a:ea typeface="Yu Gothic"/>
                <a:cs typeface="Yu Gothic"/>
              </a:defRPr>
            </a:lvl7pPr>
            <a:lvl8pPr>
              <a:buNone/>
              <a:defRPr sz="1425" b="0">
                <a:solidFill>
                  <a:srgbClr val="71818B"/>
                </a:solidFill>
                <a:latin typeface="Yu Gothic"/>
                <a:ea typeface="Yu Gothic"/>
                <a:cs typeface="Yu Gothic"/>
              </a:defRPr>
            </a:lvl8pPr>
            <a:lvl9pPr>
              <a:buNone/>
              <a:defRPr sz="1425" b="0">
                <a:solidFill>
                  <a:srgbClr val="71818B"/>
                </a:solidFill>
                <a:latin typeface="Yu Gothic"/>
                <a:ea typeface="Yu Gothic"/>
                <a:cs typeface="Yu Gothic"/>
              </a:defRPr>
            </a:lvl9pPr>
          </a:lstStyle>
          <a:p xmlns:a="http://schemas.openxmlformats.org/drawingml/2006/main">
            <a:pPr>
              <a:buNone/>
              <a:defRPr sz="1425" b="0">
                <a:solidFill>
                  <a:srgbClr val="71818B"/>
                </a:solidFill>
                <a:latin typeface="Yu Gothic"/>
                <a:ea typeface="Yu Gothic"/>
                <a:cs typeface="Yu Gothic"/>
              </a:defRPr>
            </a:pPr>
            <a:r>
              <a:rPr sz="1425" b="0">
                <a:solidFill>
                  <a:srgbClr val="71818B"/>
                </a:solidFill>
                <a:latin typeface="Yu Gothic"/>
                <a:ea typeface="Yu Gothic"/>
                <a:cs typeface="Yu Gothic"/>
              </a:rPr>
              <a:t>工業材料概論　第12回</a:t>
            </a:r>
          </a:p>
        </p:txBody>
      </p:sp>
      <p:sp>
        <p:nvSpPr>
          <p:cNvPr id="6" name="正方形/長方形 5">
            <a:extLst xmlns:a="http://schemas.openxmlformats.org/drawingml/2006/main">
              <a:ext uri="{FF2B5EF4-FFF2-40B4-BE49-F238E27FC236}">
                <a16:creationId xmlns:a16="http://schemas.microsoft.com/office/drawing/2014/main" id="{721B9083-809E-4A0A-9165-883D3866E4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82250" y="6353175"/>
            <a:ext cx="1238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>
              <a:defRPr sz="1425" b="0">
                <a:solidFill>
                  <a:srgbClr val="71818B"/>
                </a:solidFill>
                <a:latin typeface="Yu Gothic"/>
                <a:ea typeface="Yu Gothic"/>
                <a:cs typeface="Yu Gothic"/>
              </a:defRPr>
            </a:defPPr>
            <a:lvl1pPr>
              <a:buNone/>
              <a:defRPr sz="1425" b="0">
                <a:solidFill>
                  <a:srgbClr val="71818B"/>
                </a:solidFill>
                <a:latin typeface="Yu Gothic"/>
                <a:ea typeface="Yu Gothic"/>
                <a:cs typeface="Yu Gothic"/>
              </a:defRPr>
            </a:lvl1pPr>
            <a:lvl2pPr>
              <a:buNone/>
              <a:defRPr sz="1425" b="0">
                <a:solidFill>
                  <a:srgbClr val="71818B"/>
                </a:solidFill>
                <a:latin typeface="Yu Gothic"/>
                <a:ea typeface="Yu Gothic"/>
                <a:cs typeface="Yu Gothic"/>
              </a:defRPr>
            </a:lvl2pPr>
            <a:lvl3pPr>
              <a:buNone/>
              <a:defRPr sz="1425" b="0">
                <a:solidFill>
                  <a:srgbClr val="71818B"/>
                </a:solidFill>
                <a:latin typeface="Yu Gothic"/>
                <a:ea typeface="Yu Gothic"/>
                <a:cs typeface="Yu Gothic"/>
              </a:defRPr>
            </a:lvl3pPr>
            <a:lvl4pPr>
              <a:buNone/>
              <a:defRPr sz="1425" b="0">
                <a:solidFill>
                  <a:srgbClr val="71818B"/>
                </a:solidFill>
                <a:latin typeface="Yu Gothic"/>
                <a:ea typeface="Yu Gothic"/>
                <a:cs typeface="Yu Gothic"/>
              </a:defRPr>
            </a:lvl4pPr>
            <a:lvl5pPr>
              <a:buNone/>
              <a:defRPr sz="1425" b="0">
                <a:solidFill>
                  <a:srgbClr val="71818B"/>
                </a:solidFill>
                <a:latin typeface="Yu Gothic"/>
                <a:ea typeface="Yu Gothic"/>
                <a:cs typeface="Yu Gothic"/>
              </a:defRPr>
            </a:lvl5pPr>
            <a:lvl6pPr>
              <a:buNone/>
              <a:defRPr sz="1425" b="0">
                <a:solidFill>
                  <a:srgbClr val="71818B"/>
                </a:solidFill>
                <a:latin typeface="Yu Gothic"/>
                <a:ea typeface="Yu Gothic"/>
                <a:cs typeface="Yu Gothic"/>
              </a:defRPr>
            </a:lvl6pPr>
            <a:lvl7pPr>
              <a:buNone/>
              <a:defRPr sz="1425" b="0">
                <a:solidFill>
                  <a:srgbClr val="71818B"/>
                </a:solidFill>
                <a:latin typeface="Yu Gothic"/>
                <a:ea typeface="Yu Gothic"/>
                <a:cs typeface="Yu Gothic"/>
              </a:defRPr>
            </a:lvl7pPr>
            <a:lvl8pPr>
              <a:buNone/>
              <a:defRPr sz="1425" b="0">
                <a:solidFill>
                  <a:srgbClr val="71818B"/>
                </a:solidFill>
                <a:latin typeface="Yu Gothic"/>
                <a:ea typeface="Yu Gothic"/>
                <a:cs typeface="Yu Gothic"/>
              </a:defRPr>
            </a:lvl8pPr>
            <a:lvl9pPr>
              <a:buNone/>
              <a:defRPr sz="1425" b="0">
                <a:solidFill>
                  <a:srgbClr val="71818B"/>
                </a:solidFill>
                <a:latin typeface="Yu Gothic"/>
                <a:ea typeface="Yu Gothic"/>
                <a:cs typeface="Yu Gothic"/>
              </a:defRPr>
            </a:lvl9pPr>
          </a:lstStyle>
          <a:p xmlns:a="http://schemas.openxmlformats.org/drawingml/2006/main">
            <a:pPr>
              <a:buNone/>
              <a:defRPr sz="1425" b="0">
                <a:solidFill>
                  <a:srgbClr val="71818B"/>
                </a:solidFill>
                <a:latin typeface="Yu Gothic"/>
                <a:ea typeface="Yu Gothic"/>
                <a:cs typeface="Yu Gothic"/>
              </a:defRPr>
            </a:pPr>
            <a:r>
              <a:rPr sz="1425" b="0">
                <a:solidFill>
                  <a:srgbClr val="71818B"/>
                </a:solidFill>
                <a:latin typeface="Yu Gothic"/>
                <a:ea typeface="Yu Gothic"/>
                <a:cs typeface="Yu Gothic"/>
              </a:rPr>
              <a:t>21 / 41</a:t>
            </a:r>
            <a:endParaRPr sz="1425" b="0">
              <a:solidFill>
                <a:srgbClr val="71818B"/>
              </a:solidFill>
              <a:latin typeface="Yu Gothic"/>
              <a:ea typeface="Yu Gothic"/>
              <a:cs typeface="Yu Gothic"/>
            </a:endParaRPr>
          </a:p>
        </p:txBody>
      </p:sp>
    </p:spTree>
    <p:extLst>
      <p:ext uri="{BB962C8B-B14F-4D97-AF65-F5344CB8AC3E}">
        <p14:creationId xmlns:p14="http://schemas.microsoft.com/office/powerpoint/2010/main" val="437259343"/>
      </p:ext>
    </p:extLst>
  </p:cSld>
</p:sld>
</file>

<file path=ppt/slides/slide2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正方形/長方形 8">
            <a:extLst xmlns:a="http://schemas.openxmlformats.org/drawingml/2006/main">
              <a:ext uri="{FF2B5EF4-FFF2-40B4-BE49-F238E27FC236}">
                <a16:creationId xmlns:a16="http://schemas.microsoft.com/office/drawing/2014/main" id="{284F7A53-4E23-49FE-9A8C-2B40C6E524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81000"/>
            <a:ext cx="108204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>
              <a:defRPr sz="2775" b="1">
                <a:solidFill>
                  <a:srgbClr val="193B59"/>
                </a:solidFill>
                <a:latin typeface="Yu Gothic"/>
                <a:ea typeface="Yu Gothic"/>
                <a:cs typeface="Yu Gothic"/>
              </a:defRPr>
            </a:defPPr>
            <a:lvl1pPr>
              <a:buNone/>
              <a:defRPr sz="2775" b="1">
                <a:solidFill>
                  <a:srgbClr val="193B59"/>
                </a:solidFill>
                <a:latin typeface="Yu Gothic"/>
                <a:ea typeface="Yu Gothic"/>
                <a:cs typeface="Yu Gothic"/>
              </a:defRPr>
            </a:lvl1pPr>
            <a:lvl2pPr>
              <a:buNone/>
              <a:defRPr sz="2775" b="1">
                <a:solidFill>
                  <a:srgbClr val="193B59"/>
                </a:solidFill>
                <a:latin typeface="Yu Gothic"/>
                <a:ea typeface="Yu Gothic"/>
                <a:cs typeface="Yu Gothic"/>
              </a:defRPr>
            </a:lvl2pPr>
            <a:lvl3pPr>
              <a:buNone/>
              <a:defRPr sz="2775" b="1">
                <a:solidFill>
                  <a:srgbClr val="193B59"/>
                </a:solidFill>
                <a:latin typeface="Yu Gothic"/>
                <a:ea typeface="Yu Gothic"/>
                <a:cs typeface="Yu Gothic"/>
              </a:defRPr>
            </a:lvl3pPr>
            <a:lvl4pPr>
              <a:buNone/>
              <a:defRPr sz="2775" b="1">
                <a:solidFill>
                  <a:srgbClr val="193B59"/>
                </a:solidFill>
                <a:latin typeface="Yu Gothic"/>
                <a:ea typeface="Yu Gothic"/>
                <a:cs typeface="Yu Gothic"/>
              </a:defRPr>
            </a:lvl4pPr>
            <a:lvl5pPr>
              <a:buNone/>
              <a:defRPr sz="2775" b="1">
                <a:solidFill>
                  <a:srgbClr val="193B59"/>
                </a:solidFill>
                <a:latin typeface="Yu Gothic"/>
                <a:ea typeface="Yu Gothic"/>
                <a:cs typeface="Yu Gothic"/>
              </a:defRPr>
            </a:lvl5pPr>
            <a:lvl6pPr>
              <a:buNone/>
              <a:defRPr sz="2775" b="1">
                <a:solidFill>
                  <a:srgbClr val="193B59"/>
                </a:solidFill>
                <a:latin typeface="Yu Gothic"/>
                <a:ea typeface="Yu Gothic"/>
                <a:cs typeface="Yu Gothic"/>
              </a:defRPr>
            </a:lvl6pPr>
            <a:lvl7pPr>
              <a:buNone/>
              <a:defRPr sz="2775" b="1">
                <a:solidFill>
                  <a:srgbClr val="193B59"/>
                </a:solidFill>
                <a:latin typeface="Yu Gothic"/>
                <a:ea typeface="Yu Gothic"/>
                <a:cs typeface="Yu Gothic"/>
              </a:defRPr>
            </a:lvl7pPr>
            <a:lvl8pPr>
              <a:buNone/>
              <a:defRPr sz="2775" b="1">
                <a:solidFill>
                  <a:srgbClr val="193B59"/>
                </a:solidFill>
                <a:latin typeface="Yu Gothic"/>
                <a:ea typeface="Yu Gothic"/>
                <a:cs typeface="Yu Gothic"/>
              </a:defRPr>
            </a:lvl8pPr>
            <a:lvl9pPr>
              <a:buNone/>
              <a:defRPr sz="2775" b="1">
                <a:solidFill>
                  <a:srgbClr val="193B59"/>
                </a:solidFill>
                <a:latin typeface="Yu Gothic"/>
                <a:ea typeface="Yu Gothic"/>
                <a:cs typeface="Yu Gothic"/>
              </a:defRPr>
            </a:lvl9pPr>
          </a:lstStyle>
          <a:p xmlns:a="http://schemas.openxmlformats.org/drawingml/2006/main">
            <a:pPr>
              <a:buNone/>
              <a:defRPr sz="2775" b="1">
                <a:solidFill>
                  <a:srgbClr val="193B59"/>
                </a:solidFill>
                <a:latin typeface="Yu Gothic"/>
                <a:ea typeface="Yu Gothic"/>
                <a:cs typeface="Yu Gothic"/>
              </a:defRPr>
            </a:pPr>
            <a:r>
              <a:rPr sz="2775" b="1">
                <a:solidFill>
                  <a:srgbClr val="193B59"/>
                </a:solidFill>
                <a:latin typeface="Yu Gothic"/>
                <a:ea typeface="Yu Gothic"/>
                <a:cs typeface="Yu Gothic"/>
              </a:rPr>
              <a:t>問2：栽培設備の要求を部位ごとに分ける</a:t>
            </a:r>
          </a:p>
        </p:txBody>
      </p:sp>
      <p:sp>
        <p:nvSpPr>
          <p:cNvPr id="2" name="フリーフォーム: 図形 1">
            <a:extLst xmlns:a="http://schemas.openxmlformats.org/drawingml/2006/main">
              <a:ext uri="{FF2B5EF4-FFF2-40B4-BE49-F238E27FC236}">
                <a16:creationId xmlns:a16="http://schemas.microsoft.com/office/drawing/2014/main" id="{2A6B9D99-2DE0-485A-B717-84751740D9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323975"/>
            <a:ext cx="10820400" cy="9525"/>
          </a:xfrm>
          <a:custGeom xmlns:a="http://schemas.openxmlformats.org/drawingml/2006/main">
            <a:rect l="0" t="0" r="0" b="0"/>
            <a:pathLst>
              <a:path w="10820400" h="9525">
                <a:moveTo>
                  <a:pt x="0" y="0"/>
                </a:moveTo>
                <a:lnTo>
                  <a:pt x="1082040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D8E1E7"/>
            </a:solidFill>
          </a:ln>
        </p:spPr>
      </p:sp>
      <p:sp>
        <p:nvSpPr>
          <p:cNvPr id="3" name="正方形/長方形 2">
            <a:extLst xmlns:a="http://schemas.openxmlformats.org/drawingml/2006/main">
              <a:ext uri="{FF2B5EF4-FFF2-40B4-BE49-F238E27FC236}">
                <a16:creationId xmlns:a16="http://schemas.microsoft.com/office/drawing/2014/main" id="{CD7F6913-3D46-42F8-B4A2-C34D260231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1524000"/>
            <a:ext cx="10572750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>
              <a:defRPr sz="2100" b="1">
                <a:solidFill>
                  <a:srgbClr val="263D4D"/>
                </a:solidFill>
                <a:latin typeface="Yu Gothic"/>
                <a:ea typeface="Yu Gothic"/>
                <a:cs typeface="Yu Gothic"/>
              </a:defRPr>
            </a:defPPr>
            <a:lvl1pPr>
              <a:buNone/>
              <a:defRPr sz="2100" b="1">
                <a:solidFill>
                  <a:srgbClr val="263D4D"/>
                </a:solidFill>
                <a:latin typeface="Yu Gothic"/>
                <a:ea typeface="Yu Gothic"/>
                <a:cs typeface="Yu Gothic"/>
              </a:defRPr>
            </a:lvl1pPr>
            <a:lvl2pPr>
              <a:buNone/>
              <a:defRPr sz="2100" b="1">
                <a:solidFill>
                  <a:srgbClr val="263D4D"/>
                </a:solidFill>
                <a:latin typeface="Yu Gothic"/>
                <a:ea typeface="Yu Gothic"/>
                <a:cs typeface="Yu Gothic"/>
              </a:defRPr>
            </a:lvl2pPr>
            <a:lvl3pPr>
              <a:buNone/>
              <a:defRPr sz="2100" b="1">
                <a:solidFill>
                  <a:srgbClr val="263D4D"/>
                </a:solidFill>
                <a:latin typeface="Yu Gothic"/>
                <a:ea typeface="Yu Gothic"/>
                <a:cs typeface="Yu Gothic"/>
              </a:defRPr>
            </a:lvl3pPr>
            <a:lvl4pPr>
              <a:buNone/>
              <a:defRPr sz="2100" b="1">
                <a:solidFill>
                  <a:srgbClr val="263D4D"/>
                </a:solidFill>
                <a:latin typeface="Yu Gothic"/>
                <a:ea typeface="Yu Gothic"/>
                <a:cs typeface="Yu Gothic"/>
              </a:defRPr>
            </a:lvl4pPr>
            <a:lvl5pPr>
              <a:buNone/>
              <a:defRPr sz="2100" b="1">
                <a:solidFill>
                  <a:srgbClr val="263D4D"/>
                </a:solidFill>
                <a:latin typeface="Yu Gothic"/>
                <a:ea typeface="Yu Gothic"/>
                <a:cs typeface="Yu Gothic"/>
              </a:defRPr>
            </a:lvl5pPr>
            <a:lvl6pPr>
              <a:buNone/>
              <a:defRPr sz="2100" b="1">
                <a:solidFill>
                  <a:srgbClr val="263D4D"/>
                </a:solidFill>
                <a:latin typeface="Yu Gothic"/>
                <a:ea typeface="Yu Gothic"/>
                <a:cs typeface="Yu Gothic"/>
              </a:defRPr>
            </a:lvl6pPr>
            <a:lvl7pPr>
              <a:buNone/>
              <a:defRPr sz="2100" b="1">
                <a:solidFill>
                  <a:srgbClr val="263D4D"/>
                </a:solidFill>
                <a:latin typeface="Yu Gothic"/>
                <a:ea typeface="Yu Gothic"/>
                <a:cs typeface="Yu Gothic"/>
              </a:defRPr>
            </a:lvl7pPr>
            <a:lvl8pPr>
              <a:buNone/>
              <a:defRPr sz="2100" b="1">
                <a:solidFill>
                  <a:srgbClr val="263D4D"/>
                </a:solidFill>
                <a:latin typeface="Yu Gothic"/>
                <a:ea typeface="Yu Gothic"/>
                <a:cs typeface="Yu Gothic"/>
              </a:defRPr>
            </a:lvl8pPr>
            <a:lvl9pPr>
              <a:buNone/>
              <a:defRPr sz="2100" b="1">
                <a:solidFill>
                  <a:srgbClr val="263D4D"/>
                </a:solidFill>
                <a:latin typeface="Yu Gothic"/>
                <a:ea typeface="Yu Gothic"/>
                <a:cs typeface="Yu Gothic"/>
              </a:defRPr>
            </a:lvl9pPr>
          </a:lstStyle>
          <a:p xmlns:a="http://schemas.openxmlformats.org/drawingml/2006/main">
            <a:pPr>
              <a:buNone/>
              <a:defRPr sz="2100" b="1">
                <a:solidFill>
                  <a:srgbClr val="263D4D"/>
                </a:solidFill>
                <a:latin typeface="Yu Gothic"/>
                <a:ea typeface="Yu Gothic"/>
                <a:cs typeface="Yu Gothic"/>
              </a:defRPr>
            </a:pPr>
            <a:r>
              <a:rPr sz="2100" b="1">
                <a:solidFill>
                  <a:srgbClr val="263D4D"/>
                </a:solidFill>
                <a:latin typeface="Yu Gothic"/>
                <a:ea typeface="Yu Gothic"/>
                <a:cs typeface="Yu Gothic"/>
              </a:rPr>
              <a:t>屋外の容器・架台・センサー支持具を設計する</a:t>
            </a:r>
          </a:p>
        </p:txBody>
      </p:sp>
      <p:sp>
        <p:nvSpPr>
          <p:cNvPr id="4" name="正方形/長方形 3">
            <a:extLst xmlns:a="http://schemas.openxmlformats.org/drawingml/2006/main">
              <a:ext uri="{FF2B5EF4-FFF2-40B4-BE49-F238E27FC236}">
                <a16:creationId xmlns:a16="http://schemas.microsoft.com/office/drawing/2014/main" id="{2DCE816F-0B6A-4E5D-A69B-A5A1733A3B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2476500"/>
            <a:ext cx="10572750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>
              <a:defRPr sz="2100" b="0">
                <a:solidFill>
                  <a:srgbClr val="263D4D"/>
                </a:solidFill>
                <a:latin typeface="Yu Gothic"/>
                <a:ea typeface="Yu Gothic"/>
                <a:cs typeface="Yu Gothic"/>
              </a:defRPr>
            </a:defPPr>
            <a:lvl1pPr>
              <a:buNone/>
              <a:defRPr sz="2100" b="0">
                <a:solidFill>
                  <a:srgbClr val="263D4D"/>
                </a:solidFill>
                <a:latin typeface="Yu Gothic"/>
                <a:ea typeface="Yu Gothic"/>
                <a:cs typeface="Yu Gothic"/>
              </a:defRPr>
            </a:lvl1pPr>
            <a:lvl2pPr>
              <a:buNone/>
              <a:defRPr sz="2100" b="0">
                <a:solidFill>
                  <a:srgbClr val="263D4D"/>
                </a:solidFill>
                <a:latin typeface="Yu Gothic"/>
                <a:ea typeface="Yu Gothic"/>
                <a:cs typeface="Yu Gothic"/>
              </a:defRPr>
            </a:lvl2pPr>
            <a:lvl3pPr>
              <a:buNone/>
              <a:defRPr sz="2100" b="0">
                <a:solidFill>
                  <a:srgbClr val="263D4D"/>
                </a:solidFill>
                <a:latin typeface="Yu Gothic"/>
                <a:ea typeface="Yu Gothic"/>
                <a:cs typeface="Yu Gothic"/>
              </a:defRPr>
            </a:lvl3pPr>
            <a:lvl4pPr>
              <a:buNone/>
              <a:defRPr sz="2100" b="0">
                <a:solidFill>
                  <a:srgbClr val="263D4D"/>
                </a:solidFill>
                <a:latin typeface="Yu Gothic"/>
                <a:ea typeface="Yu Gothic"/>
                <a:cs typeface="Yu Gothic"/>
              </a:defRPr>
            </a:lvl4pPr>
            <a:lvl5pPr>
              <a:buNone/>
              <a:defRPr sz="2100" b="0">
                <a:solidFill>
                  <a:srgbClr val="263D4D"/>
                </a:solidFill>
                <a:latin typeface="Yu Gothic"/>
                <a:ea typeface="Yu Gothic"/>
                <a:cs typeface="Yu Gothic"/>
              </a:defRPr>
            </a:lvl5pPr>
            <a:lvl6pPr>
              <a:buNone/>
              <a:defRPr sz="2100" b="0">
                <a:solidFill>
                  <a:srgbClr val="263D4D"/>
                </a:solidFill>
                <a:latin typeface="Yu Gothic"/>
                <a:ea typeface="Yu Gothic"/>
                <a:cs typeface="Yu Gothic"/>
              </a:defRPr>
            </a:lvl6pPr>
            <a:lvl7pPr>
              <a:buNone/>
              <a:defRPr sz="2100" b="0">
                <a:solidFill>
                  <a:srgbClr val="263D4D"/>
                </a:solidFill>
                <a:latin typeface="Yu Gothic"/>
                <a:ea typeface="Yu Gothic"/>
                <a:cs typeface="Yu Gothic"/>
              </a:defRPr>
            </a:lvl7pPr>
            <a:lvl8pPr>
              <a:buNone/>
              <a:defRPr sz="2100" b="0">
                <a:solidFill>
                  <a:srgbClr val="263D4D"/>
                </a:solidFill>
                <a:latin typeface="Yu Gothic"/>
                <a:ea typeface="Yu Gothic"/>
                <a:cs typeface="Yu Gothic"/>
              </a:defRPr>
            </a:lvl8pPr>
            <a:lvl9pPr>
              <a:buNone/>
              <a:defRPr sz="2100" b="0">
                <a:solidFill>
                  <a:srgbClr val="263D4D"/>
                </a:solidFill>
                <a:latin typeface="Yu Gothic"/>
                <a:ea typeface="Yu Gothic"/>
                <a:cs typeface="Yu Gothic"/>
              </a:defRPr>
            </a:lvl9pPr>
          </a:lstStyle>
          <a:p xmlns:a="http://schemas.openxmlformats.org/drawingml/2006/main">
            <a:pPr>
              <a:buNone/>
              <a:defRPr sz="2100" b="0">
                <a:solidFill>
                  <a:srgbClr val="263D4D"/>
                </a:solidFill>
                <a:latin typeface="Yu Gothic"/>
                <a:ea typeface="Yu Gothic"/>
                <a:cs typeface="Yu Gothic"/>
              </a:defRPr>
            </a:pPr>
            <a:r>
              <a:rPr sz="2100" b="0">
                <a:solidFill>
                  <a:srgbClr val="263D4D"/>
                </a:solidFill>
                <a:latin typeface="Yu Gothic"/>
                <a:ea typeface="Yu Gothic"/>
                <a:cs typeface="Yu Gothic"/>
              </a:rPr>
              <a:t>灌水後に水が残り、移動と清掃を繰り返す</a:t>
            </a:r>
          </a:p>
        </p:txBody>
      </p:sp>
      <p:sp>
        <p:nvSpPr>
          <p:cNvPr id="5" name="正方形/長方形 4">
            <a:extLst xmlns:a="http://schemas.openxmlformats.org/drawingml/2006/main">
              <a:ext uri="{FF2B5EF4-FFF2-40B4-BE49-F238E27FC236}">
                <a16:creationId xmlns:a16="http://schemas.microsoft.com/office/drawing/2014/main" id="{E54701DE-330F-47FD-BB94-78D2921644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3429000"/>
            <a:ext cx="10572750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>
              <a:defRPr sz="2100" b="0">
                <a:solidFill>
                  <a:srgbClr val="263D4D"/>
                </a:solidFill>
                <a:latin typeface="Yu Gothic"/>
                <a:ea typeface="Yu Gothic"/>
                <a:cs typeface="Yu Gothic"/>
              </a:defRPr>
            </a:defPPr>
            <a:lvl1pPr>
              <a:buNone/>
              <a:defRPr sz="2100" b="0">
                <a:solidFill>
                  <a:srgbClr val="263D4D"/>
                </a:solidFill>
                <a:latin typeface="Yu Gothic"/>
                <a:ea typeface="Yu Gothic"/>
                <a:cs typeface="Yu Gothic"/>
              </a:defRPr>
            </a:lvl1pPr>
            <a:lvl2pPr>
              <a:buNone/>
              <a:defRPr sz="2100" b="0">
                <a:solidFill>
                  <a:srgbClr val="263D4D"/>
                </a:solidFill>
                <a:latin typeface="Yu Gothic"/>
                <a:ea typeface="Yu Gothic"/>
                <a:cs typeface="Yu Gothic"/>
              </a:defRPr>
            </a:lvl2pPr>
            <a:lvl3pPr>
              <a:buNone/>
              <a:defRPr sz="2100" b="0">
                <a:solidFill>
                  <a:srgbClr val="263D4D"/>
                </a:solidFill>
                <a:latin typeface="Yu Gothic"/>
                <a:ea typeface="Yu Gothic"/>
                <a:cs typeface="Yu Gothic"/>
              </a:defRPr>
            </a:lvl3pPr>
            <a:lvl4pPr>
              <a:buNone/>
              <a:defRPr sz="2100" b="0">
                <a:solidFill>
                  <a:srgbClr val="263D4D"/>
                </a:solidFill>
                <a:latin typeface="Yu Gothic"/>
                <a:ea typeface="Yu Gothic"/>
                <a:cs typeface="Yu Gothic"/>
              </a:defRPr>
            </a:lvl4pPr>
            <a:lvl5pPr>
              <a:buNone/>
              <a:defRPr sz="2100" b="0">
                <a:solidFill>
                  <a:srgbClr val="263D4D"/>
                </a:solidFill>
                <a:latin typeface="Yu Gothic"/>
                <a:ea typeface="Yu Gothic"/>
                <a:cs typeface="Yu Gothic"/>
              </a:defRPr>
            </a:lvl5pPr>
            <a:lvl6pPr>
              <a:buNone/>
              <a:defRPr sz="2100" b="0">
                <a:solidFill>
                  <a:srgbClr val="263D4D"/>
                </a:solidFill>
                <a:latin typeface="Yu Gothic"/>
                <a:ea typeface="Yu Gothic"/>
                <a:cs typeface="Yu Gothic"/>
              </a:defRPr>
            </a:lvl6pPr>
            <a:lvl7pPr>
              <a:buNone/>
              <a:defRPr sz="2100" b="0">
                <a:solidFill>
                  <a:srgbClr val="263D4D"/>
                </a:solidFill>
                <a:latin typeface="Yu Gothic"/>
                <a:ea typeface="Yu Gothic"/>
                <a:cs typeface="Yu Gothic"/>
              </a:defRPr>
            </a:lvl7pPr>
            <a:lvl8pPr>
              <a:buNone/>
              <a:defRPr sz="2100" b="0">
                <a:solidFill>
                  <a:srgbClr val="263D4D"/>
                </a:solidFill>
                <a:latin typeface="Yu Gothic"/>
                <a:ea typeface="Yu Gothic"/>
                <a:cs typeface="Yu Gothic"/>
              </a:defRPr>
            </a:lvl8pPr>
            <a:lvl9pPr>
              <a:buNone/>
              <a:defRPr sz="2100" b="0">
                <a:solidFill>
                  <a:srgbClr val="263D4D"/>
                </a:solidFill>
                <a:latin typeface="Yu Gothic"/>
                <a:ea typeface="Yu Gothic"/>
                <a:cs typeface="Yu Gothic"/>
              </a:defRPr>
            </a:lvl9pPr>
          </a:lstStyle>
          <a:p xmlns:a="http://schemas.openxmlformats.org/drawingml/2006/main">
            <a:pPr>
              <a:buNone/>
              <a:defRPr sz="2100" b="0">
                <a:solidFill>
                  <a:srgbClr val="263D4D"/>
                </a:solidFill>
                <a:latin typeface="Yu Gothic"/>
                <a:ea typeface="Yu Gothic"/>
                <a:cs typeface="Yu Gothic"/>
              </a:defRPr>
            </a:pPr>
            <a:r>
              <a:rPr sz="2100" b="0">
                <a:solidFill>
                  <a:srgbClr val="263D4D"/>
                </a:solidFill>
                <a:latin typeface="Yu Gothic"/>
                <a:ea typeface="Yu Gothic"/>
                <a:cs typeface="Yu Gothic"/>
              </a:rPr>
              <a:t>不足条件と不具合を、部位ごとに一つ挙げる</a:t>
            </a:r>
          </a:p>
        </p:txBody>
      </p:sp>
      <p:sp>
        <p:nvSpPr>
          <p:cNvPr id="6" name="正方形/長方形 5">
            <a:extLst xmlns:a="http://schemas.openxmlformats.org/drawingml/2006/main">
              <a:ext uri="{FF2B5EF4-FFF2-40B4-BE49-F238E27FC236}">
                <a16:creationId xmlns:a16="http://schemas.microsoft.com/office/drawing/2014/main" id="{25CD702F-7AC2-4259-81C9-1D67420F25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4381500"/>
            <a:ext cx="10572750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>
              <a:defRPr sz="2100" b="0">
                <a:solidFill>
                  <a:srgbClr val="263D4D"/>
                </a:solidFill>
                <a:latin typeface="Yu Gothic"/>
                <a:ea typeface="Yu Gothic"/>
                <a:cs typeface="Yu Gothic"/>
              </a:defRPr>
            </a:defPPr>
            <a:lvl1pPr>
              <a:buNone/>
              <a:defRPr sz="2100" b="0">
                <a:solidFill>
                  <a:srgbClr val="263D4D"/>
                </a:solidFill>
                <a:latin typeface="Yu Gothic"/>
                <a:ea typeface="Yu Gothic"/>
                <a:cs typeface="Yu Gothic"/>
              </a:defRPr>
            </a:lvl1pPr>
            <a:lvl2pPr>
              <a:buNone/>
              <a:defRPr sz="2100" b="0">
                <a:solidFill>
                  <a:srgbClr val="263D4D"/>
                </a:solidFill>
                <a:latin typeface="Yu Gothic"/>
                <a:ea typeface="Yu Gothic"/>
                <a:cs typeface="Yu Gothic"/>
              </a:defRPr>
            </a:lvl2pPr>
            <a:lvl3pPr>
              <a:buNone/>
              <a:defRPr sz="2100" b="0">
                <a:solidFill>
                  <a:srgbClr val="263D4D"/>
                </a:solidFill>
                <a:latin typeface="Yu Gothic"/>
                <a:ea typeface="Yu Gothic"/>
                <a:cs typeface="Yu Gothic"/>
              </a:defRPr>
            </a:lvl3pPr>
            <a:lvl4pPr>
              <a:buNone/>
              <a:defRPr sz="2100" b="0">
                <a:solidFill>
                  <a:srgbClr val="263D4D"/>
                </a:solidFill>
                <a:latin typeface="Yu Gothic"/>
                <a:ea typeface="Yu Gothic"/>
                <a:cs typeface="Yu Gothic"/>
              </a:defRPr>
            </a:lvl4pPr>
            <a:lvl5pPr>
              <a:buNone/>
              <a:defRPr sz="2100" b="0">
                <a:solidFill>
                  <a:srgbClr val="263D4D"/>
                </a:solidFill>
                <a:latin typeface="Yu Gothic"/>
                <a:ea typeface="Yu Gothic"/>
                <a:cs typeface="Yu Gothic"/>
              </a:defRPr>
            </a:lvl5pPr>
            <a:lvl6pPr>
              <a:buNone/>
              <a:defRPr sz="2100" b="0">
                <a:solidFill>
                  <a:srgbClr val="263D4D"/>
                </a:solidFill>
                <a:latin typeface="Yu Gothic"/>
                <a:ea typeface="Yu Gothic"/>
                <a:cs typeface="Yu Gothic"/>
              </a:defRPr>
            </a:lvl6pPr>
            <a:lvl7pPr>
              <a:buNone/>
              <a:defRPr sz="2100" b="0">
                <a:solidFill>
                  <a:srgbClr val="263D4D"/>
                </a:solidFill>
                <a:latin typeface="Yu Gothic"/>
                <a:ea typeface="Yu Gothic"/>
                <a:cs typeface="Yu Gothic"/>
              </a:defRPr>
            </a:lvl7pPr>
            <a:lvl8pPr>
              <a:buNone/>
              <a:defRPr sz="2100" b="0">
                <a:solidFill>
                  <a:srgbClr val="263D4D"/>
                </a:solidFill>
                <a:latin typeface="Yu Gothic"/>
                <a:ea typeface="Yu Gothic"/>
                <a:cs typeface="Yu Gothic"/>
              </a:defRPr>
            </a:lvl8pPr>
            <a:lvl9pPr>
              <a:buNone/>
              <a:defRPr sz="2100" b="0">
                <a:solidFill>
                  <a:srgbClr val="263D4D"/>
                </a:solidFill>
                <a:latin typeface="Yu Gothic"/>
                <a:ea typeface="Yu Gothic"/>
                <a:cs typeface="Yu Gothic"/>
              </a:defRPr>
            </a:lvl9pPr>
          </a:lstStyle>
          <a:p xmlns:a="http://schemas.openxmlformats.org/drawingml/2006/main">
            <a:pPr>
              <a:buNone/>
              <a:defRPr sz="2100" b="0">
                <a:solidFill>
                  <a:srgbClr val="263D4D"/>
                </a:solidFill>
                <a:latin typeface="Yu Gothic"/>
                <a:ea typeface="Yu Gothic"/>
                <a:cs typeface="Yu Gothic"/>
              </a:defRPr>
            </a:pPr>
            <a:r>
              <a:rPr sz="2100" b="0">
                <a:solidFill>
                  <a:srgbClr val="263D4D"/>
                </a:solidFill>
                <a:latin typeface="Yu Gothic"/>
                <a:ea typeface="Yu Gothic"/>
                <a:cs typeface="Yu Gothic"/>
              </a:rPr>
              <a:t>材料・構造・管理の改善案と、確認方法を記す</a:t>
            </a:r>
          </a:p>
        </p:txBody>
      </p:sp>
      <p:sp>
        <p:nvSpPr>
          <p:cNvPr id="7" name="正方形/長方形 6">
            <a:extLst xmlns:a="http://schemas.openxmlformats.org/drawingml/2006/main">
              <a:ext uri="{FF2B5EF4-FFF2-40B4-BE49-F238E27FC236}">
                <a16:creationId xmlns:a16="http://schemas.microsoft.com/office/drawing/2014/main" id="{E5BF57A0-FEA3-4319-A0FD-7CA8528C5E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353175"/>
            <a:ext cx="8572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>
              <a:defRPr sz="1425" b="0">
                <a:solidFill>
                  <a:srgbClr val="71818B"/>
                </a:solidFill>
                <a:latin typeface="Yu Gothic"/>
                <a:ea typeface="Yu Gothic"/>
                <a:cs typeface="Yu Gothic"/>
              </a:defRPr>
            </a:defPPr>
            <a:lvl1pPr>
              <a:buNone/>
              <a:defRPr sz="1425" b="0">
                <a:solidFill>
                  <a:srgbClr val="71818B"/>
                </a:solidFill>
                <a:latin typeface="Yu Gothic"/>
                <a:ea typeface="Yu Gothic"/>
                <a:cs typeface="Yu Gothic"/>
              </a:defRPr>
            </a:lvl1pPr>
            <a:lvl2pPr>
              <a:buNone/>
              <a:defRPr sz="1425" b="0">
                <a:solidFill>
                  <a:srgbClr val="71818B"/>
                </a:solidFill>
                <a:latin typeface="Yu Gothic"/>
                <a:ea typeface="Yu Gothic"/>
                <a:cs typeface="Yu Gothic"/>
              </a:defRPr>
            </a:lvl2pPr>
            <a:lvl3pPr>
              <a:buNone/>
              <a:defRPr sz="1425" b="0">
                <a:solidFill>
                  <a:srgbClr val="71818B"/>
                </a:solidFill>
                <a:latin typeface="Yu Gothic"/>
                <a:ea typeface="Yu Gothic"/>
                <a:cs typeface="Yu Gothic"/>
              </a:defRPr>
            </a:lvl3pPr>
            <a:lvl4pPr>
              <a:buNone/>
              <a:defRPr sz="1425" b="0">
                <a:solidFill>
                  <a:srgbClr val="71818B"/>
                </a:solidFill>
                <a:latin typeface="Yu Gothic"/>
                <a:ea typeface="Yu Gothic"/>
                <a:cs typeface="Yu Gothic"/>
              </a:defRPr>
            </a:lvl4pPr>
            <a:lvl5pPr>
              <a:buNone/>
              <a:defRPr sz="1425" b="0">
                <a:solidFill>
                  <a:srgbClr val="71818B"/>
                </a:solidFill>
                <a:latin typeface="Yu Gothic"/>
                <a:ea typeface="Yu Gothic"/>
                <a:cs typeface="Yu Gothic"/>
              </a:defRPr>
            </a:lvl5pPr>
            <a:lvl6pPr>
              <a:buNone/>
              <a:defRPr sz="1425" b="0">
                <a:solidFill>
                  <a:srgbClr val="71818B"/>
                </a:solidFill>
                <a:latin typeface="Yu Gothic"/>
                <a:ea typeface="Yu Gothic"/>
                <a:cs typeface="Yu Gothic"/>
              </a:defRPr>
            </a:lvl6pPr>
            <a:lvl7pPr>
              <a:buNone/>
              <a:defRPr sz="1425" b="0">
                <a:solidFill>
                  <a:srgbClr val="71818B"/>
                </a:solidFill>
                <a:latin typeface="Yu Gothic"/>
                <a:ea typeface="Yu Gothic"/>
                <a:cs typeface="Yu Gothic"/>
              </a:defRPr>
            </a:lvl7pPr>
            <a:lvl8pPr>
              <a:buNone/>
              <a:defRPr sz="1425" b="0">
                <a:solidFill>
                  <a:srgbClr val="71818B"/>
                </a:solidFill>
                <a:latin typeface="Yu Gothic"/>
                <a:ea typeface="Yu Gothic"/>
                <a:cs typeface="Yu Gothic"/>
              </a:defRPr>
            </a:lvl8pPr>
            <a:lvl9pPr>
              <a:buNone/>
              <a:defRPr sz="1425" b="0">
                <a:solidFill>
                  <a:srgbClr val="71818B"/>
                </a:solidFill>
                <a:latin typeface="Yu Gothic"/>
                <a:ea typeface="Yu Gothic"/>
                <a:cs typeface="Yu Gothic"/>
              </a:defRPr>
            </a:lvl9pPr>
          </a:lstStyle>
          <a:p xmlns:a="http://schemas.openxmlformats.org/drawingml/2006/main">
            <a:pPr>
              <a:buNone/>
              <a:defRPr sz="1425" b="0">
                <a:solidFill>
                  <a:srgbClr val="71818B"/>
                </a:solidFill>
                <a:latin typeface="Yu Gothic"/>
                <a:ea typeface="Yu Gothic"/>
                <a:cs typeface="Yu Gothic"/>
              </a:defRPr>
            </a:pPr>
            <a:r>
              <a:rPr sz="1425" b="0">
                <a:solidFill>
                  <a:srgbClr val="71818B"/>
                </a:solidFill>
                <a:latin typeface="Yu Gothic"/>
                <a:ea typeface="Yu Gothic"/>
                <a:cs typeface="Yu Gothic"/>
              </a:rPr>
              <a:t>工業材料概論　第12回</a:t>
            </a:r>
          </a:p>
        </p:txBody>
      </p:sp>
      <p:sp>
        <p:nvSpPr>
          <p:cNvPr id="8" name="正方形/長方形 7">
            <a:extLst xmlns:a="http://schemas.openxmlformats.org/drawingml/2006/main">
              <a:ext uri="{FF2B5EF4-FFF2-40B4-BE49-F238E27FC236}">
                <a16:creationId xmlns:a16="http://schemas.microsoft.com/office/drawing/2014/main" id="{4FC68CEC-F3C0-4333-928C-FC8B05CB40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0" y="6353175"/>
            <a:ext cx="1047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>
              <a:defRPr sz="1425" b="0">
                <a:solidFill>
                  <a:srgbClr val="71818B"/>
                </a:solidFill>
                <a:latin typeface="Yu Gothic"/>
                <a:ea typeface="Yu Gothic"/>
                <a:cs typeface="Yu Gothic"/>
              </a:defRPr>
            </a:defPPr>
            <a:lvl1pPr>
              <a:buNone/>
              <a:defRPr sz="1425" b="0">
                <a:solidFill>
                  <a:srgbClr val="71818B"/>
                </a:solidFill>
                <a:latin typeface="Yu Gothic"/>
                <a:ea typeface="Yu Gothic"/>
                <a:cs typeface="Yu Gothic"/>
              </a:defRPr>
            </a:lvl1pPr>
            <a:lvl2pPr>
              <a:buNone/>
              <a:defRPr sz="1425" b="0">
                <a:solidFill>
                  <a:srgbClr val="71818B"/>
                </a:solidFill>
                <a:latin typeface="Yu Gothic"/>
                <a:ea typeface="Yu Gothic"/>
                <a:cs typeface="Yu Gothic"/>
              </a:defRPr>
            </a:lvl2pPr>
            <a:lvl3pPr>
              <a:buNone/>
              <a:defRPr sz="1425" b="0">
                <a:solidFill>
                  <a:srgbClr val="71818B"/>
                </a:solidFill>
                <a:latin typeface="Yu Gothic"/>
                <a:ea typeface="Yu Gothic"/>
                <a:cs typeface="Yu Gothic"/>
              </a:defRPr>
            </a:lvl3pPr>
            <a:lvl4pPr>
              <a:buNone/>
              <a:defRPr sz="1425" b="0">
                <a:solidFill>
                  <a:srgbClr val="71818B"/>
                </a:solidFill>
                <a:latin typeface="Yu Gothic"/>
                <a:ea typeface="Yu Gothic"/>
                <a:cs typeface="Yu Gothic"/>
              </a:defRPr>
            </a:lvl4pPr>
            <a:lvl5pPr>
              <a:buNone/>
              <a:defRPr sz="1425" b="0">
                <a:solidFill>
                  <a:srgbClr val="71818B"/>
                </a:solidFill>
                <a:latin typeface="Yu Gothic"/>
                <a:ea typeface="Yu Gothic"/>
                <a:cs typeface="Yu Gothic"/>
              </a:defRPr>
            </a:lvl5pPr>
            <a:lvl6pPr>
              <a:buNone/>
              <a:defRPr sz="1425" b="0">
                <a:solidFill>
                  <a:srgbClr val="71818B"/>
                </a:solidFill>
                <a:latin typeface="Yu Gothic"/>
                <a:ea typeface="Yu Gothic"/>
                <a:cs typeface="Yu Gothic"/>
              </a:defRPr>
            </a:lvl6pPr>
            <a:lvl7pPr>
              <a:buNone/>
              <a:defRPr sz="1425" b="0">
                <a:solidFill>
                  <a:srgbClr val="71818B"/>
                </a:solidFill>
                <a:latin typeface="Yu Gothic"/>
                <a:ea typeface="Yu Gothic"/>
                <a:cs typeface="Yu Gothic"/>
              </a:defRPr>
            </a:lvl7pPr>
            <a:lvl8pPr>
              <a:buNone/>
              <a:defRPr sz="1425" b="0">
                <a:solidFill>
                  <a:srgbClr val="71818B"/>
                </a:solidFill>
                <a:latin typeface="Yu Gothic"/>
                <a:ea typeface="Yu Gothic"/>
                <a:cs typeface="Yu Gothic"/>
              </a:defRPr>
            </a:lvl8pPr>
            <a:lvl9pPr>
              <a:buNone/>
              <a:defRPr sz="1425" b="0">
                <a:solidFill>
                  <a:srgbClr val="71818B"/>
                </a:solidFill>
                <a:latin typeface="Yu Gothic"/>
                <a:ea typeface="Yu Gothic"/>
                <a:cs typeface="Yu Gothic"/>
              </a:defRPr>
            </a:lvl9pPr>
          </a:lstStyle>
          <a:p xmlns:a="http://schemas.openxmlformats.org/drawingml/2006/main">
            <a:pPr>
              <a:buNone/>
              <a:defRPr sz="1425" b="0">
                <a:solidFill>
                  <a:srgbClr val="71818B"/>
                </a:solidFill>
                <a:latin typeface="Yu Gothic"/>
                <a:ea typeface="Yu Gothic"/>
                <a:cs typeface="Yu Gothic"/>
              </a:defRPr>
            </a:pPr>
            <a:r>
              <a:rPr sz="1425" b="0">
                <a:solidFill>
                  <a:srgbClr val="71818B"/>
                </a:solidFill>
                <a:latin typeface="Yu Gothic"/>
                <a:ea typeface="Yu Gothic"/>
                <a:cs typeface="Yu Gothic"/>
              </a:rPr>
              <a:t>22 / 41</a:t>
            </a:r>
            <a:endParaRPr sz="1425" b="0">
              <a:solidFill>
                <a:srgbClr val="71818B"/>
              </a:solidFill>
              <a:latin typeface="Yu Gothic"/>
              <a:ea typeface="Yu Gothic"/>
              <a:cs typeface="Yu Gothic"/>
            </a:endParaRPr>
          </a:p>
        </p:txBody>
      </p:sp>
    </p:spTree>
    <p:extLst>
      <p:ext uri="{BB962C8B-B14F-4D97-AF65-F5344CB8AC3E}">
        <p14:creationId xmlns:p14="http://schemas.microsoft.com/office/powerpoint/2010/main" val="3499577054"/>
      </p:ext>
    </p:extLst>
  </p:cSld>
</p:sld>
</file>

<file path=ppt/slides/slide23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正方形/長方形 6">
            <a:extLst xmlns:a="http://schemas.openxmlformats.org/drawingml/2006/main">
              <a:ext uri="{FF2B5EF4-FFF2-40B4-BE49-F238E27FC236}">
                <a16:creationId xmlns:a16="http://schemas.microsoft.com/office/drawing/2014/main" id="{9B3038B4-B60F-4D6F-8376-E24229C078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81000"/>
            <a:ext cx="108204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>
              <a:defRPr sz="2775" b="1">
                <a:solidFill>
                  <a:srgbClr val="193B59"/>
                </a:solidFill>
                <a:latin typeface="Yu Gothic"/>
                <a:ea typeface="Yu Gothic"/>
                <a:cs typeface="Yu Gothic"/>
              </a:defRPr>
            </a:defPPr>
            <a:lvl1pPr>
              <a:buNone/>
              <a:defRPr sz="2775" b="1">
                <a:solidFill>
                  <a:srgbClr val="193B59"/>
                </a:solidFill>
                <a:latin typeface="Yu Gothic"/>
                <a:ea typeface="Yu Gothic"/>
                <a:cs typeface="Yu Gothic"/>
              </a:defRPr>
            </a:lvl1pPr>
            <a:lvl2pPr>
              <a:buNone/>
              <a:defRPr sz="2775" b="1">
                <a:solidFill>
                  <a:srgbClr val="193B59"/>
                </a:solidFill>
                <a:latin typeface="Yu Gothic"/>
                <a:ea typeface="Yu Gothic"/>
                <a:cs typeface="Yu Gothic"/>
              </a:defRPr>
            </a:lvl2pPr>
            <a:lvl3pPr>
              <a:buNone/>
              <a:defRPr sz="2775" b="1">
                <a:solidFill>
                  <a:srgbClr val="193B59"/>
                </a:solidFill>
                <a:latin typeface="Yu Gothic"/>
                <a:ea typeface="Yu Gothic"/>
                <a:cs typeface="Yu Gothic"/>
              </a:defRPr>
            </a:lvl3pPr>
            <a:lvl4pPr>
              <a:buNone/>
              <a:defRPr sz="2775" b="1">
                <a:solidFill>
                  <a:srgbClr val="193B59"/>
                </a:solidFill>
                <a:latin typeface="Yu Gothic"/>
                <a:ea typeface="Yu Gothic"/>
                <a:cs typeface="Yu Gothic"/>
              </a:defRPr>
            </a:lvl4pPr>
            <a:lvl5pPr>
              <a:buNone/>
              <a:defRPr sz="2775" b="1">
                <a:solidFill>
                  <a:srgbClr val="193B59"/>
                </a:solidFill>
                <a:latin typeface="Yu Gothic"/>
                <a:ea typeface="Yu Gothic"/>
                <a:cs typeface="Yu Gothic"/>
              </a:defRPr>
            </a:lvl5pPr>
            <a:lvl6pPr>
              <a:buNone/>
              <a:defRPr sz="2775" b="1">
                <a:solidFill>
                  <a:srgbClr val="193B59"/>
                </a:solidFill>
                <a:latin typeface="Yu Gothic"/>
                <a:ea typeface="Yu Gothic"/>
                <a:cs typeface="Yu Gothic"/>
              </a:defRPr>
            </a:lvl6pPr>
            <a:lvl7pPr>
              <a:buNone/>
              <a:defRPr sz="2775" b="1">
                <a:solidFill>
                  <a:srgbClr val="193B59"/>
                </a:solidFill>
                <a:latin typeface="Yu Gothic"/>
                <a:ea typeface="Yu Gothic"/>
                <a:cs typeface="Yu Gothic"/>
              </a:defRPr>
            </a:lvl7pPr>
            <a:lvl8pPr>
              <a:buNone/>
              <a:defRPr sz="2775" b="1">
                <a:solidFill>
                  <a:srgbClr val="193B59"/>
                </a:solidFill>
                <a:latin typeface="Yu Gothic"/>
                <a:ea typeface="Yu Gothic"/>
                <a:cs typeface="Yu Gothic"/>
              </a:defRPr>
            </a:lvl8pPr>
            <a:lvl9pPr>
              <a:buNone/>
              <a:defRPr sz="2775" b="1">
                <a:solidFill>
                  <a:srgbClr val="193B59"/>
                </a:solidFill>
                <a:latin typeface="Yu Gothic"/>
                <a:ea typeface="Yu Gothic"/>
                <a:cs typeface="Yu Gothic"/>
              </a:defRPr>
            </a:lvl9pPr>
          </a:lstStyle>
          <a:p xmlns:a="http://schemas.openxmlformats.org/drawingml/2006/main">
            <a:pPr>
              <a:buNone/>
              <a:defRPr sz="2775" b="1">
                <a:solidFill>
                  <a:srgbClr val="193B59"/>
                </a:solidFill>
                <a:latin typeface="Yu Gothic"/>
                <a:ea typeface="Yu Gothic"/>
                <a:cs typeface="Yu Gothic"/>
              </a:defRPr>
            </a:pPr>
            <a:r>
              <a:rPr sz="2775" b="1">
                <a:solidFill>
                  <a:srgbClr val="193B59"/>
                </a:solidFill>
                <a:latin typeface="Yu Gothic"/>
                <a:ea typeface="Yu Gothic"/>
                <a:cs typeface="Yu Gothic"/>
              </a:rPr>
              <a:t>解説2：設備の変形は、測定にも影響する</a:t>
            </a:r>
          </a:p>
        </p:txBody>
      </p:sp>
      <p:sp>
        <p:nvSpPr>
          <p:cNvPr id="2" name="フリーフォーム: 図形 1">
            <a:extLst xmlns:a="http://schemas.openxmlformats.org/drawingml/2006/main">
              <a:ext uri="{FF2B5EF4-FFF2-40B4-BE49-F238E27FC236}">
                <a16:creationId xmlns:a16="http://schemas.microsoft.com/office/drawing/2014/main" id="{A4E6A343-9DE1-424A-BB91-CBE7BC5B0C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323975"/>
            <a:ext cx="10820400" cy="9525"/>
          </a:xfrm>
          <a:custGeom xmlns:a="http://schemas.openxmlformats.org/drawingml/2006/main">
            <a:rect l="0" t="0" r="0" b="0"/>
            <a:pathLst>
              <a:path w="10820400" h="9525">
                <a:moveTo>
                  <a:pt x="0" y="0"/>
                </a:moveTo>
                <a:lnTo>
                  <a:pt x="1082040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D8E1E7"/>
            </a:solidFill>
          </a:ln>
        </p:spPr>
      </p:sp>
      <p:graphicFrame>
        <p:nvGraphicFramePr>
          <p:cNvPr id="3" name="表 2">
            <a:extLst xmlns:a="http://schemas.openxmlformats.org/drawingml/2006/main">
              <a:ext uri="{FF2B5EF4-FFF2-40B4-BE49-F238E27FC236}">
                <a16:creationId xmlns:a16="http://schemas.microsoft.com/office/drawing/2014/main" id="{B04610D3-6399-41C1-8334-F50C1E7210D5}"/>
              </a:ext>
            </a:extLst>
          </p:cNvPr>
          <p:cNvGraphicFramePr/>
          <p:nvPr/>
        </p:nvGraphicFramePr>
        <p:xfrm>
          <a:off xmlns:a="http://schemas.openxmlformats.org/drawingml/2006/main" x="714375" y="2000250"/>
          <a:ext xmlns:a="http://schemas.openxmlformats.org/drawingml/2006/main" cx="10763250" cy="266700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2952750"/>
                <a:gridCol w="3619500"/>
                <a:gridCol w="4191000"/>
              </a:tblGrid>
              <a:tr h="666750">
                <a:tc>
                  <a:txBody>
                    <a:bodyPr/>
                    <a:lstStyle/>
                    <a:p>
                      <a:r>
                        <a:rPr sz="2100" b="1">
                          <a:solidFill>
                            <a:srgbClr val="FFFFFF"/>
                          </a:solidFill>
                          <a:latin typeface="Yu Gothic"/>
                          <a:ea typeface="Yu Gothic"/>
                          <a:cs typeface="Yu Gothic"/>
                        </a:rPr>
                        <a:t>部位</a:t>
                      </a:r>
                    </a:p>
                  </a:txBody>
                  <a:tcPr marL="91440" marR="91440" marT="45720" marB="45720">
                    <a:solidFill>
                      <a:srgbClr val="193B5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100" b="1">
                          <a:solidFill>
                            <a:srgbClr val="FFFFFF"/>
                          </a:solidFill>
                          <a:latin typeface="Yu Gothic"/>
                          <a:ea typeface="Yu Gothic"/>
                          <a:cs typeface="Yu Gothic"/>
                        </a:rPr>
                        <a:t>確認する条件</a:t>
                      </a:r>
                    </a:p>
                  </a:txBody>
                  <a:tcPr marL="91440" marR="91440" marT="45720" marB="45720">
                    <a:solidFill>
                      <a:srgbClr val="193B5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100" b="1">
                          <a:solidFill>
                            <a:srgbClr val="FFFFFF"/>
                          </a:solidFill>
                          <a:latin typeface="Yu Gothic"/>
                          <a:ea typeface="Yu Gothic"/>
                          <a:cs typeface="Yu Gothic"/>
                        </a:rPr>
                        <a:t>改善・検証の例</a:t>
                      </a:r>
                    </a:p>
                  </a:txBody>
                  <a:tcPr marL="91440" marR="91440" marT="45720" marB="45720">
                    <a:solidFill>
                      <a:srgbClr val="193B59"/>
                    </a:solidFill>
                  </a:tcPr>
                </a:tc>
              </a:tr>
              <a:tr h="666750">
                <a:tc>
                  <a:txBody>
                    <a:bodyPr/>
                    <a:lstStyle/>
                    <a:p>
                      <a:r>
                        <a:rPr sz="2100" b="0">
                          <a:solidFill>
                            <a:srgbClr val="263D4D"/>
                          </a:solidFill>
                          <a:latin typeface="Yu Gothic"/>
                          <a:ea typeface="Yu Gothic"/>
                          <a:cs typeface="Yu Gothic"/>
                        </a:rPr>
                        <a:t>架台</a:t>
                      </a:r>
                    </a:p>
                  </a:txBody>
                  <a:tcPr marL="91440" marR="91440" marT="45720" marB="45720">
                    <a:solidFill>
                      <a:srgbClr val="E8F0F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100" b="0">
                          <a:solidFill>
                            <a:srgbClr val="263D4D"/>
                          </a:solidFill>
                          <a:latin typeface="Yu Gothic"/>
                          <a:ea typeface="Yu Gothic"/>
                          <a:cs typeface="Yu Gothic"/>
                        </a:rPr>
                        <a:t>土・水を含む荷重</a:t>
                      </a:r>
                    </a:p>
                  </a:txBody>
                  <a:tcPr marL="91440" marR="91440" marT="45720" marB="45720">
                    <a:solidFill>
                      <a:srgbClr val="E8F0F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100" b="0">
                          <a:solidFill>
                            <a:srgbClr val="263D4D"/>
                          </a:solidFill>
                          <a:latin typeface="Yu Gothic"/>
                          <a:ea typeface="Yu Gothic"/>
                          <a:cs typeface="Yu Gothic"/>
                        </a:rPr>
                        <a:t>排水、接合、載荷試験</a:t>
                      </a:r>
                    </a:p>
                  </a:txBody>
                  <a:tcPr marL="91440" marR="91440" marT="45720" marB="45720">
                    <a:solidFill>
                      <a:srgbClr val="E8F0F4"/>
                    </a:solidFill>
                  </a:tcPr>
                </a:tc>
              </a:tr>
              <a:tr h="666750">
                <a:tc>
                  <a:txBody>
                    <a:bodyPr/>
                    <a:lstStyle/>
                    <a:p>
                      <a:r>
                        <a:rPr sz="2100" b="0">
                          <a:solidFill>
                            <a:srgbClr val="263D4D"/>
                          </a:solidFill>
                          <a:latin typeface="Yu Gothic"/>
                          <a:ea typeface="Yu Gothic"/>
                          <a:cs typeface="Yu Gothic"/>
                        </a:rPr>
                        <a:t>センサー支持具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100" b="0">
                          <a:solidFill>
                            <a:srgbClr val="263D4D"/>
                          </a:solidFill>
                          <a:latin typeface="Yu Gothic"/>
                          <a:ea typeface="Yu Gothic"/>
                          <a:cs typeface="Yu Gothic"/>
                        </a:rPr>
                        <a:t>位置・着脱後の再現性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100" b="0">
                          <a:solidFill>
                            <a:srgbClr val="263D4D"/>
                          </a:solidFill>
                          <a:latin typeface="Yu Gothic"/>
                          <a:ea typeface="Yu Gothic"/>
                          <a:cs typeface="Yu Gothic"/>
                        </a:rPr>
                        <a:t>基準位置を記録・照合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666750">
                <a:tc>
                  <a:txBody>
                    <a:bodyPr/>
                    <a:lstStyle/>
                    <a:p>
                      <a:r>
                        <a:rPr sz="2100" b="0">
                          <a:solidFill>
                            <a:srgbClr val="263D4D"/>
                          </a:solidFill>
                          <a:latin typeface="Yu Gothic"/>
                          <a:ea typeface="Yu Gothic"/>
                          <a:cs typeface="Yu Gothic"/>
                        </a:rPr>
                        <a:t>容器</a:t>
                      </a:r>
                    </a:p>
                  </a:txBody>
                  <a:tcPr marL="91440" marR="91440" marT="45720" marB="45720">
                    <a:solidFill>
                      <a:srgbClr val="E8F0F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100" b="0">
                          <a:solidFill>
                            <a:srgbClr val="263D4D"/>
                          </a:solidFill>
                          <a:latin typeface="Yu Gothic"/>
                          <a:ea typeface="Yu Gothic"/>
                          <a:cs typeface="Yu Gothic"/>
                        </a:rPr>
                        <a:t>保持と排水の両立</a:t>
                      </a:r>
                    </a:p>
                  </a:txBody>
                  <a:tcPr marL="91440" marR="91440" marT="45720" marB="45720">
                    <a:solidFill>
                      <a:srgbClr val="E8F0F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100" b="0">
                          <a:solidFill>
                            <a:srgbClr val="263D4D"/>
                          </a:solidFill>
                          <a:latin typeface="Yu Gothic"/>
                          <a:ea typeface="Yu Gothic"/>
                          <a:cs typeface="Yu Gothic"/>
                        </a:rPr>
                        <a:t>排水経路・清掃を確認</a:t>
                      </a:r>
                    </a:p>
                  </a:txBody>
                  <a:tcPr marL="91440" marR="91440" marT="45720" marB="45720">
                    <a:solidFill>
                      <a:srgbClr val="E8F0F4"/>
                    </a:solidFill>
                  </a:tcPr>
                </a:tc>
              </a:tr>
            </a:tbl>
          </a:graphicData>
        </a:graphic>
      </p:graphicFrame>
      <p:sp>
        <p:nvSpPr>
          <p:cNvPr id="4" name="正方形/長方形 3">
            <a:extLst xmlns:a="http://schemas.openxmlformats.org/drawingml/2006/main">
              <a:ext uri="{FF2B5EF4-FFF2-40B4-BE49-F238E27FC236}">
                <a16:creationId xmlns:a16="http://schemas.microsoft.com/office/drawing/2014/main" id="{09EFD4CA-8E2A-4AD8-95A7-F75A432260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724525"/>
            <a:ext cx="108204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>
              <a:defRPr sz="1575" b="0">
                <a:solidFill>
                  <a:srgbClr val="71818B"/>
                </a:solidFill>
                <a:latin typeface="Yu Gothic"/>
                <a:ea typeface="Yu Gothic"/>
                <a:cs typeface="Yu Gothic"/>
              </a:defRPr>
            </a:defPPr>
            <a:lvl1pPr>
              <a:buNone/>
              <a:defRPr sz="1575" b="0">
                <a:solidFill>
                  <a:srgbClr val="71818B"/>
                </a:solidFill>
                <a:latin typeface="Yu Gothic"/>
                <a:ea typeface="Yu Gothic"/>
                <a:cs typeface="Yu Gothic"/>
              </a:defRPr>
            </a:lvl1pPr>
            <a:lvl2pPr>
              <a:buNone/>
              <a:defRPr sz="1575" b="0">
                <a:solidFill>
                  <a:srgbClr val="71818B"/>
                </a:solidFill>
                <a:latin typeface="Yu Gothic"/>
                <a:ea typeface="Yu Gothic"/>
                <a:cs typeface="Yu Gothic"/>
              </a:defRPr>
            </a:lvl2pPr>
            <a:lvl3pPr>
              <a:buNone/>
              <a:defRPr sz="1575" b="0">
                <a:solidFill>
                  <a:srgbClr val="71818B"/>
                </a:solidFill>
                <a:latin typeface="Yu Gothic"/>
                <a:ea typeface="Yu Gothic"/>
                <a:cs typeface="Yu Gothic"/>
              </a:defRPr>
            </a:lvl3pPr>
            <a:lvl4pPr>
              <a:buNone/>
              <a:defRPr sz="1575" b="0">
                <a:solidFill>
                  <a:srgbClr val="71818B"/>
                </a:solidFill>
                <a:latin typeface="Yu Gothic"/>
                <a:ea typeface="Yu Gothic"/>
                <a:cs typeface="Yu Gothic"/>
              </a:defRPr>
            </a:lvl4pPr>
            <a:lvl5pPr>
              <a:buNone/>
              <a:defRPr sz="1575" b="0">
                <a:solidFill>
                  <a:srgbClr val="71818B"/>
                </a:solidFill>
                <a:latin typeface="Yu Gothic"/>
                <a:ea typeface="Yu Gothic"/>
                <a:cs typeface="Yu Gothic"/>
              </a:defRPr>
            </a:lvl5pPr>
            <a:lvl6pPr>
              <a:buNone/>
              <a:defRPr sz="1575" b="0">
                <a:solidFill>
                  <a:srgbClr val="71818B"/>
                </a:solidFill>
                <a:latin typeface="Yu Gothic"/>
                <a:ea typeface="Yu Gothic"/>
                <a:cs typeface="Yu Gothic"/>
              </a:defRPr>
            </a:lvl6pPr>
            <a:lvl7pPr>
              <a:buNone/>
              <a:defRPr sz="1575" b="0">
                <a:solidFill>
                  <a:srgbClr val="71818B"/>
                </a:solidFill>
                <a:latin typeface="Yu Gothic"/>
                <a:ea typeface="Yu Gothic"/>
                <a:cs typeface="Yu Gothic"/>
              </a:defRPr>
            </a:lvl7pPr>
            <a:lvl8pPr>
              <a:buNone/>
              <a:defRPr sz="1575" b="0">
                <a:solidFill>
                  <a:srgbClr val="71818B"/>
                </a:solidFill>
                <a:latin typeface="Yu Gothic"/>
                <a:ea typeface="Yu Gothic"/>
                <a:cs typeface="Yu Gothic"/>
              </a:defRPr>
            </a:lvl8pPr>
            <a:lvl9pPr>
              <a:buNone/>
              <a:defRPr sz="1575" b="0">
                <a:solidFill>
                  <a:srgbClr val="71818B"/>
                </a:solidFill>
                <a:latin typeface="Yu Gothic"/>
                <a:ea typeface="Yu Gothic"/>
                <a:cs typeface="Yu Gothic"/>
              </a:defRPr>
            </a:lvl9pPr>
          </a:lstStyle>
          <a:p xmlns:a="http://schemas.openxmlformats.org/drawingml/2006/main">
            <a:pPr>
              <a:buNone/>
              <a:defRPr sz="1575" b="0">
                <a:solidFill>
                  <a:srgbClr val="71818B"/>
                </a:solidFill>
                <a:latin typeface="Yu Gothic"/>
                <a:ea typeface="Yu Gothic"/>
                <a:cs typeface="Yu Gothic"/>
              </a:defRPr>
            </a:pPr>
            <a:r>
              <a:rPr sz="1575" b="0">
                <a:solidFill>
                  <a:srgbClr val="71818B"/>
                </a:solidFill>
                <a:latin typeface="Yu Gothic"/>
                <a:ea typeface="Yu Gothic"/>
                <a:cs typeface="Yu Gothic"/>
              </a:rPr>
              <a:t>生物育成の管理条件を、材料と測定の条件へ結び付ける。</a:t>
            </a:r>
          </a:p>
        </p:txBody>
      </p:sp>
      <p:sp>
        <p:nvSpPr>
          <p:cNvPr id="5" name="正方形/長方形 4">
            <a:extLst xmlns:a="http://schemas.openxmlformats.org/drawingml/2006/main">
              <a:ext uri="{FF2B5EF4-FFF2-40B4-BE49-F238E27FC236}">
                <a16:creationId xmlns:a16="http://schemas.microsoft.com/office/drawing/2014/main" id="{9479FB1F-0BA0-4E9D-B052-72509533C6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353175"/>
            <a:ext cx="8572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>
              <a:defRPr sz="1425" b="0">
                <a:solidFill>
                  <a:srgbClr val="71818B"/>
                </a:solidFill>
                <a:latin typeface="Yu Gothic"/>
                <a:ea typeface="Yu Gothic"/>
                <a:cs typeface="Yu Gothic"/>
              </a:defRPr>
            </a:defPPr>
            <a:lvl1pPr>
              <a:buNone/>
              <a:defRPr sz="1425" b="0">
                <a:solidFill>
                  <a:srgbClr val="71818B"/>
                </a:solidFill>
                <a:latin typeface="Yu Gothic"/>
                <a:ea typeface="Yu Gothic"/>
                <a:cs typeface="Yu Gothic"/>
              </a:defRPr>
            </a:lvl1pPr>
            <a:lvl2pPr>
              <a:buNone/>
              <a:defRPr sz="1425" b="0">
                <a:solidFill>
                  <a:srgbClr val="71818B"/>
                </a:solidFill>
                <a:latin typeface="Yu Gothic"/>
                <a:ea typeface="Yu Gothic"/>
                <a:cs typeface="Yu Gothic"/>
              </a:defRPr>
            </a:lvl2pPr>
            <a:lvl3pPr>
              <a:buNone/>
              <a:defRPr sz="1425" b="0">
                <a:solidFill>
                  <a:srgbClr val="71818B"/>
                </a:solidFill>
                <a:latin typeface="Yu Gothic"/>
                <a:ea typeface="Yu Gothic"/>
                <a:cs typeface="Yu Gothic"/>
              </a:defRPr>
            </a:lvl3pPr>
            <a:lvl4pPr>
              <a:buNone/>
              <a:defRPr sz="1425" b="0">
                <a:solidFill>
                  <a:srgbClr val="71818B"/>
                </a:solidFill>
                <a:latin typeface="Yu Gothic"/>
                <a:ea typeface="Yu Gothic"/>
                <a:cs typeface="Yu Gothic"/>
              </a:defRPr>
            </a:lvl4pPr>
            <a:lvl5pPr>
              <a:buNone/>
              <a:defRPr sz="1425" b="0">
                <a:solidFill>
                  <a:srgbClr val="71818B"/>
                </a:solidFill>
                <a:latin typeface="Yu Gothic"/>
                <a:ea typeface="Yu Gothic"/>
                <a:cs typeface="Yu Gothic"/>
              </a:defRPr>
            </a:lvl5pPr>
            <a:lvl6pPr>
              <a:buNone/>
              <a:defRPr sz="1425" b="0">
                <a:solidFill>
                  <a:srgbClr val="71818B"/>
                </a:solidFill>
                <a:latin typeface="Yu Gothic"/>
                <a:ea typeface="Yu Gothic"/>
                <a:cs typeface="Yu Gothic"/>
              </a:defRPr>
            </a:lvl6pPr>
            <a:lvl7pPr>
              <a:buNone/>
              <a:defRPr sz="1425" b="0">
                <a:solidFill>
                  <a:srgbClr val="71818B"/>
                </a:solidFill>
                <a:latin typeface="Yu Gothic"/>
                <a:ea typeface="Yu Gothic"/>
                <a:cs typeface="Yu Gothic"/>
              </a:defRPr>
            </a:lvl7pPr>
            <a:lvl8pPr>
              <a:buNone/>
              <a:defRPr sz="1425" b="0">
                <a:solidFill>
                  <a:srgbClr val="71818B"/>
                </a:solidFill>
                <a:latin typeface="Yu Gothic"/>
                <a:ea typeface="Yu Gothic"/>
                <a:cs typeface="Yu Gothic"/>
              </a:defRPr>
            </a:lvl8pPr>
            <a:lvl9pPr>
              <a:buNone/>
              <a:defRPr sz="1425" b="0">
                <a:solidFill>
                  <a:srgbClr val="71818B"/>
                </a:solidFill>
                <a:latin typeface="Yu Gothic"/>
                <a:ea typeface="Yu Gothic"/>
                <a:cs typeface="Yu Gothic"/>
              </a:defRPr>
            </a:lvl9pPr>
          </a:lstStyle>
          <a:p xmlns:a="http://schemas.openxmlformats.org/drawingml/2006/main">
            <a:pPr>
              <a:buNone/>
              <a:defRPr sz="1425" b="0">
                <a:solidFill>
                  <a:srgbClr val="71818B"/>
                </a:solidFill>
                <a:latin typeface="Yu Gothic"/>
                <a:ea typeface="Yu Gothic"/>
                <a:cs typeface="Yu Gothic"/>
              </a:defRPr>
            </a:pPr>
            <a:r>
              <a:rPr sz="1425" b="0">
                <a:solidFill>
                  <a:srgbClr val="71818B"/>
                </a:solidFill>
                <a:latin typeface="Yu Gothic"/>
                <a:ea typeface="Yu Gothic"/>
                <a:cs typeface="Yu Gothic"/>
              </a:rPr>
              <a:t>工業材料概論　第12回</a:t>
            </a:r>
          </a:p>
        </p:txBody>
      </p:sp>
      <p:sp>
        <p:nvSpPr>
          <p:cNvPr id="6" name="正方形/長方形 5">
            <a:extLst xmlns:a="http://schemas.openxmlformats.org/drawingml/2006/main">
              <a:ext uri="{FF2B5EF4-FFF2-40B4-BE49-F238E27FC236}">
                <a16:creationId xmlns:a16="http://schemas.microsoft.com/office/drawing/2014/main" id="{200D9B74-2185-4187-AF81-7F216CD443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0" y="6353175"/>
            <a:ext cx="1047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>
              <a:defRPr sz="1425" b="0">
                <a:solidFill>
                  <a:srgbClr val="71818B"/>
                </a:solidFill>
                <a:latin typeface="Yu Gothic"/>
                <a:ea typeface="Yu Gothic"/>
                <a:cs typeface="Yu Gothic"/>
              </a:defRPr>
            </a:defPPr>
            <a:lvl1pPr>
              <a:buNone/>
              <a:defRPr sz="1425" b="0">
                <a:solidFill>
                  <a:srgbClr val="71818B"/>
                </a:solidFill>
                <a:latin typeface="Yu Gothic"/>
                <a:ea typeface="Yu Gothic"/>
                <a:cs typeface="Yu Gothic"/>
              </a:defRPr>
            </a:lvl1pPr>
            <a:lvl2pPr>
              <a:buNone/>
              <a:defRPr sz="1425" b="0">
                <a:solidFill>
                  <a:srgbClr val="71818B"/>
                </a:solidFill>
                <a:latin typeface="Yu Gothic"/>
                <a:ea typeface="Yu Gothic"/>
                <a:cs typeface="Yu Gothic"/>
              </a:defRPr>
            </a:lvl2pPr>
            <a:lvl3pPr>
              <a:buNone/>
              <a:defRPr sz="1425" b="0">
                <a:solidFill>
                  <a:srgbClr val="71818B"/>
                </a:solidFill>
                <a:latin typeface="Yu Gothic"/>
                <a:ea typeface="Yu Gothic"/>
                <a:cs typeface="Yu Gothic"/>
              </a:defRPr>
            </a:lvl3pPr>
            <a:lvl4pPr>
              <a:buNone/>
              <a:defRPr sz="1425" b="0">
                <a:solidFill>
                  <a:srgbClr val="71818B"/>
                </a:solidFill>
                <a:latin typeface="Yu Gothic"/>
                <a:ea typeface="Yu Gothic"/>
                <a:cs typeface="Yu Gothic"/>
              </a:defRPr>
            </a:lvl4pPr>
            <a:lvl5pPr>
              <a:buNone/>
              <a:defRPr sz="1425" b="0">
                <a:solidFill>
                  <a:srgbClr val="71818B"/>
                </a:solidFill>
                <a:latin typeface="Yu Gothic"/>
                <a:ea typeface="Yu Gothic"/>
                <a:cs typeface="Yu Gothic"/>
              </a:defRPr>
            </a:lvl5pPr>
            <a:lvl6pPr>
              <a:buNone/>
              <a:defRPr sz="1425" b="0">
                <a:solidFill>
                  <a:srgbClr val="71818B"/>
                </a:solidFill>
                <a:latin typeface="Yu Gothic"/>
                <a:ea typeface="Yu Gothic"/>
                <a:cs typeface="Yu Gothic"/>
              </a:defRPr>
            </a:lvl6pPr>
            <a:lvl7pPr>
              <a:buNone/>
              <a:defRPr sz="1425" b="0">
                <a:solidFill>
                  <a:srgbClr val="71818B"/>
                </a:solidFill>
                <a:latin typeface="Yu Gothic"/>
                <a:ea typeface="Yu Gothic"/>
                <a:cs typeface="Yu Gothic"/>
              </a:defRPr>
            </a:lvl7pPr>
            <a:lvl8pPr>
              <a:buNone/>
              <a:defRPr sz="1425" b="0">
                <a:solidFill>
                  <a:srgbClr val="71818B"/>
                </a:solidFill>
                <a:latin typeface="Yu Gothic"/>
                <a:ea typeface="Yu Gothic"/>
                <a:cs typeface="Yu Gothic"/>
              </a:defRPr>
            </a:lvl8pPr>
            <a:lvl9pPr>
              <a:buNone/>
              <a:defRPr sz="1425" b="0">
                <a:solidFill>
                  <a:srgbClr val="71818B"/>
                </a:solidFill>
                <a:latin typeface="Yu Gothic"/>
                <a:ea typeface="Yu Gothic"/>
                <a:cs typeface="Yu Gothic"/>
              </a:defRPr>
            </a:lvl9pPr>
          </a:lstStyle>
          <a:p xmlns:a="http://schemas.openxmlformats.org/drawingml/2006/main">
            <a:pPr>
              <a:buNone/>
              <a:defRPr sz="1425" b="0">
                <a:solidFill>
                  <a:srgbClr val="71818B"/>
                </a:solidFill>
                <a:latin typeface="Yu Gothic"/>
                <a:ea typeface="Yu Gothic"/>
                <a:cs typeface="Yu Gothic"/>
              </a:defRPr>
            </a:pPr>
            <a:r>
              <a:rPr sz="1425" b="0">
                <a:solidFill>
                  <a:srgbClr val="71818B"/>
                </a:solidFill>
                <a:latin typeface="Yu Gothic"/>
                <a:ea typeface="Yu Gothic"/>
                <a:cs typeface="Yu Gothic"/>
              </a:rPr>
              <a:t>23 / 41</a:t>
            </a:r>
            <a:endParaRPr sz="1425" b="0">
              <a:solidFill>
                <a:srgbClr val="71818B"/>
              </a:solidFill>
              <a:latin typeface="Yu Gothic"/>
              <a:ea typeface="Yu Gothic"/>
              <a:cs typeface="Yu Gothic"/>
            </a:endParaRPr>
          </a:p>
        </p:txBody>
      </p:sp>
    </p:spTree>
    <p:extLst>
      <p:ext uri="{BB962C8B-B14F-4D97-AF65-F5344CB8AC3E}">
        <p14:creationId xmlns:p14="http://schemas.microsoft.com/office/powerpoint/2010/main" val="2817675752"/>
      </p:ext>
    </p:extLst>
  </p:cSld>
</p:sld>
</file>

<file path=ppt/slides/slide2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正方形/長方形 8">
            <a:extLst xmlns:a="http://schemas.openxmlformats.org/drawingml/2006/main">
              <a:ext uri="{FF2B5EF4-FFF2-40B4-BE49-F238E27FC236}">
                <a16:creationId xmlns:a16="http://schemas.microsoft.com/office/drawing/2014/main" id="{3C997A48-DDAE-4A17-9E59-87EF0C55D0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81000"/>
            <a:ext cx="108585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>
              <a:defRPr sz="3000" b="1">
                <a:solidFill>
                  <a:srgbClr val="193B59"/>
                </a:solidFill>
                <a:latin typeface="Yu Gothic"/>
                <a:ea typeface="Yu Gothic"/>
                <a:cs typeface="Yu Gothic"/>
              </a:defRPr>
            </a:defPPr>
            <a:lvl1pPr>
              <a:buNone/>
              <a:defRPr sz="3000" b="1">
                <a:solidFill>
                  <a:srgbClr val="193B59"/>
                </a:solidFill>
                <a:latin typeface="Yu Gothic"/>
                <a:ea typeface="Yu Gothic"/>
                <a:cs typeface="Yu Gothic"/>
              </a:defRPr>
            </a:lvl1pPr>
            <a:lvl2pPr>
              <a:buNone/>
              <a:defRPr sz="3000" b="1">
                <a:solidFill>
                  <a:srgbClr val="193B59"/>
                </a:solidFill>
                <a:latin typeface="Yu Gothic"/>
                <a:ea typeface="Yu Gothic"/>
                <a:cs typeface="Yu Gothic"/>
              </a:defRPr>
            </a:lvl2pPr>
            <a:lvl3pPr>
              <a:buNone/>
              <a:defRPr sz="3000" b="1">
                <a:solidFill>
                  <a:srgbClr val="193B59"/>
                </a:solidFill>
                <a:latin typeface="Yu Gothic"/>
                <a:ea typeface="Yu Gothic"/>
                <a:cs typeface="Yu Gothic"/>
              </a:defRPr>
            </a:lvl3pPr>
            <a:lvl4pPr>
              <a:buNone/>
              <a:defRPr sz="3000" b="1">
                <a:solidFill>
                  <a:srgbClr val="193B59"/>
                </a:solidFill>
                <a:latin typeface="Yu Gothic"/>
                <a:ea typeface="Yu Gothic"/>
                <a:cs typeface="Yu Gothic"/>
              </a:defRPr>
            </a:lvl4pPr>
            <a:lvl5pPr>
              <a:buNone/>
              <a:defRPr sz="3000" b="1">
                <a:solidFill>
                  <a:srgbClr val="193B59"/>
                </a:solidFill>
                <a:latin typeface="Yu Gothic"/>
                <a:ea typeface="Yu Gothic"/>
                <a:cs typeface="Yu Gothic"/>
              </a:defRPr>
            </a:lvl5pPr>
            <a:lvl6pPr>
              <a:buNone/>
              <a:defRPr sz="3000" b="1">
                <a:solidFill>
                  <a:srgbClr val="193B59"/>
                </a:solidFill>
                <a:latin typeface="Yu Gothic"/>
                <a:ea typeface="Yu Gothic"/>
                <a:cs typeface="Yu Gothic"/>
              </a:defRPr>
            </a:lvl6pPr>
            <a:lvl7pPr>
              <a:buNone/>
              <a:defRPr sz="3000" b="1">
                <a:solidFill>
                  <a:srgbClr val="193B59"/>
                </a:solidFill>
                <a:latin typeface="Yu Gothic"/>
                <a:ea typeface="Yu Gothic"/>
                <a:cs typeface="Yu Gothic"/>
              </a:defRPr>
            </a:lvl7pPr>
            <a:lvl8pPr>
              <a:buNone/>
              <a:defRPr sz="3000" b="1">
                <a:solidFill>
                  <a:srgbClr val="193B59"/>
                </a:solidFill>
                <a:latin typeface="Yu Gothic"/>
                <a:ea typeface="Yu Gothic"/>
                <a:cs typeface="Yu Gothic"/>
              </a:defRPr>
            </a:lvl8pPr>
            <a:lvl9pPr>
              <a:buNone/>
              <a:defRPr sz="3000" b="1">
                <a:solidFill>
                  <a:srgbClr val="193B59"/>
                </a:solidFill>
                <a:latin typeface="Yu Gothic"/>
                <a:ea typeface="Yu Gothic"/>
                <a:cs typeface="Yu Gothic"/>
              </a:defRPr>
            </a:lvl9pPr>
          </a:lstStyle>
          <a:p xmlns:a="http://schemas.openxmlformats.org/drawingml/2006/main">
            <a:pPr>
              <a:buNone/>
              <a:defRPr sz="3000" b="1">
                <a:solidFill>
                  <a:srgbClr val="193B59"/>
                </a:solidFill>
                <a:latin typeface="Yu Gothic"/>
                <a:ea typeface="Yu Gothic"/>
                <a:cs typeface="Yu Gothic"/>
              </a:defRPr>
            </a:pPr>
            <a:r>
              <a:rPr sz="3000" b="1">
                <a:solidFill>
                  <a:srgbClr val="193B59"/>
                </a:solidFill>
                <a:latin typeface="Yu Gothic"/>
                <a:ea typeface="Yu Gothic"/>
                <a:cs typeface="Yu Gothic"/>
              </a:rPr>
              <a:t>加工・接合を含めた比較</a:t>
            </a:r>
          </a:p>
        </p:txBody>
      </p:sp>
      <p:sp>
        <p:nvSpPr>
          <p:cNvPr id="2" name="直線コネクタ 1">
            <a:extLst xmlns:a="http://schemas.openxmlformats.org/drawingml/2006/main">
              <a:ext uri="{FF2B5EF4-FFF2-40B4-BE49-F238E27FC236}">
                <a16:creationId xmlns:a16="http://schemas.microsoft.com/office/drawing/2014/main" id="{EEEE00F9-BCAD-4042-84C6-D160ED034C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323975"/>
            <a:ext cx="10820400" cy="0"/>
          </a:xfrm>
          <a:prstGeom xmlns:a="http://schemas.openxmlformats.org/drawingml/2006/main" prst="line">
            <a:avLst/>
          </a:prstGeom>
          <a:ln xmlns:a="http://schemas.openxmlformats.org/drawingml/2006/main" w="19050">
            <a:solidFill>
              <a:srgbClr val="D8E1E7"/>
            </a:solidFill>
          </a:ln>
        </p:spPr>
      </p:sp>
      <p:sp>
        <p:nvSpPr>
          <p:cNvPr id="3" name="正方形/長方形 2">
            <a:extLst xmlns:a="http://schemas.openxmlformats.org/drawingml/2006/main">
              <a:ext uri="{FF2B5EF4-FFF2-40B4-BE49-F238E27FC236}">
                <a16:creationId xmlns:a16="http://schemas.microsoft.com/office/drawing/2014/main" id="{21CFAD56-B4DA-4589-BD00-3CECA16D3D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1666875"/>
            <a:ext cx="10572750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>
              <a:defRPr sz="2250" b="1">
                <a:solidFill>
                  <a:srgbClr val="263D4D"/>
                </a:solidFill>
                <a:latin typeface="Yu Gothic"/>
                <a:ea typeface="Yu Gothic"/>
                <a:cs typeface="Yu Gothic"/>
              </a:defRPr>
            </a:defPPr>
            <a:lvl1pPr>
              <a:buNone/>
              <a:defRPr sz="2250" b="1">
                <a:solidFill>
                  <a:srgbClr val="263D4D"/>
                </a:solidFill>
                <a:latin typeface="Yu Gothic"/>
                <a:ea typeface="Yu Gothic"/>
                <a:cs typeface="Yu Gothic"/>
              </a:defRPr>
            </a:lvl1pPr>
            <a:lvl2pPr>
              <a:buNone/>
              <a:defRPr sz="2250" b="1">
                <a:solidFill>
                  <a:srgbClr val="263D4D"/>
                </a:solidFill>
                <a:latin typeface="Yu Gothic"/>
                <a:ea typeface="Yu Gothic"/>
                <a:cs typeface="Yu Gothic"/>
              </a:defRPr>
            </a:lvl2pPr>
            <a:lvl3pPr>
              <a:buNone/>
              <a:defRPr sz="2250" b="1">
                <a:solidFill>
                  <a:srgbClr val="263D4D"/>
                </a:solidFill>
                <a:latin typeface="Yu Gothic"/>
                <a:ea typeface="Yu Gothic"/>
                <a:cs typeface="Yu Gothic"/>
              </a:defRPr>
            </a:lvl3pPr>
            <a:lvl4pPr>
              <a:buNone/>
              <a:defRPr sz="2250" b="1">
                <a:solidFill>
                  <a:srgbClr val="263D4D"/>
                </a:solidFill>
                <a:latin typeface="Yu Gothic"/>
                <a:ea typeface="Yu Gothic"/>
                <a:cs typeface="Yu Gothic"/>
              </a:defRPr>
            </a:lvl4pPr>
            <a:lvl5pPr>
              <a:buNone/>
              <a:defRPr sz="2250" b="1">
                <a:solidFill>
                  <a:srgbClr val="263D4D"/>
                </a:solidFill>
                <a:latin typeface="Yu Gothic"/>
                <a:ea typeface="Yu Gothic"/>
                <a:cs typeface="Yu Gothic"/>
              </a:defRPr>
            </a:lvl5pPr>
            <a:lvl6pPr>
              <a:buNone/>
              <a:defRPr sz="2250" b="1">
                <a:solidFill>
                  <a:srgbClr val="263D4D"/>
                </a:solidFill>
                <a:latin typeface="Yu Gothic"/>
                <a:ea typeface="Yu Gothic"/>
                <a:cs typeface="Yu Gothic"/>
              </a:defRPr>
            </a:lvl6pPr>
            <a:lvl7pPr>
              <a:buNone/>
              <a:defRPr sz="2250" b="1">
                <a:solidFill>
                  <a:srgbClr val="263D4D"/>
                </a:solidFill>
                <a:latin typeface="Yu Gothic"/>
                <a:ea typeface="Yu Gothic"/>
                <a:cs typeface="Yu Gothic"/>
              </a:defRPr>
            </a:lvl7pPr>
            <a:lvl8pPr>
              <a:buNone/>
              <a:defRPr sz="2250" b="1">
                <a:solidFill>
                  <a:srgbClr val="263D4D"/>
                </a:solidFill>
                <a:latin typeface="Yu Gothic"/>
                <a:ea typeface="Yu Gothic"/>
                <a:cs typeface="Yu Gothic"/>
              </a:defRPr>
            </a:lvl8pPr>
            <a:lvl9pPr>
              <a:buNone/>
              <a:defRPr sz="2250" b="1">
                <a:solidFill>
                  <a:srgbClr val="263D4D"/>
                </a:solidFill>
                <a:latin typeface="Yu Gothic"/>
                <a:ea typeface="Yu Gothic"/>
                <a:cs typeface="Yu Gothic"/>
              </a:defRPr>
            </a:lvl9pPr>
          </a:lstStyle>
          <a:p xmlns:a="http://schemas.openxmlformats.org/drawingml/2006/main">
            <a:pPr>
              <a:buNone/>
              <a:defRPr sz="2250" b="1">
                <a:solidFill>
                  <a:srgbClr val="263D4D"/>
                </a:solidFill>
                <a:latin typeface="Yu Gothic"/>
                <a:ea typeface="Yu Gothic"/>
                <a:cs typeface="Yu Gothic"/>
              </a:defRPr>
            </a:pPr>
            <a:r>
              <a:rPr sz="2250" b="1">
                <a:solidFill>
                  <a:srgbClr val="263D4D"/>
                </a:solidFill>
                <a:latin typeface="Yu Gothic"/>
                <a:ea typeface="Yu Gothic"/>
                <a:cs typeface="Yu Gothic"/>
              </a:rPr>
              <a:t>手元の材料と道具で、要求する形に作れるか</a:t>
            </a:r>
          </a:p>
        </p:txBody>
      </p:sp>
      <p:sp>
        <p:nvSpPr>
          <p:cNvPr id="4" name="正方形/長方形 3">
            <a:extLst xmlns:a="http://schemas.openxmlformats.org/drawingml/2006/main">
              <a:ext uri="{FF2B5EF4-FFF2-40B4-BE49-F238E27FC236}">
                <a16:creationId xmlns:a16="http://schemas.microsoft.com/office/drawing/2014/main" id="{DE3CF25A-183F-48E3-95B8-3ADB444FB4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2619375"/>
            <a:ext cx="10572750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>
              <a:defRPr sz="2250" b="0">
                <a:solidFill>
                  <a:srgbClr val="263D4D"/>
                </a:solidFill>
                <a:latin typeface="Yu Gothic"/>
                <a:ea typeface="Yu Gothic"/>
                <a:cs typeface="Yu Gothic"/>
              </a:defRPr>
            </a:defPPr>
            <a:lvl1pPr>
              <a:buNone/>
              <a:defRPr sz="2250" b="0">
                <a:solidFill>
                  <a:srgbClr val="263D4D"/>
                </a:solidFill>
                <a:latin typeface="Yu Gothic"/>
                <a:ea typeface="Yu Gothic"/>
                <a:cs typeface="Yu Gothic"/>
              </a:defRPr>
            </a:lvl1pPr>
            <a:lvl2pPr>
              <a:buNone/>
              <a:defRPr sz="2250" b="0">
                <a:solidFill>
                  <a:srgbClr val="263D4D"/>
                </a:solidFill>
                <a:latin typeface="Yu Gothic"/>
                <a:ea typeface="Yu Gothic"/>
                <a:cs typeface="Yu Gothic"/>
              </a:defRPr>
            </a:lvl2pPr>
            <a:lvl3pPr>
              <a:buNone/>
              <a:defRPr sz="2250" b="0">
                <a:solidFill>
                  <a:srgbClr val="263D4D"/>
                </a:solidFill>
                <a:latin typeface="Yu Gothic"/>
                <a:ea typeface="Yu Gothic"/>
                <a:cs typeface="Yu Gothic"/>
              </a:defRPr>
            </a:lvl3pPr>
            <a:lvl4pPr>
              <a:buNone/>
              <a:defRPr sz="2250" b="0">
                <a:solidFill>
                  <a:srgbClr val="263D4D"/>
                </a:solidFill>
                <a:latin typeface="Yu Gothic"/>
                <a:ea typeface="Yu Gothic"/>
                <a:cs typeface="Yu Gothic"/>
              </a:defRPr>
            </a:lvl4pPr>
            <a:lvl5pPr>
              <a:buNone/>
              <a:defRPr sz="2250" b="0">
                <a:solidFill>
                  <a:srgbClr val="263D4D"/>
                </a:solidFill>
                <a:latin typeface="Yu Gothic"/>
                <a:ea typeface="Yu Gothic"/>
                <a:cs typeface="Yu Gothic"/>
              </a:defRPr>
            </a:lvl5pPr>
            <a:lvl6pPr>
              <a:buNone/>
              <a:defRPr sz="2250" b="0">
                <a:solidFill>
                  <a:srgbClr val="263D4D"/>
                </a:solidFill>
                <a:latin typeface="Yu Gothic"/>
                <a:ea typeface="Yu Gothic"/>
                <a:cs typeface="Yu Gothic"/>
              </a:defRPr>
            </a:lvl6pPr>
            <a:lvl7pPr>
              <a:buNone/>
              <a:defRPr sz="2250" b="0">
                <a:solidFill>
                  <a:srgbClr val="263D4D"/>
                </a:solidFill>
                <a:latin typeface="Yu Gothic"/>
                <a:ea typeface="Yu Gothic"/>
                <a:cs typeface="Yu Gothic"/>
              </a:defRPr>
            </a:lvl7pPr>
            <a:lvl8pPr>
              <a:buNone/>
              <a:defRPr sz="2250" b="0">
                <a:solidFill>
                  <a:srgbClr val="263D4D"/>
                </a:solidFill>
                <a:latin typeface="Yu Gothic"/>
                <a:ea typeface="Yu Gothic"/>
                <a:cs typeface="Yu Gothic"/>
              </a:defRPr>
            </a:lvl8pPr>
            <a:lvl9pPr>
              <a:buNone/>
              <a:defRPr sz="2250" b="0">
                <a:solidFill>
                  <a:srgbClr val="263D4D"/>
                </a:solidFill>
                <a:latin typeface="Yu Gothic"/>
                <a:ea typeface="Yu Gothic"/>
                <a:cs typeface="Yu Gothic"/>
              </a:defRPr>
            </a:lvl9pPr>
          </a:lstStyle>
          <a:p xmlns:a="http://schemas.openxmlformats.org/drawingml/2006/main">
            <a:pPr>
              <a:buNone/>
              <a:defRPr sz="2250" b="0">
                <a:solidFill>
                  <a:srgbClr val="263D4D"/>
                </a:solidFill>
                <a:latin typeface="Yu Gothic"/>
                <a:ea typeface="Yu Gothic"/>
                <a:cs typeface="Yu Gothic"/>
              </a:defRPr>
            </a:pPr>
            <a:r>
              <a:rPr sz="2250" b="0">
                <a:solidFill>
                  <a:srgbClr val="263D4D"/>
                </a:solidFill>
                <a:latin typeface="Yu Gothic"/>
                <a:ea typeface="Yu Gothic"/>
                <a:cs typeface="Yu Gothic"/>
              </a:rPr>
              <a:t>穴あけや切欠きで断面・繊維を損なわないか</a:t>
            </a:r>
          </a:p>
        </p:txBody>
      </p:sp>
      <p:sp>
        <p:nvSpPr>
          <p:cNvPr id="5" name="正方形/長方形 4">
            <a:extLst xmlns:a="http://schemas.openxmlformats.org/drawingml/2006/main">
              <a:ext uri="{FF2B5EF4-FFF2-40B4-BE49-F238E27FC236}">
                <a16:creationId xmlns:a16="http://schemas.microsoft.com/office/drawing/2014/main" id="{C103F390-4B71-45D3-A89B-B5CCAD3C14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3571875"/>
            <a:ext cx="10572750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>
              <a:defRPr sz="2250" b="0">
                <a:solidFill>
                  <a:srgbClr val="263D4D"/>
                </a:solidFill>
                <a:latin typeface="Yu Gothic"/>
                <a:ea typeface="Yu Gothic"/>
                <a:cs typeface="Yu Gothic"/>
              </a:defRPr>
            </a:defPPr>
            <a:lvl1pPr>
              <a:buNone/>
              <a:defRPr sz="2250" b="0">
                <a:solidFill>
                  <a:srgbClr val="263D4D"/>
                </a:solidFill>
                <a:latin typeface="Yu Gothic"/>
                <a:ea typeface="Yu Gothic"/>
                <a:cs typeface="Yu Gothic"/>
              </a:defRPr>
            </a:lvl1pPr>
            <a:lvl2pPr>
              <a:buNone/>
              <a:defRPr sz="2250" b="0">
                <a:solidFill>
                  <a:srgbClr val="263D4D"/>
                </a:solidFill>
                <a:latin typeface="Yu Gothic"/>
                <a:ea typeface="Yu Gothic"/>
                <a:cs typeface="Yu Gothic"/>
              </a:defRPr>
            </a:lvl2pPr>
            <a:lvl3pPr>
              <a:buNone/>
              <a:defRPr sz="2250" b="0">
                <a:solidFill>
                  <a:srgbClr val="263D4D"/>
                </a:solidFill>
                <a:latin typeface="Yu Gothic"/>
                <a:ea typeface="Yu Gothic"/>
                <a:cs typeface="Yu Gothic"/>
              </a:defRPr>
            </a:lvl3pPr>
            <a:lvl4pPr>
              <a:buNone/>
              <a:defRPr sz="2250" b="0">
                <a:solidFill>
                  <a:srgbClr val="263D4D"/>
                </a:solidFill>
                <a:latin typeface="Yu Gothic"/>
                <a:ea typeface="Yu Gothic"/>
                <a:cs typeface="Yu Gothic"/>
              </a:defRPr>
            </a:lvl4pPr>
            <a:lvl5pPr>
              <a:buNone/>
              <a:defRPr sz="2250" b="0">
                <a:solidFill>
                  <a:srgbClr val="263D4D"/>
                </a:solidFill>
                <a:latin typeface="Yu Gothic"/>
                <a:ea typeface="Yu Gothic"/>
                <a:cs typeface="Yu Gothic"/>
              </a:defRPr>
            </a:lvl5pPr>
            <a:lvl6pPr>
              <a:buNone/>
              <a:defRPr sz="2250" b="0">
                <a:solidFill>
                  <a:srgbClr val="263D4D"/>
                </a:solidFill>
                <a:latin typeface="Yu Gothic"/>
                <a:ea typeface="Yu Gothic"/>
                <a:cs typeface="Yu Gothic"/>
              </a:defRPr>
            </a:lvl6pPr>
            <a:lvl7pPr>
              <a:buNone/>
              <a:defRPr sz="2250" b="0">
                <a:solidFill>
                  <a:srgbClr val="263D4D"/>
                </a:solidFill>
                <a:latin typeface="Yu Gothic"/>
                <a:ea typeface="Yu Gothic"/>
                <a:cs typeface="Yu Gothic"/>
              </a:defRPr>
            </a:lvl7pPr>
            <a:lvl8pPr>
              <a:buNone/>
              <a:defRPr sz="2250" b="0">
                <a:solidFill>
                  <a:srgbClr val="263D4D"/>
                </a:solidFill>
                <a:latin typeface="Yu Gothic"/>
                <a:ea typeface="Yu Gothic"/>
                <a:cs typeface="Yu Gothic"/>
              </a:defRPr>
            </a:lvl8pPr>
            <a:lvl9pPr>
              <a:buNone/>
              <a:defRPr sz="2250" b="0">
                <a:solidFill>
                  <a:srgbClr val="263D4D"/>
                </a:solidFill>
                <a:latin typeface="Yu Gothic"/>
                <a:ea typeface="Yu Gothic"/>
                <a:cs typeface="Yu Gothic"/>
              </a:defRPr>
            </a:lvl9pPr>
          </a:lstStyle>
          <a:p xmlns:a="http://schemas.openxmlformats.org/drawingml/2006/main">
            <a:pPr>
              <a:buNone/>
              <a:defRPr sz="2250" b="0">
                <a:solidFill>
                  <a:srgbClr val="263D4D"/>
                </a:solidFill>
                <a:latin typeface="Yu Gothic"/>
                <a:ea typeface="Yu Gothic"/>
                <a:cs typeface="Yu Gothic"/>
              </a:defRPr>
            </a:pPr>
            <a:r>
              <a:rPr sz="2250" b="0">
                <a:solidFill>
                  <a:srgbClr val="263D4D"/>
                </a:solidFill>
                <a:latin typeface="Yu Gothic"/>
                <a:ea typeface="Yu Gothic"/>
                <a:cs typeface="Yu Gothic"/>
              </a:rPr>
              <a:t>接合は、力と水と交換の仕方に対応しているか</a:t>
            </a:r>
          </a:p>
        </p:txBody>
      </p:sp>
      <p:sp>
        <p:nvSpPr>
          <p:cNvPr id="6" name="正方形/長方形 5">
            <a:extLst xmlns:a="http://schemas.openxmlformats.org/drawingml/2006/main">
              <a:ext uri="{FF2B5EF4-FFF2-40B4-BE49-F238E27FC236}">
                <a16:creationId xmlns:a16="http://schemas.microsoft.com/office/drawing/2014/main" id="{C16C3BDF-F02F-41F7-A3F7-B66E2A0E1D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4524375"/>
            <a:ext cx="10572750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>
              <a:defRPr sz="2250" b="0">
                <a:solidFill>
                  <a:srgbClr val="263D4D"/>
                </a:solidFill>
                <a:latin typeface="Yu Gothic"/>
                <a:ea typeface="Yu Gothic"/>
                <a:cs typeface="Yu Gothic"/>
              </a:defRPr>
            </a:defPPr>
            <a:lvl1pPr>
              <a:buNone/>
              <a:defRPr sz="2250" b="0">
                <a:solidFill>
                  <a:srgbClr val="263D4D"/>
                </a:solidFill>
                <a:latin typeface="Yu Gothic"/>
                <a:ea typeface="Yu Gothic"/>
                <a:cs typeface="Yu Gothic"/>
              </a:defRPr>
            </a:lvl1pPr>
            <a:lvl2pPr>
              <a:buNone/>
              <a:defRPr sz="2250" b="0">
                <a:solidFill>
                  <a:srgbClr val="263D4D"/>
                </a:solidFill>
                <a:latin typeface="Yu Gothic"/>
                <a:ea typeface="Yu Gothic"/>
                <a:cs typeface="Yu Gothic"/>
              </a:defRPr>
            </a:lvl2pPr>
            <a:lvl3pPr>
              <a:buNone/>
              <a:defRPr sz="2250" b="0">
                <a:solidFill>
                  <a:srgbClr val="263D4D"/>
                </a:solidFill>
                <a:latin typeface="Yu Gothic"/>
                <a:ea typeface="Yu Gothic"/>
                <a:cs typeface="Yu Gothic"/>
              </a:defRPr>
            </a:lvl3pPr>
            <a:lvl4pPr>
              <a:buNone/>
              <a:defRPr sz="2250" b="0">
                <a:solidFill>
                  <a:srgbClr val="263D4D"/>
                </a:solidFill>
                <a:latin typeface="Yu Gothic"/>
                <a:ea typeface="Yu Gothic"/>
                <a:cs typeface="Yu Gothic"/>
              </a:defRPr>
            </a:lvl4pPr>
            <a:lvl5pPr>
              <a:buNone/>
              <a:defRPr sz="2250" b="0">
                <a:solidFill>
                  <a:srgbClr val="263D4D"/>
                </a:solidFill>
                <a:latin typeface="Yu Gothic"/>
                <a:ea typeface="Yu Gothic"/>
                <a:cs typeface="Yu Gothic"/>
              </a:defRPr>
            </a:lvl5pPr>
            <a:lvl6pPr>
              <a:buNone/>
              <a:defRPr sz="2250" b="0">
                <a:solidFill>
                  <a:srgbClr val="263D4D"/>
                </a:solidFill>
                <a:latin typeface="Yu Gothic"/>
                <a:ea typeface="Yu Gothic"/>
                <a:cs typeface="Yu Gothic"/>
              </a:defRPr>
            </a:lvl6pPr>
            <a:lvl7pPr>
              <a:buNone/>
              <a:defRPr sz="2250" b="0">
                <a:solidFill>
                  <a:srgbClr val="263D4D"/>
                </a:solidFill>
                <a:latin typeface="Yu Gothic"/>
                <a:ea typeface="Yu Gothic"/>
                <a:cs typeface="Yu Gothic"/>
              </a:defRPr>
            </a:lvl7pPr>
            <a:lvl8pPr>
              <a:buNone/>
              <a:defRPr sz="2250" b="0">
                <a:solidFill>
                  <a:srgbClr val="263D4D"/>
                </a:solidFill>
                <a:latin typeface="Yu Gothic"/>
                <a:ea typeface="Yu Gothic"/>
                <a:cs typeface="Yu Gothic"/>
              </a:defRPr>
            </a:lvl8pPr>
            <a:lvl9pPr>
              <a:buNone/>
              <a:defRPr sz="2250" b="0">
                <a:solidFill>
                  <a:srgbClr val="263D4D"/>
                </a:solidFill>
                <a:latin typeface="Yu Gothic"/>
                <a:ea typeface="Yu Gothic"/>
                <a:cs typeface="Yu Gothic"/>
              </a:defRPr>
            </a:lvl9pPr>
          </a:lstStyle>
          <a:p xmlns:a="http://schemas.openxmlformats.org/drawingml/2006/main">
            <a:pPr>
              <a:buNone/>
              <a:defRPr sz="2250" b="0">
                <a:solidFill>
                  <a:srgbClr val="263D4D"/>
                </a:solidFill>
                <a:latin typeface="Yu Gothic"/>
                <a:ea typeface="Yu Gothic"/>
                <a:cs typeface="Yu Gothic"/>
              </a:defRPr>
            </a:pPr>
            <a:r>
              <a:rPr sz="2250" b="0">
                <a:solidFill>
                  <a:srgbClr val="263D4D"/>
                </a:solidFill>
                <a:latin typeface="Yu Gothic"/>
                <a:ea typeface="Yu Gothic"/>
                <a:cs typeface="Yu Gothic"/>
              </a:rPr>
              <a:t>加工の容易さを、材料名だけで決めない</a:t>
            </a:r>
          </a:p>
        </p:txBody>
      </p:sp>
      <p:sp>
        <p:nvSpPr>
          <p:cNvPr id="7" name="正方形/長方形 6">
            <a:extLst xmlns:a="http://schemas.openxmlformats.org/drawingml/2006/main">
              <a:ext uri="{FF2B5EF4-FFF2-40B4-BE49-F238E27FC236}">
                <a16:creationId xmlns:a16="http://schemas.microsoft.com/office/drawing/2014/main" id="{A310E942-0338-4E55-8BD7-AC56ECB350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353175"/>
            <a:ext cx="8953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>
              <a:defRPr sz="1425" b="0">
                <a:solidFill>
                  <a:srgbClr val="71818B"/>
                </a:solidFill>
                <a:latin typeface="Yu Gothic"/>
                <a:ea typeface="Yu Gothic"/>
                <a:cs typeface="Yu Gothic"/>
              </a:defRPr>
            </a:defPPr>
            <a:lvl1pPr>
              <a:buNone/>
              <a:defRPr sz="1425" b="0">
                <a:solidFill>
                  <a:srgbClr val="71818B"/>
                </a:solidFill>
                <a:latin typeface="Yu Gothic"/>
                <a:ea typeface="Yu Gothic"/>
                <a:cs typeface="Yu Gothic"/>
              </a:defRPr>
            </a:lvl1pPr>
            <a:lvl2pPr>
              <a:buNone/>
              <a:defRPr sz="1425" b="0">
                <a:solidFill>
                  <a:srgbClr val="71818B"/>
                </a:solidFill>
                <a:latin typeface="Yu Gothic"/>
                <a:ea typeface="Yu Gothic"/>
                <a:cs typeface="Yu Gothic"/>
              </a:defRPr>
            </a:lvl2pPr>
            <a:lvl3pPr>
              <a:buNone/>
              <a:defRPr sz="1425" b="0">
                <a:solidFill>
                  <a:srgbClr val="71818B"/>
                </a:solidFill>
                <a:latin typeface="Yu Gothic"/>
                <a:ea typeface="Yu Gothic"/>
                <a:cs typeface="Yu Gothic"/>
              </a:defRPr>
            </a:lvl3pPr>
            <a:lvl4pPr>
              <a:buNone/>
              <a:defRPr sz="1425" b="0">
                <a:solidFill>
                  <a:srgbClr val="71818B"/>
                </a:solidFill>
                <a:latin typeface="Yu Gothic"/>
                <a:ea typeface="Yu Gothic"/>
                <a:cs typeface="Yu Gothic"/>
              </a:defRPr>
            </a:lvl4pPr>
            <a:lvl5pPr>
              <a:buNone/>
              <a:defRPr sz="1425" b="0">
                <a:solidFill>
                  <a:srgbClr val="71818B"/>
                </a:solidFill>
                <a:latin typeface="Yu Gothic"/>
                <a:ea typeface="Yu Gothic"/>
                <a:cs typeface="Yu Gothic"/>
              </a:defRPr>
            </a:lvl5pPr>
            <a:lvl6pPr>
              <a:buNone/>
              <a:defRPr sz="1425" b="0">
                <a:solidFill>
                  <a:srgbClr val="71818B"/>
                </a:solidFill>
                <a:latin typeface="Yu Gothic"/>
                <a:ea typeface="Yu Gothic"/>
                <a:cs typeface="Yu Gothic"/>
              </a:defRPr>
            </a:lvl6pPr>
            <a:lvl7pPr>
              <a:buNone/>
              <a:defRPr sz="1425" b="0">
                <a:solidFill>
                  <a:srgbClr val="71818B"/>
                </a:solidFill>
                <a:latin typeface="Yu Gothic"/>
                <a:ea typeface="Yu Gothic"/>
                <a:cs typeface="Yu Gothic"/>
              </a:defRPr>
            </a:lvl7pPr>
            <a:lvl8pPr>
              <a:buNone/>
              <a:defRPr sz="1425" b="0">
                <a:solidFill>
                  <a:srgbClr val="71818B"/>
                </a:solidFill>
                <a:latin typeface="Yu Gothic"/>
                <a:ea typeface="Yu Gothic"/>
                <a:cs typeface="Yu Gothic"/>
              </a:defRPr>
            </a:lvl8pPr>
            <a:lvl9pPr>
              <a:buNone/>
              <a:defRPr sz="1425" b="0">
                <a:solidFill>
                  <a:srgbClr val="71818B"/>
                </a:solidFill>
                <a:latin typeface="Yu Gothic"/>
                <a:ea typeface="Yu Gothic"/>
                <a:cs typeface="Yu Gothic"/>
              </a:defRPr>
            </a:lvl9pPr>
          </a:lstStyle>
          <a:p xmlns:a="http://schemas.openxmlformats.org/drawingml/2006/main">
            <a:pPr>
              <a:buNone/>
              <a:defRPr sz="1425" b="0">
                <a:solidFill>
                  <a:srgbClr val="71818B"/>
                </a:solidFill>
                <a:latin typeface="Yu Gothic"/>
                <a:ea typeface="Yu Gothic"/>
                <a:cs typeface="Yu Gothic"/>
              </a:defRPr>
            </a:pPr>
            <a:r>
              <a:rPr sz="1425" b="0">
                <a:solidFill>
                  <a:srgbClr val="71818B"/>
                </a:solidFill>
                <a:latin typeface="Yu Gothic"/>
                <a:ea typeface="Yu Gothic"/>
                <a:cs typeface="Yu Gothic"/>
              </a:rPr>
              <a:t>工業材料概論　第12回</a:t>
            </a:r>
          </a:p>
        </p:txBody>
      </p:sp>
      <p:sp>
        <p:nvSpPr>
          <p:cNvPr id="8" name="正方形/長方形 7">
            <a:extLst xmlns:a="http://schemas.openxmlformats.org/drawingml/2006/main">
              <a:ext uri="{FF2B5EF4-FFF2-40B4-BE49-F238E27FC236}">
                <a16:creationId xmlns:a16="http://schemas.microsoft.com/office/drawing/2014/main" id="{DC65CA94-53FA-4CB1-BB1A-C98E3DBCDD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82250" y="6353175"/>
            <a:ext cx="1238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>
              <a:defRPr sz="1425" b="0">
                <a:solidFill>
                  <a:srgbClr val="71818B"/>
                </a:solidFill>
                <a:latin typeface="Yu Gothic"/>
                <a:ea typeface="Yu Gothic"/>
                <a:cs typeface="Yu Gothic"/>
              </a:defRPr>
            </a:defPPr>
            <a:lvl1pPr>
              <a:buNone/>
              <a:defRPr sz="1425" b="0">
                <a:solidFill>
                  <a:srgbClr val="71818B"/>
                </a:solidFill>
                <a:latin typeface="Yu Gothic"/>
                <a:ea typeface="Yu Gothic"/>
                <a:cs typeface="Yu Gothic"/>
              </a:defRPr>
            </a:lvl1pPr>
            <a:lvl2pPr>
              <a:buNone/>
              <a:defRPr sz="1425" b="0">
                <a:solidFill>
                  <a:srgbClr val="71818B"/>
                </a:solidFill>
                <a:latin typeface="Yu Gothic"/>
                <a:ea typeface="Yu Gothic"/>
                <a:cs typeface="Yu Gothic"/>
              </a:defRPr>
            </a:lvl2pPr>
            <a:lvl3pPr>
              <a:buNone/>
              <a:defRPr sz="1425" b="0">
                <a:solidFill>
                  <a:srgbClr val="71818B"/>
                </a:solidFill>
                <a:latin typeface="Yu Gothic"/>
                <a:ea typeface="Yu Gothic"/>
                <a:cs typeface="Yu Gothic"/>
              </a:defRPr>
            </a:lvl3pPr>
            <a:lvl4pPr>
              <a:buNone/>
              <a:defRPr sz="1425" b="0">
                <a:solidFill>
                  <a:srgbClr val="71818B"/>
                </a:solidFill>
                <a:latin typeface="Yu Gothic"/>
                <a:ea typeface="Yu Gothic"/>
                <a:cs typeface="Yu Gothic"/>
              </a:defRPr>
            </a:lvl4pPr>
            <a:lvl5pPr>
              <a:buNone/>
              <a:defRPr sz="1425" b="0">
                <a:solidFill>
                  <a:srgbClr val="71818B"/>
                </a:solidFill>
                <a:latin typeface="Yu Gothic"/>
                <a:ea typeface="Yu Gothic"/>
                <a:cs typeface="Yu Gothic"/>
              </a:defRPr>
            </a:lvl5pPr>
            <a:lvl6pPr>
              <a:buNone/>
              <a:defRPr sz="1425" b="0">
                <a:solidFill>
                  <a:srgbClr val="71818B"/>
                </a:solidFill>
                <a:latin typeface="Yu Gothic"/>
                <a:ea typeface="Yu Gothic"/>
                <a:cs typeface="Yu Gothic"/>
              </a:defRPr>
            </a:lvl6pPr>
            <a:lvl7pPr>
              <a:buNone/>
              <a:defRPr sz="1425" b="0">
                <a:solidFill>
                  <a:srgbClr val="71818B"/>
                </a:solidFill>
                <a:latin typeface="Yu Gothic"/>
                <a:ea typeface="Yu Gothic"/>
                <a:cs typeface="Yu Gothic"/>
              </a:defRPr>
            </a:lvl7pPr>
            <a:lvl8pPr>
              <a:buNone/>
              <a:defRPr sz="1425" b="0">
                <a:solidFill>
                  <a:srgbClr val="71818B"/>
                </a:solidFill>
                <a:latin typeface="Yu Gothic"/>
                <a:ea typeface="Yu Gothic"/>
                <a:cs typeface="Yu Gothic"/>
              </a:defRPr>
            </a:lvl8pPr>
            <a:lvl9pPr>
              <a:buNone/>
              <a:defRPr sz="1425" b="0">
                <a:solidFill>
                  <a:srgbClr val="71818B"/>
                </a:solidFill>
                <a:latin typeface="Yu Gothic"/>
                <a:ea typeface="Yu Gothic"/>
                <a:cs typeface="Yu Gothic"/>
              </a:defRPr>
            </a:lvl9pPr>
          </a:lstStyle>
          <a:p xmlns:a="http://schemas.openxmlformats.org/drawingml/2006/main">
            <a:pPr>
              <a:buNone/>
              <a:defRPr sz="1425" b="0">
                <a:solidFill>
                  <a:srgbClr val="71818B"/>
                </a:solidFill>
                <a:latin typeface="Yu Gothic"/>
                <a:ea typeface="Yu Gothic"/>
                <a:cs typeface="Yu Gothic"/>
              </a:defRPr>
            </a:pPr>
            <a:r>
              <a:rPr sz="1425" b="0">
                <a:solidFill>
                  <a:srgbClr val="71818B"/>
                </a:solidFill>
                <a:latin typeface="Yu Gothic"/>
                <a:ea typeface="Yu Gothic"/>
                <a:cs typeface="Yu Gothic"/>
              </a:rPr>
              <a:t>24 / 41</a:t>
            </a:r>
            <a:endParaRPr sz="1425" b="0">
              <a:solidFill>
                <a:srgbClr val="71818B"/>
              </a:solidFill>
              <a:latin typeface="Yu Gothic"/>
              <a:ea typeface="Yu Gothic"/>
              <a:cs typeface="Yu Gothic"/>
            </a:endParaRPr>
          </a:p>
        </p:txBody>
      </p:sp>
    </p:spTree>
    <p:extLst>
      <p:ext uri="{BB962C8B-B14F-4D97-AF65-F5344CB8AC3E}">
        <p14:creationId xmlns:p14="http://schemas.microsoft.com/office/powerpoint/2010/main" val="1936562477"/>
      </p:ext>
    </p:extLst>
  </p:cSld>
</p:sld>
</file>

<file path=ppt/slides/slide2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正方形/長方形 8">
            <a:extLst xmlns:a="http://schemas.openxmlformats.org/drawingml/2006/main">
              <a:ext uri="{FF2B5EF4-FFF2-40B4-BE49-F238E27FC236}">
                <a16:creationId xmlns:a16="http://schemas.microsoft.com/office/drawing/2014/main" id="{D1CA770D-E524-4166-8587-7A19DF41B3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81000"/>
            <a:ext cx="108585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>
              <a:defRPr sz="3000" b="1">
                <a:solidFill>
                  <a:srgbClr val="193B59"/>
                </a:solidFill>
                <a:latin typeface="Yu Gothic"/>
                <a:ea typeface="Yu Gothic"/>
                <a:cs typeface="Yu Gothic"/>
              </a:defRPr>
            </a:defPPr>
            <a:lvl1pPr>
              <a:buNone/>
              <a:defRPr sz="3000" b="1">
                <a:solidFill>
                  <a:srgbClr val="193B59"/>
                </a:solidFill>
                <a:latin typeface="Yu Gothic"/>
                <a:ea typeface="Yu Gothic"/>
                <a:cs typeface="Yu Gothic"/>
              </a:defRPr>
            </a:lvl1pPr>
            <a:lvl2pPr>
              <a:buNone/>
              <a:defRPr sz="3000" b="1">
                <a:solidFill>
                  <a:srgbClr val="193B59"/>
                </a:solidFill>
                <a:latin typeface="Yu Gothic"/>
                <a:ea typeface="Yu Gothic"/>
                <a:cs typeface="Yu Gothic"/>
              </a:defRPr>
            </a:lvl2pPr>
            <a:lvl3pPr>
              <a:buNone/>
              <a:defRPr sz="3000" b="1">
                <a:solidFill>
                  <a:srgbClr val="193B59"/>
                </a:solidFill>
                <a:latin typeface="Yu Gothic"/>
                <a:ea typeface="Yu Gothic"/>
                <a:cs typeface="Yu Gothic"/>
              </a:defRPr>
            </a:lvl3pPr>
            <a:lvl4pPr>
              <a:buNone/>
              <a:defRPr sz="3000" b="1">
                <a:solidFill>
                  <a:srgbClr val="193B59"/>
                </a:solidFill>
                <a:latin typeface="Yu Gothic"/>
                <a:ea typeface="Yu Gothic"/>
                <a:cs typeface="Yu Gothic"/>
              </a:defRPr>
            </a:lvl4pPr>
            <a:lvl5pPr>
              <a:buNone/>
              <a:defRPr sz="3000" b="1">
                <a:solidFill>
                  <a:srgbClr val="193B59"/>
                </a:solidFill>
                <a:latin typeface="Yu Gothic"/>
                <a:ea typeface="Yu Gothic"/>
                <a:cs typeface="Yu Gothic"/>
              </a:defRPr>
            </a:lvl5pPr>
            <a:lvl6pPr>
              <a:buNone/>
              <a:defRPr sz="3000" b="1">
                <a:solidFill>
                  <a:srgbClr val="193B59"/>
                </a:solidFill>
                <a:latin typeface="Yu Gothic"/>
                <a:ea typeface="Yu Gothic"/>
                <a:cs typeface="Yu Gothic"/>
              </a:defRPr>
            </a:lvl6pPr>
            <a:lvl7pPr>
              <a:buNone/>
              <a:defRPr sz="3000" b="1">
                <a:solidFill>
                  <a:srgbClr val="193B59"/>
                </a:solidFill>
                <a:latin typeface="Yu Gothic"/>
                <a:ea typeface="Yu Gothic"/>
                <a:cs typeface="Yu Gothic"/>
              </a:defRPr>
            </a:lvl7pPr>
            <a:lvl8pPr>
              <a:buNone/>
              <a:defRPr sz="3000" b="1">
                <a:solidFill>
                  <a:srgbClr val="193B59"/>
                </a:solidFill>
                <a:latin typeface="Yu Gothic"/>
                <a:ea typeface="Yu Gothic"/>
                <a:cs typeface="Yu Gothic"/>
              </a:defRPr>
            </a:lvl8pPr>
            <a:lvl9pPr>
              <a:buNone/>
              <a:defRPr sz="3000" b="1">
                <a:solidFill>
                  <a:srgbClr val="193B59"/>
                </a:solidFill>
                <a:latin typeface="Yu Gothic"/>
                <a:ea typeface="Yu Gothic"/>
                <a:cs typeface="Yu Gothic"/>
              </a:defRPr>
            </a:lvl9pPr>
          </a:lstStyle>
          <a:p xmlns:a="http://schemas.openxmlformats.org/drawingml/2006/main">
            <a:pPr>
              <a:buNone/>
              <a:defRPr sz="3000" b="1">
                <a:solidFill>
                  <a:srgbClr val="193B59"/>
                </a:solidFill>
                <a:latin typeface="Yu Gothic"/>
                <a:ea typeface="Yu Gothic"/>
                <a:cs typeface="Yu Gothic"/>
              </a:defRPr>
            </a:pPr>
            <a:r>
              <a:rPr sz="3000" b="1">
                <a:solidFill>
                  <a:srgbClr val="193B59"/>
                </a:solidFill>
                <a:latin typeface="Yu Gothic"/>
                <a:ea typeface="Yu Gothic"/>
                <a:cs typeface="Yu Gothic"/>
              </a:rPr>
              <a:t>費用と使用期間の比較</a:t>
            </a:r>
          </a:p>
        </p:txBody>
      </p:sp>
      <p:sp>
        <p:nvSpPr>
          <p:cNvPr id="2" name="直線コネクタ 1">
            <a:extLst xmlns:a="http://schemas.openxmlformats.org/drawingml/2006/main">
              <a:ext uri="{FF2B5EF4-FFF2-40B4-BE49-F238E27FC236}">
                <a16:creationId xmlns:a16="http://schemas.microsoft.com/office/drawing/2014/main" id="{9CEE9D8B-3DD9-4EC6-BC34-A993BA3B40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323975"/>
            <a:ext cx="10820400" cy="0"/>
          </a:xfrm>
          <a:prstGeom xmlns:a="http://schemas.openxmlformats.org/drawingml/2006/main" prst="line">
            <a:avLst/>
          </a:prstGeom>
          <a:ln xmlns:a="http://schemas.openxmlformats.org/drawingml/2006/main" w="19050">
            <a:solidFill>
              <a:srgbClr val="D8E1E7"/>
            </a:solidFill>
          </a:ln>
        </p:spPr>
      </p:sp>
      <p:sp>
        <p:nvSpPr>
          <p:cNvPr id="3" name="正方形/長方形 2">
            <a:extLst xmlns:a="http://schemas.openxmlformats.org/drawingml/2006/main">
              <a:ext uri="{FF2B5EF4-FFF2-40B4-BE49-F238E27FC236}">
                <a16:creationId xmlns:a16="http://schemas.microsoft.com/office/drawing/2014/main" id="{B0780B52-CB47-4FCB-BEFC-553F05CD9A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1666875"/>
            <a:ext cx="10572750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>
              <a:defRPr sz="2250" b="1">
                <a:solidFill>
                  <a:srgbClr val="263D4D"/>
                </a:solidFill>
                <a:latin typeface="Yu Gothic"/>
                <a:ea typeface="Yu Gothic"/>
                <a:cs typeface="Yu Gothic"/>
              </a:defRPr>
            </a:defPPr>
            <a:lvl1pPr>
              <a:buNone/>
              <a:defRPr sz="2250" b="1">
                <a:solidFill>
                  <a:srgbClr val="263D4D"/>
                </a:solidFill>
                <a:latin typeface="Yu Gothic"/>
                <a:ea typeface="Yu Gothic"/>
                <a:cs typeface="Yu Gothic"/>
              </a:defRPr>
            </a:lvl1pPr>
            <a:lvl2pPr>
              <a:buNone/>
              <a:defRPr sz="2250" b="1">
                <a:solidFill>
                  <a:srgbClr val="263D4D"/>
                </a:solidFill>
                <a:latin typeface="Yu Gothic"/>
                <a:ea typeface="Yu Gothic"/>
                <a:cs typeface="Yu Gothic"/>
              </a:defRPr>
            </a:lvl2pPr>
            <a:lvl3pPr>
              <a:buNone/>
              <a:defRPr sz="2250" b="1">
                <a:solidFill>
                  <a:srgbClr val="263D4D"/>
                </a:solidFill>
                <a:latin typeface="Yu Gothic"/>
                <a:ea typeface="Yu Gothic"/>
                <a:cs typeface="Yu Gothic"/>
              </a:defRPr>
            </a:lvl3pPr>
            <a:lvl4pPr>
              <a:buNone/>
              <a:defRPr sz="2250" b="1">
                <a:solidFill>
                  <a:srgbClr val="263D4D"/>
                </a:solidFill>
                <a:latin typeface="Yu Gothic"/>
                <a:ea typeface="Yu Gothic"/>
                <a:cs typeface="Yu Gothic"/>
              </a:defRPr>
            </a:lvl4pPr>
            <a:lvl5pPr>
              <a:buNone/>
              <a:defRPr sz="2250" b="1">
                <a:solidFill>
                  <a:srgbClr val="263D4D"/>
                </a:solidFill>
                <a:latin typeface="Yu Gothic"/>
                <a:ea typeface="Yu Gothic"/>
                <a:cs typeface="Yu Gothic"/>
              </a:defRPr>
            </a:lvl5pPr>
            <a:lvl6pPr>
              <a:buNone/>
              <a:defRPr sz="2250" b="1">
                <a:solidFill>
                  <a:srgbClr val="263D4D"/>
                </a:solidFill>
                <a:latin typeface="Yu Gothic"/>
                <a:ea typeface="Yu Gothic"/>
                <a:cs typeface="Yu Gothic"/>
              </a:defRPr>
            </a:lvl6pPr>
            <a:lvl7pPr>
              <a:buNone/>
              <a:defRPr sz="2250" b="1">
                <a:solidFill>
                  <a:srgbClr val="263D4D"/>
                </a:solidFill>
                <a:latin typeface="Yu Gothic"/>
                <a:ea typeface="Yu Gothic"/>
                <a:cs typeface="Yu Gothic"/>
              </a:defRPr>
            </a:lvl7pPr>
            <a:lvl8pPr>
              <a:buNone/>
              <a:defRPr sz="2250" b="1">
                <a:solidFill>
                  <a:srgbClr val="263D4D"/>
                </a:solidFill>
                <a:latin typeface="Yu Gothic"/>
                <a:ea typeface="Yu Gothic"/>
                <a:cs typeface="Yu Gothic"/>
              </a:defRPr>
            </a:lvl8pPr>
            <a:lvl9pPr>
              <a:buNone/>
              <a:defRPr sz="2250" b="1">
                <a:solidFill>
                  <a:srgbClr val="263D4D"/>
                </a:solidFill>
                <a:latin typeface="Yu Gothic"/>
                <a:ea typeface="Yu Gothic"/>
                <a:cs typeface="Yu Gothic"/>
              </a:defRPr>
            </a:lvl9pPr>
          </a:lstStyle>
          <a:p xmlns:a="http://schemas.openxmlformats.org/drawingml/2006/main">
            <a:pPr>
              <a:buNone/>
              <a:defRPr sz="2250" b="1">
                <a:solidFill>
                  <a:srgbClr val="263D4D"/>
                </a:solidFill>
                <a:latin typeface="Yu Gothic"/>
                <a:ea typeface="Yu Gothic"/>
                <a:cs typeface="Yu Gothic"/>
              </a:defRPr>
            </a:pPr>
            <a:r>
              <a:rPr sz="2250" b="1">
                <a:solidFill>
                  <a:srgbClr val="263D4D"/>
                </a:solidFill>
                <a:latin typeface="Yu Gothic"/>
                <a:ea typeface="Yu Gothic"/>
                <a:cs typeface="Yu Gothic"/>
              </a:rPr>
              <a:t>初期費用に、加工・表面処理・保守・交換を加える</a:t>
            </a:r>
          </a:p>
        </p:txBody>
      </p:sp>
      <p:sp>
        <p:nvSpPr>
          <p:cNvPr id="4" name="正方形/長方形 3">
            <a:extLst xmlns:a="http://schemas.openxmlformats.org/drawingml/2006/main">
              <a:ext uri="{FF2B5EF4-FFF2-40B4-BE49-F238E27FC236}">
                <a16:creationId xmlns:a16="http://schemas.microsoft.com/office/drawing/2014/main" id="{5B2B5176-BCFA-4061-9A39-6B90225EBB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2619375"/>
            <a:ext cx="10572750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>
              <a:defRPr sz="2250" b="0">
                <a:solidFill>
                  <a:srgbClr val="263D4D"/>
                </a:solidFill>
                <a:latin typeface="Yu Gothic"/>
                <a:ea typeface="Yu Gothic"/>
                <a:cs typeface="Yu Gothic"/>
              </a:defRPr>
            </a:defPPr>
            <a:lvl1pPr>
              <a:buNone/>
              <a:defRPr sz="2250" b="0">
                <a:solidFill>
                  <a:srgbClr val="263D4D"/>
                </a:solidFill>
                <a:latin typeface="Yu Gothic"/>
                <a:ea typeface="Yu Gothic"/>
                <a:cs typeface="Yu Gothic"/>
              </a:defRPr>
            </a:lvl1pPr>
            <a:lvl2pPr>
              <a:buNone/>
              <a:defRPr sz="2250" b="0">
                <a:solidFill>
                  <a:srgbClr val="263D4D"/>
                </a:solidFill>
                <a:latin typeface="Yu Gothic"/>
                <a:ea typeface="Yu Gothic"/>
                <a:cs typeface="Yu Gothic"/>
              </a:defRPr>
            </a:lvl2pPr>
            <a:lvl3pPr>
              <a:buNone/>
              <a:defRPr sz="2250" b="0">
                <a:solidFill>
                  <a:srgbClr val="263D4D"/>
                </a:solidFill>
                <a:latin typeface="Yu Gothic"/>
                <a:ea typeface="Yu Gothic"/>
                <a:cs typeface="Yu Gothic"/>
              </a:defRPr>
            </a:lvl3pPr>
            <a:lvl4pPr>
              <a:buNone/>
              <a:defRPr sz="2250" b="0">
                <a:solidFill>
                  <a:srgbClr val="263D4D"/>
                </a:solidFill>
                <a:latin typeface="Yu Gothic"/>
                <a:ea typeface="Yu Gothic"/>
                <a:cs typeface="Yu Gothic"/>
              </a:defRPr>
            </a:lvl4pPr>
            <a:lvl5pPr>
              <a:buNone/>
              <a:defRPr sz="2250" b="0">
                <a:solidFill>
                  <a:srgbClr val="263D4D"/>
                </a:solidFill>
                <a:latin typeface="Yu Gothic"/>
                <a:ea typeface="Yu Gothic"/>
                <a:cs typeface="Yu Gothic"/>
              </a:defRPr>
            </a:lvl5pPr>
            <a:lvl6pPr>
              <a:buNone/>
              <a:defRPr sz="2250" b="0">
                <a:solidFill>
                  <a:srgbClr val="263D4D"/>
                </a:solidFill>
                <a:latin typeface="Yu Gothic"/>
                <a:ea typeface="Yu Gothic"/>
                <a:cs typeface="Yu Gothic"/>
              </a:defRPr>
            </a:lvl6pPr>
            <a:lvl7pPr>
              <a:buNone/>
              <a:defRPr sz="2250" b="0">
                <a:solidFill>
                  <a:srgbClr val="263D4D"/>
                </a:solidFill>
                <a:latin typeface="Yu Gothic"/>
                <a:ea typeface="Yu Gothic"/>
                <a:cs typeface="Yu Gothic"/>
              </a:defRPr>
            </a:lvl7pPr>
            <a:lvl8pPr>
              <a:buNone/>
              <a:defRPr sz="2250" b="0">
                <a:solidFill>
                  <a:srgbClr val="263D4D"/>
                </a:solidFill>
                <a:latin typeface="Yu Gothic"/>
                <a:ea typeface="Yu Gothic"/>
                <a:cs typeface="Yu Gothic"/>
              </a:defRPr>
            </a:lvl8pPr>
            <a:lvl9pPr>
              <a:buNone/>
              <a:defRPr sz="2250" b="0">
                <a:solidFill>
                  <a:srgbClr val="263D4D"/>
                </a:solidFill>
                <a:latin typeface="Yu Gothic"/>
                <a:ea typeface="Yu Gothic"/>
                <a:cs typeface="Yu Gothic"/>
              </a:defRPr>
            </a:lvl9pPr>
          </a:lstStyle>
          <a:p xmlns:a="http://schemas.openxmlformats.org/drawingml/2006/main">
            <a:pPr>
              <a:buNone/>
              <a:defRPr sz="2250" b="0">
                <a:solidFill>
                  <a:srgbClr val="263D4D"/>
                </a:solidFill>
                <a:latin typeface="Yu Gothic"/>
                <a:ea typeface="Yu Gothic"/>
                <a:cs typeface="Yu Gothic"/>
              </a:defRPr>
            </a:pPr>
            <a:r>
              <a:rPr sz="2250" b="0">
                <a:solidFill>
                  <a:srgbClr val="263D4D"/>
                </a:solidFill>
                <a:latin typeface="Yu Gothic"/>
                <a:ea typeface="Yu Gothic"/>
                <a:cs typeface="Yu Gothic"/>
              </a:rPr>
              <a:t>比較する数量・期間・同じ機能をそろえる</a:t>
            </a:r>
          </a:p>
        </p:txBody>
      </p:sp>
      <p:sp>
        <p:nvSpPr>
          <p:cNvPr id="5" name="正方形/長方形 4">
            <a:extLst xmlns:a="http://schemas.openxmlformats.org/drawingml/2006/main">
              <a:ext uri="{FF2B5EF4-FFF2-40B4-BE49-F238E27FC236}">
                <a16:creationId xmlns:a16="http://schemas.microsoft.com/office/drawing/2014/main" id="{E99C2351-D82F-4158-A5BE-4E06514558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3571875"/>
            <a:ext cx="10572750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>
              <a:defRPr sz="2250" b="0">
                <a:solidFill>
                  <a:srgbClr val="263D4D"/>
                </a:solidFill>
                <a:latin typeface="Yu Gothic"/>
                <a:ea typeface="Yu Gothic"/>
                <a:cs typeface="Yu Gothic"/>
              </a:defRPr>
            </a:defPPr>
            <a:lvl1pPr>
              <a:buNone/>
              <a:defRPr sz="2250" b="0">
                <a:solidFill>
                  <a:srgbClr val="263D4D"/>
                </a:solidFill>
                <a:latin typeface="Yu Gothic"/>
                <a:ea typeface="Yu Gothic"/>
                <a:cs typeface="Yu Gothic"/>
              </a:defRPr>
            </a:lvl1pPr>
            <a:lvl2pPr>
              <a:buNone/>
              <a:defRPr sz="2250" b="0">
                <a:solidFill>
                  <a:srgbClr val="263D4D"/>
                </a:solidFill>
                <a:latin typeface="Yu Gothic"/>
                <a:ea typeface="Yu Gothic"/>
                <a:cs typeface="Yu Gothic"/>
              </a:defRPr>
            </a:lvl2pPr>
            <a:lvl3pPr>
              <a:buNone/>
              <a:defRPr sz="2250" b="0">
                <a:solidFill>
                  <a:srgbClr val="263D4D"/>
                </a:solidFill>
                <a:latin typeface="Yu Gothic"/>
                <a:ea typeface="Yu Gothic"/>
                <a:cs typeface="Yu Gothic"/>
              </a:defRPr>
            </a:lvl3pPr>
            <a:lvl4pPr>
              <a:buNone/>
              <a:defRPr sz="2250" b="0">
                <a:solidFill>
                  <a:srgbClr val="263D4D"/>
                </a:solidFill>
                <a:latin typeface="Yu Gothic"/>
                <a:ea typeface="Yu Gothic"/>
                <a:cs typeface="Yu Gothic"/>
              </a:defRPr>
            </a:lvl4pPr>
            <a:lvl5pPr>
              <a:buNone/>
              <a:defRPr sz="2250" b="0">
                <a:solidFill>
                  <a:srgbClr val="263D4D"/>
                </a:solidFill>
                <a:latin typeface="Yu Gothic"/>
                <a:ea typeface="Yu Gothic"/>
                <a:cs typeface="Yu Gothic"/>
              </a:defRPr>
            </a:lvl5pPr>
            <a:lvl6pPr>
              <a:buNone/>
              <a:defRPr sz="2250" b="0">
                <a:solidFill>
                  <a:srgbClr val="263D4D"/>
                </a:solidFill>
                <a:latin typeface="Yu Gothic"/>
                <a:ea typeface="Yu Gothic"/>
                <a:cs typeface="Yu Gothic"/>
              </a:defRPr>
            </a:lvl6pPr>
            <a:lvl7pPr>
              <a:buNone/>
              <a:defRPr sz="2250" b="0">
                <a:solidFill>
                  <a:srgbClr val="263D4D"/>
                </a:solidFill>
                <a:latin typeface="Yu Gothic"/>
                <a:ea typeface="Yu Gothic"/>
                <a:cs typeface="Yu Gothic"/>
              </a:defRPr>
            </a:lvl7pPr>
            <a:lvl8pPr>
              <a:buNone/>
              <a:defRPr sz="2250" b="0">
                <a:solidFill>
                  <a:srgbClr val="263D4D"/>
                </a:solidFill>
                <a:latin typeface="Yu Gothic"/>
                <a:ea typeface="Yu Gothic"/>
                <a:cs typeface="Yu Gothic"/>
              </a:defRPr>
            </a:lvl8pPr>
            <a:lvl9pPr>
              <a:buNone/>
              <a:defRPr sz="2250" b="0">
                <a:solidFill>
                  <a:srgbClr val="263D4D"/>
                </a:solidFill>
                <a:latin typeface="Yu Gothic"/>
                <a:ea typeface="Yu Gothic"/>
                <a:cs typeface="Yu Gothic"/>
              </a:defRPr>
            </a:lvl9pPr>
          </a:lstStyle>
          <a:p xmlns:a="http://schemas.openxmlformats.org/drawingml/2006/main">
            <a:pPr>
              <a:buNone/>
              <a:defRPr sz="2250" b="0">
                <a:solidFill>
                  <a:srgbClr val="263D4D"/>
                </a:solidFill>
                <a:latin typeface="Yu Gothic"/>
                <a:ea typeface="Yu Gothic"/>
                <a:cs typeface="Yu Gothic"/>
              </a:defRPr>
            </a:pPr>
            <a:r>
              <a:rPr sz="2250" b="0">
                <a:solidFill>
                  <a:srgbClr val="263D4D"/>
                </a:solidFill>
                <a:latin typeface="Yu Gothic"/>
                <a:ea typeface="Yu Gothic"/>
                <a:cs typeface="Yu Gothic"/>
              </a:rPr>
              <a:t>安価でも交換が多い案、高価でも修理できる案を比べる</a:t>
            </a:r>
          </a:p>
        </p:txBody>
      </p:sp>
      <p:sp>
        <p:nvSpPr>
          <p:cNvPr id="6" name="正方形/長方形 5">
            <a:extLst xmlns:a="http://schemas.openxmlformats.org/drawingml/2006/main">
              <a:ext uri="{FF2B5EF4-FFF2-40B4-BE49-F238E27FC236}">
                <a16:creationId xmlns:a16="http://schemas.microsoft.com/office/drawing/2014/main" id="{6098404B-FE25-47F0-BD57-EF52071F9E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4524375"/>
            <a:ext cx="10572750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>
              <a:defRPr sz="2250" b="0">
                <a:solidFill>
                  <a:srgbClr val="263D4D"/>
                </a:solidFill>
                <a:latin typeface="Yu Gothic"/>
                <a:ea typeface="Yu Gothic"/>
                <a:cs typeface="Yu Gothic"/>
              </a:defRPr>
            </a:defPPr>
            <a:lvl1pPr>
              <a:buNone/>
              <a:defRPr sz="2250" b="0">
                <a:solidFill>
                  <a:srgbClr val="263D4D"/>
                </a:solidFill>
                <a:latin typeface="Yu Gothic"/>
                <a:ea typeface="Yu Gothic"/>
                <a:cs typeface="Yu Gothic"/>
              </a:defRPr>
            </a:lvl1pPr>
            <a:lvl2pPr>
              <a:buNone/>
              <a:defRPr sz="2250" b="0">
                <a:solidFill>
                  <a:srgbClr val="263D4D"/>
                </a:solidFill>
                <a:latin typeface="Yu Gothic"/>
                <a:ea typeface="Yu Gothic"/>
                <a:cs typeface="Yu Gothic"/>
              </a:defRPr>
            </a:lvl2pPr>
            <a:lvl3pPr>
              <a:buNone/>
              <a:defRPr sz="2250" b="0">
                <a:solidFill>
                  <a:srgbClr val="263D4D"/>
                </a:solidFill>
                <a:latin typeface="Yu Gothic"/>
                <a:ea typeface="Yu Gothic"/>
                <a:cs typeface="Yu Gothic"/>
              </a:defRPr>
            </a:lvl3pPr>
            <a:lvl4pPr>
              <a:buNone/>
              <a:defRPr sz="2250" b="0">
                <a:solidFill>
                  <a:srgbClr val="263D4D"/>
                </a:solidFill>
                <a:latin typeface="Yu Gothic"/>
                <a:ea typeface="Yu Gothic"/>
                <a:cs typeface="Yu Gothic"/>
              </a:defRPr>
            </a:lvl4pPr>
            <a:lvl5pPr>
              <a:buNone/>
              <a:defRPr sz="2250" b="0">
                <a:solidFill>
                  <a:srgbClr val="263D4D"/>
                </a:solidFill>
                <a:latin typeface="Yu Gothic"/>
                <a:ea typeface="Yu Gothic"/>
                <a:cs typeface="Yu Gothic"/>
              </a:defRPr>
            </a:lvl5pPr>
            <a:lvl6pPr>
              <a:buNone/>
              <a:defRPr sz="2250" b="0">
                <a:solidFill>
                  <a:srgbClr val="263D4D"/>
                </a:solidFill>
                <a:latin typeface="Yu Gothic"/>
                <a:ea typeface="Yu Gothic"/>
                <a:cs typeface="Yu Gothic"/>
              </a:defRPr>
            </a:lvl6pPr>
            <a:lvl7pPr>
              <a:buNone/>
              <a:defRPr sz="2250" b="0">
                <a:solidFill>
                  <a:srgbClr val="263D4D"/>
                </a:solidFill>
                <a:latin typeface="Yu Gothic"/>
                <a:ea typeface="Yu Gothic"/>
                <a:cs typeface="Yu Gothic"/>
              </a:defRPr>
            </a:lvl7pPr>
            <a:lvl8pPr>
              <a:buNone/>
              <a:defRPr sz="2250" b="0">
                <a:solidFill>
                  <a:srgbClr val="263D4D"/>
                </a:solidFill>
                <a:latin typeface="Yu Gothic"/>
                <a:ea typeface="Yu Gothic"/>
                <a:cs typeface="Yu Gothic"/>
              </a:defRPr>
            </a:lvl8pPr>
            <a:lvl9pPr>
              <a:buNone/>
              <a:defRPr sz="2250" b="0">
                <a:solidFill>
                  <a:srgbClr val="263D4D"/>
                </a:solidFill>
                <a:latin typeface="Yu Gothic"/>
                <a:ea typeface="Yu Gothic"/>
                <a:cs typeface="Yu Gothic"/>
              </a:defRPr>
            </a:lvl9pPr>
          </a:lstStyle>
          <a:p xmlns:a="http://schemas.openxmlformats.org/drawingml/2006/main">
            <a:pPr>
              <a:buNone/>
              <a:defRPr sz="2250" b="0">
                <a:solidFill>
                  <a:srgbClr val="263D4D"/>
                </a:solidFill>
                <a:latin typeface="Yu Gothic"/>
                <a:ea typeface="Yu Gothic"/>
                <a:cs typeface="Yu Gothic"/>
              </a:defRPr>
            </a:pPr>
            <a:r>
              <a:rPr sz="2250" b="0">
                <a:solidFill>
                  <a:srgbClr val="263D4D"/>
                </a:solidFill>
                <a:latin typeface="Yu Gothic"/>
                <a:ea typeface="Yu Gothic"/>
                <a:cs typeface="Yu Gothic"/>
              </a:rPr>
              <a:t>価格を調べた日と、含めた費目を記録する</a:t>
            </a:r>
          </a:p>
        </p:txBody>
      </p:sp>
      <p:sp>
        <p:nvSpPr>
          <p:cNvPr id="7" name="正方形/長方形 6">
            <a:extLst xmlns:a="http://schemas.openxmlformats.org/drawingml/2006/main">
              <a:ext uri="{FF2B5EF4-FFF2-40B4-BE49-F238E27FC236}">
                <a16:creationId xmlns:a16="http://schemas.microsoft.com/office/drawing/2014/main" id="{8C11C4DB-DED7-4F14-AAEE-7439D9E416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353175"/>
            <a:ext cx="8953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>
              <a:defRPr sz="1425" b="0">
                <a:solidFill>
                  <a:srgbClr val="71818B"/>
                </a:solidFill>
                <a:latin typeface="Yu Gothic"/>
                <a:ea typeface="Yu Gothic"/>
                <a:cs typeface="Yu Gothic"/>
              </a:defRPr>
            </a:defPPr>
            <a:lvl1pPr>
              <a:buNone/>
              <a:defRPr sz="1425" b="0">
                <a:solidFill>
                  <a:srgbClr val="71818B"/>
                </a:solidFill>
                <a:latin typeface="Yu Gothic"/>
                <a:ea typeface="Yu Gothic"/>
                <a:cs typeface="Yu Gothic"/>
              </a:defRPr>
            </a:lvl1pPr>
            <a:lvl2pPr>
              <a:buNone/>
              <a:defRPr sz="1425" b="0">
                <a:solidFill>
                  <a:srgbClr val="71818B"/>
                </a:solidFill>
                <a:latin typeface="Yu Gothic"/>
                <a:ea typeface="Yu Gothic"/>
                <a:cs typeface="Yu Gothic"/>
              </a:defRPr>
            </a:lvl2pPr>
            <a:lvl3pPr>
              <a:buNone/>
              <a:defRPr sz="1425" b="0">
                <a:solidFill>
                  <a:srgbClr val="71818B"/>
                </a:solidFill>
                <a:latin typeface="Yu Gothic"/>
                <a:ea typeface="Yu Gothic"/>
                <a:cs typeface="Yu Gothic"/>
              </a:defRPr>
            </a:lvl3pPr>
            <a:lvl4pPr>
              <a:buNone/>
              <a:defRPr sz="1425" b="0">
                <a:solidFill>
                  <a:srgbClr val="71818B"/>
                </a:solidFill>
                <a:latin typeface="Yu Gothic"/>
                <a:ea typeface="Yu Gothic"/>
                <a:cs typeface="Yu Gothic"/>
              </a:defRPr>
            </a:lvl4pPr>
            <a:lvl5pPr>
              <a:buNone/>
              <a:defRPr sz="1425" b="0">
                <a:solidFill>
                  <a:srgbClr val="71818B"/>
                </a:solidFill>
                <a:latin typeface="Yu Gothic"/>
                <a:ea typeface="Yu Gothic"/>
                <a:cs typeface="Yu Gothic"/>
              </a:defRPr>
            </a:lvl5pPr>
            <a:lvl6pPr>
              <a:buNone/>
              <a:defRPr sz="1425" b="0">
                <a:solidFill>
                  <a:srgbClr val="71818B"/>
                </a:solidFill>
                <a:latin typeface="Yu Gothic"/>
                <a:ea typeface="Yu Gothic"/>
                <a:cs typeface="Yu Gothic"/>
              </a:defRPr>
            </a:lvl6pPr>
            <a:lvl7pPr>
              <a:buNone/>
              <a:defRPr sz="1425" b="0">
                <a:solidFill>
                  <a:srgbClr val="71818B"/>
                </a:solidFill>
                <a:latin typeface="Yu Gothic"/>
                <a:ea typeface="Yu Gothic"/>
                <a:cs typeface="Yu Gothic"/>
              </a:defRPr>
            </a:lvl7pPr>
            <a:lvl8pPr>
              <a:buNone/>
              <a:defRPr sz="1425" b="0">
                <a:solidFill>
                  <a:srgbClr val="71818B"/>
                </a:solidFill>
                <a:latin typeface="Yu Gothic"/>
                <a:ea typeface="Yu Gothic"/>
                <a:cs typeface="Yu Gothic"/>
              </a:defRPr>
            </a:lvl8pPr>
            <a:lvl9pPr>
              <a:buNone/>
              <a:defRPr sz="1425" b="0">
                <a:solidFill>
                  <a:srgbClr val="71818B"/>
                </a:solidFill>
                <a:latin typeface="Yu Gothic"/>
                <a:ea typeface="Yu Gothic"/>
                <a:cs typeface="Yu Gothic"/>
              </a:defRPr>
            </a:lvl9pPr>
          </a:lstStyle>
          <a:p xmlns:a="http://schemas.openxmlformats.org/drawingml/2006/main">
            <a:pPr>
              <a:buNone/>
              <a:defRPr sz="1425" b="0">
                <a:solidFill>
                  <a:srgbClr val="71818B"/>
                </a:solidFill>
                <a:latin typeface="Yu Gothic"/>
                <a:ea typeface="Yu Gothic"/>
                <a:cs typeface="Yu Gothic"/>
              </a:defRPr>
            </a:pPr>
            <a:r>
              <a:rPr sz="1425" b="0">
                <a:solidFill>
                  <a:srgbClr val="71818B"/>
                </a:solidFill>
                <a:latin typeface="Yu Gothic"/>
                <a:ea typeface="Yu Gothic"/>
                <a:cs typeface="Yu Gothic"/>
              </a:rPr>
              <a:t>工業材料概論　第12回</a:t>
            </a:r>
          </a:p>
        </p:txBody>
      </p:sp>
      <p:sp>
        <p:nvSpPr>
          <p:cNvPr id="8" name="正方形/長方形 7">
            <a:extLst xmlns:a="http://schemas.openxmlformats.org/drawingml/2006/main">
              <a:ext uri="{FF2B5EF4-FFF2-40B4-BE49-F238E27FC236}">
                <a16:creationId xmlns:a16="http://schemas.microsoft.com/office/drawing/2014/main" id="{C7157281-ED97-460B-B3A1-888E1BF94E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82250" y="6353175"/>
            <a:ext cx="1238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>
              <a:defRPr sz="1425" b="0">
                <a:solidFill>
                  <a:srgbClr val="71818B"/>
                </a:solidFill>
                <a:latin typeface="Yu Gothic"/>
                <a:ea typeface="Yu Gothic"/>
                <a:cs typeface="Yu Gothic"/>
              </a:defRPr>
            </a:defPPr>
            <a:lvl1pPr>
              <a:buNone/>
              <a:defRPr sz="1425" b="0">
                <a:solidFill>
                  <a:srgbClr val="71818B"/>
                </a:solidFill>
                <a:latin typeface="Yu Gothic"/>
                <a:ea typeface="Yu Gothic"/>
                <a:cs typeface="Yu Gothic"/>
              </a:defRPr>
            </a:lvl1pPr>
            <a:lvl2pPr>
              <a:buNone/>
              <a:defRPr sz="1425" b="0">
                <a:solidFill>
                  <a:srgbClr val="71818B"/>
                </a:solidFill>
                <a:latin typeface="Yu Gothic"/>
                <a:ea typeface="Yu Gothic"/>
                <a:cs typeface="Yu Gothic"/>
              </a:defRPr>
            </a:lvl2pPr>
            <a:lvl3pPr>
              <a:buNone/>
              <a:defRPr sz="1425" b="0">
                <a:solidFill>
                  <a:srgbClr val="71818B"/>
                </a:solidFill>
                <a:latin typeface="Yu Gothic"/>
                <a:ea typeface="Yu Gothic"/>
                <a:cs typeface="Yu Gothic"/>
              </a:defRPr>
            </a:lvl3pPr>
            <a:lvl4pPr>
              <a:buNone/>
              <a:defRPr sz="1425" b="0">
                <a:solidFill>
                  <a:srgbClr val="71818B"/>
                </a:solidFill>
                <a:latin typeface="Yu Gothic"/>
                <a:ea typeface="Yu Gothic"/>
                <a:cs typeface="Yu Gothic"/>
              </a:defRPr>
            </a:lvl4pPr>
            <a:lvl5pPr>
              <a:buNone/>
              <a:defRPr sz="1425" b="0">
                <a:solidFill>
                  <a:srgbClr val="71818B"/>
                </a:solidFill>
                <a:latin typeface="Yu Gothic"/>
                <a:ea typeface="Yu Gothic"/>
                <a:cs typeface="Yu Gothic"/>
              </a:defRPr>
            </a:lvl5pPr>
            <a:lvl6pPr>
              <a:buNone/>
              <a:defRPr sz="1425" b="0">
                <a:solidFill>
                  <a:srgbClr val="71818B"/>
                </a:solidFill>
                <a:latin typeface="Yu Gothic"/>
                <a:ea typeface="Yu Gothic"/>
                <a:cs typeface="Yu Gothic"/>
              </a:defRPr>
            </a:lvl6pPr>
            <a:lvl7pPr>
              <a:buNone/>
              <a:defRPr sz="1425" b="0">
                <a:solidFill>
                  <a:srgbClr val="71818B"/>
                </a:solidFill>
                <a:latin typeface="Yu Gothic"/>
                <a:ea typeface="Yu Gothic"/>
                <a:cs typeface="Yu Gothic"/>
              </a:defRPr>
            </a:lvl7pPr>
            <a:lvl8pPr>
              <a:buNone/>
              <a:defRPr sz="1425" b="0">
                <a:solidFill>
                  <a:srgbClr val="71818B"/>
                </a:solidFill>
                <a:latin typeface="Yu Gothic"/>
                <a:ea typeface="Yu Gothic"/>
                <a:cs typeface="Yu Gothic"/>
              </a:defRPr>
            </a:lvl8pPr>
            <a:lvl9pPr>
              <a:buNone/>
              <a:defRPr sz="1425" b="0">
                <a:solidFill>
                  <a:srgbClr val="71818B"/>
                </a:solidFill>
                <a:latin typeface="Yu Gothic"/>
                <a:ea typeface="Yu Gothic"/>
                <a:cs typeface="Yu Gothic"/>
              </a:defRPr>
            </a:lvl9pPr>
          </a:lstStyle>
          <a:p xmlns:a="http://schemas.openxmlformats.org/drawingml/2006/main">
            <a:pPr>
              <a:buNone/>
              <a:defRPr sz="1425" b="0">
                <a:solidFill>
                  <a:srgbClr val="71818B"/>
                </a:solidFill>
                <a:latin typeface="Yu Gothic"/>
                <a:ea typeface="Yu Gothic"/>
                <a:cs typeface="Yu Gothic"/>
              </a:defRPr>
            </a:pPr>
            <a:r>
              <a:rPr sz="1425" b="0">
                <a:solidFill>
                  <a:srgbClr val="71818B"/>
                </a:solidFill>
                <a:latin typeface="Yu Gothic"/>
                <a:ea typeface="Yu Gothic"/>
                <a:cs typeface="Yu Gothic"/>
              </a:rPr>
              <a:t>25 / 41</a:t>
            </a:r>
            <a:endParaRPr sz="1425" b="0">
              <a:solidFill>
                <a:srgbClr val="71818B"/>
              </a:solidFill>
              <a:latin typeface="Yu Gothic"/>
              <a:ea typeface="Yu Gothic"/>
              <a:cs typeface="Yu Gothic"/>
            </a:endParaRPr>
          </a:p>
        </p:txBody>
      </p:sp>
    </p:spTree>
    <p:extLst>
      <p:ext uri="{BB962C8B-B14F-4D97-AF65-F5344CB8AC3E}">
        <p14:creationId xmlns:p14="http://schemas.microsoft.com/office/powerpoint/2010/main" val="1527618660"/>
      </p:ext>
    </p:extLst>
  </p:cSld>
</p:sld>
</file>

<file path=ppt/slides/slide26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正方形/長方形 7">
            <a:extLst xmlns:a="http://schemas.openxmlformats.org/drawingml/2006/main">
              <a:ext uri="{FF2B5EF4-FFF2-40B4-BE49-F238E27FC236}">
                <a16:creationId xmlns:a16="http://schemas.microsoft.com/office/drawing/2014/main" id="{B36B6947-6AA6-4FBC-ADB6-A0290324C7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81000"/>
            <a:ext cx="108204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>
              <a:defRPr sz="2775" b="1">
                <a:solidFill>
                  <a:srgbClr val="193B59"/>
                </a:solidFill>
                <a:latin typeface="Yu Gothic"/>
                <a:ea typeface="Yu Gothic"/>
                <a:cs typeface="Yu Gothic"/>
              </a:defRPr>
            </a:defPPr>
            <a:lvl1pPr>
              <a:buNone/>
              <a:defRPr sz="2775" b="1">
                <a:solidFill>
                  <a:srgbClr val="193B59"/>
                </a:solidFill>
                <a:latin typeface="Yu Gothic"/>
                <a:ea typeface="Yu Gothic"/>
                <a:cs typeface="Yu Gothic"/>
              </a:defRPr>
            </a:lvl1pPr>
            <a:lvl2pPr>
              <a:buNone/>
              <a:defRPr sz="2775" b="1">
                <a:solidFill>
                  <a:srgbClr val="193B59"/>
                </a:solidFill>
                <a:latin typeface="Yu Gothic"/>
                <a:ea typeface="Yu Gothic"/>
                <a:cs typeface="Yu Gothic"/>
              </a:defRPr>
            </a:lvl2pPr>
            <a:lvl3pPr>
              <a:buNone/>
              <a:defRPr sz="2775" b="1">
                <a:solidFill>
                  <a:srgbClr val="193B59"/>
                </a:solidFill>
                <a:latin typeface="Yu Gothic"/>
                <a:ea typeface="Yu Gothic"/>
                <a:cs typeface="Yu Gothic"/>
              </a:defRPr>
            </a:lvl3pPr>
            <a:lvl4pPr>
              <a:buNone/>
              <a:defRPr sz="2775" b="1">
                <a:solidFill>
                  <a:srgbClr val="193B59"/>
                </a:solidFill>
                <a:latin typeface="Yu Gothic"/>
                <a:ea typeface="Yu Gothic"/>
                <a:cs typeface="Yu Gothic"/>
              </a:defRPr>
            </a:lvl4pPr>
            <a:lvl5pPr>
              <a:buNone/>
              <a:defRPr sz="2775" b="1">
                <a:solidFill>
                  <a:srgbClr val="193B59"/>
                </a:solidFill>
                <a:latin typeface="Yu Gothic"/>
                <a:ea typeface="Yu Gothic"/>
                <a:cs typeface="Yu Gothic"/>
              </a:defRPr>
            </a:lvl5pPr>
            <a:lvl6pPr>
              <a:buNone/>
              <a:defRPr sz="2775" b="1">
                <a:solidFill>
                  <a:srgbClr val="193B59"/>
                </a:solidFill>
                <a:latin typeface="Yu Gothic"/>
                <a:ea typeface="Yu Gothic"/>
                <a:cs typeface="Yu Gothic"/>
              </a:defRPr>
            </a:lvl6pPr>
            <a:lvl7pPr>
              <a:buNone/>
              <a:defRPr sz="2775" b="1">
                <a:solidFill>
                  <a:srgbClr val="193B59"/>
                </a:solidFill>
                <a:latin typeface="Yu Gothic"/>
                <a:ea typeface="Yu Gothic"/>
                <a:cs typeface="Yu Gothic"/>
              </a:defRPr>
            </a:lvl7pPr>
            <a:lvl8pPr>
              <a:buNone/>
              <a:defRPr sz="2775" b="1">
                <a:solidFill>
                  <a:srgbClr val="193B59"/>
                </a:solidFill>
                <a:latin typeface="Yu Gothic"/>
                <a:ea typeface="Yu Gothic"/>
                <a:cs typeface="Yu Gothic"/>
              </a:defRPr>
            </a:lvl8pPr>
            <a:lvl9pPr>
              <a:buNone/>
              <a:defRPr sz="2775" b="1">
                <a:solidFill>
                  <a:srgbClr val="193B59"/>
                </a:solidFill>
                <a:latin typeface="Yu Gothic"/>
                <a:ea typeface="Yu Gothic"/>
                <a:cs typeface="Yu Gothic"/>
              </a:defRPr>
            </a:lvl9pPr>
          </a:lstStyle>
          <a:p xmlns:a="http://schemas.openxmlformats.org/drawingml/2006/main">
            <a:pPr>
              <a:buNone/>
              <a:defRPr sz="2775" b="1">
                <a:solidFill>
                  <a:srgbClr val="193B59"/>
                </a:solidFill>
                <a:latin typeface="Yu Gothic"/>
                <a:ea typeface="Yu Gothic"/>
                <a:cs typeface="Yu Gothic"/>
              </a:defRPr>
            </a:pPr>
            <a:r>
              <a:rPr sz="2775" b="1">
                <a:solidFill>
                  <a:srgbClr val="193B59"/>
                </a:solidFill>
                <a:latin typeface="Yu Gothic"/>
                <a:ea typeface="Yu Gothic"/>
                <a:cs typeface="Yu Gothic"/>
              </a:rPr>
              <a:t>問3：初期費用と5年間の費用</a:t>
            </a:r>
          </a:p>
        </p:txBody>
      </p:sp>
      <p:sp>
        <p:nvSpPr>
          <p:cNvPr id="2" name="フリーフォーム: 図形 1">
            <a:extLst xmlns:a="http://schemas.openxmlformats.org/drawingml/2006/main">
              <a:ext uri="{FF2B5EF4-FFF2-40B4-BE49-F238E27FC236}">
                <a16:creationId xmlns:a16="http://schemas.microsoft.com/office/drawing/2014/main" id="{68C9EC73-F80D-44F5-995F-12B503A06D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323975"/>
            <a:ext cx="10820400" cy="9525"/>
          </a:xfrm>
          <a:custGeom xmlns:a="http://schemas.openxmlformats.org/drawingml/2006/main">
            <a:rect l="0" t="0" r="0" b="0"/>
            <a:pathLst>
              <a:path w="10820400" h="9525">
                <a:moveTo>
                  <a:pt x="0" y="0"/>
                </a:moveTo>
                <a:lnTo>
                  <a:pt x="1082040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D8E1E7"/>
            </a:solidFill>
          </a:ln>
        </p:spPr>
      </p:sp>
      <p:graphicFrame>
        <p:nvGraphicFramePr>
          <p:cNvPr id="3" name="表 2">
            <a:extLst xmlns:a="http://schemas.openxmlformats.org/drawingml/2006/main">
              <a:ext uri="{FF2B5EF4-FFF2-40B4-BE49-F238E27FC236}">
                <a16:creationId xmlns:a16="http://schemas.microsoft.com/office/drawing/2014/main" id="{6E2DD3E4-7D85-4B64-82FC-E191E73E0C2B}"/>
              </a:ext>
            </a:extLst>
          </p:cNvPr>
          <p:cNvGraphicFramePr/>
          <p:nvPr/>
        </p:nvGraphicFramePr>
        <p:xfrm>
          <a:off xmlns:a="http://schemas.openxmlformats.org/drawingml/2006/main" x="714375" y="2000250"/>
          <a:ext xmlns:a="http://schemas.openxmlformats.org/drawingml/2006/main" cx="10763250" cy="200025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1714500"/>
                <a:gridCol w="2381250"/>
                <a:gridCol w="2857500"/>
                <a:gridCol w="3810000"/>
              </a:tblGrid>
              <a:tr h="666750">
                <a:tc>
                  <a:txBody>
                    <a:bodyPr/>
                    <a:lstStyle/>
                    <a:p>
                      <a:r>
                        <a:rPr sz="1875" b="1">
                          <a:solidFill>
                            <a:srgbClr val="FFFFFF"/>
                          </a:solidFill>
                          <a:latin typeface="Yu Gothic"/>
                          <a:ea typeface="Yu Gothic"/>
                          <a:cs typeface="Yu Gothic"/>
                        </a:rPr>
                        <a:t>案</a:t>
                      </a:r>
                    </a:p>
                  </a:txBody>
                  <a:tcPr marL="91440" marR="91440" marT="45720" marB="45720">
                    <a:solidFill>
                      <a:srgbClr val="193B5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1">
                          <a:solidFill>
                            <a:srgbClr val="FFFFFF"/>
                          </a:solidFill>
                          <a:latin typeface="Yu Gothic"/>
                          <a:ea typeface="Yu Gothic"/>
                          <a:cs typeface="Yu Gothic"/>
                        </a:rPr>
                        <a:t>初期費用</a:t>
                      </a:r>
                    </a:p>
                  </a:txBody>
                  <a:tcPr marL="91440" marR="91440" marT="45720" marB="45720">
                    <a:solidFill>
                      <a:srgbClr val="193B5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1">
                          <a:solidFill>
                            <a:srgbClr val="FFFFFF"/>
                          </a:solidFill>
                          <a:latin typeface="Yu Gothic"/>
                          <a:ea typeface="Yu Gothic"/>
                          <a:cs typeface="Yu Gothic"/>
                        </a:rPr>
                        <a:t>毎年の保守</a:t>
                      </a:r>
                    </a:p>
                  </a:txBody>
                  <a:tcPr marL="91440" marR="91440" marT="45720" marB="45720">
                    <a:solidFill>
                      <a:srgbClr val="193B5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1">
                          <a:solidFill>
                            <a:srgbClr val="FFFFFF"/>
                          </a:solidFill>
                          <a:latin typeface="Yu Gothic"/>
                          <a:ea typeface="Yu Gothic"/>
                          <a:cs typeface="Yu Gothic"/>
                        </a:rPr>
                        <a:t>部材交換</a:t>
                      </a:r>
                    </a:p>
                  </a:txBody>
                  <a:tcPr marL="91440" marR="91440" marT="45720" marB="45720">
                    <a:solidFill>
                      <a:srgbClr val="193B59"/>
                    </a:solidFill>
                  </a:tcPr>
                </a:tc>
              </a:tr>
              <a:tr h="666750"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263D4D"/>
                          </a:solidFill>
                          <a:latin typeface="Yu Gothic"/>
                          <a:ea typeface="Yu Gothic"/>
                          <a:cs typeface="Yu Gothic"/>
                        </a:rPr>
                        <a:t>A</a:t>
                      </a:r>
                    </a:p>
                  </a:txBody>
                  <a:tcPr marL="91440" marR="91440" marT="45720" marB="45720">
                    <a:solidFill>
                      <a:srgbClr val="E8F0F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263D4D"/>
                          </a:solidFill>
                          <a:latin typeface="Yu Gothic"/>
                          <a:ea typeface="Yu Gothic"/>
                          <a:cs typeface="Yu Gothic"/>
                        </a:rPr>
                        <a:t>2000円</a:t>
                      </a:r>
                    </a:p>
                  </a:txBody>
                  <a:tcPr marL="91440" marR="91440" marT="45720" marB="45720">
                    <a:solidFill>
                      <a:srgbClr val="E8F0F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263D4D"/>
                          </a:solidFill>
                          <a:latin typeface="Yu Gothic"/>
                          <a:ea typeface="Yu Gothic"/>
                          <a:cs typeface="Yu Gothic"/>
                        </a:rPr>
                        <a:t>300円×5回</a:t>
                      </a:r>
                    </a:p>
                  </a:txBody>
                  <a:tcPr marL="91440" marR="91440" marT="45720" marB="45720">
                    <a:solidFill>
                      <a:srgbClr val="E8F0F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263D4D"/>
                          </a:solidFill>
                          <a:latin typeface="Yu Gothic"/>
                          <a:ea typeface="Yu Gothic"/>
                          <a:cs typeface="Yu Gothic"/>
                        </a:rPr>
                        <a:t>3年目末2000円</a:t>
                      </a:r>
                    </a:p>
                  </a:txBody>
                  <a:tcPr marL="91440" marR="91440" marT="45720" marB="45720">
                    <a:solidFill>
                      <a:srgbClr val="E8F0F4"/>
                    </a:solidFill>
                  </a:tcPr>
                </a:tc>
              </a:tr>
              <a:tr h="666750"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263D4D"/>
                          </a:solidFill>
                          <a:latin typeface="Yu Gothic"/>
                          <a:ea typeface="Yu Gothic"/>
                          <a:cs typeface="Yu Gothic"/>
                        </a:rPr>
                        <a:t>B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263D4D"/>
                          </a:solidFill>
                          <a:latin typeface="Yu Gothic"/>
                          <a:ea typeface="Yu Gothic"/>
                          <a:cs typeface="Yu Gothic"/>
                        </a:rPr>
                        <a:t>4000円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263D4D"/>
                          </a:solidFill>
                          <a:latin typeface="Yu Gothic"/>
                          <a:ea typeface="Yu Gothic"/>
                          <a:cs typeface="Yu Gothic"/>
                        </a:rPr>
                        <a:t>100円×5回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263D4D"/>
                          </a:solidFill>
                          <a:latin typeface="Yu Gothic"/>
                          <a:ea typeface="Yu Gothic"/>
                          <a:cs typeface="Yu Gothic"/>
                        </a:rPr>
                        <a:t>期間内なし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4" name="正方形/長方形 3">
            <a:extLst xmlns:a="http://schemas.openxmlformats.org/drawingml/2006/main">
              <a:ext uri="{FF2B5EF4-FFF2-40B4-BE49-F238E27FC236}">
                <a16:creationId xmlns:a16="http://schemas.microsoft.com/office/drawing/2014/main" id="{8E75DDA2-D8A7-4CC7-B683-BDA531367D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724525"/>
            <a:ext cx="108204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>
              <a:defRPr sz="1575" b="0">
                <a:solidFill>
                  <a:srgbClr val="71818B"/>
                </a:solidFill>
                <a:latin typeface="Yu Gothic"/>
                <a:ea typeface="Yu Gothic"/>
                <a:cs typeface="Yu Gothic"/>
              </a:defRPr>
            </a:defPPr>
            <a:lvl1pPr>
              <a:buNone/>
              <a:defRPr sz="1575" b="0">
                <a:solidFill>
                  <a:srgbClr val="71818B"/>
                </a:solidFill>
                <a:latin typeface="Yu Gothic"/>
                <a:ea typeface="Yu Gothic"/>
                <a:cs typeface="Yu Gothic"/>
              </a:defRPr>
            </a:lvl1pPr>
            <a:lvl2pPr>
              <a:buNone/>
              <a:defRPr sz="1575" b="0">
                <a:solidFill>
                  <a:srgbClr val="71818B"/>
                </a:solidFill>
                <a:latin typeface="Yu Gothic"/>
                <a:ea typeface="Yu Gothic"/>
                <a:cs typeface="Yu Gothic"/>
              </a:defRPr>
            </a:lvl2pPr>
            <a:lvl3pPr>
              <a:buNone/>
              <a:defRPr sz="1575" b="0">
                <a:solidFill>
                  <a:srgbClr val="71818B"/>
                </a:solidFill>
                <a:latin typeface="Yu Gothic"/>
                <a:ea typeface="Yu Gothic"/>
                <a:cs typeface="Yu Gothic"/>
              </a:defRPr>
            </a:lvl3pPr>
            <a:lvl4pPr>
              <a:buNone/>
              <a:defRPr sz="1575" b="0">
                <a:solidFill>
                  <a:srgbClr val="71818B"/>
                </a:solidFill>
                <a:latin typeface="Yu Gothic"/>
                <a:ea typeface="Yu Gothic"/>
                <a:cs typeface="Yu Gothic"/>
              </a:defRPr>
            </a:lvl4pPr>
            <a:lvl5pPr>
              <a:buNone/>
              <a:defRPr sz="1575" b="0">
                <a:solidFill>
                  <a:srgbClr val="71818B"/>
                </a:solidFill>
                <a:latin typeface="Yu Gothic"/>
                <a:ea typeface="Yu Gothic"/>
                <a:cs typeface="Yu Gothic"/>
              </a:defRPr>
            </a:lvl5pPr>
            <a:lvl6pPr>
              <a:buNone/>
              <a:defRPr sz="1575" b="0">
                <a:solidFill>
                  <a:srgbClr val="71818B"/>
                </a:solidFill>
                <a:latin typeface="Yu Gothic"/>
                <a:ea typeface="Yu Gothic"/>
                <a:cs typeface="Yu Gothic"/>
              </a:defRPr>
            </a:lvl6pPr>
            <a:lvl7pPr>
              <a:buNone/>
              <a:defRPr sz="1575" b="0">
                <a:solidFill>
                  <a:srgbClr val="71818B"/>
                </a:solidFill>
                <a:latin typeface="Yu Gothic"/>
                <a:ea typeface="Yu Gothic"/>
                <a:cs typeface="Yu Gothic"/>
              </a:defRPr>
            </a:lvl7pPr>
            <a:lvl8pPr>
              <a:buNone/>
              <a:defRPr sz="1575" b="0">
                <a:solidFill>
                  <a:srgbClr val="71818B"/>
                </a:solidFill>
                <a:latin typeface="Yu Gothic"/>
                <a:ea typeface="Yu Gothic"/>
                <a:cs typeface="Yu Gothic"/>
              </a:defRPr>
            </a:lvl8pPr>
            <a:lvl9pPr>
              <a:buNone/>
              <a:defRPr sz="1575" b="0">
                <a:solidFill>
                  <a:srgbClr val="71818B"/>
                </a:solidFill>
                <a:latin typeface="Yu Gothic"/>
                <a:ea typeface="Yu Gothic"/>
                <a:cs typeface="Yu Gothic"/>
              </a:defRPr>
            </a:lvl9pPr>
          </a:lstStyle>
          <a:p xmlns:a="http://schemas.openxmlformats.org/drawingml/2006/main">
            <a:pPr>
              <a:buNone/>
              <a:defRPr sz="1575" b="0">
                <a:solidFill>
                  <a:srgbClr val="71818B"/>
                </a:solidFill>
                <a:latin typeface="Yu Gothic"/>
                <a:ea typeface="Yu Gothic"/>
                <a:cs typeface="Yu Gothic"/>
              </a:defRPr>
            </a:pPr>
            <a:r>
              <a:rPr sz="1575" b="0">
                <a:solidFill>
                  <a:srgbClr val="71818B"/>
                </a:solidFill>
                <a:latin typeface="Yu Gothic"/>
                <a:ea typeface="Yu Gothic"/>
                <a:cs typeface="Yu Gothic"/>
              </a:rPr>
              <a:t>全て架空の費用。同じ機能を5年間提供。市場価格ではない。</a:t>
            </a:r>
          </a:p>
        </p:txBody>
      </p:sp>
      <p:sp>
        <p:nvSpPr>
          <p:cNvPr id="5" name="正方形/長方形 4">
            <a:extLst xmlns:a="http://schemas.openxmlformats.org/drawingml/2006/main">
              <a:ext uri="{FF2B5EF4-FFF2-40B4-BE49-F238E27FC236}">
                <a16:creationId xmlns:a16="http://schemas.microsoft.com/office/drawing/2014/main" id="{114E4E1F-1D2F-4F81-8A90-36C101DD6D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4429125"/>
            <a:ext cx="1057275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>
              <a:defRPr sz="2100" b="1">
                <a:solidFill>
                  <a:srgbClr val="263D4D"/>
                </a:solidFill>
                <a:latin typeface="Yu Gothic"/>
                <a:ea typeface="Yu Gothic"/>
                <a:cs typeface="Yu Gothic"/>
              </a:defRPr>
            </a:defPPr>
            <a:lvl1pPr>
              <a:buNone/>
              <a:defRPr sz="2100" b="1">
                <a:solidFill>
                  <a:srgbClr val="263D4D"/>
                </a:solidFill>
                <a:latin typeface="Yu Gothic"/>
                <a:ea typeface="Yu Gothic"/>
                <a:cs typeface="Yu Gothic"/>
              </a:defRPr>
            </a:lvl1pPr>
            <a:lvl2pPr>
              <a:buNone/>
              <a:defRPr sz="2100" b="1">
                <a:solidFill>
                  <a:srgbClr val="263D4D"/>
                </a:solidFill>
                <a:latin typeface="Yu Gothic"/>
                <a:ea typeface="Yu Gothic"/>
                <a:cs typeface="Yu Gothic"/>
              </a:defRPr>
            </a:lvl2pPr>
            <a:lvl3pPr>
              <a:buNone/>
              <a:defRPr sz="2100" b="1">
                <a:solidFill>
                  <a:srgbClr val="263D4D"/>
                </a:solidFill>
                <a:latin typeface="Yu Gothic"/>
                <a:ea typeface="Yu Gothic"/>
                <a:cs typeface="Yu Gothic"/>
              </a:defRPr>
            </a:lvl3pPr>
            <a:lvl4pPr>
              <a:buNone/>
              <a:defRPr sz="2100" b="1">
                <a:solidFill>
                  <a:srgbClr val="263D4D"/>
                </a:solidFill>
                <a:latin typeface="Yu Gothic"/>
                <a:ea typeface="Yu Gothic"/>
                <a:cs typeface="Yu Gothic"/>
              </a:defRPr>
            </a:lvl4pPr>
            <a:lvl5pPr>
              <a:buNone/>
              <a:defRPr sz="2100" b="1">
                <a:solidFill>
                  <a:srgbClr val="263D4D"/>
                </a:solidFill>
                <a:latin typeface="Yu Gothic"/>
                <a:ea typeface="Yu Gothic"/>
                <a:cs typeface="Yu Gothic"/>
              </a:defRPr>
            </a:lvl5pPr>
            <a:lvl6pPr>
              <a:buNone/>
              <a:defRPr sz="2100" b="1">
                <a:solidFill>
                  <a:srgbClr val="263D4D"/>
                </a:solidFill>
                <a:latin typeface="Yu Gothic"/>
                <a:ea typeface="Yu Gothic"/>
                <a:cs typeface="Yu Gothic"/>
              </a:defRPr>
            </a:lvl6pPr>
            <a:lvl7pPr>
              <a:buNone/>
              <a:defRPr sz="2100" b="1">
                <a:solidFill>
                  <a:srgbClr val="263D4D"/>
                </a:solidFill>
                <a:latin typeface="Yu Gothic"/>
                <a:ea typeface="Yu Gothic"/>
                <a:cs typeface="Yu Gothic"/>
              </a:defRPr>
            </a:lvl7pPr>
            <a:lvl8pPr>
              <a:buNone/>
              <a:defRPr sz="2100" b="1">
                <a:solidFill>
                  <a:srgbClr val="263D4D"/>
                </a:solidFill>
                <a:latin typeface="Yu Gothic"/>
                <a:ea typeface="Yu Gothic"/>
                <a:cs typeface="Yu Gothic"/>
              </a:defRPr>
            </a:lvl8pPr>
            <a:lvl9pPr>
              <a:buNone/>
              <a:defRPr sz="2100" b="1">
                <a:solidFill>
                  <a:srgbClr val="263D4D"/>
                </a:solidFill>
                <a:latin typeface="Yu Gothic"/>
                <a:ea typeface="Yu Gothic"/>
                <a:cs typeface="Yu Gothic"/>
              </a:defRPr>
            </a:lvl9pPr>
          </a:lstStyle>
          <a:p xmlns:a="http://schemas.openxmlformats.org/drawingml/2006/main">
            <a:pPr>
              <a:buNone/>
              <a:defRPr sz="2100" b="1">
                <a:solidFill>
                  <a:srgbClr val="263D4D"/>
                </a:solidFill>
                <a:latin typeface="Yu Gothic"/>
                <a:ea typeface="Yu Gothic"/>
                <a:cs typeface="Yu Gothic"/>
              </a:defRPr>
            </a:pPr>
            <a:r>
              <a:rPr sz="2100" b="1">
                <a:solidFill>
                  <a:srgbClr val="263D4D"/>
                </a:solidFill>
                <a:latin typeface="Yu Gothic"/>
                <a:ea typeface="Yu Gothic"/>
                <a:cs typeface="Yu Gothic"/>
              </a:rPr>
              <a:t>5年間の総額を比較する。Aの交換が不要なら？</a:t>
            </a:r>
          </a:p>
        </p:txBody>
      </p:sp>
      <p:sp>
        <p:nvSpPr>
          <p:cNvPr id="6" name="正方形/長方形 5">
            <a:extLst xmlns:a="http://schemas.openxmlformats.org/drawingml/2006/main">
              <a:ext uri="{FF2B5EF4-FFF2-40B4-BE49-F238E27FC236}">
                <a16:creationId xmlns:a16="http://schemas.microsoft.com/office/drawing/2014/main" id="{99A3A450-DEAB-45BF-A81F-1D5491DE74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353175"/>
            <a:ext cx="8572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>
              <a:defRPr sz="1425" b="0">
                <a:solidFill>
                  <a:srgbClr val="71818B"/>
                </a:solidFill>
                <a:latin typeface="Yu Gothic"/>
                <a:ea typeface="Yu Gothic"/>
                <a:cs typeface="Yu Gothic"/>
              </a:defRPr>
            </a:defPPr>
            <a:lvl1pPr>
              <a:buNone/>
              <a:defRPr sz="1425" b="0">
                <a:solidFill>
                  <a:srgbClr val="71818B"/>
                </a:solidFill>
                <a:latin typeface="Yu Gothic"/>
                <a:ea typeface="Yu Gothic"/>
                <a:cs typeface="Yu Gothic"/>
              </a:defRPr>
            </a:lvl1pPr>
            <a:lvl2pPr>
              <a:buNone/>
              <a:defRPr sz="1425" b="0">
                <a:solidFill>
                  <a:srgbClr val="71818B"/>
                </a:solidFill>
                <a:latin typeface="Yu Gothic"/>
                <a:ea typeface="Yu Gothic"/>
                <a:cs typeface="Yu Gothic"/>
              </a:defRPr>
            </a:lvl2pPr>
            <a:lvl3pPr>
              <a:buNone/>
              <a:defRPr sz="1425" b="0">
                <a:solidFill>
                  <a:srgbClr val="71818B"/>
                </a:solidFill>
                <a:latin typeface="Yu Gothic"/>
                <a:ea typeface="Yu Gothic"/>
                <a:cs typeface="Yu Gothic"/>
              </a:defRPr>
            </a:lvl3pPr>
            <a:lvl4pPr>
              <a:buNone/>
              <a:defRPr sz="1425" b="0">
                <a:solidFill>
                  <a:srgbClr val="71818B"/>
                </a:solidFill>
                <a:latin typeface="Yu Gothic"/>
                <a:ea typeface="Yu Gothic"/>
                <a:cs typeface="Yu Gothic"/>
              </a:defRPr>
            </a:lvl4pPr>
            <a:lvl5pPr>
              <a:buNone/>
              <a:defRPr sz="1425" b="0">
                <a:solidFill>
                  <a:srgbClr val="71818B"/>
                </a:solidFill>
                <a:latin typeface="Yu Gothic"/>
                <a:ea typeface="Yu Gothic"/>
                <a:cs typeface="Yu Gothic"/>
              </a:defRPr>
            </a:lvl5pPr>
            <a:lvl6pPr>
              <a:buNone/>
              <a:defRPr sz="1425" b="0">
                <a:solidFill>
                  <a:srgbClr val="71818B"/>
                </a:solidFill>
                <a:latin typeface="Yu Gothic"/>
                <a:ea typeface="Yu Gothic"/>
                <a:cs typeface="Yu Gothic"/>
              </a:defRPr>
            </a:lvl6pPr>
            <a:lvl7pPr>
              <a:buNone/>
              <a:defRPr sz="1425" b="0">
                <a:solidFill>
                  <a:srgbClr val="71818B"/>
                </a:solidFill>
                <a:latin typeface="Yu Gothic"/>
                <a:ea typeface="Yu Gothic"/>
                <a:cs typeface="Yu Gothic"/>
              </a:defRPr>
            </a:lvl7pPr>
            <a:lvl8pPr>
              <a:buNone/>
              <a:defRPr sz="1425" b="0">
                <a:solidFill>
                  <a:srgbClr val="71818B"/>
                </a:solidFill>
                <a:latin typeface="Yu Gothic"/>
                <a:ea typeface="Yu Gothic"/>
                <a:cs typeface="Yu Gothic"/>
              </a:defRPr>
            </a:lvl8pPr>
            <a:lvl9pPr>
              <a:buNone/>
              <a:defRPr sz="1425" b="0">
                <a:solidFill>
                  <a:srgbClr val="71818B"/>
                </a:solidFill>
                <a:latin typeface="Yu Gothic"/>
                <a:ea typeface="Yu Gothic"/>
                <a:cs typeface="Yu Gothic"/>
              </a:defRPr>
            </a:lvl9pPr>
          </a:lstStyle>
          <a:p xmlns:a="http://schemas.openxmlformats.org/drawingml/2006/main">
            <a:pPr>
              <a:buNone/>
              <a:defRPr sz="1425" b="0">
                <a:solidFill>
                  <a:srgbClr val="71818B"/>
                </a:solidFill>
                <a:latin typeface="Yu Gothic"/>
                <a:ea typeface="Yu Gothic"/>
                <a:cs typeface="Yu Gothic"/>
              </a:defRPr>
            </a:pPr>
            <a:r>
              <a:rPr sz="1425" b="0">
                <a:solidFill>
                  <a:srgbClr val="71818B"/>
                </a:solidFill>
                <a:latin typeface="Yu Gothic"/>
                <a:ea typeface="Yu Gothic"/>
                <a:cs typeface="Yu Gothic"/>
              </a:rPr>
              <a:t>工業材料概論　第12回</a:t>
            </a:r>
          </a:p>
        </p:txBody>
      </p:sp>
      <p:sp>
        <p:nvSpPr>
          <p:cNvPr id="7" name="正方形/長方形 6">
            <a:extLst xmlns:a="http://schemas.openxmlformats.org/drawingml/2006/main">
              <a:ext uri="{FF2B5EF4-FFF2-40B4-BE49-F238E27FC236}">
                <a16:creationId xmlns:a16="http://schemas.microsoft.com/office/drawing/2014/main" id="{D0E944A0-5908-4D66-BF68-ABC7427FB0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0" y="6353175"/>
            <a:ext cx="1047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>
              <a:defRPr sz="1425" b="0">
                <a:solidFill>
                  <a:srgbClr val="71818B"/>
                </a:solidFill>
                <a:latin typeface="Yu Gothic"/>
                <a:ea typeface="Yu Gothic"/>
                <a:cs typeface="Yu Gothic"/>
              </a:defRPr>
            </a:defPPr>
            <a:lvl1pPr>
              <a:buNone/>
              <a:defRPr sz="1425" b="0">
                <a:solidFill>
                  <a:srgbClr val="71818B"/>
                </a:solidFill>
                <a:latin typeface="Yu Gothic"/>
                <a:ea typeface="Yu Gothic"/>
                <a:cs typeface="Yu Gothic"/>
              </a:defRPr>
            </a:lvl1pPr>
            <a:lvl2pPr>
              <a:buNone/>
              <a:defRPr sz="1425" b="0">
                <a:solidFill>
                  <a:srgbClr val="71818B"/>
                </a:solidFill>
                <a:latin typeface="Yu Gothic"/>
                <a:ea typeface="Yu Gothic"/>
                <a:cs typeface="Yu Gothic"/>
              </a:defRPr>
            </a:lvl2pPr>
            <a:lvl3pPr>
              <a:buNone/>
              <a:defRPr sz="1425" b="0">
                <a:solidFill>
                  <a:srgbClr val="71818B"/>
                </a:solidFill>
                <a:latin typeface="Yu Gothic"/>
                <a:ea typeface="Yu Gothic"/>
                <a:cs typeface="Yu Gothic"/>
              </a:defRPr>
            </a:lvl3pPr>
            <a:lvl4pPr>
              <a:buNone/>
              <a:defRPr sz="1425" b="0">
                <a:solidFill>
                  <a:srgbClr val="71818B"/>
                </a:solidFill>
                <a:latin typeface="Yu Gothic"/>
                <a:ea typeface="Yu Gothic"/>
                <a:cs typeface="Yu Gothic"/>
              </a:defRPr>
            </a:lvl4pPr>
            <a:lvl5pPr>
              <a:buNone/>
              <a:defRPr sz="1425" b="0">
                <a:solidFill>
                  <a:srgbClr val="71818B"/>
                </a:solidFill>
                <a:latin typeface="Yu Gothic"/>
                <a:ea typeface="Yu Gothic"/>
                <a:cs typeface="Yu Gothic"/>
              </a:defRPr>
            </a:lvl5pPr>
            <a:lvl6pPr>
              <a:buNone/>
              <a:defRPr sz="1425" b="0">
                <a:solidFill>
                  <a:srgbClr val="71818B"/>
                </a:solidFill>
                <a:latin typeface="Yu Gothic"/>
                <a:ea typeface="Yu Gothic"/>
                <a:cs typeface="Yu Gothic"/>
              </a:defRPr>
            </a:lvl6pPr>
            <a:lvl7pPr>
              <a:buNone/>
              <a:defRPr sz="1425" b="0">
                <a:solidFill>
                  <a:srgbClr val="71818B"/>
                </a:solidFill>
                <a:latin typeface="Yu Gothic"/>
                <a:ea typeface="Yu Gothic"/>
                <a:cs typeface="Yu Gothic"/>
              </a:defRPr>
            </a:lvl7pPr>
            <a:lvl8pPr>
              <a:buNone/>
              <a:defRPr sz="1425" b="0">
                <a:solidFill>
                  <a:srgbClr val="71818B"/>
                </a:solidFill>
                <a:latin typeface="Yu Gothic"/>
                <a:ea typeface="Yu Gothic"/>
                <a:cs typeface="Yu Gothic"/>
              </a:defRPr>
            </a:lvl8pPr>
            <a:lvl9pPr>
              <a:buNone/>
              <a:defRPr sz="1425" b="0">
                <a:solidFill>
                  <a:srgbClr val="71818B"/>
                </a:solidFill>
                <a:latin typeface="Yu Gothic"/>
                <a:ea typeface="Yu Gothic"/>
                <a:cs typeface="Yu Gothic"/>
              </a:defRPr>
            </a:lvl9pPr>
          </a:lstStyle>
          <a:p xmlns:a="http://schemas.openxmlformats.org/drawingml/2006/main">
            <a:pPr>
              <a:buNone/>
              <a:defRPr sz="1425" b="0">
                <a:solidFill>
                  <a:srgbClr val="71818B"/>
                </a:solidFill>
                <a:latin typeface="Yu Gothic"/>
                <a:ea typeface="Yu Gothic"/>
                <a:cs typeface="Yu Gothic"/>
              </a:defRPr>
            </a:pPr>
            <a:r>
              <a:rPr sz="1425" b="0">
                <a:solidFill>
                  <a:srgbClr val="71818B"/>
                </a:solidFill>
                <a:latin typeface="Yu Gothic"/>
                <a:ea typeface="Yu Gothic"/>
                <a:cs typeface="Yu Gothic"/>
              </a:rPr>
              <a:t>26 / 41</a:t>
            </a:r>
            <a:endParaRPr sz="1425" b="0">
              <a:solidFill>
                <a:srgbClr val="71818B"/>
              </a:solidFill>
              <a:latin typeface="Yu Gothic"/>
              <a:ea typeface="Yu Gothic"/>
              <a:cs typeface="Yu Gothic"/>
            </a:endParaRPr>
          </a:p>
        </p:txBody>
      </p:sp>
    </p:spTree>
    <p:extLst>
      <p:ext uri="{BB962C8B-B14F-4D97-AF65-F5344CB8AC3E}">
        <p14:creationId xmlns:p14="http://schemas.microsoft.com/office/powerpoint/2010/main" val="2793606879"/>
      </p:ext>
    </p:extLst>
  </p:cSld>
</p:sld>
</file>

<file path=ppt/slides/slide27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正方形/長方形 8">
            <a:extLst xmlns:a="http://schemas.openxmlformats.org/drawingml/2006/main">
              <a:ext uri="{FF2B5EF4-FFF2-40B4-BE49-F238E27FC236}">
                <a16:creationId xmlns:a16="http://schemas.microsoft.com/office/drawing/2014/main" id="{2DB93A4B-CD42-4569-BC06-66FDB05186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81000"/>
            <a:ext cx="108204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>
              <a:defRPr sz="2775" b="1">
                <a:solidFill>
                  <a:srgbClr val="193B59"/>
                </a:solidFill>
                <a:latin typeface="Yu Gothic"/>
                <a:ea typeface="Yu Gothic"/>
                <a:cs typeface="Yu Gothic"/>
              </a:defRPr>
            </a:defPPr>
            <a:lvl1pPr>
              <a:buNone/>
              <a:defRPr sz="2775" b="1">
                <a:solidFill>
                  <a:srgbClr val="193B59"/>
                </a:solidFill>
                <a:latin typeface="Yu Gothic"/>
                <a:ea typeface="Yu Gothic"/>
                <a:cs typeface="Yu Gothic"/>
              </a:defRPr>
            </a:lvl1pPr>
            <a:lvl2pPr>
              <a:buNone/>
              <a:defRPr sz="2775" b="1">
                <a:solidFill>
                  <a:srgbClr val="193B59"/>
                </a:solidFill>
                <a:latin typeface="Yu Gothic"/>
                <a:ea typeface="Yu Gothic"/>
                <a:cs typeface="Yu Gothic"/>
              </a:defRPr>
            </a:lvl2pPr>
            <a:lvl3pPr>
              <a:buNone/>
              <a:defRPr sz="2775" b="1">
                <a:solidFill>
                  <a:srgbClr val="193B59"/>
                </a:solidFill>
                <a:latin typeface="Yu Gothic"/>
                <a:ea typeface="Yu Gothic"/>
                <a:cs typeface="Yu Gothic"/>
              </a:defRPr>
            </a:lvl3pPr>
            <a:lvl4pPr>
              <a:buNone/>
              <a:defRPr sz="2775" b="1">
                <a:solidFill>
                  <a:srgbClr val="193B59"/>
                </a:solidFill>
                <a:latin typeface="Yu Gothic"/>
                <a:ea typeface="Yu Gothic"/>
                <a:cs typeface="Yu Gothic"/>
              </a:defRPr>
            </a:lvl4pPr>
            <a:lvl5pPr>
              <a:buNone/>
              <a:defRPr sz="2775" b="1">
                <a:solidFill>
                  <a:srgbClr val="193B59"/>
                </a:solidFill>
                <a:latin typeface="Yu Gothic"/>
                <a:ea typeface="Yu Gothic"/>
                <a:cs typeface="Yu Gothic"/>
              </a:defRPr>
            </a:lvl5pPr>
            <a:lvl6pPr>
              <a:buNone/>
              <a:defRPr sz="2775" b="1">
                <a:solidFill>
                  <a:srgbClr val="193B59"/>
                </a:solidFill>
                <a:latin typeface="Yu Gothic"/>
                <a:ea typeface="Yu Gothic"/>
                <a:cs typeface="Yu Gothic"/>
              </a:defRPr>
            </a:lvl6pPr>
            <a:lvl7pPr>
              <a:buNone/>
              <a:defRPr sz="2775" b="1">
                <a:solidFill>
                  <a:srgbClr val="193B59"/>
                </a:solidFill>
                <a:latin typeface="Yu Gothic"/>
                <a:ea typeface="Yu Gothic"/>
                <a:cs typeface="Yu Gothic"/>
              </a:defRPr>
            </a:lvl7pPr>
            <a:lvl8pPr>
              <a:buNone/>
              <a:defRPr sz="2775" b="1">
                <a:solidFill>
                  <a:srgbClr val="193B59"/>
                </a:solidFill>
                <a:latin typeface="Yu Gothic"/>
                <a:ea typeface="Yu Gothic"/>
                <a:cs typeface="Yu Gothic"/>
              </a:defRPr>
            </a:lvl8pPr>
            <a:lvl9pPr>
              <a:buNone/>
              <a:defRPr sz="2775" b="1">
                <a:solidFill>
                  <a:srgbClr val="193B59"/>
                </a:solidFill>
                <a:latin typeface="Yu Gothic"/>
                <a:ea typeface="Yu Gothic"/>
                <a:cs typeface="Yu Gothic"/>
              </a:defRPr>
            </a:lvl9pPr>
          </a:lstStyle>
          <a:p xmlns:a="http://schemas.openxmlformats.org/drawingml/2006/main">
            <a:pPr>
              <a:buNone/>
              <a:defRPr sz="2775" b="1">
                <a:solidFill>
                  <a:srgbClr val="193B59"/>
                </a:solidFill>
                <a:latin typeface="Yu Gothic"/>
                <a:ea typeface="Yu Gothic"/>
                <a:cs typeface="Yu Gothic"/>
              </a:defRPr>
            </a:pPr>
            <a:r>
              <a:rPr sz="2775" b="1">
                <a:solidFill>
                  <a:srgbClr val="193B59"/>
                </a:solidFill>
                <a:latin typeface="Yu Gothic"/>
                <a:ea typeface="Yu Gothic"/>
                <a:cs typeface="Yu Gothic"/>
              </a:rPr>
              <a:t>解説3：交換の仮定で費用の順位が変わる</a:t>
            </a:r>
          </a:p>
        </p:txBody>
      </p:sp>
      <p:sp>
        <p:nvSpPr>
          <p:cNvPr id="2" name="フリーフォーム: 図形 1">
            <a:extLst xmlns:a="http://schemas.openxmlformats.org/drawingml/2006/main">
              <a:ext uri="{FF2B5EF4-FFF2-40B4-BE49-F238E27FC236}">
                <a16:creationId xmlns:a16="http://schemas.microsoft.com/office/drawing/2014/main" id="{820C3DE0-6C16-49A9-8C41-73AC6501E0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323975"/>
            <a:ext cx="10820400" cy="9525"/>
          </a:xfrm>
          <a:custGeom xmlns:a="http://schemas.openxmlformats.org/drawingml/2006/main">
            <a:rect l="0" t="0" r="0" b="0"/>
            <a:pathLst>
              <a:path w="10820400" h="9525">
                <a:moveTo>
                  <a:pt x="0" y="0"/>
                </a:moveTo>
                <a:lnTo>
                  <a:pt x="1082040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D8E1E7"/>
            </a:solidFill>
          </a:ln>
        </p:spPr>
      </p:sp>
      <p:sp>
        <p:nvSpPr>
          <p:cNvPr id="3" name="正方形/長方形 2">
            <a:extLst xmlns:a="http://schemas.openxmlformats.org/drawingml/2006/main">
              <a:ext uri="{FF2B5EF4-FFF2-40B4-BE49-F238E27FC236}">
                <a16:creationId xmlns:a16="http://schemas.microsoft.com/office/drawing/2014/main" id="{4DEBFDE9-A631-4464-9B46-8472B26EA8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1524000"/>
            <a:ext cx="10572750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>
              <a:defRPr sz="2100" b="1">
                <a:solidFill>
                  <a:srgbClr val="263D4D"/>
                </a:solidFill>
                <a:latin typeface="Yu Gothic"/>
                <a:ea typeface="Yu Gothic"/>
                <a:cs typeface="Yu Gothic"/>
              </a:defRPr>
            </a:defPPr>
            <a:lvl1pPr>
              <a:buNone/>
              <a:defRPr sz="2100" b="1">
                <a:solidFill>
                  <a:srgbClr val="263D4D"/>
                </a:solidFill>
                <a:latin typeface="Yu Gothic"/>
                <a:ea typeface="Yu Gothic"/>
                <a:cs typeface="Yu Gothic"/>
              </a:defRPr>
            </a:lvl1pPr>
            <a:lvl2pPr>
              <a:buNone/>
              <a:defRPr sz="2100" b="1">
                <a:solidFill>
                  <a:srgbClr val="263D4D"/>
                </a:solidFill>
                <a:latin typeface="Yu Gothic"/>
                <a:ea typeface="Yu Gothic"/>
                <a:cs typeface="Yu Gothic"/>
              </a:defRPr>
            </a:lvl2pPr>
            <a:lvl3pPr>
              <a:buNone/>
              <a:defRPr sz="2100" b="1">
                <a:solidFill>
                  <a:srgbClr val="263D4D"/>
                </a:solidFill>
                <a:latin typeface="Yu Gothic"/>
                <a:ea typeface="Yu Gothic"/>
                <a:cs typeface="Yu Gothic"/>
              </a:defRPr>
            </a:lvl3pPr>
            <a:lvl4pPr>
              <a:buNone/>
              <a:defRPr sz="2100" b="1">
                <a:solidFill>
                  <a:srgbClr val="263D4D"/>
                </a:solidFill>
                <a:latin typeface="Yu Gothic"/>
                <a:ea typeface="Yu Gothic"/>
                <a:cs typeface="Yu Gothic"/>
              </a:defRPr>
            </a:lvl4pPr>
            <a:lvl5pPr>
              <a:buNone/>
              <a:defRPr sz="2100" b="1">
                <a:solidFill>
                  <a:srgbClr val="263D4D"/>
                </a:solidFill>
                <a:latin typeface="Yu Gothic"/>
                <a:ea typeface="Yu Gothic"/>
                <a:cs typeface="Yu Gothic"/>
              </a:defRPr>
            </a:lvl5pPr>
            <a:lvl6pPr>
              <a:buNone/>
              <a:defRPr sz="2100" b="1">
                <a:solidFill>
                  <a:srgbClr val="263D4D"/>
                </a:solidFill>
                <a:latin typeface="Yu Gothic"/>
                <a:ea typeface="Yu Gothic"/>
                <a:cs typeface="Yu Gothic"/>
              </a:defRPr>
            </a:lvl6pPr>
            <a:lvl7pPr>
              <a:buNone/>
              <a:defRPr sz="2100" b="1">
                <a:solidFill>
                  <a:srgbClr val="263D4D"/>
                </a:solidFill>
                <a:latin typeface="Yu Gothic"/>
                <a:ea typeface="Yu Gothic"/>
                <a:cs typeface="Yu Gothic"/>
              </a:defRPr>
            </a:lvl7pPr>
            <a:lvl8pPr>
              <a:buNone/>
              <a:defRPr sz="2100" b="1">
                <a:solidFill>
                  <a:srgbClr val="263D4D"/>
                </a:solidFill>
                <a:latin typeface="Yu Gothic"/>
                <a:ea typeface="Yu Gothic"/>
                <a:cs typeface="Yu Gothic"/>
              </a:defRPr>
            </a:lvl8pPr>
            <a:lvl9pPr>
              <a:buNone/>
              <a:defRPr sz="2100" b="1">
                <a:solidFill>
                  <a:srgbClr val="263D4D"/>
                </a:solidFill>
                <a:latin typeface="Yu Gothic"/>
                <a:ea typeface="Yu Gothic"/>
                <a:cs typeface="Yu Gothic"/>
              </a:defRPr>
            </a:lvl9pPr>
          </a:lstStyle>
          <a:p xmlns:a="http://schemas.openxmlformats.org/drawingml/2006/main">
            <a:pPr>
              <a:buNone/>
              <a:defRPr sz="2100" b="1">
                <a:solidFill>
                  <a:srgbClr val="263D4D"/>
                </a:solidFill>
                <a:latin typeface="Yu Gothic"/>
                <a:ea typeface="Yu Gothic"/>
                <a:cs typeface="Yu Gothic"/>
              </a:defRPr>
            </a:pPr>
            <a:r>
              <a:rPr sz="2100" b="1">
                <a:solidFill>
                  <a:srgbClr val="263D4D"/>
                </a:solidFill>
                <a:latin typeface="Yu Gothic"/>
                <a:ea typeface="Yu Gothic"/>
                <a:cs typeface="Yu Gothic"/>
              </a:rPr>
              <a:t>A：2000＋300×5＋2000＝5500円</a:t>
            </a:r>
          </a:p>
        </p:txBody>
      </p:sp>
      <p:sp>
        <p:nvSpPr>
          <p:cNvPr id="4" name="正方形/長方形 3">
            <a:extLst xmlns:a="http://schemas.openxmlformats.org/drawingml/2006/main">
              <a:ext uri="{FF2B5EF4-FFF2-40B4-BE49-F238E27FC236}">
                <a16:creationId xmlns:a16="http://schemas.microsoft.com/office/drawing/2014/main" id="{75543F89-99CE-4B66-8C68-2CA6AC0171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2476500"/>
            <a:ext cx="10572750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>
              <a:defRPr sz="2100" b="0">
                <a:solidFill>
                  <a:srgbClr val="263D4D"/>
                </a:solidFill>
                <a:latin typeface="Yu Gothic"/>
                <a:ea typeface="Yu Gothic"/>
                <a:cs typeface="Yu Gothic"/>
              </a:defRPr>
            </a:defPPr>
            <a:lvl1pPr>
              <a:buNone/>
              <a:defRPr sz="2100" b="0">
                <a:solidFill>
                  <a:srgbClr val="263D4D"/>
                </a:solidFill>
                <a:latin typeface="Yu Gothic"/>
                <a:ea typeface="Yu Gothic"/>
                <a:cs typeface="Yu Gothic"/>
              </a:defRPr>
            </a:lvl1pPr>
            <a:lvl2pPr>
              <a:buNone/>
              <a:defRPr sz="2100" b="0">
                <a:solidFill>
                  <a:srgbClr val="263D4D"/>
                </a:solidFill>
                <a:latin typeface="Yu Gothic"/>
                <a:ea typeface="Yu Gothic"/>
                <a:cs typeface="Yu Gothic"/>
              </a:defRPr>
            </a:lvl2pPr>
            <a:lvl3pPr>
              <a:buNone/>
              <a:defRPr sz="2100" b="0">
                <a:solidFill>
                  <a:srgbClr val="263D4D"/>
                </a:solidFill>
                <a:latin typeface="Yu Gothic"/>
                <a:ea typeface="Yu Gothic"/>
                <a:cs typeface="Yu Gothic"/>
              </a:defRPr>
            </a:lvl3pPr>
            <a:lvl4pPr>
              <a:buNone/>
              <a:defRPr sz="2100" b="0">
                <a:solidFill>
                  <a:srgbClr val="263D4D"/>
                </a:solidFill>
                <a:latin typeface="Yu Gothic"/>
                <a:ea typeface="Yu Gothic"/>
                <a:cs typeface="Yu Gothic"/>
              </a:defRPr>
            </a:lvl4pPr>
            <a:lvl5pPr>
              <a:buNone/>
              <a:defRPr sz="2100" b="0">
                <a:solidFill>
                  <a:srgbClr val="263D4D"/>
                </a:solidFill>
                <a:latin typeface="Yu Gothic"/>
                <a:ea typeface="Yu Gothic"/>
                <a:cs typeface="Yu Gothic"/>
              </a:defRPr>
            </a:lvl5pPr>
            <a:lvl6pPr>
              <a:buNone/>
              <a:defRPr sz="2100" b="0">
                <a:solidFill>
                  <a:srgbClr val="263D4D"/>
                </a:solidFill>
                <a:latin typeface="Yu Gothic"/>
                <a:ea typeface="Yu Gothic"/>
                <a:cs typeface="Yu Gothic"/>
              </a:defRPr>
            </a:lvl6pPr>
            <a:lvl7pPr>
              <a:buNone/>
              <a:defRPr sz="2100" b="0">
                <a:solidFill>
                  <a:srgbClr val="263D4D"/>
                </a:solidFill>
                <a:latin typeface="Yu Gothic"/>
                <a:ea typeface="Yu Gothic"/>
                <a:cs typeface="Yu Gothic"/>
              </a:defRPr>
            </a:lvl7pPr>
            <a:lvl8pPr>
              <a:buNone/>
              <a:defRPr sz="2100" b="0">
                <a:solidFill>
                  <a:srgbClr val="263D4D"/>
                </a:solidFill>
                <a:latin typeface="Yu Gothic"/>
                <a:ea typeface="Yu Gothic"/>
                <a:cs typeface="Yu Gothic"/>
              </a:defRPr>
            </a:lvl8pPr>
            <a:lvl9pPr>
              <a:buNone/>
              <a:defRPr sz="2100" b="0">
                <a:solidFill>
                  <a:srgbClr val="263D4D"/>
                </a:solidFill>
                <a:latin typeface="Yu Gothic"/>
                <a:ea typeface="Yu Gothic"/>
                <a:cs typeface="Yu Gothic"/>
              </a:defRPr>
            </a:lvl9pPr>
          </a:lstStyle>
          <a:p xmlns:a="http://schemas.openxmlformats.org/drawingml/2006/main">
            <a:pPr>
              <a:buNone/>
              <a:defRPr sz="2100" b="0">
                <a:solidFill>
                  <a:srgbClr val="263D4D"/>
                </a:solidFill>
                <a:latin typeface="Yu Gothic"/>
                <a:ea typeface="Yu Gothic"/>
                <a:cs typeface="Yu Gothic"/>
              </a:defRPr>
            </a:pPr>
            <a:r>
              <a:rPr sz="2100" b="0">
                <a:solidFill>
                  <a:srgbClr val="263D4D"/>
                </a:solidFill>
                <a:latin typeface="Yu Gothic"/>
                <a:ea typeface="Yu Gothic"/>
                <a:cs typeface="Yu Gothic"/>
              </a:rPr>
              <a:t>B：4000＋100×5＝4500円</a:t>
            </a:r>
          </a:p>
        </p:txBody>
      </p:sp>
      <p:sp>
        <p:nvSpPr>
          <p:cNvPr id="5" name="正方形/長方形 4">
            <a:extLst xmlns:a="http://schemas.openxmlformats.org/drawingml/2006/main">
              <a:ext uri="{FF2B5EF4-FFF2-40B4-BE49-F238E27FC236}">
                <a16:creationId xmlns:a16="http://schemas.microsoft.com/office/drawing/2014/main" id="{2ADCB403-02B5-46DD-BB3F-65417AE215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3429000"/>
            <a:ext cx="10572750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>
              <a:defRPr sz="2100" b="0">
                <a:solidFill>
                  <a:srgbClr val="263D4D"/>
                </a:solidFill>
                <a:latin typeface="Yu Gothic"/>
                <a:ea typeface="Yu Gothic"/>
                <a:cs typeface="Yu Gothic"/>
              </a:defRPr>
            </a:defPPr>
            <a:lvl1pPr>
              <a:buNone/>
              <a:defRPr sz="2100" b="0">
                <a:solidFill>
                  <a:srgbClr val="263D4D"/>
                </a:solidFill>
                <a:latin typeface="Yu Gothic"/>
                <a:ea typeface="Yu Gothic"/>
                <a:cs typeface="Yu Gothic"/>
              </a:defRPr>
            </a:lvl1pPr>
            <a:lvl2pPr>
              <a:buNone/>
              <a:defRPr sz="2100" b="0">
                <a:solidFill>
                  <a:srgbClr val="263D4D"/>
                </a:solidFill>
                <a:latin typeface="Yu Gothic"/>
                <a:ea typeface="Yu Gothic"/>
                <a:cs typeface="Yu Gothic"/>
              </a:defRPr>
            </a:lvl2pPr>
            <a:lvl3pPr>
              <a:buNone/>
              <a:defRPr sz="2100" b="0">
                <a:solidFill>
                  <a:srgbClr val="263D4D"/>
                </a:solidFill>
                <a:latin typeface="Yu Gothic"/>
                <a:ea typeface="Yu Gothic"/>
                <a:cs typeface="Yu Gothic"/>
              </a:defRPr>
            </a:lvl3pPr>
            <a:lvl4pPr>
              <a:buNone/>
              <a:defRPr sz="2100" b="0">
                <a:solidFill>
                  <a:srgbClr val="263D4D"/>
                </a:solidFill>
                <a:latin typeface="Yu Gothic"/>
                <a:ea typeface="Yu Gothic"/>
                <a:cs typeface="Yu Gothic"/>
              </a:defRPr>
            </a:lvl4pPr>
            <a:lvl5pPr>
              <a:buNone/>
              <a:defRPr sz="2100" b="0">
                <a:solidFill>
                  <a:srgbClr val="263D4D"/>
                </a:solidFill>
                <a:latin typeface="Yu Gothic"/>
                <a:ea typeface="Yu Gothic"/>
                <a:cs typeface="Yu Gothic"/>
              </a:defRPr>
            </a:lvl5pPr>
            <a:lvl6pPr>
              <a:buNone/>
              <a:defRPr sz="2100" b="0">
                <a:solidFill>
                  <a:srgbClr val="263D4D"/>
                </a:solidFill>
                <a:latin typeface="Yu Gothic"/>
                <a:ea typeface="Yu Gothic"/>
                <a:cs typeface="Yu Gothic"/>
              </a:defRPr>
            </a:lvl6pPr>
            <a:lvl7pPr>
              <a:buNone/>
              <a:defRPr sz="2100" b="0">
                <a:solidFill>
                  <a:srgbClr val="263D4D"/>
                </a:solidFill>
                <a:latin typeface="Yu Gothic"/>
                <a:ea typeface="Yu Gothic"/>
                <a:cs typeface="Yu Gothic"/>
              </a:defRPr>
            </a:lvl7pPr>
            <a:lvl8pPr>
              <a:buNone/>
              <a:defRPr sz="2100" b="0">
                <a:solidFill>
                  <a:srgbClr val="263D4D"/>
                </a:solidFill>
                <a:latin typeface="Yu Gothic"/>
                <a:ea typeface="Yu Gothic"/>
                <a:cs typeface="Yu Gothic"/>
              </a:defRPr>
            </a:lvl8pPr>
            <a:lvl9pPr>
              <a:buNone/>
              <a:defRPr sz="2100" b="0">
                <a:solidFill>
                  <a:srgbClr val="263D4D"/>
                </a:solidFill>
                <a:latin typeface="Yu Gothic"/>
                <a:ea typeface="Yu Gothic"/>
                <a:cs typeface="Yu Gothic"/>
              </a:defRPr>
            </a:lvl9pPr>
          </a:lstStyle>
          <a:p xmlns:a="http://schemas.openxmlformats.org/drawingml/2006/main">
            <a:pPr>
              <a:buNone/>
              <a:defRPr sz="2100" b="0">
                <a:solidFill>
                  <a:srgbClr val="263D4D"/>
                </a:solidFill>
                <a:latin typeface="Yu Gothic"/>
                <a:ea typeface="Yu Gothic"/>
                <a:cs typeface="Yu Gothic"/>
              </a:defRPr>
            </a:pPr>
            <a:r>
              <a:rPr sz="2100" b="0">
                <a:solidFill>
                  <a:srgbClr val="263D4D"/>
                </a:solidFill>
                <a:latin typeface="Yu Gothic"/>
                <a:ea typeface="Yu Gothic"/>
                <a:cs typeface="Yu Gothic"/>
              </a:rPr>
              <a:t>Aの交換が不要なら3500円となり、順位が変わる</a:t>
            </a:r>
          </a:p>
        </p:txBody>
      </p:sp>
      <p:sp>
        <p:nvSpPr>
          <p:cNvPr id="6" name="正方形/長方形 5">
            <a:extLst xmlns:a="http://schemas.openxmlformats.org/drawingml/2006/main">
              <a:ext uri="{FF2B5EF4-FFF2-40B4-BE49-F238E27FC236}">
                <a16:creationId xmlns:a16="http://schemas.microsoft.com/office/drawing/2014/main" id="{00E33FBC-243B-4447-A2A1-B3D1686072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4381500"/>
            <a:ext cx="10572750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>
              <a:defRPr sz="2100" b="0">
                <a:solidFill>
                  <a:srgbClr val="263D4D"/>
                </a:solidFill>
                <a:latin typeface="Yu Gothic"/>
                <a:ea typeface="Yu Gothic"/>
                <a:cs typeface="Yu Gothic"/>
              </a:defRPr>
            </a:defPPr>
            <a:lvl1pPr>
              <a:buNone/>
              <a:defRPr sz="2100" b="0">
                <a:solidFill>
                  <a:srgbClr val="263D4D"/>
                </a:solidFill>
                <a:latin typeface="Yu Gothic"/>
                <a:ea typeface="Yu Gothic"/>
                <a:cs typeface="Yu Gothic"/>
              </a:defRPr>
            </a:lvl1pPr>
            <a:lvl2pPr>
              <a:buNone/>
              <a:defRPr sz="2100" b="0">
                <a:solidFill>
                  <a:srgbClr val="263D4D"/>
                </a:solidFill>
                <a:latin typeface="Yu Gothic"/>
                <a:ea typeface="Yu Gothic"/>
                <a:cs typeface="Yu Gothic"/>
              </a:defRPr>
            </a:lvl2pPr>
            <a:lvl3pPr>
              <a:buNone/>
              <a:defRPr sz="2100" b="0">
                <a:solidFill>
                  <a:srgbClr val="263D4D"/>
                </a:solidFill>
                <a:latin typeface="Yu Gothic"/>
                <a:ea typeface="Yu Gothic"/>
                <a:cs typeface="Yu Gothic"/>
              </a:defRPr>
            </a:lvl3pPr>
            <a:lvl4pPr>
              <a:buNone/>
              <a:defRPr sz="2100" b="0">
                <a:solidFill>
                  <a:srgbClr val="263D4D"/>
                </a:solidFill>
                <a:latin typeface="Yu Gothic"/>
                <a:ea typeface="Yu Gothic"/>
                <a:cs typeface="Yu Gothic"/>
              </a:defRPr>
            </a:lvl4pPr>
            <a:lvl5pPr>
              <a:buNone/>
              <a:defRPr sz="2100" b="0">
                <a:solidFill>
                  <a:srgbClr val="263D4D"/>
                </a:solidFill>
                <a:latin typeface="Yu Gothic"/>
                <a:ea typeface="Yu Gothic"/>
                <a:cs typeface="Yu Gothic"/>
              </a:defRPr>
            </a:lvl5pPr>
            <a:lvl6pPr>
              <a:buNone/>
              <a:defRPr sz="2100" b="0">
                <a:solidFill>
                  <a:srgbClr val="263D4D"/>
                </a:solidFill>
                <a:latin typeface="Yu Gothic"/>
                <a:ea typeface="Yu Gothic"/>
                <a:cs typeface="Yu Gothic"/>
              </a:defRPr>
            </a:lvl6pPr>
            <a:lvl7pPr>
              <a:buNone/>
              <a:defRPr sz="2100" b="0">
                <a:solidFill>
                  <a:srgbClr val="263D4D"/>
                </a:solidFill>
                <a:latin typeface="Yu Gothic"/>
                <a:ea typeface="Yu Gothic"/>
                <a:cs typeface="Yu Gothic"/>
              </a:defRPr>
            </a:lvl7pPr>
            <a:lvl8pPr>
              <a:buNone/>
              <a:defRPr sz="2100" b="0">
                <a:solidFill>
                  <a:srgbClr val="263D4D"/>
                </a:solidFill>
                <a:latin typeface="Yu Gothic"/>
                <a:ea typeface="Yu Gothic"/>
                <a:cs typeface="Yu Gothic"/>
              </a:defRPr>
            </a:lvl8pPr>
            <a:lvl9pPr>
              <a:buNone/>
              <a:defRPr sz="2100" b="0">
                <a:solidFill>
                  <a:srgbClr val="263D4D"/>
                </a:solidFill>
                <a:latin typeface="Yu Gothic"/>
                <a:ea typeface="Yu Gothic"/>
                <a:cs typeface="Yu Gothic"/>
              </a:defRPr>
            </a:lvl9pPr>
          </a:lstStyle>
          <a:p xmlns:a="http://schemas.openxmlformats.org/drawingml/2006/main">
            <a:pPr>
              <a:buNone/>
              <a:defRPr sz="2100" b="0">
                <a:solidFill>
                  <a:srgbClr val="263D4D"/>
                </a:solidFill>
                <a:latin typeface="Yu Gothic"/>
                <a:ea typeface="Yu Gothic"/>
                <a:cs typeface="Yu Gothic"/>
              </a:defRPr>
            </a:pPr>
            <a:r>
              <a:rPr sz="2100" b="0">
                <a:solidFill>
                  <a:srgbClr val="263D4D"/>
                </a:solidFill>
                <a:latin typeface="Yu Gothic"/>
                <a:ea typeface="Yu Gothic"/>
                <a:cs typeface="Yu Gothic"/>
              </a:rPr>
              <a:t>作業時間・休止期間・部材の入手性も確認する</a:t>
            </a:r>
          </a:p>
        </p:txBody>
      </p:sp>
      <p:sp>
        <p:nvSpPr>
          <p:cNvPr id="7" name="正方形/長方形 6">
            <a:extLst xmlns:a="http://schemas.openxmlformats.org/drawingml/2006/main">
              <a:ext uri="{FF2B5EF4-FFF2-40B4-BE49-F238E27FC236}">
                <a16:creationId xmlns:a16="http://schemas.microsoft.com/office/drawing/2014/main" id="{D678FA6C-DFC6-48ED-8010-EEBE24AF7A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353175"/>
            <a:ext cx="8572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>
              <a:defRPr sz="1425" b="0">
                <a:solidFill>
                  <a:srgbClr val="71818B"/>
                </a:solidFill>
                <a:latin typeface="Yu Gothic"/>
                <a:ea typeface="Yu Gothic"/>
                <a:cs typeface="Yu Gothic"/>
              </a:defRPr>
            </a:defPPr>
            <a:lvl1pPr>
              <a:buNone/>
              <a:defRPr sz="1425" b="0">
                <a:solidFill>
                  <a:srgbClr val="71818B"/>
                </a:solidFill>
                <a:latin typeface="Yu Gothic"/>
                <a:ea typeface="Yu Gothic"/>
                <a:cs typeface="Yu Gothic"/>
              </a:defRPr>
            </a:lvl1pPr>
            <a:lvl2pPr>
              <a:buNone/>
              <a:defRPr sz="1425" b="0">
                <a:solidFill>
                  <a:srgbClr val="71818B"/>
                </a:solidFill>
                <a:latin typeface="Yu Gothic"/>
                <a:ea typeface="Yu Gothic"/>
                <a:cs typeface="Yu Gothic"/>
              </a:defRPr>
            </a:lvl2pPr>
            <a:lvl3pPr>
              <a:buNone/>
              <a:defRPr sz="1425" b="0">
                <a:solidFill>
                  <a:srgbClr val="71818B"/>
                </a:solidFill>
                <a:latin typeface="Yu Gothic"/>
                <a:ea typeface="Yu Gothic"/>
                <a:cs typeface="Yu Gothic"/>
              </a:defRPr>
            </a:lvl3pPr>
            <a:lvl4pPr>
              <a:buNone/>
              <a:defRPr sz="1425" b="0">
                <a:solidFill>
                  <a:srgbClr val="71818B"/>
                </a:solidFill>
                <a:latin typeface="Yu Gothic"/>
                <a:ea typeface="Yu Gothic"/>
                <a:cs typeface="Yu Gothic"/>
              </a:defRPr>
            </a:lvl4pPr>
            <a:lvl5pPr>
              <a:buNone/>
              <a:defRPr sz="1425" b="0">
                <a:solidFill>
                  <a:srgbClr val="71818B"/>
                </a:solidFill>
                <a:latin typeface="Yu Gothic"/>
                <a:ea typeface="Yu Gothic"/>
                <a:cs typeface="Yu Gothic"/>
              </a:defRPr>
            </a:lvl5pPr>
            <a:lvl6pPr>
              <a:buNone/>
              <a:defRPr sz="1425" b="0">
                <a:solidFill>
                  <a:srgbClr val="71818B"/>
                </a:solidFill>
                <a:latin typeface="Yu Gothic"/>
                <a:ea typeface="Yu Gothic"/>
                <a:cs typeface="Yu Gothic"/>
              </a:defRPr>
            </a:lvl6pPr>
            <a:lvl7pPr>
              <a:buNone/>
              <a:defRPr sz="1425" b="0">
                <a:solidFill>
                  <a:srgbClr val="71818B"/>
                </a:solidFill>
                <a:latin typeface="Yu Gothic"/>
                <a:ea typeface="Yu Gothic"/>
                <a:cs typeface="Yu Gothic"/>
              </a:defRPr>
            </a:lvl7pPr>
            <a:lvl8pPr>
              <a:buNone/>
              <a:defRPr sz="1425" b="0">
                <a:solidFill>
                  <a:srgbClr val="71818B"/>
                </a:solidFill>
                <a:latin typeface="Yu Gothic"/>
                <a:ea typeface="Yu Gothic"/>
                <a:cs typeface="Yu Gothic"/>
              </a:defRPr>
            </a:lvl8pPr>
            <a:lvl9pPr>
              <a:buNone/>
              <a:defRPr sz="1425" b="0">
                <a:solidFill>
                  <a:srgbClr val="71818B"/>
                </a:solidFill>
                <a:latin typeface="Yu Gothic"/>
                <a:ea typeface="Yu Gothic"/>
                <a:cs typeface="Yu Gothic"/>
              </a:defRPr>
            </a:lvl9pPr>
          </a:lstStyle>
          <a:p xmlns:a="http://schemas.openxmlformats.org/drawingml/2006/main">
            <a:pPr>
              <a:buNone/>
              <a:defRPr sz="1425" b="0">
                <a:solidFill>
                  <a:srgbClr val="71818B"/>
                </a:solidFill>
                <a:latin typeface="Yu Gothic"/>
                <a:ea typeface="Yu Gothic"/>
                <a:cs typeface="Yu Gothic"/>
              </a:defRPr>
            </a:pPr>
            <a:r>
              <a:rPr sz="1425" b="0">
                <a:solidFill>
                  <a:srgbClr val="71818B"/>
                </a:solidFill>
                <a:latin typeface="Yu Gothic"/>
                <a:ea typeface="Yu Gothic"/>
                <a:cs typeface="Yu Gothic"/>
              </a:rPr>
              <a:t>工業材料概論　第12回</a:t>
            </a:r>
          </a:p>
        </p:txBody>
      </p:sp>
      <p:sp>
        <p:nvSpPr>
          <p:cNvPr id="8" name="正方形/長方形 7">
            <a:extLst xmlns:a="http://schemas.openxmlformats.org/drawingml/2006/main">
              <a:ext uri="{FF2B5EF4-FFF2-40B4-BE49-F238E27FC236}">
                <a16:creationId xmlns:a16="http://schemas.microsoft.com/office/drawing/2014/main" id="{8A491820-60AB-4575-98E5-F2CE2102D6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0" y="6353175"/>
            <a:ext cx="1047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>
              <a:defRPr sz="1425" b="0">
                <a:solidFill>
                  <a:srgbClr val="71818B"/>
                </a:solidFill>
                <a:latin typeface="Yu Gothic"/>
                <a:ea typeface="Yu Gothic"/>
                <a:cs typeface="Yu Gothic"/>
              </a:defRPr>
            </a:defPPr>
            <a:lvl1pPr>
              <a:buNone/>
              <a:defRPr sz="1425" b="0">
                <a:solidFill>
                  <a:srgbClr val="71818B"/>
                </a:solidFill>
                <a:latin typeface="Yu Gothic"/>
                <a:ea typeface="Yu Gothic"/>
                <a:cs typeface="Yu Gothic"/>
              </a:defRPr>
            </a:lvl1pPr>
            <a:lvl2pPr>
              <a:buNone/>
              <a:defRPr sz="1425" b="0">
                <a:solidFill>
                  <a:srgbClr val="71818B"/>
                </a:solidFill>
                <a:latin typeface="Yu Gothic"/>
                <a:ea typeface="Yu Gothic"/>
                <a:cs typeface="Yu Gothic"/>
              </a:defRPr>
            </a:lvl2pPr>
            <a:lvl3pPr>
              <a:buNone/>
              <a:defRPr sz="1425" b="0">
                <a:solidFill>
                  <a:srgbClr val="71818B"/>
                </a:solidFill>
                <a:latin typeface="Yu Gothic"/>
                <a:ea typeface="Yu Gothic"/>
                <a:cs typeface="Yu Gothic"/>
              </a:defRPr>
            </a:lvl3pPr>
            <a:lvl4pPr>
              <a:buNone/>
              <a:defRPr sz="1425" b="0">
                <a:solidFill>
                  <a:srgbClr val="71818B"/>
                </a:solidFill>
                <a:latin typeface="Yu Gothic"/>
                <a:ea typeface="Yu Gothic"/>
                <a:cs typeface="Yu Gothic"/>
              </a:defRPr>
            </a:lvl4pPr>
            <a:lvl5pPr>
              <a:buNone/>
              <a:defRPr sz="1425" b="0">
                <a:solidFill>
                  <a:srgbClr val="71818B"/>
                </a:solidFill>
                <a:latin typeface="Yu Gothic"/>
                <a:ea typeface="Yu Gothic"/>
                <a:cs typeface="Yu Gothic"/>
              </a:defRPr>
            </a:lvl5pPr>
            <a:lvl6pPr>
              <a:buNone/>
              <a:defRPr sz="1425" b="0">
                <a:solidFill>
                  <a:srgbClr val="71818B"/>
                </a:solidFill>
                <a:latin typeface="Yu Gothic"/>
                <a:ea typeface="Yu Gothic"/>
                <a:cs typeface="Yu Gothic"/>
              </a:defRPr>
            </a:lvl6pPr>
            <a:lvl7pPr>
              <a:buNone/>
              <a:defRPr sz="1425" b="0">
                <a:solidFill>
                  <a:srgbClr val="71818B"/>
                </a:solidFill>
                <a:latin typeface="Yu Gothic"/>
                <a:ea typeface="Yu Gothic"/>
                <a:cs typeface="Yu Gothic"/>
              </a:defRPr>
            </a:lvl7pPr>
            <a:lvl8pPr>
              <a:buNone/>
              <a:defRPr sz="1425" b="0">
                <a:solidFill>
                  <a:srgbClr val="71818B"/>
                </a:solidFill>
                <a:latin typeface="Yu Gothic"/>
                <a:ea typeface="Yu Gothic"/>
                <a:cs typeface="Yu Gothic"/>
              </a:defRPr>
            </a:lvl8pPr>
            <a:lvl9pPr>
              <a:buNone/>
              <a:defRPr sz="1425" b="0">
                <a:solidFill>
                  <a:srgbClr val="71818B"/>
                </a:solidFill>
                <a:latin typeface="Yu Gothic"/>
                <a:ea typeface="Yu Gothic"/>
                <a:cs typeface="Yu Gothic"/>
              </a:defRPr>
            </a:lvl9pPr>
          </a:lstStyle>
          <a:p xmlns:a="http://schemas.openxmlformats.org/drawingml/2006/main">
            <a:pPr>
              <a:buNone/>
              <a:defRPr sz="1425" b="0">
                <a:solidFill>
                  <a:srgbClr val="71818B"/>
                </a:solidFill>
                <a:latin typeface="Yu Gothic"/>
                <a:ea typeface="Yu Gothic"/>
                <a:cs typeface="Yu Gothic"/>
              </a:defRPr>
            </a:pPr>
            <a:r>
              <a:rPr sz="1425" b="0">
                <a:solidFill>
                  <a:srgbClr val="71818B"/>
                </a:solidFill>
                <a:latin typeface="Yu Gothic"/>
                <a:ea typeface="Yu Gothic"/>
                <a:cs typeface="Yu Gothic"/>
              </a:rPr>
              <a:t>27 / 41</a:t>
            </a:r>
            <a:endParaRPr sz="1425" b="0">
              <a:solidFill>
                <a:srgbClr val="71818B"/>
              </a:solidFill>
              <a:latin typeface="Yu Gothic"/>
              <a:ea typeface="Yu Gothic"/>
              <a:cs typeface="Yu Gothic"/>
            </a:endParaRPr>
          </a:p>
        </p:txBody>
      </p:sp>
    </p:spTree>
    <p:extLst>
      <p:ext uri="{BB962C8B-B14F-4D97-AF65-F5344CB8AC3E}">
        <p14:creationId xmlns:p14="http://schemas.microsoft.com/office/powerpoint/2010/main" val="3683231552"/>
      </p:ext>
    </p:extLst>
  </p:cSld>
</p:sld>
</file>

<file path=ppt/slides/slide2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正方形/長方形 8">
            <a:extLst xmlns:a="http://schemas.openxmlformats.org/drawingml/2006/main">
              <a:ext uri="{FF2B5EF4-FFF2-40B4-BE49-F238E27FC236}">
                <a16:creationId xmlns:a16="http://schemas.microsoft.com/office/drawing/2014/main" id="{CBB57144-70C9-46A9-BFA7-5890834E85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81000"/>
            <a:ext cx="108585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>
              <a:defRPr sz="3000" b="1">
                <a:solidFill>
                  <a:srgbClr val="193B59"/>
                </a:solidFill>
                <a:latin typeface="Yu Gothic"/>
                <a:ea typeface="Yu Gothic"/>
                <a:cs typeface="Yu Gothic"/>
              </a:defRPr>
            </a:defPPr>
            <a:lvl1pPr>
              <a:buNone/>
              <a:defRPr sz="3000" b="1">
                <a:solidFill>
                  <a:srgbClr val="193B59"/>
                </a:solidFill>
                <a:latin typeface="Yu Gothic"/>
                <a:ea typeface="Yu Gothic"/>
                <a:cs typeface="Yu Gothic"/>
              </a:defRPr>
            </a:lvl1pPr>
            <a:lvl2pPr>
              <a:buNone/>
              <a:defRPr sz="3000" b="1">
                <a:solidFill>
                  <a:srgbClr val="193B59"/>
                </a:solidFill>
                <a:latin typeface="Yu Gothic"/>
                <a:ea typeface="Yu Gothic"/>
                <a:cs typeface="Yu Gothic"/>
              </a:defRPr>
            </a:lvl2pPr>
            <a:lvl3pPr>
              <a:buNone/>
              <a:defRPr sz="3000" b="1">
                <a:solidFill>
                  <a:srgbClr val="193B59"/>
                </a:solidFill>
                <a:latin typeface="Yu Gothic"/>
                <a:ea typeface="Yu Gothic"/>
                <a:cs typeface="Yu Gothic"/>
              </a:defRPr>
            </a:lvl3pPr>
            <a:lvl4pPr>
              <a:buNone/>
              <a:defRPr sz="3000" b="1">
                <a:solidFill>
                  <a:srgbClr val="193B59"/>
                </a:solidFill>
                <a:latin typeface="Yu Gothic"/>
                <a:ea typeface="Yu Gothic"/>
                <a:cs typeface="Yu Gothic"/>
              </a:defRPr>
            </a:lvl4pPr>
            <a:lvl5pPr>
              <a:buNone/>
              <a:defRPr sz="3000" b="1">
                <a:solidFill>
                  <a:srgbClr val="193B59"/>
                </a:solidFill>
                <a:latin typeface="Yu Gothic"/>
                <a:ea typeface="Yu Gothic"/>
                <a:cs typeface="Yu Gothic"/>
              </a:defRPr>
            </a:lvl5pPr>
            <a:lvl6pPr>
              <a:buNone/>
              <a:defRPr sz="3000" b="1">
                <a:solidFill>
                  <a:srgbClr val="193B59"/>
                </a:solidFill>
                <a:latin typeface="Yu Gothic"/>
                <a:ea typeface="Yu Gothic"/>
                <a:cs typeface="Yu Gothic"/>
              </a:defRPr>
            </a:lvl6pPr>
            <a:lvl7pPr>
              <a:buNone/>
              <a:defRPr sz="3000" b="1">
                <a:solidFill>
                  <a:srgbClr val="193B59"/>
                </a:solidFill>
                <a:latin typeface="Yu Gothic"/>
                <a:ea typeface="Yu Gothic"/>
                <a:cs typeface="Yu Gothic"/>
              </a:defRPr>
            </a:lvl7pPr>
            <a:lvl8pPr>
              <a:buNone/>
              <a:defRPr sz="3000" b="1">
                <a:solidFill>
                  <a:srgbClr val="193B59"/>
                </a:solidFill>
                <a:latin typeface="Yu Gothic"/>
                <a:ea typeface="Yu Gothic"/>
                <a:cs typeface="Yu Gothic"/>
              </a:defRPr>
            </a:lvl8pPr>
            <a:lvl9pPr>
              <a:buNone/>
              <a:defRPr sz="3000" b="1">
                <a:solidFill>
                  <a:srgbClr val="193B59"/>
                </a:solidFill>
                <a:latin typeface="Yu Gothic"/>
                <a:ea typeface="Yu Gothic"/>
                <a:cs typeface="Yu Gothic"/>
              </a:defRPr>
            </a:lvl9pPr>
          </a:lstStyle>
          <a:p xmlns:a="http://schemas.openxmlformats.org/drawingml/2006/main">
            <a:pPr>
              <a:buNone/>
              <a:defRPr sz="3000" b="1">
                <a:solidFill>
                  <a:srgbClr val="193B59"/>
                </a:solidFill>
                <a:latin typeface="Yu Gothic"/>
                <a:ea typeface="Yu Gothic"/>
                <a:cs typeface="Yu Gothic"/>
              </a:defRPr>
            </a:pPr>
            <a:r>
              <a:rPr sz="3000" b="1">
                <a:solidFill>
                  <a:srgbClr val="193B59"/>
                </a:solidFill>
                <a:latin typeface="Yu Gothic"/>
                <a:ea typeface="Yu Gothic"/>
                <a:cs typeface="Yu Gothic"/>
              </a:rPr>
              <a:t>環境面の比較条件</a:t>
            </a:r>
          </a:p>
        </p:txBody>
      </p:sp>
      <p:sp>
        <p:nvSpPr>
          <p:cNvPr id="2" name="直線コネクタ 1">
            <a:extLst xmlns:a="http://schemas.openxmlformats.org/drawingml/2006/main">
              <a:ext uri="{FF2B5EF4-FFF2-40B4-BE49-F238E27FC236}">
                <a16:creationId xmlns:a16="http://schemas.microsoft.com/office/drawing/2014/main" id="{F1C6EBD4-B10E-456D-B9DB-6CEBDB9AF8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323975"/>
            <a:ext cx="10820400" cy="0"/>
          </a:xfrm>
          <a:prstGeom xmlns:a="http://schemas.openxmlformats.org/drawingml/2006/main" prst="line">
            <a:avLst/>
          </a:prstGeom>
          <a:ln xmlns:a="http://schemas.openxmlformats.org/drawingml/2006/main" w="19050">
            <a:solidFill>
              <a:srgbClr val="D8E1E7"/>
            </a:solidFill>
          </a:ln>
        </p:spPr>
      </p:sp>
      <p:sp>
        <p:nvSpPr>
          <p:cNvPr id="3" name="正方形/長方形 2">
            <a:extLst xmlns:a="http://schemas.openxmlformats.org/drawingml/2006/main">
              <a:ext uri="{FF2B5EF4-FFF2-40B4-BE49-F238E27FC236}">
                <a16:creationId xmlns:a16="http://schemas.microsoft.com/office/drawing/2014/main" id="{4A52FF45-11F3-431F-87BA-5703A87A26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1666875"/>
            <a:ext cx="10572750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>
              <a:defRPr sz="2250" b="1">
                <a:solidFill>
                  <a:srgbClr val="263D4D"/>
                </a:solidFill>
                <a:latin typeface="Yu Gothic"/>
                <a:ea typeface="Yu Gothic"/>
                <a:cs typeface="Yu Gothic"/>
              </a:defRPr>
            </a:defPPr>
            <a:lvl1pPr>
              <a:buNone/>
              <a:defRPr sz="2250" b="1">
                <a:solidFill>
                  <a:srgbClr val="263D4D"/>
                </a:solidFill>
                <a:latin typeface="Yu Gothic"/>
                <a:ea typeface="Yu Gothic"/>
                <a:cs typeface="Yu Gothic"/>
              </a:defRPr>
            </a:lvl1pPr>
            <a:lvl2pPr>
              <a:buNone/>
              <a:defRPr sz="2250" b="1">
                <a:solidFill>
                  <a:srgbClr val="263D4D"/>
                </a:solidFill>
                <a:latin typeface="Yu Gothic"/>
                <a:ea typeface="Yu Gothic"/>
                <a:cs typeface="Yu Gothic"/>
              </a:defRPr>
            </a:lvl2pPr>
            <a:lvl3pPr>
              <a:buNone/>
              <a:defRPr sz="2250" b="1">
                <a:solidFill>
                  <a:srgbClr val="263D4D"/>
                </a:solidFill>
                <a:latin typeface="Yu Gothic"/>
                <a:ea typeface="Yu Gothic"/>
                <a:cs typeface="Yu Gothic"/>
              </a:defRPr>
            </a:lvl3pPr>
            <a:lvl4pPr>
              <a:buNone/>
              <a:defRPr sz="2250" b="1">
                <a:solidFill>
                  <a:srgbClr val="263D4D"/>
                </a:solidFill>
                <a:latin typeface="Yu Gothic"/>
                <a:ea typeface="Yu Gothic"/>
                <a:cs typeface="Yu Gothic"/>
              </a:defRPr>
            </a:lvl4pPr>
            <a:lvl5pPr>
              <a:buNone/>
              <a:defRPr sz="2250" b="1">
                <a:solidFill>
                  <a:srgbClr val="263D4D"/>
                </a:solidFill>
                <a:latin typeface="Yu Gothic"/>
                <a:ea typeface="Yu Gothic"/>
                <a:cs typeface="Yu Gothic"/>
              </a:defRPr>
            </a:lvl5pPr>
            <a:lvl6pPr>
              <a:buNone/>
              <a:defRPr sz="2250" b="1">
                <a:solidFill>
                  <a:srgbClr val="263D4D"/>
                </a:solidFill>
                <a:latin typeface="Yu Gothic"/>
                <a:ea typeface="Yu Gothic"/>
                <a:cs typeface="Yu Gothic"/>
              </a:defRPr>
            </a:lvl6pPr>
            <a:lvl7pPr>
              <a:buNone/>
              <a:defRPr sz="2250" b="1">
                <a:solidFill>
                  <a:srgbClr val="263D4D"/>
                </a:solidFill>
                <a:latin typeface="Yu Gothic"/>
                <a:ea typeface="Yu Gothic"/>
                <a:cs typeface="Yu Gothic"/>
              </a:defRPr>
            </a:lvl7pPr>
            <a:lvl8pPr>
              <a:buNone/>
              <a:defRPr sz="2250" b="1">
                <a:solidFill>
                  <a:srgbClr val="263D4D"/>
                </a:solidFill>
                <a:latin typeface="Yu Gothic"/>
                <a:ea typeface="Yu Gothic"/>
                <a:cs typeface="Yu Gothic"/>
              </a:defRPr>
            </a:lvl8pPr>
            <a:lvl9pPr>
              <a:buNone/>
              <a:defRPr sz="2250" b="1">
                <a:solidFill>
                  <a:srgbClr val="263D4D"/>
                </a:solidFill>
                <a:latin typeface="Yu Gothic"/>
                <a:ea typeface="Yu Gothic"/>
                <a:cs typeface="Yu Gothic"/>
              </a:defRPr>
            </a:lvl9pPr>
          </a:lstStyle>
          <a:p xmlns:a="http://schemas.openxmlformats.org/drawingml/2006/main">
            <a:pPr>
              <a:buNone/>
              <a:defRPr sz="2250" b="1">
                <a:solidFill>
                  <a:srgbClr val="263D4D"/>
                </a:solidFill>
                <a:latin typeface="Yu Gothic"/>
                <a:ea typeface="Yu Gothic"/>
                <a:cs typeface="Yu Gothic"/>
              </a:defRPr>
            </a:pPr>
            <a:r>
              <a:rPr sz="2250" b="1">
                <a:solidFill>
                  <a:srgbClr val="263D4D"/>
                </a:solidFill>
                <a:latin typeface="Yu Gothic"/>
                <a:ea typeface="Yu Gothic"/>
                <a:cs typeface="Yu Gothic"/>
              </a:rPr>
              <a:t>同じ働きを、どれだけの期間提供するかをそろえる</a:t>
            </a:r>
          </a:p>
        </p:txBody>
      </p:sp>
      <p:sp>
        <p:nvSpPr>
          <p:cNvPr id="4" name="正方形/長方形 3">
            <a:extLst xmlns:a="http://schemas.openxmlformats.org/drawingml/2006/main">
              <a:ext uri="{FF2B5EF4-FFF2-40B4-BE49-F238E27FC236}">
                <a16:creationId xmlns:a16="http://schemas.microsoft.com/office/drawing/2014/main" id="{04237CA8-FD3A-45F3-B04E-23CA6FD02D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2619375"/>
            <a:ext cx="10572750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>
              <a:defRPr sz="2250" b="0">
                <a:solidFill>
                  <a:srgbClr val="263D4D"/>
                </a:solidFill>
                <a:latin typeface="Yu Gothic"/>
                <a:ea typeface="Yu Gothic"/>
                <a:cs typeface="Yu Gothic"/>
              </a:defRPr>
            </a:defPPr>
            <a:lvl1pPr>
              <a:buNone/>
              <a:defRPr sz="2250" b="0">
                <a:solidFill>
                  <a:srgbClr val="263D4D"/>
                </a:solidFill>
                <a:latin typeface="Yu Gothic"/>
                <a:ea typeface="Yu Gothic"/>
                <a:cs typeface="Yu Gothic"/>
              </a:defRPr>
            </a:lvl1pPr>
            <a:lvl2pPr>
              <a:buNone/>
              <a:defRPr sz="2250" b="0">
                <a:solidFill>
                  <a:srgbClr val="263D4D"/>
                </a:solidFill>
                <a:latin typeface="Yu Gothic"/>
                <a:ea typeface="Yu Gothic"/>
                <a:cs typeface="Yu Gothic"/>
              </a:defRPr>
            </a:lvl2pPr>
            <a:lvl3pPr>
              <a:buNone/>
              <a:defRPr sz="2250" b="0">
                <a:solidFill>
                  <a:srgbClr val="263D4D"/>
                </a:solidFill>
                <a:latin typeface="Yu Gothic"/>
                <a:ea typeface="Yu Gothic"/>
                <a:cs typeface="Yu Gothic"/>
              </a:defRPr>
            </a:lvl3pPr>
            <a:lvl4pPr>
              <a:buNone/>
              <a:defRPr sz="2250" b="0">
                <a:solidFill>
                  <a:srgbClr val="263D4D"/>
                </a:solidFill>
                <a:latin typeface="Yu Gothic"/>
                <a:ea typeface="Yu Gothic"/>
                <a:cs typeface="Yu Gothic"/>
              </a:defRPr>
            </a:lvl4pPr>
            <a:lvl5pPr>
              <a:buNone/>
              <a:defRPr sz="2250" b="0">
                <a:solidFill>
                  <a:srgbClr val="263D4D"/>
                </a:solidFill>
                <a:latin typeface="Yu Gothic"/>
                <a:ea typeface="Yu Gothic"/>
                <a:cs typeface="Yu Gothic"/>
              </a:defRPr>
            </a:lvl5pPr>
            <a:lvl6pPr>
              <a:buNone/>
              <a:defRPr sz="2250" b="0">
                <a:solidFill>
                  <a:srgbClr val="263D4D"/>
                </a:solidFill>
                <a:latin typeface="Yu Gothic"/>
                <a:ea typeface="Yu Gothic"/>
                <a:cs typeface="Yu Gothic"/>
              </a:defRPr>
            </a:lvl6pPr>
            <a:lvl7pPr>
              <a:buNone/>
              <a:defRPr sz="2250" b="0">
                <a:solidFill>
                  <a:srgbClr val="263D4D"/>
                </a:solidFill>
                <a:latin typeface="Yu Gothic"/>
                <a:ea typeface="Yu Gothic"/>
                <a:cs typeface="Yu Gothic"/>
              </a:defRPr>
            </a:lvl7pPr>
            <a:lvl8pPr>
              <a:buNone/>
              <a:defRPr sz="2250" b="0">
                <a:solidFill>
                  <a:srgbClr val="263D4D"/>
                </a:solidFill>
                <a:latin typeface="Yu Gothic"/>
                <a:ea typeface="Yu Gothic"/>
                <a:cs typeface="Yu Gothic"/>
              </a:defRPr>
            </a:lvl8pPr>
            <a:lvl9pPr>
              <a:buNone/>
              <a:defRPr sz="2250" b="0">
                <a:solidFill>
                  <a:srgbClr val="263D4D"/>
                </a:solidFill>
                <a:latin typeface="Yu Gothic"/>
                <a:ea typeface="Yu Gothic"/>
                <a:cs typeface="Yu Gothic"/>
              </a:defRPr>
            </a:lvl9pPr>
          </a:lstStyle>
          <a:p xmlns:a="http://schemas.openxmlformats.org/drawingml/2006/main">
            <a:pPr>
              <a:buNone/>
              <a:defRPr sz="2250" b="0">
                <a:solidFill>
                  <a:srgbClr val="263D4D"/>
                </a:solidFill>
                <a:latin typeface="Yu Gothic"/>
                <a:ea typeface="Yu Gothic"/>
                <a:cs typeface="Yu Gothic"/>
              </a:defRPr>
            </a:pPr>
            <a:r>
              <a:rPr sz="2250" b="0">
                <a:solidFill>
                  <a:srgbClr val="263D4D"/>
                </a:solidFill>
                <a:latin typeface="Yu Gothic"/>
                <a:ea typeface="Yu Gothic"/>
                <a:cs typeface="Yu Gothic"/>
              </a:rPr>
              <a:t>製造、輸送、使用、保守、回収までの範囲を決める</a:t>
            </a:r>
          </a:p>
        </p:txBody>
      </p:sp>
      <p:sp>
        <p:nvSpPr>
          <p:cNvPr id="5" name="正方形/長方形 4">
            <a:extLst xmlns:a="http://schemas.openxmlformats.org/drawingml/2006/main">
              <a:ext uri="{FF2B5EF4-FFF2-40B4-BE49-F238E27FC236}">
                <a16:creationId xmlns:a16="http://schemas.microsoft.com/office/drawing/2014/main" id="{F8846F02-6686-4CE5-A66E-1BD74A9EA7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3571875"/>
            <a:ext cx="10572750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>
              <a:defRPr sz="2250" b="0">
                <a:solidFill>
                  <a:srgbClr val="263D4D"/>
                </a:solidFill>
                <a:latin typeface="Yu Gothic"/>
                <a:ea typeface="Yu Gothic"/>
                <a:cs typeface="Yu Gothic"/>
              </a:defRPr>
            </a:defPPr>
            <a:lvl1pPr>
              <a:buNone/>
              <a:defRPr sz="2250" b="0">
                <a:solidFill>
                  <a:srgbClr val="263D4D"/>
                </a:solidFill>
                <a:latin typeface="Yu Gothic"/>
                <a:ea typeface="Yu Gothic"/>
                <a:cs typeface="Yu Gothic"/>
              </a:defRPr>
            </a:lvl1pPr>
            <a:lvl2pPr>
              <a:buNone/>
              <a:defRPr sz="2250" b="0">
                <a:solidFill>
                  <a:srgbClr val="263D4D"/>
                </a:solidFill>
                <a:latin typeface="Yu Gothic"/>
                <a:ea typeface="Yu Gothic"/>
                <a:cs typeface="Yu Gothic"/>
              </a:defRPr>
            </a:lvl2pPr>
            <a:lvl3pPr>
              <a:buNone/>
              <a:defRPr sz="2250" b="0">
                <a:solidFill>
                  <a:srgbClr val="263D4D"/>
                </a:solidFill>
                <a:latin typeface="Yu Gothic"/>
                <a:ea typeface="Yu Gothic"/>
                <a:cs typeface="Yu Gothic"/>
              </a:defRPr>
            </a:lvl3pPr>
            <a:lvl4pPr>
              <a:buNone/>
              <a:defRPr sz="2250" b="0">
                <a:solidFill>
                  <a:srgbClr val="263D4D"/>
                </a:solidFill>
                <a:latin typeface="Yu Gothic"/>
                <a:ea typeface="Yu Gothic"/>
                <a:cs typeface="Yu Gothic"/>
              </a:defRPr>
            </a:lvl4pPr>
            <a:lvl5pPr>
              <a:buNone/>
              <a:defRPr sz="2250" b="0">
                <a:solidFill>
                  <a:srgbClr val="263D4D"/>
                </a:solidFill>
                <a:latin typeface="Yu Gothic"/>
                <a:ea typeface="Yu Gothic"/>
                <a:cs typeface="Yu Gothic"/>
              </a:defRPr>
            </a:lvl5pPr>
            <a:lvl6pPr>
              <a:buNone/>
              <a:defRPr sz="2250" b="0">
                <a:solidFill>
                  <a:srgbClr val="263D4D"/>
                </a:solidFill>
                <a:latin typeface="Yu Gothic"/>
                <a:ea typeface="Yu Gothic"/>
                <a:cs typeface="Yu Gothic"/>
              </a:defRPr>
            </a:lvl6pPr>
            <a:lvl7pPr>
              <a:buNone/>
              <a:defRPr sz="2250" b="0">
                <a:solidFill>
                  <a:srgbClr val="263D4D"/>
                </a:solidFill>
                <a:latin typeface="Yu Gothic"/>
                <a:ea typeface="Yu Gothic"/>
                <a:cs typeface="Yu Gothic"/>
              </a:defRPr>
            </a:lvl7pPr>
            <a:lvl8pPr>
              <a:buNone/>
              <a:defRPr sz="2250" b="0">
                <a:solidFill>
                  <a:srgbClr val="263D4D"/>
                </a:solidFill>
                <a:latin typeface="Yu Gothic"/>
                <a:ea typeface="Yu Gothic"/>
                <a:cs typeface="Yu Gothic"/>
              </a:defRPr>
            </a:lvl8pPr>
            <a:lvl9pPr>
              <a:buNone/>
              <a:defRPr sz="2250" b="0">
                <a:solidFill>
                  <a:srgbClr val="263D4D"/>
                </a:solidFill>
                <a:latin typeface="Yu Gothic"/>
                <a:ea typeface="Yu Gothic"/>
                <a:cs typeface="Yu Gothic"/>
              </a:defRPr>
            </a:lvl9pPr>
          </a:lstStyle>
          <a:p xmlns:a="http://schemas.openxmlformats.org/drawingml/2006/main">
            <a:pPr>
              <a:buNone/>
              <a:defRPr sz="2250" b="0">
                <a:solidFill>
                  <a:srgbClr val="263D4D"/>
                </a:solidFill>
                <a:latin typeface="Yu Gothic"/>
                <a:ea typeface="Yu Gothic"/>
                <a:cs typeface="Yu Gothic"/>
              </a:defRPr>
            </a:pPr>
            <a:r>
              <a:rPr sz="2250" b="0">
                <a:solidFill>
                  <a:srgbClr val="263D4D"/>
                </a:solidFill>
                <a:latin typeface="Yu Gothic"/>
                <a:ea typeface="Yu Gothic"/>
                <a:cs typeface="Yu Gothic"/>
              </a:rPr>
              <a:t>原料由来だけで、製品全体の環境負荷を断定しない</a:t>
            </a:r>
          </a:p>
        </p:txBody>
      </p:sp>
      <p:sp>
        <p:nvSpPr>
          <p:cNvPr id="6" name="正方形/長方形 5">
            <a:extLst xmlns:a="http://schemas.openxmlformats.org/drawingml/2006/main">
              <a:ext uri="{FF2B5EF4-FFF2-40B4-BE49-F238E27FC236}">
                <a16:creationId xmlns:a16="http://schemas.microsoft.com/office/drawing/2014/main" id="{5729CF08-A72C-42DE-8AD7-C1257FF8C3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4524375"/>
            <a:ext cx="10572750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>
              <a:defRPr sz="2250" b="0">
                <a:solidFill>
                  <a:srgbClr val="263D4D"/>
                </a:solidFill>
                <a:latin typeface="Yu Gothic"/>
                <a:ea typeface="Yu Gothic"/>
                <a:cs typeface="Yu Gothic"/>
              </a:defRPr>
            </a:defPPr>
            <a:lvl1pPr>
              <a:buNone/>
              <a:defRPr sz="2250" b="0">
                <a:solidFill>
                  <a:srgbClr val="263D4D"/>
                </a:solidFill>
                <a:latin typeface="Yu Gothic"/>
                <a:ea typeface="Yu Gothic"/>
                <a:cs typeface="Yu Gothic"/>
              </a:defRPr>
            </a:lvl1pPr>
            <a:lvl2pPr>
              <a:buNone/>
              <a:defRPr sz="2250" b="0">
                <a:solidFill>
                  <a:srgbClr val="263D4D"/>
                </a:solidFill>
                <a:latin typeface="Yu Gothic"/>
                <a:ea typeface="Yu Gothic"/>
                <a:cs typeface="Yu Gothic"/>
              </a:defRPr>
            </a:lvl2pPr>
            <a:lvl3pPr>
              <a:buNone/>
              <a:defRPr sz="2250" b="0">
                <a:solidFill>
                  <a:srgbClr val="263D4D"/>
                </a:solidFill>
                <a:latin typeface="Yu Gothic"/>
                <a:ea typeface="Yu Gothic"/>
                <a:cs typeface="Yu Gothic"/>
              </a:defRPr>
            </a:lvl3pPr>
            <a:lvl4pPr>
              <a:buNone/>
              <a:defRPr sz="2250" b="0">
                <a:solidFill>
                  <a:srgbClr val="263D4D"/>
                </a:solidFill>
                <a:latin typeface="Yu Gothic"/>
                <a:ea typeface="Yu Gothic"/>
                <a:cs typeface="Yu Gothic"/>
              </a:defRPr>
            </a:lvl4pPr>
            <a:lvl5pPr>
              <a:buNone/>
              <a:defRPr sz="2250" b="0">
                <a:solidFill>
                  <a:srgbClr val="263D4D"/>
                </a:solidFill>
                <a:latin typeface="Yu Gothic"/>
                <a:ea typeface="Yu Gothic"/>
                <a:cs typeface="Yu Gothic"/>
              </a:defRPr>
            </a:lvl5pPr>
            <a:lvl6pPr>
              <a:buNone/>
              <a:defRPr sz="2250" b="0">
                <a:solidFill>
                  <a:srgbClr val="263D4D"/>
                </a:solidFill>
                <a:latin typeface="Yu Gothic"/>
                <a:ea typeface="Yu Gothic"/>
                <a:cs typeface="Yu Gothic"/>
              </a:defRPr>
            </a:lvl6pPr>
            <a:lvl7pPr>
              <a:buNone/>
              <a:defRPr sz="2250" b="0">
                <a:solidFill>
                  <a:srgbClr val="263D4D"/>
                </a:solidFill>
                <a:latin typeface="Yu Gothic"/>
                <a:ea typeface="Yu Gothic"/>
                <a:cs typeface="Yu Gothic"/>
              </a:defRPr>
            </a:lvl7pPr>
            <a:lvl8pPr>
              <a:buNone/>
              <a:defRPr sz="2250" b="0">
                <a:solidFill>
                  <a:srgbClr val="263D4D"/>
                </a:solidFill>
                <a:latin typeface="Yu Gothic"/>
                <a:ea typeface="Yu Gothic"/>
                <a:cs typeface="Yu Gothic"/>
              </a:defRPr>
            </a:lvl8pPr>
            <a:lvl9pPr>
              <a:buNone/>
              <a:defRPr sz="2250" b="0">
                <a:solidFill>
                  <a:srgbClr val="263D4D"/>
                </a:solidFill>
                <a:latin typeface="Yu Gothic"/>
                <a:ea typeface="Yu Gothic"/>
                <a:cs typeface="Yu Gothic"/>
              </a:defRPr>
            </a:lvl9pPr>
          </a:lstStyle>
          <a:p xmlns:a="http://schemas.openxmlformats.org/drawingml/2006/main">
            <a:pPr>
              <a:buNone/>
              <a:defRPr sz="2250" b="0">
                <a:solidFill>
                  <a:srgbClr val="263D4D"/>
                </a:solidFill>
                <a:latin typeface="Yu Gothic"/>
                <a:ea typeface="Yu Gothic"/>
                <a:cs typeface="Yu Gothic"/>
              </a:defRPr>
            </a:pPr>
            <a:r>
              <a:rPr sz="2250" b="0">
                <a:solidFill>
                  <a:srgbClr val="263D4D"/>
                </a:solidFill>
                <a:latin typeface="Yu Gothic"/>
                <a:ea typeface="Yu Gothic"/>
                <a:cs typeface="Yu Gothic"/>
              </a:rPr>
              <a:t>数値や回収条件が不足する項目は、未確認とする</a:t>
            </a:r>
          </a:p>
        </p:txBody>
      </p:sp>
      <p:sp>
        <p:nvSpPr>
          <p:cNvPr id="7" name="正方形/長方形 6">
            <a:extLst xmlns:a="http://schemas.openxmlformats.org/drawingml/2006/main">
              <a:ext uri="{FF2B5EF4-FFF2-40B4-BE49-F238E27FC236}">
                <a16:creationId xmlns:a16="http://schemas.microsoft.com/office/drawing/2014/main" id="{1108F969-269A-454A-9633-9C96BE1671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353175"/>
            <a:ext cx="8953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>
              <a:defRPr sz="1425" b="0">
                <a:solidFill>
                  <a:srgbClr val="71818B"/>
                </a:solidFill>
                <a:latin typeface="Yu Gothic"/>
                <a:ea typeface="Yu Gothic"/>
                <a:cs typeface="Yu Gothic"/>
              </a:defRPr>
            </a:defPPr>
            <a:lvl1pPr>
              <a:buNone/>
              <a:defRPr sz="1425" b="0">
                <a:solidFill>
                  <a:srgbClr val="71818B"/>
                </a:solidFill>
                <a:latin typeface="Yu Gothic"/>
                <a:ea typeface="Yu Gothic"/>
                <a:cs typeface="Yu Gothic"/>
              </a:defRPr>
            </a:lvl1pPr>
            <a:lvl2pPr>
              <a:buNone/>
              <a:defRPr sz="1425" b="0">
                <a:solidFill>
                  <a:srgbClr val="71818B"/>
                </a:solidFill>
                <a:latin typeface="Yu Gothic"/>
                <a:ea typeface="Yu Gothic"/>
                <a:cs typeface="Yu Gothic"/>
              </a:defRPr>
            </a:lvl2pPr>
            <a:lvl3pPr>
              <a:buNone/>
              <a:defRPr sz="1425" b="0">
                <a:solidFill>
                  <a:srgbClr val="71818B"/>
                </a:solidFill>
                <a:latin typeface="Yu Gothic"/>
                <a:ea typeface="Yu Gothic"/>
                <a:cs typeface="Yu Gothic"/>
              </a:defRPr>
            </a:lvl3pPr>
            <a:lvl4pPr>
              <a:buNone/>
              <a:defRPr sz="1425" b="0">
                <a:solidFill>
                  <a:srgbClr val="71818B"/>
                </a:solidFill>
                <a:latin typeface="Yu Gothic"/>
                <a:ea typeface="Yu Gothic"/>
                <a:cs typeface="Yu Gothic"/>
              </a:defRPr>
            </a:lvl4pPr>
            <a:lvl5pPr>
              <a:buNone/>
              <a:defRPr sz="1425" b="0">
                <a:solidFill>
                  <a:srgbClr val="71818B"/>
                </a:solidFill>
                <a:latin typeface="Yu Gothic"/>
                <a:ea typeface="Yu Gothic"/>
                <a:cs typeface="Yu Gothic"/>
              </a:defRPr>
            </a:lvl5pPr>
            <a:lvl6pPr>
              <a:buNone/>
              <a:defRPr sz="1425" b="0">
                <a:solidFill>
                  <a:srgbClr val="71818B"/>
                </a:solidFill>
                <a:latin typeface="Yu Gothic"/>
                <a:ea typeface="Yu Gothic"/>
                <a:cs typeface="Yu Gothic"/>
              </a:defRPr>
            </a:lvl6pPr>
            <a:lvl7pPr>
              <a:buNone/>
              <a:defRPr sz="1425" b="0">
                <a:solidFill>
                  <a:srgbClr val="71818B"/>
                </a:solidFill>
                <a:latin typeface="Yu Gothic"/>
                <a:ea typeface="Yu Gothic"/>
                <a:cs typeface="Yu Gothic"/>
              </a:defRPr>
            </a:lvl7pPr>
            <a:lvl8pPr>
              <a:buNone/>
              <a:defRPr sz="1425" b="0">
                <a:solidFill>
                  <a:srgbClr val="71818B"/>
                </a:solidFill>
                <a:latin typeface="Yu Gothic"/>
                <a:ea typeface="Yu Gothic"/>
                <a:cs typeface="Yu Gothic"/>
              </a:defRPr>
            </a:lvl8pPr>
            <a:lvl9pPr>
              <a:buNone/>
              <a:defRPr sz="1425" b="0">
                <a:solidFill>
                  <a:srgbClr val="71818B"/>
                </a:solidFill>
                <a:latin typeface="Yu Gothic"/>
                <a:ea typeface="Yu Gothic"/>
                <a:cs typeface="Yu Gothic"/>
              </a:defRPr>
            </a:lvl9pPr>
          </a:lstStyle>
          <a:p xmlns:a="http://schemas.openxmlformats.org/drawingml/2006/main">
            <a:pPr>
              <a:buNone/>
              <a:defRPr sz="1425" b="0">
                <a:solidFill>
                  <a:srgbClr val="71818B"/>
                </a:solidFill>
                <a:latin typeface="Yu Gothic"/>
                <a:ea typeface="Yu Gothic"/>
                <a:cs typeface="Yu Gothic"/>
              </a:defRPr>
            </a:pPr>
            <a:r>
              <a:rPr sz="1425" b="0">
                <a:solidFill>
                  <a:srgbClr val="71818B"/>
                </a:solidFill>
                <a:latin typeface="Yu Gothic"/>
                <a:ea typeface="Yu Gothic"/>
                <a:cs typeface="Yu Gothic"/>
              </a:rPr>
              <a:t>工業材料概論　第12回</a:t>
            </a:r>
          </a:p>
        </p:txBody>
      </p:sp>
      <p:sp>
        <p:nvSpPr>
          <p:cNvPr id="8" name="正方形/長方形 7">
            <a:extLst xmlns:a="http://schemas.openxmlformats.org/drawingml/2006/main">
              <a:ext uri="{FF2B5EF4-FFF2-40B4-BE49-F238E27FC236}">
                <a16:creationId xmlns:a16="http://schemas.microsoft.com/office/drawing/2014/main" id="{FAA60102-D5FA-4900-9076-CF393B4A14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82250" y="6353175"/>
            <a:ext cx="1238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>
              <a:defRPr sz="1425" b="0">
                <a:solidFill>
                  <a:srgbClr val="71818B"/>
                </a:solidFill>
                <a:latin typeface="Yu Gothic"/>
                <a:ea typeface="Yu Gothic"/>
                <a:cs typeface="Yu Gothic"/>
              </a:defRPr>
            </a:defPPr>
            <a:lvl1pPr>
              <a:buNone/>
              <a:defRPr sz="1425" b="0">
                <a:solidFill>
                  <a:srgbClr val="71818B"/>
                </a:solidFill>
                <a:latin typeface="Yu Gothic"/>
                <a:ea typeface="Yu Gothic"/>
                <a:cs typeface="Yu Gothic"/>
              </a:defRPr>
            </a:lvl1pPr>
            <a:lvl2pPr>
              <a:buNone/>
              <a:defRPr sz="1425" b="0">
                <a:solidFill>
                  <a:srgbClr val="71818B"/>
                </a:solidFill>
                <a:latin typeface="Yu Gothic"/>
                <a:ea typeface="Yu Gothic"/>
                <a:cs typeface="Yu Gothic"/>
              </a:defRPr>
            </a:lvl2pPr>
            <a:lvl3pPr>
              <a:buNone/>
              <a:defRPr sz="1425" b="0">
                <a:solidFill>
                  <a:srgbClr val="71818B"/>
                </a:solidFill>
                <a:latin typeface="Yu Gothic"/>
                <a:ea typeface="Yu Gothic"/>
                <a:cs typeface="Yu Gothic"/>
              </a:defRPr>
            </a:lvl3pPr>
            <a:lvl4pPr>
              <a:buNone/>
              <a:defRPr sz="1425" b="0">
                <a:solidFill>
                  <a:srgbClr val="71818B"/>
                </a:solidFill>
                <a:latin typeface="Yu Gothic"/>
                <a:ea typeface="Yu Gothic"/>
                <a:cs typeface="Yu Gothic"/>
              </a:defRPr>
            </a:lvl4pPr>
            <a:lvl5pPr>
              <a:buNone/>
              <a:defRPr sz="1425" b="0">
                <a:solidFill>
                  <a:srgbClr val="71818B"/>
                </a:solidFill>
                <a:latin typeface="Yu Gothic"/>
                <a:ea typeface="Yu Gothic"/>
                <a:cs typeface="Yu Gothic"/>
              </a:defRPr>
            </a:lvl5pPr>
            <a:lvl6pPr>
              <a:buNone/>
              <a:defRPr sz="1425" b="0">
                <a:solidFill>
                  <a:srgbClr val="71818B"/>
                </a:solidFill>
                <a:latin typeface="Yu Gothic"/>
                <a:ea typeface="Yu Gothic"/>
                <a:cs typeface="Yu Gothic"/>
              </a:defRPr>
            </a:lvl6pPr>
            <a:lvl7pPr>
              <a:buNone/>
              <a:defRPr sz="1425" b="0">
                <a:solidFill>
                  <a:srgbClr val="71818B"/>
                </a:solidFill>
                <a:latin typeface="Yu Gothic"/>
                <a:ea typeface="Yu Gothic"/>
                <a:cs typeface="Yu Gothic"/>
              </a:defRPr>
            </a:lvl7pPr>
            <a:lvl8pPr>
              <a:buNone/>
              <a:defRPr sz="1425" b="0">
                <a:solidFill>
                  <a:srgbClr val="71818B"/>
                </a:solidFill>
                <a:latin typeface="Yu Gothic"/>
                <a:ea typeface="Yu Gothic"/>
                <a:cs typeface="Yu Gothic"/>
              </a:defRPr>
            </a:lvl8pPr>
            <a:lvl9pPr>
              <a:buNone/>
              <a:defRPr sz="1425" b="0">
                <a:solidFill>
                  <a:srgbClr val="71818B"/>
                </a:solidFill>
                <a:latin typeface="Yu Gothic"/>
                <a:ea typeface="Yu Gothic"/>
                <a:cs typeface="Yu Gothic"/>
              </a:defRPr>
            </a:lvl9pPr>
          </a:lstStyle>
          <a:p xmlns:a="http://schemas.openxmlformats.org/drawingml/2006/main">
            <a:pPr>
              <a:buNone/>
              <a:defRPr sz="1425" b="0">
                <a:solidFill>
                  <a:srgbClr val="71818B"/>
                </a:solidFill>
                <a:latin typeface="Yu Gothic"/>
                <a:ea typeface="Yu Gothic"/>
                <a:cs typeface="Yu Gothic"/>
              </a:defRPr>
            </a:pPr>
            <a:r>
              <a:rPr sz="1425" b="0">
                <a:solidFill>
                  <a:srgbClr val="71818B"/>
                </a:solidFill>
                <a:latin typeface="Yu Gothic"/>
                <a:ea typeface="Yu Gothic"/>
                <a:cs typeface="Yu Gothic"/>
              </a:rPr>
              <a:t>28 / 41</a:t>
            </a:r>
            <a:endParaRPr sz="1425" b="0">
              <a:solidFill>
                <a:srgbClr val="71818B"/>
              </a:solidFill>
              <a:latin typeface="Yu Gothic"/>
              <a:ea typeface="Yu Gothic"/>
              <a:cs typeface="Yu Gothic"/>
            </a:endParaRPr>
          </a:p>
        </p:txBody>
      </p:sp>
    </p:spTree>
    <p:extLst>
      <p:ext uri="{BB962C8B-B14F-4D97-AF65-F5344CB8AC3E}">
        <p14:creationId xmlns:p14="http://schemas.microsoft.com/office/powerpoint/2010/main" val="490250090"/>
      </p:ext>
    </p:extLst>
  </p:cSld>
</p:sld>
</file>

<file path=ppt/slides/slide2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正方形/長方形 8">
            <a:extLst xmlns:a="http://schemas.openxmlformats.org/drawingml/2006/main">
              <a:ext uri="{FF2B5EF4-FFF2-40B4-BE49-F238E27FC236}">
                <a16:creationId xmlns:a16="http://schemas.microsoft.com/office/drawing/2014/main" id="{30AB9B08-ED70-4EA7-88F6-BC63A95A5F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81000"/>
            <a:ext cx="108585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>
              <a:defRPr sz="3000" b="1">
                <a:solidFill>
                  <a:srgbClr val="193B59"/>
                </a:solidFill>
                <a:latin typeface="Yu Gothic"/>
                <a:ea typeface="Yu Gothic"/>
                <a:cs typeface="Yu Gothic"/>
              </a:defRPr>
            </a:defPPr>
            <a:lvl1pPr>
              <a:buNone/>
              <a:defRPr sz="3000" b="1">
                <a:solidFill>
                  <a:srgbClr val="193B59"/>
                </a:solidFill>
                <a:latin typeface="Yu Gothic"/>
                <a:ea typeface="Yu Gothic"/>
                <a:cs typeface="Yu Gothic"/>
              </a:defRPr>
            </a:lvl1pPr>
            <a:lvl2pPr>
              <a:buNone/>
              <a:defRPr sz="3000" b="1">
                <a:solidFill>
                  <a:srgbClr val="193B59"/>
                </a:solidFill>
                <a:latin typeface="Yu Gothic"/>
                <a:ea typeface="Yu Gothic"/>
                <a:cs typeface="Yu Gothic"/>
              </a:defRPr>
            </a:lvl2pPr>
            <a:lvl3pPr>
              <a:buNone/>
              <a:defRPr sz="3000" b="1">
                <a:solidFill>
                  <a:srgbClr val="193B59"/>
                </a:solidFill>
                <a:latin typeface="Yu Gothic"/>
                <a:ea typeface="Yu Gothic"/>
                <a:cs typeface="Yu Gothic"/>
              </a:defRPr>
            </a:lvl3pPr>
            <a:lvl4pPr>
              <a:buNone/>
              <a:defRPr sz="3000" b="1">
                <a:solidFill>
                  <a:srgbClr val="193B59"/>
                </a:solidFill>
                <a:latin typeface="Yu Gothic"/>
                <a:ea typeface="Yu Gothic"/>
                <a:cs typeface="Yu Gothic"/>
              </a:defRPr>
            </a:lvl4pPr>
            <a:lvl5pPr>
              <a:buNone/>
              <a:defRPr sz="3000" b="1">
                <a:solidFill>
                  <a:srgbClr val="193B59"/>
                </a:solidFill>
                <a:latin typeface="Yu Gothic"/>
                <a:ea typeface="Yu Gothic"/>
                <a:cs typeface="Yu Gothic"/>
              </a:defRPr>
            </a:lvl5pPr>
            <a:lvl6pPr>
              <a:buNone/>
              <a:defRPr sz="3000" b="1">
                <a:solidFill>
                  <a:srgbClr val="193B59"/>
                </a:solidFill>
                <a:latin typeface="Yu Gothic"/>
                <a:ea typeface="Yu Gothic"/>
                <a:cs typeface="Yu Gothic"/>
              </a:defRPr>
            </a:lvl6pPr>
            <a:lvl7pPr>
              <a:buNone/>
              <a:defRPr sz="3000" b="1">
                <a:solidFill>
                  <a:srgbClr val="193B59"/>
                </a:solidFill>
                <a:latin typeface="Yu Gothic"/>
                <a:ea typeface="Yu Gothic"/>
                <a:cs typeface="Yu Gothic"/>
              </a:defRPr>
            </a:lvl7pPr>
            <a:lvl8pPr>
              <a:buNone/>
              <a:defRPr sz="3000" b="1">
                <a:solidFill>
                  <a:srgbClr val="193B59"/>
                </a:solidFill>
                <a:latin typeface="Yu Gothic"/>
                <a:ea typeface="Yu Gothic"/>
                <a:cs typeface="Yu Gothic"/>
              </a:defRPr>
            </a:lvl8pPr>
            <a:lvl9pPr>
              <a:buNone/>
              <a:defRPr sz="3000" b="1">
                <a:solidFill>
                  <a:srgbClr val="193B59"/>
                </a:solidFill>
                <a:latin typeface="Yu Gothic"/>
                <a:ea typeface="Yu Gothic"/>
                <a:cs typeface="Yu Gothic"/>
              </a:defRPr>
            </a:lvl9pPr>
          </a:lstStyle>
          <a:p xmlns:a="http://schemas.openxmlformats.org/drawingml/2006/main">
            <a:pPr>
              <a:buNone/>
              <a:defRPr sz="3000" b="1">
                <a:solidFill>
                  <a:srgbClr val="193B59"/>
                </a:solidFill>
                <a:latin typeface="Yu Gothic"/>
                <a:ea typeface="Yu Gothic"/>
                <a:cs typeface="Yu Gothic"/>
              </a:defRPr>
            </a:pPr>
            <a:r>
              <a:rPr sz="3000" b="1">
                <a:solidFill>
                  <a:srgbClr val="193B59"/>
                </a:solidFill>
                <a:latin typeface="Yu Gothic"/>
                <a:ea typeface="Yu Gothic"/>
                <a:cs typeface="Yu Gothic"/>
              </a:rPr>
              <a:t>重み付けと、判断の透明性</a:t>
            </a:r>
          </a:p>
        </p:txBody>
      </p:sp>
      <p:sp>
        <p:nvSpPr>
          <p:cNvPr id="2" name="直線コネクタ 1">
            <a:extLst xmlns:a="http://schemas.openxmlformats.org/drawingml/2006/main">
              <a:ext uri="{FF2B5EF4-FFF2-40B4-BE49-F238E27FC236}">
                <a16:creationId xmlns:a16="http://schemas.microsoft.com/office/drawing/2014/main" id="{09118A3E-4C58-4BB1-A8F9-AF167A61B6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323975"/>
            <a:ext cx="10820400" cy="0"/>
          </a:xfrm>
          <a:prstGeom xmlns:a="http://schemas.openxmlformats.org/drawingml/2006/main" prst="line">
            <a:avLst/>
          </a:prstGeom>
          <a:ln xmlns:a="http://schemas.openxmlformats.org/drawingml/2006/main" w="19050">
            <a:solidFill>
              <a:srgbClr val="D8E1E7"/>
            </a:solidFill>
          </a:ln>
        </p:spPr>
      </p:sp>
      <p:sp>
        <p:nvSpPr>
          <p:cNvPr id="3" name="正方形/長方形 2">
            <a:extLst xmlns:a="http://schemas.openxmlformats.org/drawingml/2006/main">
              <a:ext uri="{FF2B5EF4-FFF2-40B4-BE49-F238E27FC236}">
                <a16:creationId xmlns:a16="http://schemas.microsoft.com/office/drawing/2014/main" id="{A7703525-FAF7-42D0-B9CC-340D762F53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1666875"/>
            <a:ext cx="10572750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>
              <a:defRPr sz="2250" b="1">
                <a:solidFill>
                  <a:srgbClr val="263D4D"/>
                </a:solidFill>
                <a:latin typeface="Yu Gothic"/>
                <a:ea typeface="Yu Gothic"/>
                <a:cs typeface="Yu Gothic"/>
              </a:defRPr>
            </a:defPPr>
            <a:lvl1pPr>
              <a:buNone/>
              <a:defRPr sz="2250" b="1">
                <a:solidFill>
                  <a:srgbClr val="263D4D"/>
                </a:solidFill>
                <a:latin typeface="Yu Gothic"/>
                <a:ea typeface="Yu Gothic"/>
                <a:cs typeface="Yu Gothic"/>
              </a:defRPr>
            </a:lvl1pPr>
            <a:lvl2pPr>
              <a:buNone/>
              <a:defRPr sz="2250" b="1">
                <a:solidFill>
                  <a:srgbClr val="263D4D"/>
                </a:solidFill>
                <a:latin typeface="Yu Gothic"/>
                <a:ea typeface="Yu Gothic"/>
                <a:cs typeface="Yu Gothic"/>
              </a:defRPr>
            </a:lvl2pPr>
            <a:lvl3pPr>
              <a:buNone/>
              <a:defRPr sz="2250" b="1">
                <a:solidFill>
                  <a:srgbClr val="263D4D"/>
                </a:solidFill>
                <a:latin typeface="Yu Gothic"/>
                <a:ea typeface="Yu Gothic"/>
                <a:cs typeface="Yu Gothic"/>
              </a:defRPr>
            </a:lvl3pPr>
            <a:lvl4pPr>
              <a:buNone/>
              <a:defRPr sz="2250" b="1">
                <a:solidFill>
                  <a:srgbClr val="263D4D"/>
                </a:solidFill>
                <a:latin typeface="Yu Gothic"/>
                <a:ea typeface="Yu Gothic"/>
                <a:cs typeface="Yu Gothic"/>
              </a:defRPr>
            </a:lvl4pPr>
            <a:lvl5pPr>
              <a:buNone/>
              <a:defRPr sz="2250" b="1">
                <a:solidFill>
                  <a:srgbClr val="263D4D"/>
                </a:solidFill>
                <a:latin typeface="Yu Gothic"/>
                <a:ea typeface="Yu Gothic"/>
                <a:cs typeface="Yu Gothic"/>
              </a:defRPr>
            </a:lvl5pPr>
            <a:lvl6pPr>
              <a:buNone/>
              <a:defRPr sz="2250" b="1">
                <a:solidFill>
                  <a:srgbClr val="263D4D"/>
                </a:solidFill>
                <a:latin typeface="Yu Gothic"/>
                <a:ea typeface="Yu Gothic"/>
                <a:cs typeface="Yu Gothic"/>
              </a:defRPr>
            </a:lvl6pPr>
            <a:lvl7pPr>
              <a:buNone/>
              <a:defRPr sz="2250" b="1">
                <a:solidFill>
                  <a:srgbClr val="263D4D"/>
                </a:solidFill>
                <a:latin typeface="Yu Gothic"/>
                <a:ea typeface="Yu Gothic"/>
                <a:cs typeface="Yu Gothic"/>
              </a:defRPr>
            </a:lvl7pPr>
            <a:lvl8pPr>
              <a:buNone/>
              <a:defRPr sz="2250" b="1">
                <a:solidFill>
                  <a:srgbClr val="263D4D"/>
                </a:solidFill>
                <a:latin typeface="Yu Gothic"/>
                <a:ea typeface="Yu Gothic"/>
                <a:cs typeface="Yu Gothic"/>
              </a:defRPr>
            </a:lvl8pPr>
            <a:lvl9pPr>
              <a:buNone/>
              <a:defRPr sz="2250" b="1">
                <a:solidFill>
                  <a:srgbClr val="263D4D"/>
                </a:solidFill>
                <a:latin typeface="Yu Gothic"/>
                <a:ea typeface="Yu Gothic"/>
                <a:cs typeface="Yu Gothic"/>
              </a:defRPr>
            </a:lvl9pPr>
          </a:lstStyle>
          <a:p xmlns:a="http://schemas.openxmlformats.org/drawingml/2006/main">
            <a:pPr>
              <a:buNone/>
              <a:defRPr sz="2250" b="1">
                <a:solidFill>
                  <a:srgbClr val="263D4D"/>
                </a:solidFill>
                <a:latin typeface="Yu Gothic"/>
                <a:ea typeface="Yu Gothic"/>
                <a:cs typeface="Yu Gothic"/>
              </a:defRPr>
            </a:pPr>
            <a:r>
              <a:rPr sz="2250" b="1">
                <a:solidFill>
                  <a:srgbClr val="263D4D"/>
                </a:solidFill>
                <a:latin typeface="Yu Gothic"/>
                <a:ea typeface="Yu Gothic"/>
                <a:cs typeface="Yu Gothic"/>
              </a:rPr>
              <a:t>全項目を一律に点数化することは必須ではない</a:t>
            </a:r>
          </a:p>
        </p:txBody>
      </p:sp>
      <p:sp>
        <p:nvSpPr>
          <p:cNvPr id="4" name="正方形/長方形 3">
            <a:extLst xmlns:a="http://schemas.openxmlformats.org/drawingml/2006/main">
              <a:ext uri="{FF2B5EF4-FFF2-40B4-BE49-F238E27FC236}">
                <a16:creationId xmlns:a16="http://schemas.microsoft.com/office/drawing/2014/main" id="{2ED8EC57-01FB-4761-8D1A-596E1FDC75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2619375"/>
            <a:ext cx="10572750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>
              <a:defRPr sz="2250" b="0">
                <a:solidFill>
                  <a:srgbClr val="263D4D"/>
                </a:solidFill>
                <a:latin typeface="Yu Gothic"/>
                <a:ea typeface="Yu Gothic"/>
                <a:cs typeface="Yu Gothic"/>
              </a:defRPr>
            </a:defPPr>
            <a:lvl1pPr>
              <a:buNone/>
              <a:defRPr sz="2250" b="0">
                <a:solidFill>
                  <a:srgbClr val="263D4D"/>
                </a:solidFill>
                <a:latin typeface="Yu Gothic"/>
                <a:ea typeface="Yu Gothic"/>
                <a:cs typeface="Yu Gothic"/>
              </a:defRPr>
            </a:lvl1pPr>
            <a:lvl2pPr>
              <a:buNone/>
              <a:defRPr sz="2250" b="0">
                <a:solidFill>
                  <a:srgbClr val="263D4D"/>
                </a:solidFill>
                <a:latin typeface="Yu Gothic"/>
                <a:ea typeface="Yu Gothic"/>
                <a:cs typeface="Yu Gothic"/>
              </a:defRPr>
            </a:lvl2pPr>
            <a:lvl3pPr>
              <a:buNone/>
              <a:defRPr sz="2250" b="0">
                <a:solidFill>
                  <a:srgbClr val="263D4D"/>
                </a:solidFill>
                <a:latin typeface="Yu Gothic"/>
                <a:ea typeface="Yu Gothic"/>
                <a:cs typeface="Yu Gothic"/>
              </a:defRPr>
            </a:lvl3pPr>
            <a:lvl4pPr>
              <a:buNone/>
              <a:defRPr sz="2250" b="0">
                <a:solidFill>
                  <a:srgbClr val="263D4D"/>
                </a:solidFill>
                <a:latin typeface="Yu Gothic"/>
                <a:ea typeface="Yu Gothic"/>
                <a:cs typeface="Yu Gothic"/>
              </a:defRPr>
            </a:lvl4pPr>
            <a:lvl5pPr>
              <a:buNone/>
              <a:defRPr sz="2250" b="0">
                <a:solidFill>
                  <a:srgbClr val="263D4D"/>
                </a:solidFill>
                <a:latin typeface="Yu Gothic"/>
                <a:ea typeface="Yu Gothic"/>
                <a:cs typeface="Yu Gothic"/>
              </a:defRPr>
            </a:lvl5pPr>
            <a:lvl6pPr>
              <a:buNone/>
              <a:defRPr sz="2250" b="0">
                <a:solidFill>
                  <a:srgbClr val="263D4D"/>
                </a:solidFill>
                <a:latin typeface="Yu Gothic"/>
                <a:ea typeface="Yu Gothic"/>
                <a:cs typeface="Yu Gothic"/>
              </a:defRPr>
            </a:lvl6pPr>
            <a:lvl7pPr>
              <a:buNone/>
              <a:defRPr sz="2250" b="0">
                <a:solidFill>
                  <a:srgbClr val="263D4D"/>
                </a:solidFill>
                <a:latin typeface="Yu Gothic"/>
                <a:ea typeface="Yu Gothic"/>
                <a:cs typeface="Yu Gothic"/>
              </a:defRPr>
            </a:lvl7pPr>
            <a:lvl8pPr>
              <a:buNone/>
              <a:defRPr sz="2250" b="0">
                <a:solidFill>
                  <a:srgbClr val="263D4D"/>
                </a:solidFill>
                <a:latin typeface="Yu Gothic"/>
                <a:ea typeface="Yu Gothic"/>
                <a:cs typeface="Yu Gothic"/>
              </a:defRPr>
            </a:lvl8pPr>
            <a:lvl9pPr>
              <a:buNone/>
              <a:defRPr sz="2250" b="0">
                <a:solidFill>
                  <a:srgbClr val="263D4D"/>
                </a:solidFill>
                <a:latin typeface="Yu Gothic"/>
                <a:ea typeface="Yu Gothic"/>
                <a:cs typeface="Yu Gothic"/>
              </a:defRPr>
            </a:lvl9pPr>
          </a:lstStyle>
          <a:p xmlns:a="http://schemas.openxmlformats.org/drawingml/2006/main">
            <a:pPr>
              <a:buNone/>
              <a:defRPr sz="2250" b="0">
                <a:solidFill>
                  <a:srgbClr val="263D4D"/>
                </a:solidFill>
                <a:latin typeface="Yu Gothic"/>
                <a:ea typeface="Yu Gothic"/>
                <a:cs typeface="Yu Gothic"/>
              </a:defRPr>
            </a:pPr>
            <a:r>
              <a:rPr sz="2250" b="0">
                <a:solidFill>
                  <a:srgbClr val="263D4D"/>
                </a:solidFill>
                <a:latin typeface="Yu Gothic"/>
                <a:ea typeface="Yu Gothic"/>
                <a:cs typeface="Yu Gothic"/>
              </a:rPr>
              <a:t>重みを付けるなら、利用者と目的に照らして理由を書く</a:t>
            </a:r>
          </a:p>
        </p:txBody>
      </p:sp>
      <p:sp>
        <p:nvSpPr>
          <p:cNvPr id="5" name="正方形/長方形 4">
            <a:extLst xmlns:a="http://schemas.openxmlformats.org/drawingml/2006/main">
              <a:ext uri="{FF2B5EF4-FFF2-40B4-BE49-F238E27FC236}">
                <a16:creationId xmlns:a16="http://schemas.microsoft.com/office/drawing/2014/main" id="{C52C41D2-52C1-43A3-9981-986E6C777C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3571875"/>
            <a:ext cx="10572750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>
              <a:defRPr sz="2250" b="0">
                <a:solidFill>
                  <a:srgbClr val="263D4D"/>
                </a:solidFill>
                <a:latin typeface="Yu Gothic"/>
                <a:ea typeface="Yu Gothic"/>
                <a:cs typeface="Yu Gothic"/>
              </a:defRPr>
            </a:defPPr>
            <a:lvl1pPr>
              <a:buNone/>
              <a:defRPr sz="2250" b="0">
                <a:solidFill>
                  <a:srgbClr val="263D4D"/>
                </a:solidFill>
                <a:latin typeface="Yu Gothic"/>
                <a:ea typeface="Yu Gothic"/>
                <a:cs typeface="Yu Gothic"/>
              </a:defRPr>
            </a:lvl1pPr>
            <a:lvl2pPr>
              <a:buNone/>
              <a:defRPr sz="2250" b="0">
                <a:solidFill>
                  <a:srgbClr val="263D4D"/>
                </a:solidFill>
                <a:latin typeface="Yu Gothic"/>
                <a:ea typeface="Yu Gothic"/>
                <a:cs typeface="Yu Gothic"/>
              </a:defRPr>
            </a:lvl2pPr>
            <a:lvl3pPr>
              <a:buNone/>
              <a:defRPr sz="2250" b="0">
                <a:solidFill>
                  <a:srgbClr val="263D4D"/>
                </a:solidFill>
                <a:latin typeface="Yu Gothic"/>
                <a:ea typeface="Yu Gothic"/>
                <a:cs typeface="Yu Gothic"/>
              </a:defRPr>
            </a:lvl3pPr>
            <a:lvl4pPr>
              <a:buNone/>
              <a:defRPr sz="2250" b="0">
                <a:solidFill>
                  <a:srgbClr val="263D4D"/>
                </a:solidFill>
                <a:latin typeface="Yu Gothic"/>
                <a:ea typeface="Yu Gothic"/>
                <a:cs typeface="Yu Gothic"/>
              </a:defRPr>
            </a:lvl4pPr>
            <a:lvl5pPr>
              <a:buNone/>
              <a:defRPr sz="2250" b="0">
                <a:solidFill>
                  <a:srgbClr val="263D4D"/>
                </a:solidFill>
                <a:latin typeface="Yu Gothic"/>
                <a:ea typeface="Yu Gothic"/>
                <a:cs typeface="Yu Gothic"/>
              </a:defRPr>
            </a:lvl5pPr>
            <a:lvl6pPr>
              <a:buNone/>
              <a:defRPr sz="2250" b="0">
                <a:solidFill>
                  <a:srgbClr val="263D4D"/>
                </a:solidFill>
                <a:latin typeface="Yu Gothic"/>
                <a:ea typeface="Yu Gothic"/>
                <a:cs typeface="Yu Gothic"/>
              </a:defRPr>
            </a:lvl6pPr>
            <a:lvl7pPr>
              <a:buNone/>
              <a:defRPr sz="2250" b="0">
                <a:solidFill>
                  <a:srgbClr val="263D4D"/>
                </a:solidFill>
                <a:latin typeface="Yu Gothic"/>
                <a:ea typeface="Yu Gothic"/>
                <a:cs typeface="Yu Gothic"/>
              </a:defRPr>
            </a:lvl7pPr>
            <a:lvl8pPr>
              <a:buNone/>
              <a:defRPr sz="2250" b="0">
                <a:solidFill>
                  <a:srgbClr val="263D4D"/>
                </a:solidFill>
                <a:latin typeface="Yu Gothic"/>
                <a:ea typeface="Yu Gothic"/>
                <a:cs typeface="Yu Gothic"/>
              </a:defRPr>
            </a:lvl8pPr>
            <a:lvl9pPr>
              <a:buNone/>
              <a:defRPr sz="2250" b="0">
                <a:solidFill>
                  <a:srgbClr val="263D4D"/>
                </a:solidFill>
                <a:latin typeface="Yu Gothic"/>
                <a:ea typeface="Yu Gothic"/>
                <a:cs typeface="Yu Gothic"/>
              </a:defRPr>
            </a:lvl9pPr>
          </a:lstStyle>
          <a:p xmlns:a="http://schemas.openxmlformats.org/drawingml/2006/main">
            <a:pPr>
              <a:buNone/>
              <a:defRPr sz="2250" b="0">
                <a:solidFill>
                  <a:srgbClr val="263D4D"/>
                </a:solidFill>
                <a:latin typeface="Yu Gothic"/>
                <a:ea typeface="Yu Gothic"/>
                <a:cs typeface="Yu Gothic"/>
              </a:defRPr>
            </a:pPr>
            <a:r>
              <a:rPr sz="2250" b="0">
                <a:solidFill>
                  <a:srgbClr val="263D4D"/>
                </a:solidFill>
                <a:latin typeface="Yu Gothic"/>
                <a:ea typeface="Yu Gothic"/>
                <a:cs typeface="Yu Gothic"/>
              </a:rPr>
              <a:t>必須条件の不適合を、高得点の項目で打ち消さない</a:t>
            </a:r>
          </a:p>
        </p:txBody>
      </p:sp>
      <p:sp>
        <p:nvSpPr>
          <p:cNvPr id="6" name="正方形/長方形 5">
            <a:extLst xmlns:a="http://schemas.openxmlformats.org/drawingml/2006/main">
              <a:ext uri="{FF2B5EF4-FFF2-40B4-BE49-F238E27FC236}">
                <a16:creationId xmlns:a16="http://schemas.microsoft.com/office/drawing/2014/main" id="{8ED536CC-A100-432D-B1F4-56206C13B6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4524375"/>
            <a:ext cx="10572750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>
              <a:defRPr sz="2250" b="0">
                <a:solidFill>
                  <a:srgbClr val="263D4D"/>
                </a:solidFill>
                <a:latin typeface="Yu Gothic"/>
                <a:ea typeface="Yu Gothic"/>
                <a:cs typeface="Yu Gothic"/>
              </a:defRPr>
            </a:defPPr>
            <a:lvl1pPr>
              <a:buNone/>
              <a:defRPr sz="2250" b="0">
                <a:solidFill>
                  <a:srgbClr val="263D4D"/>
                </a:solidFill>
                <a:latin typeface="Yu Gothic"/>
                <a:ea typeface="Yu Gothic"/>
                <a:cs typeface="Yu Gothic"/>
              </a:defRPr>
            </a:lvl1pPr>
            <a:lvl2pPr>
              <a:buNone/>
              <a:defRPr sz="2250" b="0">
                <a:solidFill>
                  <a:srgbClr val="263D4D"/>
                </a:solidFill>
                <a:latin typeface="Yu Gothic"/>
                <a:ea typeface="Yu Gothic"/>
                <a:cs typeface="Yu Gothic"/>
              </a:defRPr>
            </a:lvl2pPr>
            <a:lvl3pPr>
              <a:buNone/>
              <a:defRPr sz="2250" b="0">
                <a:solidFill>
                  <a:srgbClr val="263D4D"/>
                </a:solidFill>
                <a:latin typeface="Yu Gothic"/>
                <a:ea typeface="Yu Gothic"/>
                <a:cs typeface="Yu Gothic"/>
              </a:defRPr>
            </a:lvl3pPr>
            <a:lvl4pPr>
              <a:buNone/>
              <a:defRPr sz="2250" b="0">
                <a:solidFill>
                  <a:srgbClr val="263D4D"/>
                </a:solidFill>
                <a:latin typeface="Yu Gothic"/>
                <a:ea typeface="Yu Gothic"/>
                <a:cs typeface="Yu Gothic"/>
              </a:defRPr>
            </a:lvl4pPr>
            <a:lvl5pPr>
              <a:buNone/>
              <a:defRPr sz="2250" b="0">
                <a:solidFill>
                  <a:srgbClr val="263D4D"/>
                </a:solidFill>
                <a:latin typeface="Yu Gothic"/>
                <a:ea typeface="Yu Gothic"/>
                <a:cs typeface="Yu Gothic"/>
              </a:defRPr>
            </a:lvl5pPr>
            <a:lvl6pPr>
              <a:buNone/>
              <a:defRPr sz="2250" b="0">
                <a:solidFill>
                  <a:srgbClr val="263D4D"/>
                </a:solidFill>
                <a:latin typeface="Yu Gothic"/>
                <a:ea typeface="Yu Gothic"/>
                <a:cs typeface="Yu Gothic"/>
              </a:defRPr>
            </a:lvl6pPr>
            <a:lvl7pPr>
              <a:buNone/>
              <a:defRPr sz="2250" b="0">
                <a:solidFill>
                  <a:srgbClr val="263D4D"/>
                </a:solidFill>
                <a:latin typeface="Yu Gothic"/>
                <a:ea typeface="Yu Gothic"/>
                <a:cs typeface="Yu Gothic"/>
              </a:defRPr>
            </a:lvl7pPr>
            <a:lvl8pPr>
              <a:buNone/>
              <a:defRPr sz="2250" b="0">
                <a:solidFill>
                  <a:srgbClr val="263D4D"/>
                </a:solidFill>
                <a:latin typeface="Yu Gothic"/>
                <a:ea typeface="Yu Gothic"/>
                <a:cs typeface="Yu Gothic"/>
              </a:defRPr>
            </a:lvl8pPr>
            <a:lvl9pPr>
              <a:buNone/>
              <a:defRPr sz="2250" b="0">
                <a:solidFill>
                  <a:srgbClr val="263D4D"/>
                </a:solidFill>
                <a:latin typeface="Yu Gothic"/>
                <a:ea typeface="Yu Gothic"/>
                <a:cs typeface="Yu Gothic"/>
              </a:defRPr>
            </a:lvl9pPr>
          </a:lstStyle>
          <a:p xmlns:a="http://schemas.openxmlformats.org/drawingml/2006/main">
            <a:pPr>
              <a:buNone/>
              <a:defRPr sz="2250" b="0">
                <a:solidFill>
                  <a:srgbClr val="263D4D"/>
                </a:solidFill>
                <a:latin typeface="Yu Gothic"/>
                <a:ea typeface="Yu Gothic"/>
                <a:cs typeface="Yu Gothic"/>
              </a:defRPr>
            </a:pPr>
            <a:r>
              <a:rPr sz="2250" b="0">
                <a:solidFill>
                  <a:srgbClr val="263D4D"/>
                </a:solidFill>
                <a:latin typeface="Yu Gothic"/>
                <a:ea typeface="Yu Gothic"/>
                <a:cs typeface="Yu Gothic"/>
              </a:rPr>
              <a:t>誰が使うかが変われば、重視する条件も変わる</a:t>
            </a:r>
          </a:p>
        </p:txBody>
      </p:sp>
      <p:sp>
        <p:nvSpPr>
          <p:cNvPr id="7" name="正方形/長方形 6">
            <a:extLst xmlns:a="http://schemas.openxmlformats.org/drawingml/2006/main">
              <a:ext uri="{FF2B5EF4-FFF2-40B4-BE49-F238E27FC236}">
                <a16:creationId xmlns:a16="http://schemas.microsoft.com/office/drawing/2014/main" id="{ED5CE449-220C-444C-8805-97759F5283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353175"/>
            <a:ext cx="8953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>
              <a:defRPr sz="1425" b="0">
                <a:solidFill>
                  <a:srgbClr val="71818B"/>
                </a:solidFill>
                <a:latin typeface="Yu Gothic"/>
                <a:ea typeface="Yu Gothic"/>
                <a:cs typeface="Yu Gothic"/>
              </a:defRPr>
            </a:defPPr>
            <a:lvl1pPr>
              <a:buNone/>
              <a:defRPr sz="1425" b="0">
                <a:solidFill>
                  <a:srgbClr val="71818B"/>
                </a:solidFill>
                <a:latin typeface="Yu Gothic"/>
                <a:ea typeface="Yu Gothic"/>
                <a:cs typeface="Yu Gothic"/>
              </a:defRPr>
            </a:lvl1pPr>
            <a:lvl2pPr>
              <a:buNone/>
              <a:defRPr sz="1425" b="0">
                <a:solidFill>
                  <a:srgbClr val="71818B"/>
                </a:solidFill>
                <a:latin typeface="Yu Gothic"/>
                <a:ea typeface="Yu Gothic"/>
                <a:cs typeface="Yu Gothic"/>
              </a:defRPr>
            </a:lvl2pPr>
            <a:lvl3pPr>
              <a:buNone/>
              <a:defRPr sz="1425" b="0">
                <a:solidFill>
                  <a:srgbClr val="71818B"/>
                </a:solidFill>
                <a:latin typeface="Yu Gothic"/>
                <a:ea typeface="Yu Gothic"/>
                <a:cs typeface="Yu Gothic"/>
              </a:defRPr>
            </a:lvl3pPr>
            <a:lvl4pPr>
              <a:buNone/>
              <a:defRPr sz="1425" b="0">
                <a:solidFill>
                  <a:srgbClr val="71818B"/>
                </a:solidFill>
                <a:latin typeface="Yu Gothic"/>
                <a:ea typeface="Yu Gothic"/>
                <a:cs typeface="Yu Gothic"/>
              </a:defRPr>
            </a:lvl4pPr>
            <a:lvl5pPr>
              <a:buNone/>
              <a:defRPr sz="1425" b="0">
                <a:solidFill>
                  <a:srgbClr val="71818B"/>
                </a:solidFill>
                <a:latin typeface="Yu Gothic"/>
                <a:ea typeface="Yu Gothic"/>
                <a:cs typeface="Yu Gothic"/>
              </a:defRPr>
            </a:lvl5pPr>
            <a:lvl6pPr>
              <a:buNone/>
              <a:defRPr sz="1425" b="0">
                <a:solidFill>
                  <a:srgbClr val="71818B"/>
                </a:solidFill>
                <a:latin typeface="Yu Gothic"/>
                <a:ea typeface="Yu Gothic"/>
                <a:cs typeface="Yu Gothic"/>
              </a:defRPr>
            </a:lvl6pPr>
            <a:lvl7pPr>
              <a:buNone/>
              <a:defRPr sz="1425" b="0">
                <a:solidFill>
                  <a:srgbClr val="71818B"/>
                </a:solidFill>
                <a:latin typeface="Yu Gothic"/>
                <a:ea typeface="Yu Gothic"/>
                <a:cs typeface="Yu Gothic"/>
              </a:defRPr>
            </a:lvl7pPr>
            <a:lvl8pPr>
              <a:buNone/>
              <a:defRPr sz="1425" b="0">
                <a:solidFill>
                  <a:srgbClr val="71818B"/>
                </a:solidFill>
                <a:latin typeface="Yu Gothic"/>
                <a:ea typeface="Yu Gothic"/>
                <a:cs typeface="Yu Gothic"/>
              </a:defRPr>
            </a:lvl8pPr>
            <a:lvl9pPr>
              <a:buNone/>
              <a:defRPr sz="1425" b="0">
                <a:solidFill>
                  <a:srgbClr val="71818B"/>
                </a:solidFill>
                <a:latin typeface="Yu Gothic"/>
                <a:ea typeface="Yu Gothic"/>
                <a:cs typeface="Yu Gothic"/>
              </a:defRPr>
            </a:lvl9pPr>
          </a:lstStyle>
          <a:p xmlns:a="http://schemas.openxmlformats.org/drawingml/2006/main">
            <a:pPr>
              <a:buNone/>
              <a:defRPr sz="1425" b="0">
                <a:solidFill>
                  <a:srgbClr val="71818B"/>
                </a:solidFill>
                <a:latin typeface="Yu Gothic"/>
                <a:ea typeface="Yu Gothic"/>
                <a:cs typeface="Yu Gothic"/>
              </a:defRPr>
            </a:pPr>
            <a:r>
              <a:rPr sz="1425" b="0">
                <a:solidFill>
                  <a:srgbClr val="71818B"/>
                </a:solidFill>
                <a:latin typeface="Yu Gothic"/>
                <a:ea typeface="Yu Gothic"/>
                <a:cs typeface="Yu Gothic"/>
              </a:rPr>
              <a:t>工業材料概論　第12回</a:t>
            </a:r>
          </a:p>
        </p:txBody>
      </p:sp>
      <p:sp>
        <p:nvSpPr>
          <p:cNvPr id="8" name="正方形/長方形 7">
            <a:extLst xmlns:a="http://schemas.openxmlformats.org/drawingml/2006/main">
              <a:ext uri="{FF2B5EF4-FFF2-40B4-BE49-F238E27FC236}">
                <a16:creationId xmlns:a16="http://schemas.microsoft.com/office/drawing/2014/main" id="{D2ECAB7A-7FB0-49AF-A3CB-7EA4C82628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82250" y="6353175"/>
            <a:ext cx="1238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>
              <a:defRPr sz="1425" b="0">
                <a:solidFill>
                  <a:srgbClr val="71818B"/>
                </a:solidFill>
                <a:latin typeface="Yu Gothic"/>
                <a:ea typeface="Yu Gothic"/>
                <a:cs typeface="Yu Gothic"/>
              </a:defRPr>
            </a:defPPr>
            <a:lvl1pPr>
              <a:buNone/>
              <a:defRPr sz="1425" b="0">
                <a:solidFill>
                  <a:srgbClr val="71818B"/>
                </a:solidFill>
                <a:latin typeface="Yu Gothic"/>
                <a:ea typeface="Yu Gothic"/>
                <a:cs typeface="Yu Gothic"/>
              </a:defRPr>
            </a:lvl1pPr>
            <a:lvl2pPr>
              <a:buNone/>
              <a:defRPr sz="1425" b="0">
                <a:solidFill>
                  <a:srgbClr val="71818B"/>
                </a:solidFill>
                <a:latin typeface="Yu Gothic"/>
                <a:ea typeface="Yu Gothic"/>
                <a:cs typeface="Yu Gothic"/>
              </a:defRPr>
            </a:lvl2pPr>
            <a:lvl3pPr>
              <a:buNone/>
              <a:defRPr sz="1425" b="0">
                <a:solidFill>
                  <a:srgbClr val="71818B"/>
                </a:solidFill>
                <a:latin typeface="Yu Gothic"/>
                <a:ea typeface="Yu Gothic"/>
                <a:cs typeface="Yu Gothic"/>
              </a:defRPr>
            </a:lvl3pPr>
            <a:lvl4pPr>
              <a:buNone/>
              <a:defRPr sz="1425" b="0">
                <a:solidFill>
                  <a:srgbClr val="71818B"/>
                </a:solidFill>
                <a:latin typeface="Yu Gothic"/>
                <a:ea typeface="Yu Gothic"/>
                <a:cs typeface="Yu Gothic"/>
              </a:defRPr>
            </a:lvl4pPr>
            <a:lvl5pPr>
              <a:buNone/>
              <a:defRPr sz="1425" b="0">
                <a:solidFill>
                  <a:srgbClr val="71818B"/>
                </a:solidFill>
                <a:latin typeface="Yu Gothic"/>
                <a:ea typeface="Yu Gothic"/>
                <a:cs typeface="Yu Gothic"/>
              </a:defRPr>
            </a:lvl5pPr>
            <a:lvl6pPr>
              <a:buNone/>
              <a:defRPr sz="1425" b="0">
                <a:solidFill>
                  <a:srgbClr val="71818B"/>
                </a:solidFill>
                <a:latin typeface="Yu Gothic"/>
                <a:ea typeface="Yu Gothic"/>
                <a:cs typeface="Yu Gothic"/>
              </a:defRPr>
            </a:lvl6pPr>
            <a:lvl7pPr>
              <a:buNone/>
              <a:defRPr sz="1425" b="0">
                <a:solidFill>
                  <a:srgbClr val="71818B"/>
                </a:solidFill>
                <a:latin typeface="Yu Gothic"/>
                <a:ea typeface="Yu Gothic"/>
                <a:cs typeface="Yu Gothic"/>
              </a:defRPr>
            </a:lvl7pPr>
            <a:lvl8pPr>
              <a:buNone/>
              <a:defRPr sz="1425" b="0">
                <a:solidFill>
                  <a:srgbClr val="71818B"/>
                </a:solidFill>
                <a:latin typeface="Yu Gothic"/>
                <a:ea typeface="Yu Gothic"/>
                <a:cs typeface="Yu Gothic"/>
              </a:defRPr>
            </a:lvl8pPr>
            <a:lvl9pPr>
              <a:buNone/>
              <a:defRPr sz="1425" b="0">
                <a:solidFill>
                  <a:srgbClr val="71818B"/>
                </a:solidFill>
                <a:latin typeface="Yu Gothic"/>
                <a:ea typeface="Yu Gothic"/>
                <a:cs typeface="Yu Gothic"/>
              </a:defRPr>
            </a:lvl9pPr>
          </a:lstStyle>
          <a:p xmlns:a="http://schemas.openxmlformats.org/drawingml/2006/main">
            <a:pPr>
              <a:buNone/>
              <a:defRPr sz="1425" b="0">
                <a:solidFill>
                  <a:srgbClr val="71818B"/>
                </a:solidFill>
                <a:latin typeface="Yu Gothic"/>
                <a:ea typeface="Yu Gothic"/>
                <a:cs typeface="Yu Gothic"/>
              </a:defRPr>
            </a:pPr>
            <a:r>
              <a:rPr sz="1425" b="0">
                <a:solidFill>
                  <a:srgbClr val="71818B"/>
                </a:solidFill>
                <a:latin typeface="Yu Gothic"/>
                <a:ea typeface="Yu Gothic"/>
                <a:cs typeface="Yu Gothic"/>
              </a:rPr>
              <a:t>29 / 41</a:t>
            </a:r>
            <a:endParaRPr sz="1425" b="0">
              <a:solidFill>
                <a:srgbClr val="71818B"/>
              </a:solidFill>
              <a:latin typeface="Yu Gothic"/>
              <a:ea typeface="Yu Gothic"/>
              <a:cs typeface="Yu Gothic"/>
            </a:endParaRPr>
          </a:p>
        </p:txBody>
      </p:sp>
    </p:spTree>
    <p:extLst>
      <p:ext uri="{BB962C8B-B14F-4D97-AF65-F5344CB8AC3E}">
        <p14:creationId xmlns:p14="http://schemas.microsoft.com/office/powerpoint/2010/main" val="395863203"/>
      </p:ext>
    </p:extLst>
  </p:cSld>
</p:sld>
</file>

<file path=ppt/slides/slide30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正方形/長方形 7">
            <a:extLst xmlns:a="http://schemas.openxmlformats.org/drawingml/2006/main">
              <a:ext uri="{FF2B5EF4-FFF2-40B4-BE49-F238E27FC236}">
                <a16:creationId xmlns:a16="http://schemas.microsoft.com/office/drawing/2014/main" id="{7733FE94-6B24-4FFD-A36C-3D9EFC7934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81000"/>
            <a:ext cx="108204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>
              <a:defRPr sz="2775" b="1">
                <a:solidFill>
                  <a:srgbClr val="193B59"/>
                </a:solidFill>
                <a:latin typeface="Yu Gothic"/>
                <a:ea typeface="Yu Gothic"/>
                <a:cs typeface="Yu Gothic"/>
              </a:defRPr>
            </a:defPPr>
            <a:lvl1pPr>
              <a:buNone/>
              <a:defRPr sz="2775" b="1">
                <a:solidFill>
                  <a:srgbClr val="193B59"/>
                </a:solidFill>
                <a:latin typeface="Yu Gothic"/>
                <a:ea typeface="Yu Gothic"/>
                <a:cs typeface="Yu Gothic"/>
              </a:defRPr>
            </a:lvl1pPr>
            <a:lvl2pPr>
              <a:buNone/>
              <a:defRPr sz="2775" b="1">
                <a:solidFill>
                  <a:srgbClr val="193B59"/>
                </a:solidFill>
                <a:latin typeface="Yu Gothic"/>
                <a:ea typeface="Yu Gothic"/>
                <a:cs typeface="Yu Gothic"/>
              </a:defRPr>
            </a:lvl2pPr>
            <a:lvl3pPr>
              <a:buNone/>
              <a:defRPr sz="2775" b="1">
                <a:solidFill>
                  <a:srgbClr val="193B59"/>
                </a:solidFill>
                <a:latin typeface="Yu Gothic"/>
                <a:ea typeface="Yu Gothic"/>
                <a:cs typeface="Yu Gothic"/>
              </a:defRPr>
            </a:lvl3pPr>
            <a:lvl4pPr>
              <a:buNone/>
              <a:defRPr sz="2775" b="1">
                <a:solidFill>
                  <a:srgbClr val="193B59"/>
                </a:solidFill>
                <a:latin typeface="Yu Gothic"/>
                <a:ea typeface="Yu Gothic"/>
                <a:cs typeface="Yu Gothic"/>
              </a:defRPr>
            </a:lvl4pPr>
            <a:lvl5pPr>
              <a:buNone/>
              <a:defRPr sz="2775" b="1">
                <a:solidFill>
                  <a:srgbClr val="193B59"/>
                </a:solidFill>
                <a:latin typeface="Yu Gothic"/>
                <a:ea typeface="Yu Gothic"/>
                <a:cs typeface="Yu Gothic"/>
              </a:defRPr>
            </a:lvl5pPr>
            <a:lvl6pPr>
              <a:buNone/>
              <a:defRPr sz="2775" b="1">
                <a:solidFill>
                  <a:srgbClr val="193B59"/>
                </a:solidFill>
                <a:latin typeface="Yu Gothic"/>
                <a:ea typeface="Yu Gothic"/>
                <a:cs typeface="Yu Gothic"/>
              </a:defRPr>
            </a:lvl6pPr>
            <a:lvl7pPr>
              <a:buNone/>
              <a:defRPr sz="2775" b="1">
                <a:solidFill>
                  <a:srgbClr val="193B59"/>
                </a:solidFill>
                <a:latin typeface="Yu Gothic"/>
                <a:ea typeface="Yu Gothic"/>
                <a:cs typeface="Yu Gothic"/>
              </a:defRPr>
            </a:lvl7pPr>
            <a:lvl8pPr>
              <a:buNone/>
              <a:defRPr sz="2775" b="1">
                <a:solidFill>
                  <a:srgbClr val="193B59"/>
                </a:solidFill>
                <a:latin typeface="Yu Gothic"/>
                <a:ea typeface="Yu Gothic"/>
                <a:cs typeface="Yu Gothic"/>
              </a:defRPr>
            </a:lvl8pPr>
            <a:lvl9pPr>
              <a:buNone/>
              <a:defRPr sz="2775" b="1">
                <a:solidFill>
                  <a:srgbClr val="193B59"/>
                </a:solidFill>
                <a:latin typeface="Yu Gothic"/>
                <a:ea typeface="Yu Gothic"/>
                <a:cs typeface="Yu Gothic"/>
              </a:defRPr>
            </a:lvl9pPr>
          </a:lstStyle>
          <a:p xmlns:a="http://schemas.openxmlformats.org/drawingml/2006/main">
            <a:pPr>
              <a:buNone/>
              <a:defRPr sz="2775" b="1">
                <a:solidFill>
                  <a:srgbClr val="193B59"/>
                </a:solidFill>
                <a:latin typeface="Yu Gothic"/>
                <a:ea typeface="Yu Gothic"/>
                <a:cs typeface="Yu Gothic"/>
              </a:defRPr>
            </a:pPr>
            <a:r>
              <a:rPr sz="2775" b="1">
                <a:solidFill>
                  <a:srgbClr val="193B59"/>
                </a:solidFill>
                <a:latin typeface="Yu Gothic"/>
                <a:ea typeface="Yu Gothic"/>
                <a:cs typeface="Yu Gothic"/>
              </a:rPr>
              <a:t>問4：重みを変えると結論が変わる</a:t>
            </a:r>
          </a:p>
        </p:txBody>
      </p:sp>
      <p:sp>
        <p:nvSpPr>
          <p:cNvPr id="2" name="フリーフォーム: 図形 1">
            <a:extLst xmlns:a="http://schemas.openxmlformats.org/drawingml/2006/main">
              <a:ext uri="{FF2B5EF4-FFF2-40B4-BE49-F238E27FC236}">
                <a16:creationId xmlns:a16="http://schemas.microsoft.com/office/drawing/2014/main" id="{CC51FF41-86D7-4F69-9DAC-3950861132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323975"/>
            <a:ext cx="10820400" cy="9525"/>
          </a:xfrm>
          <a:custGeom xmlns:a="http://schemas.openxmlformats.org/drawingml/2006/main">
            <a:rect l="0" t="0" r="0" b="0"/>
            <a:pathLst>
              <a:path w="10820400" h="9525">
                <a:moveTo>
                  <a:pt x="0" y="0"/>
                </a:moveTo>
                <a:lnTo>
                  <a:pt x="1082040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D8E1E7"/>
            </a:solidFill>
          </a:ln>
        </p:spPr>
      </p:sp>
      <p:graphicFrame>
        <p:nvGraphicFramePr>
          <p:cNvPr id="3" name="表 2">
            <a:extLst xmlns:a="http://schemas.openxmlformats.org/drawingml/2006/main">
              <a:ext uri="{FF2B5EF4-FFF2-40B4-BE49-F238E27FC236}">
                <a16:creationId xmlns:a16="http://schemas.microsoft.com/office/drawing/2014/main" id="{719FB00C-27BF-4B4D-8C9F-A0231C35781C}"/>
              </a:ext>
            </a:extLst>
          </p:cNvPr>
          <p:cNvGraphicFramePr/>
          <p:nvPr/>
        </p:nvGraphicFramePr>
        <p:xfrm>
          <a:off xmlns:a="http://schemas.openxmlformats.org/drawingml/2006/main" x="714375" y="2000250"/>
          <a:ext xmlns:a="http://schemas.openxmlformats.org/drawingml/2006/main" cx="10763250" cy="200025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2952750"/>
                <a:gridCol w="3619500"/>
                <a:gridCol w="4191000"/>
              </a:tblGrid>
              <a:tr h="666750">
                <a:tc>
                  <a:txBody>
                    <a:bodyPr/>
                    <a:lstStyle/>
                    <a:p>
                      <a:r>
                        <a:rPr sz="2100" b="1">
                          <a:solidFill>
                            <a:srgbClr val="FFFFFF"/>
                          </a:solidFill>
                          <a:latin typeface="Yu Gothic"/>
                          <a:ea typeface="Yu Gothic"/>
                          <a:cs typeface="Yu Gothic"/>
                        </a:rPr>
                        <a:t>設計案</a:t>
                      </a:r>
                    </a:p>
                  </a:txBody>
                  <a:tcPr marL="91440" marR="91440" marT="45720" marB="45720">
                    <a:solidFill>
                      <a:srgbClr val="193B5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100" b="1">
                          <a:solidFill>
                            <a:srgbClr val="FFFFFF"/>
                          </a:solidFill>
                          <a:latin typeface="Yu Gothic"/>
                          <a:ea typeface="Yu Gothic"/>
                          <a:cs typeface="Yu Gothic"/>
                        </a:rPr>
                        <a:t>軽さの得点</a:t>
                      </a:r>
                    </a:p>
                  </a:txBody>
                  <a:tcPr marL="91440" marR="91440" marT="45720" marB="45720">
                    <a:solidFill>
                      <a:srgbClr val="193B5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100" b="1">
                          <a:solidFill>
                            <a:srgbClr val="FFFFFF"/>
                          </a:solidFill>
                          <a:latin typeface="Yu Gothic"/>
                          <a:ea typeface="Yu Gothic"/>
                          <a:cs typeface="Yu Gothic"/>
                        </a:rPr>
                        <a:t>加工の容易さ</a:t>
                      </a:r>
                    </a:p>
                  </a:txBody>
                  <a:tcPr marL="91440" marR="91440" marT="45720" marB="45720">
                    <a:solidFill>
                      <a:srgbClr val="193B59"/>
                    </a:solidFill>
                  </a:tcPr>
                </a:tc>
              </a:tr>
              <a:tr h="666750">
                <a:tc>
                  <a:txBody>
                    <a:bodyPr/>
                    <a:lstStyle/>
                    <a:p>
                      <a:r>
                        <a:rPr sz="2100" b="0">
                          <a:solidFill>
                            <a:srgbClr val="263D4D"/>
                          </a:solidFill>
                          <a:latin typeface="Yu Gothic"/>
                          <a:ea typeface="Yu Gothic"/>
                          <a:cs typeface="Yu Gothic"/>
                        </a:rPr>
                        <a:t>P</a:t>
                      </a:r>
                    </a:p>
                  </a:txBody>
                  <a:tcPr marL="91440" marR="91440" marT="45720" marB="45720">
                    <a:solidFill>
                      <a:srgbClr val="E8F0F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100" b="0">
                          <a:solidFill>
                            <a:srgbClr val="263D4D"/>
                          </a:solidFill>
                          <a:latin typeface="Yu Gothic"/>
                          <a:ea typeface="Yu Gothic"/>
                          <a:cs typeface="Yu Gothic"/>
                        </a:rPr>
                        <a:t>5</a:t>
                      </a:r>
                    </a:p>
                  </a:txBody>
                  <a:tcPr marL="91440" marR="91440" marT="45720" marB="45720">
                    <a:solidFill>
                      <a:srgbClr val="E8F0F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100" b="0">
                          <a:solidFill>
                            <a:srgbClr val="263D4D"/>
                          </a:solidFill>
                          <a:latin typeface="Yu Gothic"/>
                          <a:ea typeface="Yu Gothic"/>
                          <a:cs typeface="Yu Gothic"/>
                        </a:rPr>
                        <a:t>2</a:t>
                      </a:r>
                    </a:p>
                  </a:txBody>
                  <a:tcPr marL="91440" marR="91440" marT="45720" marB="45720">
                    <a:solidFill>
                      <a:srgbClr val="E8F0F4"/>
                    </a:solidFill>
                  </a:tcPr>
                </a:tc>
              </a:tr>
              <a:tr h="666750">
                <a:tc>
                  <a:txBody>
                    <a:bodyPr/>
                    <a:lstStyle/>
                    <a:p>
                      <a:r>
                        <a:rPr sz="2100" b="0">
                          <a:solidFill>
                            <a:srgbClr val="263D4D"/>
                          </a:solidFill>
                          <a:latin typeface="Yu Gothic"/>
                          <a:ea typeface="Yu Gothic"/>
                          <a:cs typeface="Yu Gothic"/>
                        </a:rPr>
                        <a:t>Q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100" b="0">
                          <a:solidFill>
                            <a:srgbClr val="263D4D"/>
                          </a:solidFill>
                          <a:latin typeface="Yu Gothic"/>
                          <a:ea typeface="Yu Gothic"/>
                          <a:cs typeface="Yu Gothic"/>
                        </a:rPr>
                        <a:t>2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100" b="0">
                          <a:solidFill>
                            <a:srgbClr val="263D4D"/>
                          </a:solidFill>
                          <a:latin typeface="Yu Gothic"/>
                          <a:ea typeface="Yu Gothic"/>
                          <a:cs typeface="Yu Gothic"/>
                        </a:rPr>
                        <a:t>5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4" name="正方形/長方形 3">
            <a:extLst xmlns:a="http://schemas.openxmlformats.org/drawingml/2006/main">
              <a:ext uri="{FF2B5EF4-FFF2-40B4-BE49-F238E27FC236}">
                <a16:creationId xmlns:a16="http://schemas.microsoft.com/office/drawing/2014/main" id="{135706CE-3480-4CC7-B40D-CBA51B690E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724525"/>
            <a:ext cx="108204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>
              <a:defRPr sz="1575" b="0">
                <a:solidFill>
                  <a:srgbClr val="71818B"/>
                </a:solidFill>
                <a:latin typeface="Yu Gothic"/>
                <a:ea typeface="Yu Gothic"/>
                <a:cs typeface="Yu Gothic"/>
              </a:defRPr>
            </a:defPPr>
            <a:lvl1pPr>
              <a:buNone/>
              <a:defRPr sz="1575" b="0">
                <a:solidFill>
                  <a:srgbClr val="71818B"/>
                </a:solidFill>
                <a:latin typeface="Yu Gothic"/>
                <a:ea typeface="Yu Gothic"/>
                <a:cs typeface="Yu Gothic"/>
              </a:defRPr>
            </a:lvl1pPr>
            <a:lvl2pPr>
              <a:buNone/>
              <a:defRPr sz="1575" b="0">
                <a:solidFill>
                  <a:srgbClr val="71818B"/>
                </a:solidFill>
                <a:latin typeface="Yu Gothic"/>
                <a:ea typeface="Yu Gothic"/>
                <a:cs typeface="Yu Gothic"/>
              </a:defRPr>
            </a:lvl2pPr>
            <a:lvl3pPr>
              <a:buNone/>
              <a:defRPr sz="1575" b="0">
                <a:solidFill>
                  <a:srgbClr val="71818B"/>
                </a:solidFill>
                <a:latin typeface="Yu Gothic"/>
                <a:ea typeface="Yu Gothic"/>
                <a:cs typeface="Yu Gothic"/>
              </a:defRPr>
            </a:lvl3pPr>
            <a:lvl4pPr>
              <a:buNone/>
              <a:defRPr sz="1575" b="0">
                <a:solidFill>
                  <a:srgbClr val="71818B"/>
                </a:solidFill>
                <a:latin typeface="Yu Gothic"/>
                <a:ea typeface="Yu Gothic"/>
                <a:cs typeface="Yu Gothic"/>
              </a:defRPr>
            </a:lvl4pPr>
            <a:lvl5pPr>
              <a:buNone/>
              <a:defRPr sz="1575" b="0">
                <a:solidFill>
                  <a:srgbClr val="71818B"/>
                </a:solidFill>
                <a:latin typeface="Yu Gothic"/>
                <a:ea typeface="Yu Gothic"/>
                <a:cs typeface="Yu Gothic"/>
              </a:defRPr>
            </a:lvl5pPr>
            <a:lvl6pPr>
              <a:buNone/>
              <a:defRPr sz="1575" b="0">
                <a:solidFill>
                  <a:srgbClr val="71818B"/>
                </a:solidFill>
                <a:latin typeface="Yu Gothic"/>
                <a:ea typeface="Yu Gothic"/>
                <a:cs typeface="Yu Gothic"/>
              </a:defRPr>
            </a:lvl6pPr>
            <a:lvl7pPr>
              <a:buNone/>
              <a:defRPr sz="1575" b="0">
                <a:solidFill>
                  <a:srgbClr val="71818B"/>
                </a:solidFill>
                <a:latin typeface="Yu Gothic"/>
                <a:ea typeface="Yu Gothic"/>
                <a:cs typeface="Yu Gothic"/>
              </a:defRPr>
            </a:lvl7pPr>
            <a:lvl8pPr>
              <a:buNone/>
              <a:defRPr sz="1575" b="0">
                <a:solidFill>
                  <a:srgbClr val="71818B"/>
                </a:solidFill>
                <a:latin typeface="Yu Gothic"/>
                <a:ea typeface="Yu Gothic"/>
                <a:cs typeface="Yu Gothic"/>
              </a:defRPr>
            </a:lvl8pPr>
            <a:lvl9pPr>
              <a:buNone/>
              <a:defRPr sz="1575" b="0">
                <a:solidFill>
                  <a:srgbClr val="71818B"/>
                </a:solidFill>
                <a:latin typeface="Yu Gothic"/>
                <a:ea typeface="Yu Gothic"/>
                <a:cs typeface="Yu Gothic"/>
              </a:defRPr>
            </a:lvl9pPr>
          </a:lstStyle>
          <a:p xmlns:a="http://schemas.openxmlformats.org/drawingml/2006/main">
            <a:pPr>
              <a:buNone/>
              <a:defRPr sz="1575" b="0">
                <a:solidFill>
                  <a:srgbClr val="71818B"/>
                </a:solidFill>
                <a:latin typeface="Yu Gothic"/>
                <a:ea typeface="Yu Gothic"/>
                <a:cs typeface="Yu Gothic"/>
              </a:defRPr>
            </a:pPr>
            <a:r>
              <a:rPr sz="1575" b="0">
                <a:solidFill>
                  <a:srgbClr val="71818B"/>
                </a:solidFill>
                <a:latin typeface="Yu Gothic"/>
                <a:ea typeface="Yu Gothic"/>
                <a:cs typeface="Yu Gothic"/>
              </a:rPr>
              <a:t>軽さの重みw、加工の重み1−w。w=0.7、0.3、0.5で比較。</a:t>
            </a:r>
          </a:p>
        </p:txBody>
      </p:sp>
      <p:sp>
        <p:nvSpPr>
          <p:cNvPr id="5" name="正方形/長方形 4">
            <a:extLst xmlns:a="http://schemas.openxmlformats.org/drawingml/2006/main">
              <a:ext uri="{FF2B5EF4-FFF2-40B4-BE49-F238E27FC236}">
                <a16:creationId xmlns:a16="http://schemas.microsoft.com/office/drawing/2014/main" id="{FF49018A-0032-4D4F-AA8D-3E862EC881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4429125"/>
            <a:ext cx="1057275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>
              <a:defRPr sz="2100" b="1">
                <a:solidFill>
                  <a:srgbClr val="263D4D"/>
                </a:solidFill>
                <a:latin typeface="Yu Gothic"/>
                <a:ea typeface="Yu Gothic"/>
                <a:cs typeface="Yu Gothic"/>
              </a:defRPr>
            </a:defPPr>
            <a:lvl1pPr>
              <a:buNone/>
              <a:defRPr sz="2100" b="1">
                <a:solidFill>
                  <a:srgbClr val="263D4D"/>
                </a:solidFill>
                <a:latin typeface="Yu Gothic"/>
                <a:ea typeface="Yu Gothic"/>
                <a:cs typeface="Yu Gothic"/>
              </a:defRPr>
            </a:lvl1pPr>
            <a:lvl2pPr>
              <a:buNone/>
              <a:defRPr sz="2100" b="1">
                <a:solidFill>
                  <a:srgbClr val="263D4D"/>
                </a:solidFill>
                <a:latin typeface="Yu Gothic"/>
                <a:ea typeface="Yu Gothic"/>
                <a:cs typeface="Yu Gothic"/>
              </a:defRPr>
            </a:lvl2pPr>
            <a:lvl3pPr>
              <a:buNone/>
              <a:defRPr sz="2100" b="1">
                <a:solidFill>
                  <a:srgbClr val="263D4D"/>
                </a:solidFill>
                <a:latin typeface="Yu Gothic"/>
                <a:ea typeface="Yu Gothic"/>
                <a:cs typeface="Yu Gothic"/>
              </a:defRPr>
            </a:lvl3pPr>
            <a:lvl4pPr>
              <a:buNone/>
              <a:defRPr sz="2100" b="1">
                <a:solidFill>
                  <a:srgbClr val="263D4D"/>
                </a:solidFill>
                <a:latin typeface="Yu Gothic"/>
                <a:ea typeface="Yu Gothic"/>
                <a:cs typeface="Yu Gothic"/>
              </a:defRPr>
            </a:lvl4pPr>
            <a:lvl5pPr>
              <a:buNone/>
              <a:defRPr sz="2100" b="1">
                <a:solidFill>
                  <a:srgbClr val="263D4D"/>
                </a:solidFill>
                <a:latin typeface="Yu Gothic"/>
                <a:ea typeface="Yu Gothic"/>
                <a:cs typeface="Yu Gothic"/>
              </a:defRPr>
            </a:lvl5pPr>
            <a:lvl6pPr>
              <a:buNone/>
              <a:defRPr sz="2100" b="1">
                <a:solidFill>
                  <a:srgbClr val="263D4D"/>
                </a:solidFill>
                <a:latin typeface="Yu Gothic"/>
                <a:ea typeface="Yu Gothic"/>
                <a:cs typeface="Yu Gothic"/>
              </a:defRPr>
            </a:lvl6pPr>
            <a:lvl7pPr>
              <a:buNone/>
              <a:defRPr sz="2100" b="1">
                <a:solidFill>
                  <a:srgbClr val="263D4D"/>
                </a:solidFill>
                <a:latin typeface="Yu Gothic"/>
                <a:ea typeface="Yu Gothic"/>
                <a:cs typeface="Yu Gothic"/>
              </a:defRPr>
            </a:lvl7pPr>
            <a:lvl8pPr>
              <a:buNone/>
              <a:defRPr sz="2100" b="1">
                <a:solidFill>
                  <a:srgbClr val="263D4D"/>
                </a:solidFill>
                <a:latin typeface="Yu Gothic"/>
                <a:ea typeface="Yu Gothic"/>
                <a:cs typeface="Yu Gothic"/>
              </a:defRPr>
            </a:lvl8pPr>
            <a:lvl9pPr>
              <a:buNone/>
              <a:defRPr sz="2100" b="1">
                <a:solidFill>
                  <a:srgbClr val="263D4D"/>
                </a:solidFill>
                <a:latin typeface="Yu Gothic"/>
                <a:ea typeface="Yu Gothic"/>
                <a:cs typeface="Yu Gothic"/>
              </a:defRPr>
            </a:lvl9pPr>
          </a:lstStyle>
          <a:p xmlns:a="http://schemas.openxmlformats.org/drawingml/2006/main">
            <a:pPr>
              <a:buNone/>
              <a:defRPr sz="2100" b="1">
                <a:solidFill>
                  <a:srgbClr val="263D4D"/>
                </a:solidFill>
                <a:latin typeface="Yu Gothic"/>
                <a:ea typeface="Yu Gothic"/>
                <a:cs typeface="Yu Gothic"/>
              </a:defRPr>
            </a:pPr>
            <a:r>
              <a:rPr sz="2100" b="1">
                <a:solidFill>
                  <a:srgbClr val="263D4D"/>
                </a:solidFill>
                <a:latin typeface="Yu Gothic"/>
                <a:ea typeface="Yu Gothic"/>
                <a:cs typeface="Yu Gothic"/>
              </a:rPr>
              <a:t>総合点と、順位が切り替わる重みを求める</a:t>
            </a:r>
          </a:p>
        </p:txBody>
      </p:sp>
      <p:sp>
        <p:nvSpPr>
          <p:cNvPr id="6" name="正方形/長方形 5">
            <a:extLst xmlns:a="http://schemas.openxmlformats.org/drawingml/2006/main">
              <a:ext uri="{FF2B5EF4-FFF2-40B4-BE49-F238E27FC236}">
                <a16:creationId xmlns:a16="http://schemas.microsoft.com/office/drawing/2014/main" id="{F33A8556-9EB3-4911-96D2-90E76861DA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353175"/>
            <a:ext cx="8572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>
              <a:defRPr sz="1425" b="0">
                <a:solidFill>
                  <a:srgbClr val="71818B"/>
                </a:solidFill>
                <a:latin typeface="Yu Gothic"/>
                <a:ea typeface="Yu Gothic"/>
                <a:cs typeface="Yu Gothic"/>
              </a:defRPr>
            </a:defPPr>
            <a:lvl1pPr>
              <a:buNone/>
              <a:defRPr sz="1425" b="0">
                <a:solidFill>
                  <a:srgbClr val="71818B"/>
                </a:solidFill>
                <a:latin typeface="Yu Gothic"/>
                <a:ea typeface="Yu Gothic"/>
                <a:cs typeface="Yu Gothic"/>
              </a:defRPr>
            </a:lvl1pPr>
            <a:lvl2pPr>
              <a:buNone/>
              <a:defRPr sz="1425" b="0">
                <a:solidFill>
                  <a:srgbClr val="71818B"/>
                </a:solidFill>
                <a:latin typeface="Yu Gothic"/>
                <a:ea typeface="Yu Gothic"/>
                <a:cs typeface="Yu Gothic"/>
              </a:defRPr>
            </a:lvl2pPr>
            <a:lvl3pPr>
              <a:buNone/>
              <a:defRPr sz="1425" b="0">
                <a:solidFill>
                  <a:srgbClr val="71818B"/>
                </a:solidFill>
                <a:latin typeface="Yu Gothic"/>
                <a:ea typeface="Yu Gothic"/>
                <a:cs typeface="Yu Gothic"/>
              </a:defRPr>
            </a:lvl3pPr>
            <a:lvl4pPr>
              <a:buNone/>
              <a:defRPr sz="1425" b="0">
                <a:solidFill>
                  <a:srgbClr val="71818B"/>
                </a:solidFill>
                <a:latin typeface="Yu Gothic"/>
                <a:ea typeface="Yu Gothic"/>
                <a:cs typeface="Yu Gothic"/>
              </a:defRPr>
            </a:lvl4pPr>
            <a:lvl5pPr>
              <a:buNone/>
              <a:defRPr sz="1425" b="0">
                <a:solidFill>
                  <a:srgbClr val="71818B"/>
                </a:solidFill>
                <a:latin typeface="Yu Gothic"/>
                <a:ea typeface="Yu Gothic"/>
                <a:cs typeface="Yu Gothic"/>
              </a:defRPr>
            </a:lvl5pPr>
            <a:lvl6pPr>
              <a:buNone/>
              <a:defRPr sz="1425" b="0">
                <a:solidFill>
                  <a:srgbClr val="71818B"/>
                </a:solidFill>
                <a:latin typeface="Yu Gothic"/>
                <a:ea typeface="Yu Gothic"/>
                <a:cs typeface="Yu Gothic"/>
              </a:defRPr>
            </a:lvl6pPr>
            <a:lvl7pPr>
              <a:buNone/>
              <a:defRPr sz="1425" b="0">
                <a:solidFill>
                  <a:srgbClr val="71818B"/>
                </a:solidFill>
                <a:latin typeface="Yu Gothic"/>
                <a:ea typeface="Yu Gothic"/>
                <a:cs typeface="Yu Gothic"/>
              </a:defRPr>
            </a:lvl7pPr>
            <a:lvl8pPr>
              <a:buNone/>
              <a:defRPr sz="1425" b="0">
                <a:solidFill>
                  <a:srgbClr val="71818B"/>
                </a:solidFill>
                <a:latin typeface="Yu Gothic"/>
                <a:ea typeface="Yu Gothic"/>
                <a:cs typeface="Yu Gothic"/>
              </a:defRPr>
            </a:lvl8pPr>
            <a:lvl9pPr>
              <a:buNone/>
              <a:defRPr sz="1425" b="0">
                <a:solidFill>
                  <a:srgbClr val="71818B"/>
                </a:solidFill>
                <a:latin typeface="Yu Gothic"/>
                <a:ea typeface="Yu Gothic"/>
                <a:cs typeface="Yu Gothic"/>
              </a:defRPr>
            </a:lvl9pPr>
          </a:lstStyle>
          <a:p xmlns:a="http://schemas.openxmlformats.org/drawingml/2006/main">
            <a:pPr>
              <a:buNone/>
              <a:defRPr sz="1425" b="0">
                <a:solidFill>
                  <a:srgbClr val="71818B"/>
                </a:solidFill>
                <a:latin typeface="Yu Gothic"/>
                <a:ea typeface="Yu Gothic"/>
                <a:cs typeface="Yu Gothic"/>
              </a:defRPr>
            </a:pPr>
            <a:r>
              <a:rPr sz="1425" b="0">
                <a:solidFill>
                  <a:srgbClr val="71818B"/>
                </a:solidFill>
                <a:latin typeface="Yu Gothic"/>
                <a:ea typeface="Yu Gothic"/>
                <a:cs typeface="Yu Gothic"/>
              </a:rPr>
              <a:t>工業材料概論　第12回</a:t>
            </a:r>
          </a:p>
        </p:txBody>
      </p:sp>
      <p:sp>
        <p:nvSpPr>
          <p:cNvPr id="7" name="正方形/長方形 6">
            <a:extLst xmlns:a="http://schemas.openxmlformats.org/drawingml/2006/main">
              <a:ext uri="{FF2B5EF4-FFF2-40B4-BE49-F238E27FC236}">
                <a16:creationId xmlns:a16="http://schemas.microsoft.com/office/drawing/2014/main" id="{16DA71C2-AAB4-4005-B1B4-D521FE5708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0" y="6353175"/>
            <a:ext cx="1047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>
              <a:defRPr sz="1425" b="0">
                <a:solidFill>
                  <a:srgbClr val="71818B"/>
                </a:solidFill>
                <a:latin typeface="Yu Gothic"/>
                <a:ea typeface="Yu Gothic"/>
                <a:cs typeface="Yu Gothic"/>
              </a:defRPr>
            </a:defPPr>
            <a:lvl1pPr>
              <a:buNone/>
              <a:defRPr sz="1425" b="0">
                <a:solidFill>
                  <a:srgbClr val="71818B"/>
                </a:solidFill>
                <a:latin typeface="Yu Gothic"/>
                <a:ea typeface="Yu Gothic"/>
                <a:cs typeface="Yu Gothic"/>
              </a:defRPr>
            </a:lvl1pPr>
            <a:lvl2pPr>
              <a:buNone/>
              <a:defRPr sz="1425" b="0">
                <a:solidFill>
                  <a:srgbClr val="71818B"/>
                </a:solidFill>
                <a:latin typeface="Yu Gothic"/>
                <a:ea typeface="Yu Gothic"/>
                <a:cs typeface="Yu Gothic"/>
              </a:defRPr>
            </a:lvl2pPr>
            <a:lvl3pPr>
              <a:buNone/>
              <a:defRPr sz="1425" b="0">
                <a:solidFill>
                  <a:srgbClr val="71818B"/>
                </a:solidFill>
                <a:latin typeface="Yu Gothic"/>
                <a:ea typeface="Yu Gothic"/>
                <a:cs typeface="Yu Gothic"/>
              </a:defRPr>
            </a:lvl3pPr>
            <a:lvl4pPr>
              <a:buNone/>
              <a:defRPr sz="1425" b="0">
                <a:solidFill>
                  <a:srgbClr val="71818B"/>
                </a:solidFill>
                <a:latin typeface="Yu Gothic"/>
                <a:ea typeface="Yu Gothic"/>
                <a:cs typeface="Yu Gothic"/>
              </a:defRPr>
            </a:lvl4pPr>
            <a:lvl5pPr>
              <a:buNone/>
              <a:defRPr sz="1425" b="0">
                <a:solidFill>
                  <a:srgbClr val="71818B"/>
                </a:solidFill>
                <a:latin typeface="Yu Gothic"/>
                <a:ea typeface="Yu Gothic"/>
                <a:cs typeface="Yu Gothic"/>
              </a:defRPr>
            </a:lvl5pPr>
            <a:lvl6pPr>
              <a:buNone/>
              <a:defRPr sz="1425" b="0">
                <a:solidFill>
                  <a:srgbClr val="71818B"/>
                </a:solidFill>
                <a:latin typeface="Yu Gothic"/>
                <a:ea typeface="Yu Gothic"/>
                <a:cs typeface="Yu Gothic"/>
              </a:defRPr>
            </a:lvl6pPr>
            <a:lvl7pPr>
              <a:buNone/>
              <a:defRPr sz="1425" b="0">
                <a:solidFill>
                  <a:srgbClr val="71818B"/>
                </a:solidFill>
                <a:latin typeface="Yu Gothic"/>
                <a:ea typeface="Yu Gothic"/>
                <a:cs typeface="Yu Gothic"/>
              </a:defRPr>
            </a:lvl7pPr>
            <a:lvl8pPr>
              <a:buNone/>
              <a:defRPr sz="1425" b="0">
                <a:solidFill>
                  <a:srgbClr val="71818B"/>
                </a:solidFill>
                <a:latin typeface="Yu Gothic"/>
                <a:ea typeface="Yu Gothic"/>
                <a:cs typeface="Yu Gothic"/>
              </a:defRPr>
            </a:lvl8pPr>
            <a:lvl9pPr>
              <a:buNone/>
              <a:defRPr sz="1425" b="0">
                <a:solidFill>
                  <a:srgbClr val="71818B"/>
                </a:solidFill>
                <a:latin typeface="Yu Gothic"/>
                <a:ea typeface="Yu Gothic"/>
                <a:cs typeface="Yu Gothic"/>
              </a:defRPr>
            </a:lvl9pPr>
          </a:lstStyle>
          <a:p xmlns:a="http://schemas.openxmlformats.org/drawingml/2006/main">
            <a:pPr>
              <a:buNone/>
              <a:defRPr sz="1425" b="0">
                <a:solidFill>
                  <a:srgbClr val="71818B"/>
                </a:solidFill>
                <a:latin typeface="Yu Gothic"/>
                <a:ea typeface="Yu Gothic"/>
                <a:cs typeface="Yu Gothic"/>
              </a:defRPr>
            </a:pPr>
            <a:r>
              <a:rPr sz="1425" b="0">
                <a:solidFill>
                  <a:srgbClr val="71818B"/>
                </a:solidFill>
                <a:latin typeface="Yu Gothic"/>
                <a:ea typeface="Yu Gothic"/>
                <a:cs typeface="Yu Gothic"/>
              </a:rPr>
              <a:t>30 / 41</a:t>
            </a:r>
            <a:endParaRPr sz="1425" b="0">
              <a:solidFill>
                <a:srgbClr val="71818B"/>
              </a:solidFill>
              <a:latin typeface="Yu Gothic"/>
              <a:ea typeface="Yu Gothic"/>
              <a:cs typeface="Yu Gothic"/>
            </a:endParaRPr>
          </a:p>
        </p:txBody>
      </p:sp>
    </p:spTree>
    <p:extLst>
      <p:ext uri="{BB962C8B-B14F-4D97-AF65-F5344CB8AC3E}">
        <p14:creationId xmlns:p14="http://schemas.microsoft.com/office/powerpoint/2010/main" val="1227077251"/>
      </p:ext>
    </p:extLst>
  </p:cSld>
</p:sld>
</file>

<file path=ppt/slides/slide3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正方形/長方形 8">
            <a:extLst xmlns:a="http://schemas.openxmlformats.org/drawingml/2006/main">
              <a:ext uri="{FF2B5EF4-FFF2-40B4-BE49-F238E27FC236}">
                <a16:creationId xmlns:a16="http://schemas.microsoft.com/office/drawing/2014/main" id="{86469E8A-10AB-45E2-AEF3-FE1A680686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81000"/>
            <a:ext cx="108204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>
              <a:defRPr sz="2775" b="1">
                <a:solidFill>
                  <a:srgbClr val="193B59"/>
                </a:solidFill>
                <a:latin typeface="Yu Gothic"/>
                <a:ea typeface="Yu Gothic"/>
                <a:cs typeface="Yu Gothic"/>
              </a:defRPr>
            </a:defPPr>
            <a:lvl1pPr>
              <a:buNone/>
              <a:defRPr sz="2775" b="1">
                <a:solidFill>
                  <a:srgbClr val="193B59"/>
                </a:solidFill>
                <a:latin typeface="Yu Gothic"/>
                <a:ea typeface="Yu Gothic"/>
                <a:cs typeface="Yu Gothic"/>
              </a:defRPr>
            </a:lvl1pPr>
            <a:lvl2pPr>
              <a:buNone/>
              <a:defRPr sz="2775" b="1">
                <a:solidFill>
                  <a:srgbClr val="193B59"/>
                </a:solidFill>
                <a:latin typeface="Yu Gothic"/>
                <a:ea typeface="Yu Gothic"/>
                <a:cs typeface="Yu Gothic"/>
              </a:defRPr>
            </a:lvl2pPr>
            <a:lvl3pPr>
              <a:buNone/>
              <a:defRPr sz="2775" b="1">
                <a:solidFill>
                  <a:srgbClr val="193B59"/>
                </a:solidFill>
                <a:latin typeface="Yu Gothic"/>
                <a:ea typeface="Yu Gothic"/>
                <a:cs typeface="Yu Gothic"/>
              </a:defRPr>
            </a:lvl3pPr>
            <a:lvl4pPr>
              <a:buNone/>
              <a:defRPr sz="2775" b="1">
                <a:solidFill>
                  <a:srgbClr val="193B59"/>
                </a:solidFill>
                <a:latin typeface="Yu Gothic"/>
                <a:ea typeface="Yu Gothic"/>
                <a:cs typeface="Yu Gothic"/>
              </a:defRPr>
            </a:lvl4pPr>
            <a:lvl5pPr>
              <a:buNone/>
              <a:defRPr sz="2775" b="1">
                <a:solidFill>
                  <a:srgbClr val="193B59"/>
                </a:solidFill>
                <a:latin typeface="Yu Gothic"/>
                <a:ea typeface="Yu Gothic"/>
                <a:cs typeface="Yu Gothic"/>
              </a:defRPr>
            </a:lvl5pPr>
            <a:lvl6pPr>
              <a:buNone/>
              <a:defRPr sz="2775" b="1">
                <a:solidFill>
                  <a:srgbClr val="193B59"/>
                </a:solidFill>
                <a:latin typeface="Yu Gothic"/>
                <a:ea typeface="Yu Gothic"/>
                <a:cs typeface="Yu Gothic"/>
              </a:defRPr>
            </a:lvl6pPr>
            <a:lvl7pPr>
              <a:buNone/>
              <a:defRPr sz="2775" b="1">
                <a:solidFill>
                  <a:srgbClr val="193B59"/>
                </a:solidFill>
                <a:latin typeface="Yu Gothic"/>
                <a:ea typeface="Yu Gothic"/>
                <a:cs typeface="Yu Gothic"/>
              </a:defRPr>
            </a:lvl7pPr>
            <a:lvl8pPr>
              <a:buNone/>
              <a:defRPr sz="2775" b="1">
                <a:solidFill>
                  <a:srgbClr val="193B59"/>
                </a:solidFill>
                <a:latin typeface="Yu Gothic"/>
                <a:ea typeface="Yu Gothic"/>
                <a:cs typeface="Yu Gothic"/>
              </a:defRPr>
            </a:lvl8pPr>
            <a:lvl9pPr>
              <a:buNone/>
              <a:defRPr sz="2775" b="1">
                <a:solidFill>
                  <a:srgbClr val="193B59"/>
                </a:solidFill>
                <a:latin typeface="Yu Gothic"/>
                <a:ea typeface="Yu Gothic"/>
                <a:cs typeface="Yu Gothic"/>
              </a:defRPr>
            </a:lvl9pPr>
          </a:lstStyle>
          <a:p xmlns:a="http://schemas.openxmlformats.org/drawingml/2006/main">
            <a:pPr>
              <a:buNone/>
              <a:defRPr sz="2775" b="1">
                <a:solidFill>
                  <a:srgbClr val="193B59"/>
                </a:solidFill>
                <a:latin typeface="Yu Gothic"/>
                <a:ea typeface="Yu Gothic"/>
                <a:cs typeface="Yu Gothic"/>
              </a:defRPr>
            </a:pPr>
            <a:r>
              <a:rPr sz="2775" b="1">
                <a:solidFill>
                  <a:srgbClr val="193B59"/>
                </a:solidFill>
                <a:latin typeface="Yu Gothic"/>
                <a:ea typeface="Yu Gothic"/>
                <a:cs typeface="Yu Gothic"/>
              </a:rPr>
              <a:t>解説4：順位が切り替わる境界を求める</a:t>
            </a:r>
          </a:p>
        </p:txBody>
      </p:sp>
      <p:sp>
        <p:nvSpPr>
          <p:cNvPr id="2" name="フリーフォーム: 図形 1">
            <a:extLst xmlns:a="http://schemas.openxmlformats.org/drawingml/2006/main">
              <a:ext uri="{FF2B5EF4-FFF2-40B4-BE49-F238E27FC236}">
                <a16:creationId xmlns:a16="http://schemas.microsoft.com/office/drawing/2014/main" id="{A254AAA2-CFE3-4C00-8C96-0E3D8CFF52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323975"/>
            <a:ext cx="10820400" cy="9525"/>
          </a:xfrm>
          <a:custGeom xmlns:a="http://schemas.openxmlformats.org/drawingml/2006/main">
            <a:rect l="0" t="0" r="0" b="0"/>
            <a:pathLst>
              <a:path w="10820400" h="9525">
                <a:moveTo>
                  <a:pt x="0" y="0"/>
                </a:moveTo>
                <a:lnTo>
                  <a:pt x="1082040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D8E1E7"/>
            </a:solidFill>
          </a:ln>
        </p:spPr>
      </p:sp>
      <p:sp>
        <p:nvSpPr>
          <p:cNvPr id="3" name="正方形/長方形 2">
            <a:extLst xmlns:a="http://schemas.openxmlformats.org/drawingml/2006/main">
              <a:ext uri="{FF2B5EF4-FFF2-40B4-BE49-F238E27FC236}">
                <a16:creationId xmlns:a16="http://schemas.microsoft.com/office/drawing/2014/main" id="{5DF1BD74-D2A4-4B89-A26B-980BF08C2A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1524000"/>
            <a:ext cx="10572750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>
              <a:defRPr sz="2100" b="1">
                <a:solidFill>
                  <a:srgbClr val="263D4D"/>
                </a:solidFill>
                <a:latin typeface="Yu Gothic"/>
                <a:ea typeface="Yu Gothic"/>
                <a:cs typeface="Yu Gothic"/>
              </a:defRPr>
            </a:defPPr>
            <a:lvl1pPr>
              <a:buNone/>
              <a:defRPr sz="2100" b="1">
                <a:solidFill>
                  <a:srgbClr val="263D4D"/>
                </a:solidFill>
                <a:latin typeface="Yu Gothic"/>
                <a:ea typeface="Yu Gothic"/>
                <a:cs typeface="Yu Gothic"/>
              </a:defRPr>
            </a:lvl1pPr>
            <a:lvl2pPr>
              <a:buNone/>
              <a:defRPr sz="2100" b="1">
                <a:solidFill>
                  <a:srgbClr val="263D4D"/>
                </a:solidFill>
                <a:latin typeface="Yu Gothic"/>
                <a:ea typeface="Yu Gothic"/>
                <a:cs typeface="Yu Gothic"/>
              </a:defRPr>
            </a:lvl2pPr>
            <a:lvl3pPr>
              <a:buNone/>
              <a:defRPr sz="2100" b="1">
                <a:solidFill>
                  <a:srgbClr val="263D4D"/>
                </a:solidFill>
                <a:latin typeface="Yu Gothic"/>
                <a:ea typeface="Yu Gothic"/>
                <a:cs typeface="Yu Gothic"/>
              </a:defRPr>
            </a:lvl3pPr>
            <a:lvl4pPr>
              <a:buNone/>
              <a:defRPr sz="2100" b="1">
                <a:solidFill>
                  <a:srgbClr val="263D4D"/>
                </a:solidFill>
                <a:latin typeface="Yu Gothic"/>
                <a:ea typeface="Yu Gothic"/>
                <a:cs typeface="Yu Gothic"/>
              </a:defRPr>
            </a:lvl4pPr>
            <a:lvl5pPr>
              <a:buNone/>
              <a:defRPr sz="2100" b="1">
                <a:solidFill>
                  <a:srgbClr val="263D4D"/>
                </a:solidFill>
                <a:latin typeface="Yu Gothic"/>
                <a:ea typeface="Yu Gothic"/>
                <a:cs typeface="Yu Gothic"/>
              </a:defRPr>
            </a:lvl5pPr>
            <a:lvl6pPr>
              <a:buNone/>
              <a:defRPr sz="2100" b="1">
                <a:solidFill>
                  <a:srgbClr val="263D4D"/>
                </a:solidFill>
                <a:latin typeface="Yu Gothic"/>
                <a:ea typeface="Yu Gothic"/>
                <a:cs typeface="Yu Gothic"/>
              </a:defRPr>
            </a:lvl6pPr>
            <a:lvl7pPr>
              <a:buNone/>
              <a:defRPr sz="2100" b="1">
                <a:solidFill>
                  <a:srgbClr val="263D4D"/>
                </a:solidFill>
                <a:latin typeface="Yu Gothic"/>
                <a:ea typeface="Yu Gothic"/>
                <a:cs typeface="Yu Gothic"/>
              </a:defRPr>
            </a:lvl7pPr>
            <a:lvl8pPr>
              <a:buNone/>
              <a:defRPr sz="2100" b="1">
                <a:solidFill>
                  <a:srgbClr val="263D4D"/>
                </a:solidFill>
                <a:latin typeface="Yu Gothic"/>
                <a:ea typeface="Yu Gothic"/>
                <a:cs typeface="Yu Gothic"/>
              </a:defRPr>
            </a:lvl8pPr>
            <a:lvl9pPr>
              <a:buNone/>
              <a:defRPr sz="2100" b="1">
                <a:solidFill>
                  <a:srgbClr val="263D4D"/>
                </a:solidFill>
                <a:latin typeface="Yu Gothic"/>
                <a:ea typeface="Yu Gothic"/>
                <a:cs typeface="Yu Gothic"/>
              </a:defRPr>
            </a:lvl9pPr>
          </a:lstStyle>
          <a:p xmlns:a="http://schemas.openxmlformats.org/drawingml/2006/main">
            <a:pPr>
              <a:buNone/>
              <a:defRPr sz="2100" b="1">
                <a:solidFill>
                  <a:srgbClr val="263D4D"/>
                </a:solidFill>
                <a:latin typeface="Yu Gothic"/>
                <a:ea typeface="Yu Gothic"/>
                <a:cs typeface="Yu Gothic"/>
              </a:defRPr>
            </a:pPr>
            <a:r>
              <a:rPr sz="2100" b="1">
                <a:solidFill>
                  <a:srgbClr val="263D4D"/>
                </a:solidFill>
                <a:latin typeface="Yu Gothic"/>
                <a:ea typeface="Yu Gothic"/>
                <a:cs typeface="Yu Gothic"/>
              </a:rPr>
              <a:t>P＝5w＋2(1−w)＝2＋3w　／　Q＝5−3w</a:t>
            </a:r>
          </a:p>
        </p:txBody>
      </p:sp>
      <p:sp>
        <p:nvSpPr>
          <p:cNvPr id="4" name="正方形/長方形 3">
            <a:extLst xmlns:a="http://schemas.openxmlformats.org/drawingml/2006/main">
              <a:ext uri="{FF2B5EF4-FFF2-40B4-BE49-F238E27FC236}">
                <a16:creationId xmlns:a16="http://schemas.microsoft.com/office/drawing/2014/main" id="{1BD6D179-9336-4F54-A8F3-8B7E583F7A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2476500"/>
            <a:ext cx="10572750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>
              <a:defRPr sz="2100" b="0">
                <a:solidFill>
                  <a:srgbClr val="263D4D"/>
                </a:solidFill>
                <a:latin typeface="Yu Gothic"/>
                <a:ea typeface="Yu Gothic"/>
                <a:cs typeface="Yu Gothic"/>
              </a:defRPr>
            </a:defPPr>
            <a:lvl1pPr>
              <a:buNone/>
              <a:defRPr sz="2100" b="0">
                <a:solidFill>
                  <a:srgbClr val="263D4D"/>
                </a:solidFill>
                <a:latin typeface="Yu Gothic"/>
                <a:ea typeface="Yu Gothic"/>
                <a:cs typeface="Yu Gothic"/>
              </a:defRPr>
            </a:lvl1pPr>
            <a:lvl2pPr>
              <a:buNone/>
              <a:defRPr sz="2100" b="0">
                <a:solidFill>
                  <a:srgbClr val="263D4D"/>
                </a:solidFill>
                <a:latin typeface="Yu Gothic"/>
                <a:ea typeface="Yu Gothic"/>
                <a:cs typeface="Yu Gothic"/>
              </a:defRPr>
            </a:lvl2pPr>
            <a:lvl3pPr>
              <a:buNone/>
              <a:defRPr sz="2100" b="0">
                <a:solidFill>
                  <a:srgbClr val="263D4D"/>
                </a:solidFill>
                <a:latin typeface="Yu Gothic"/>
                <a:ea typeface="Yu Gothic"/>
                <a:cs typeface="Yu Gothic"/>
              </a:defRPr>
            </a:lvl3pPr>
            <a:lvl4pPr>
              <a:buNone/>
              <a:defRPr sz="2100" b="0">
                <a:solidFill>
                  <a:srgbClr val="263D4D"/>
                </a:solidFill>
                <a:latin typeface="Yu Gothic"/>
                <a:ea typeface="Yu Gothic"/>
                <a:cs typeface="Yu Gothic"/>
              </a:defRPr>
            </a:lvl4pPr>
            <a:lvl5pPr>
              <a:buNone/>
              <a:defRPr sz="2100" b="0">
                <a:solidFill>
                  <a:srgbClr val="263D4D"/>
                </a:solidFill>
                <a:latin typeface="Yu Gothic"/>
                <a:ea typeface="Yu Gothic"/>
                <a:cs typeface="Yu Gothic"/>
              </a:defRPr>
            </a:lvl5pPr>
            <a:lvl6pPr>
              <a:buNone/>
              <a:defRPr sz="2100" b="0">
                <a:solidFill>
                  <a:srgbClr val="263D4D"/>
                </a:solidFill>
                <a:latin typeface="Yu Gothic"/>
                <a:ea typeface="Yu Gothic"/>
                <a:cs typeface="Yu Gothic"/>
              </a:defRPr>
            </a:lvl6pPr>
            <a:lvl7pPr>
              <a:buNone/>
              <a:defRPr sz="2100" b="0">
                <a:solidFill>
                  <a:srgbClr val="263D4D"/>
                </a:solidFill>
                <a:latin typeface="Yu Gothic"/>
                <a:ea typeface="Yu Gothic"/>
                <a:cs typeface="Yu Gothic"/>
              </a:defRPr>
            </a:lvl7pPr>
            <a:lvl8pPr>
              <a:buNone/>
              <a:defRPr sz="2100" b="0">
                <a:solidFill>
                  <a:srgbClr val="263D4D"/>
                </a:solidFill>
                <a:latin typeface="Yu Gothic"/>
                <a:ea typeface="Yu Gothic"/>
                <a:cs typeface="Yu Gothic"/>
              </a:defRPr>
            </a:lvl8pPr>
            <a:lvl9pPr>
              <a:buNone/>
              <a:defRPr sz="2100" b="0">
                <a:solidFill>
                  <a:srgbClr val="263D4D"/>
                </a:solidFill>
                <a:latin typeface="Yu Gothic"/>
                <a:ea typeface="Yu Gothic"/>
                <a:cs typeface="Yu Gothic"/>
              </a:defRPr>
            </a:lvl9pPr>
          </a:lstStyle>
          <a:p xmlns:a="http://schemas.openxmlformats.org/drawingml/2006/main">
            <a:pPr>
              <a:buNone/>
              <a:defRPr sz="2100" b="0">
                <a:solidFill>
                  <a:srgbClr val="263D4D"/>
                </a:solidFill>
                <a:latin typeface="Yu Gothic"/>
                <a:ea typeface="Yu Gothic"/>
                <a:cs typeface="Yu Gothic"/>
              </a:defRPr>
            </a:pPr>
            <a:r>
              <a:rPr sz="2100" b="0">
                <a:solidFill>
                  <a:srgbClr val="263D4D"/>
                </a:solidFill>
                <a:latin typeface="Yu Gothic"/>
                <a:ea typeface="Yu Gothic"/>
                <a:cs typeface="Yu Gothic"/>
              </a:rPr>
              <a:t>w=0.7：P 4.1・Q 2.9　／　w=0.3：P 2.9・Q 4.1</a:t>
            </a:r>
          </a:p>
        </p:txBody>
      </p:sp>
      <p:sp>
        <p:nvSpPr>
          <p:cNvPr id="5" name="正方形/長方形 4">
            <a:extLst xmlns:a="http://schemas.openxmlformats.org/drawingml/2006/main">
              <a:ext uri="{FF2B5EF4-FFF2-40B4-BE49-F238E27FC236}">
                <a16:creationId xmlns:a16="http://schemas.microsoft.com/office/drawing/2014/main" id="{60E404B2-E32E-4093-9843-6401C9055F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3429000"/>
            <a:ext cx="10572750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>
              <a:defRPr sz="2100" b="0">
                <a:solidFill>
                  <a:srgbClr val="263D4D"/>
                </a:solidFill>
                <a:latin typeface="Yu Gothic"/>
                <a:ea typeface="Yu Gothic"/>
                <a:cs typeface="Yu Gothic"/>
              </a:defRPr>
            </a:defPPr>
            <a:lvl1pPr>
              <a:buNone/>
              <a:defRPr sz="2100" b="0">
                <a:solidFill>
                  <a:srgbClr val="263D4D"/>
                </a:solidFill>
                <a:latin typeface="Yu Gothic"/>
                <a:ea typeface="Yu Gothic"/>
                <a:cs typeface="Yu Gothic"/>
              </a:defRPr>
            </a:lvl1pPr>
            <a:lvl2pPr>
              <a:buNone/>
              <a:defRPr sz="2100" b="0">
                <a:solidFill>
                  <a:srgbClr val="263D4D"/>
                </a:solidFill>
                <a:latin typeface="Yu Gothic"/>
                <a:ea typeface="Yu Gothic"/>
                <a:cs typeface="Yu Gothic"/>
              </a:defRPr>
            </a:lvl2pPr>
            <a:lvl3pPr>
              <a:buNone/>
              <a:defRPr sz="2100" b="0">
                <a:solidFill>
                  <a:srgbClr val="263D4D"/>
                </a:solidFill>
                <a:latin typeface="Yu Gothic"/>
                <a:ea typeface="Yu Gothic"/>
                <a:cs typeface="Yu Gothic"/>
              </a:defRPr>
            </a:lvl3pPr>
            <a:lvl4pPr>
              <a:buNone/>
              <a:defRPr sz="2100" b="0">
                <a:solidFill>
                  <a:srgbClr val="263D4D"/>
                </a:solidFill>
                <a:latin typeface="Yu Gothic"/>
                <a:ea typeface="Yu Gothic"/>
                <a:cs typeface="Yu Gothic"/>
              </a:defRPr>
            </a:lvl4pPr>
            <a:lvl5pPr>
              <a:buNone/>
              <a:defRPr sz="2100" b="0">
                <a:solidFill>
                  <a:srgbClr val="263D4D"/>
                </a:solidFill>
                <a:latin typeface="Yu Gothic"/>
                <a:ea typeface="Yu Gothic"/>
                <a:cs typeface="Yu Gothic"/>
              </a:defRPr>
            </a:lvl5pPr>
            <a:lvl6pPr>
              <a:buNone/>
              <a:defRPr sz="2100" b="0">
                <a:solidFill>
                  <a:srgbClr val="263D4D"/>
                </a:solidFill>
                <a:latin typeface="Yu Gothic"/>
                <a:ea typeface="Yu Gothic"/>
                <a:cs typeface="Yu Gothic"/>
              </a:defRPr>
            </a:lvl6pPr>
            <a:lvl7pPr>
              <a:buNone/>
              <a:defRPr sz="2100" b="0">
                <a:solidFill>
                  <a:srgbClr val="263D4D"/>
                </a:solidFill>
                <a:latin typeface="Yu Gothic"/>
                <a:ea typeface="Yu Gothic"/>
                <a:cs typeface="Yu Gothic"/>
              </a:defRPr>
            </a:lvl7pPr>
            <a:lvl8pPr>
              <a:buNone/>
              <a:defRPr sz="2100" b="0">
                <a:solidFill>
                  <a:srgbClr val="263D4D"/>
                </a:solidFill>
                <a:latin typeface="Yu Gothic"/>
                <a:ea typeface="Yu Gothic"/>
                <a:cs typeface="Yu Gothic"/>
              </a:defRPr>
            </a:lvl8pPr>
            <a:lvl9pPr>
              <a:buNone/>
              <a:defRPr sz="2100" b="0">
                <a:solidFill>
                  <a:srgbClr val="263D4D"/>
                </a:solidFill>
                <a:latin typeface="Yu Gothic"/>
                <a:ea typeface="Yu Gothic"/>
                <a:cs typeface="Yu Gothic"/>
              </a:defRPr>
            </a:lvl9pPr>
          </a:lstStyle>
          <a:p xmlns:a="http://schemas.openxmlformats.org/drawingml/2006/main">
            <a:pPr>
              <a:buNone/>
              <a:defRPr sz="2100" b="0">
                <a:solidFill>
                  <a:srgbClr val="263D4D"/>
                </a:solidFill>
                <a:latin typeface="Yu Gothic"/>
                <a:ea typeface="Yu Gothic"/>
                <a:cs typeface="Yu Gothic"/>
              </a:defRPr>
            </a:pPr>
            <a:r>
              <a:rPr sz="2100" b="0">
                <a:solidFill>
                  <a:srgbClr val="263D4D"/>
                </a:solidFill>
                <a:latin typeface="Yu Gothic"/>
                <a:ea typeface="Yu Gothic"/>
                <a:cs typeface="Yu Gothic"/>
              </a:rPr>
              <a:t>w=0.5：ともに3.5。境界の両側で順位が逆転</a:t>
            </a:r>
          </a:p>
        </p:txBody>
      </p:sp>
      <p:sp>
        <p:nvSpPr>
          <p:cNvPr id="6" name="正方形/長方形 5">
            <a:extLst xmlns:a="http://schemas.openxmlformats.org/drawingml/2006/main">
              <a:ext uri="{FF2B5EF4-FFF2-40B4-BE49-F238E27FC236}">
                <a16:creationId xmlns:a16="http://schemas.microsoft.com/office/drawing/2014/main" id="{F2584407-5E9B-4DA7-A55F-3B79AF5522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4381500"/>
            <a:ext cx="10572750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>
              <a:defRPr sz="2100" b="0">
                <a:solidFill>
                  <a:srgbClr val="263D4D"/>
                </a:solidFill>
                <a:latin typeface="Yu Gothic"/>
                <a:ea typeface="Yu Gothic"/>
                <a:cs typeface="Yu Gothic"/>
              </a:defRPr>
            </a:defPPr>
            <a:lvl1pPr>
              <a:buNone/>
              <a:defRPr sz="2100" b="0">
                <a:solidFill>
                  <a:srgbClr val="263D4D"/>
                </a:solidFill>
                <a:latin typeface="Yu Gothic"/>
                <a:ea typeface="Yu Gothic"/>
                <a:cs typeface="Yu Gothic"/>
              </a:defRPr>
            </a:lvl1pPr>
            <a:lvl2pPr>
              <a:buNone/>
              <a:defRPr sz="2100" b="0">
                <a:solidFill>
                  <a:srgbClr val="263D4D"/>
                </a:solidFill>
                <a:latin typeface="Yu Gothic"/>
                <a:ea typeface="Yu Gothic"/>
                <a:cs typeface="Yu Gothic"/>
              </a:defRPr>
            </a:lvl2pPr>
            <a:lvl3pPr>
              <a:buNone/>
              <a:defRPr sz="2100" b="0">
                <a:solidFill>
                  <a:srgbClr val="263D4D"/>
                </a:solidFill>
                <a:latin typeface="Yu Gothic"/>
                <a:ea typeface="Yu Gothic"/>
                <a:cs typeface="Yu Gothic"/>
              </a:defRPr>
            </a:lvl3pPr>
            <a:lvl4pPr>
              <a:buNone/>
              <a:defRPr sz="2100" b="0">
                <a:solidFill>
                  <a:srgbClr val="263D4D"/>
                </a:solidFill>
                <a:latin typeface="Yu Gothic"/>
                <a:ea typeface="Yu Gothic"/>
                <a:cs typeface="Yu Gothic"/>
              </a:defRPr>
            </a:lvl4pPr>
            <a:lvl5pPr>
              <a:buNone/>
              <a:defRPr sz="2100" b="0">
                <a:solidFill>
                  <a:srgbClr val="263D4D"/>
                </a:solidFill>
                <a:latin typeface="Yu Gothic"/>
                <a:ea typeface="Yu Gothic"/>
                <a:cs typeface="Yu Gothic"/>
              </a:defRPr>
            </a:lvl5pPr>
            <a:lvl6pPr>
              <a:buNone/>
              <a:defRPr sz="2100" b="0">
                <a:solidFill>
                  <a:srgbClr val="263D4D"/>
                </a:solidFill>
                <a:latin typeface="Yu Gothic"/>
                <a:ea typeface="Yu Gothic"/>
                <a:cs typeface="Yu Gothic"/>
              </a:defRPr>
            </a:lvl6pPr>
            <a:lvl7pPr>
              <a:buNone/>
              <a:defRPr sz="2100" b="0">
                <a:solidFill>
                  <a:srgbClr val="263D4D"/>
                </a:solidFill>
                <a:latin typeface="Yu Gothic"/>
                <a:ea typeface="Yu Gothic"/>
                <a:cs typeface="Yu Gothic"/>
              </a:defRPr>
            </a:lvl7pPr>
            <a:lvl8pPr>
              <a:buNone/>
              <a:defRPr sz="2100" b="0">
                <a:solidFill>
                  <a:srgbClr val="263D4D"/>
                </a:solidFill>
                <a:latin typeface="Yu Gothic"/>
                <a:ea typeface="Yu Gothic"/>
                <a:cs typeface="Yu Gothic"/>
              </a:defRPr>
            </a:lvl8pPr>
            <a:lvl9pPr>
              <a:buNone/>
              <a:defRPr sz="2100" b="0">
                <a:solidFill>
                  <a:srgbClr val="263D4D"/>
                </a:solidFill>
                <a:latin typeface="Yu Gothic"/>
                <a:ea typeface="Yu Gothic"/>
                <a:cs typeface="Yu Gothic"/>
              </a:defRPr>
            </a:lvl9pPr>
          </a:lstStyle>
          <a:p xmlns:a="http://schemas.openxmlformats.org/drawingml/2006/main">
            <a:pPr>
              <a:buNone/>
              <a:defRPr sz="2100" b="0">
                <a:solidFill>
                  <a:srgbClr val="263D4D"/>
                </a:solidFill>
                <a:latin typeface="Yu Gothic"/>
                <a:ea typeface="Yu Gothic"/>
                <a:cs typeface="Yu Gothic"/>
              </a:defRPr>
            </a:pPr>
            <a:r>
              <a:rPr sz="2100" b="0">
                <a:solidFill>
                  <a:srgbClr val="263D4D"/>
                </a:solidFill>
                <a:latin typeface="Yu Gothic"/>
                <a:ea typeface="Yu Gothic"/>
                <a:cs typeface="Yu Gothic"/>
              </a:rPr>
              <a:t>得点と重みの根拠を示し、必須条件は別に判定</a:t>
            </a:r>
          </a:p>
        </p:txBody>
      </p:sp>
      <p:sp>
        <p:nvSpPr>
          <p:cNvPr id="7" name="正方形/長方形 6">
            <a:extLst xmlns:a="http://schemas.openxmlformats.org/drawingml/2006/main">
              <a:ext uri="{FF2B5EF4-FFF2-40B4-BE49-F238E27FC236}">
                <a16:creationId xmlns:a16="http://schemas.microsoft.com/office/drawing/2014/main" id="{2BEEEF5C-2D77-49E1-9C35-00CCC0F1E6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353175"/>
            <a:ext cx="8572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>
              <a:defRPr sz="1425" b="0">
                <a:solidFill>
                  <a:srgbClr val="71818B"/>
                </a:solidFill>
                <a:latin typeface="Yu Gothic"/>
                <a:ea typeface="Yu Gothic"/>
                <a:cs typeface="Yu Gothic"/>
              </a:defRPr>
            </a:defPPr>
            <a:lvl1pPr>
              <a:buNone/>
              <a:defRPr sz="1425" b="0">
                <a:solidFill>
                  <a:srgbClr val="71818B"/>
                </a:solidFill>
                <a:latin typeface="Yu Gothic"/>
                <a:ea typeface="Yu Gothic"/>
                <a:cs typeface="Yu Gothic"/>
              </a:defRPr>
            </a:lvl1pPr>
            <a:lvl2pPr>
              <a:buNone/>
              <a:defRPr sz="1425" b="0">
                <a:solidFill>
                  <a:srgbClr val="71818B"/>
                </a:solidFill>
                <a:latin typeface="Yu Gothic"/>
                <a:ea typeface="Yu Gothic"/>
                <a:cs typeface="Yu Gothic"/>
              </a:defRPr>
            </a:lvl2pPr>
            <a:lvl3pPr>
              <a:buNone/>
              <a:defRPr sz="1425" b="0">
                <a:solidFill>
                  <a:srgbClr val="71818B"/>
                </a:solidFill>
                <a:latin typeface="Yu Gothic"/>
                <a:ea typeface="Yu Gothic"/>
                <a:cs typeface="Yu Gothic"/>
              </a:defRPr>
            </a:lvl3pPr>
            <a:lvl4pPr>
              <a:buNone/>
              <a:defRPr sz="1425" b="0">
                <a:solidFill>
                  <a:srgbClr val="71818B"/>
                </a:solidFill>
                <a:latin typeface="Yu Gothic"/>
                <a:ea typeface="Yu Gothic"/>
                <a:cs typeface="Yu Gothic"/>
              </a:defRPr>
            </a:lvl4pPr>
            <a:lvl5pPr>
              <a:buNone/>
              <a:defRPr sz="1425" b="0">
                <a:solidFill>
                  <a:srgbClr val="71818B"/>
                </a:solidFill>
                <a:latin typeface="Yu Gothic"/>
                <a:ea typeface="Yu Gothic"/>
                <a:cs typeface="Yu Gothic"/>
              </a:defRPr>
            </a:lvl5pPr>
            <a:lvl6pPr>
              <a:buNone/>
              <a:defRPr sz="1425" b="0">
                <a:solidFill>
                  <a:srgbClr val="71818B"/>
                </a:solidFill>
                <a:latin typeface="Yu Gothic"/>
                <a:ea typeface="Yu Gothic"/>
                <a:cs typeface="Yu Gothic"/>
              </a:defRPr>
            </a:lvl6pPr>
            <a:lvl7pPr>
              <a:buNone/>
              <a:defRPr sz="1425" b="0">
                <a:solidFill>
                  <a:srgbClr val="71818B"/>
                </a:solidFill>
                <a:latin typeface="Yu Gothic"/>
                <a:ea typeface="Yu Gothic"/>
                <a:cs typeface="Yu Gothic"/>
              </a:defRPr>
            </a:lvl7pPr>
            <a:lvl8pPr>
              <a:buNone/>
              <a:defRPr sz="1425" b="0">
                <a:solidFill>
                  <a:srgbClr val="71818B"/>
                </a:solidFill>
                <a:latin typeface="Yu Gothic"/>
                <a:ea typeface="Yu Gothic"/>
                <a:cs typeface="Yu Gothic"/>
              </a:defRPr>
            </a:lvl8pPr>
            <a:lvl9pPr>
              <a:buNone/>
              <a:defRPr sz="1425" b="0">
                <a:solidFill>
                  <a:srgbClr val="71818B"/>
                </a:solidFill>
                <a:latin typeface="Yu Gothic"/>
                <a:ea typeface="Yu Gothic"/>
                <a:cs typeface="Yu Gothic"/>
              </a:defRPr>
            </a:lvl9pPr>
          </a:lstStyle>
          <a:p xmlns:a="http://schemas.openxmlformats.org/drawingml/2006/main">
            <a:pPr>
              <a:buNone/>
              <a:defRPr sz="1425" b="0">
                <a:solidFill>
                  <a:srgbClr val="71818B"/>
                </a:solidFill>
                <a:latin typeface="Yu Gothic"/>
                <a:ea typeface="Yu Gothic"/>
                <a:cs typeface="Yu Gothic"/>
              </a:defRPr>
            </a:pPr>
            <a:r>
              <a:rPr sz="1425" b="0">
                <a:solidFill>
                  <a:srgbClr val="71818B"/>
                </a:solidFill>
                <a:latin typeface="Yu Gothic"/>
                <a:ea typeface="Yu Gothic"/>
                <a:cs typeface="Yu Gothic"/>
              </a:rPr>
              <a:t>工業材料概論　第12回</a:t>
            </a:r>
          </a:p>
        </p:txBody>
      </p:sp>
      <p:sp>
        <p:nvSpPr>
          <p:cNvPr id="8" name="正方形/長方形 7">
            <a:extLst xmlns:a="http://schemas.openxmlformats.org/drawingml/2006/main">
              <a:ext uri="{FF2B5EF4-FFF2-40B4-BE49-F238E27FC236}">
                <a16:creationId xmlns:a16="http://schemas.microsoft.com/office/drawing/2014/main" id="{B5D56AB7-BDD0-402D-B015-A88FBF1DED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0" y="6353175"/>
            <a:ext cx="1047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>
              <a:defRPr sz="1425" b="0">
                <a:solidFill>
                  <a:srgbClr val="71818B"/>
                </a:solidFill>
                <a:latin typeface="Yu Gothic"/>
                <a:ea typeface="Yu Gothic"/>
                <a:cs typeface="Yu Gothic"/>
              </a:defRPr>
            </a:defPPr>
            <a:lvl1pPr>
              <a:buNone/>
              <a:defRPr sz="1425" b="0">
                <a:solidFill>
                  <a:srgbClr val="71818B"/>
                </a:solidFill>
                <a:latin typeface="Yu Gothic"/>
                <a:ea typeface="Yu Gothic"/>
                <a:cs typeface="Yu Gothic"/>
              </a:defRPr>
            </a:lvl1pPr>
            <a:lvl2pPr>
              <a:buNone/>
              <a:defRPr sz="1425" b="0">
                <a:solidFill>
                  <a:srgbClr val="71818B"/>
                </a:solidFill>
                <a:latin typeface="Yu Gothic"/>
                <a:ea typeface="Yu Gothic"/>
                <a:cs typeface="Yu Gothic"/>
              </a:defRPr>
            </a:lvl2pPr>
            <a:lvl3pPr>
              <a:buNone/>
              <a:defRPr sz="1425" b="0">
                <a:solidFill>
                  <a:srgbClr val="71818B"/>
                </a:solidFill>
                <a:latin typeface="Yu Gothic"/>
                <a:ea typeface="Yu Gothic"/>
                <a:cs typeface="Yu Gothic"/>
              </a:defRPr>
            </a:lvl3pPr>
            <a:lvl4pPr>
              <a:buNone/>
              <a:defRPr sz="1425" b="0">
                <a:solidFill>
                  <a:srgbClr val="71818B"/>
                </a:solidFill>
                <a:latin typeface="Yu Gothic"/>
                <a:ea typeface="Yu Gothic"/>
                <a:cs typeface="Yu Gothic"/>
              </a:defRPr>
            </a:lvl4pPr>
            <a:lvl5pPr>
              <a:buNone/>
              <a:defRPr sz="1425" b="0">
                <a:solidFill>
                  <a:srgbClr val="71818B"/>
                </a:solidFill>
                <a:latin typeface="Yu Gothic"/>
                <a:ea typeface="Yu Gothic"/>
                <a:cs typeface="Yu Gothic"/>
              </a:defRPr>
            </a:lvl5pPr>
            <a:lvl6pPr>
              <a:buNone/>
              <a:defRPr sz="1425" b="0">
                <a:solidFill>
                  <a:srgbClr val="71818B"/>
                </a:solidFill>
                <a:latin typeface="Yu Gothic"/>
                <a:ea typeface="Yu Gothic"/>
                <a:cs typeface="Yu Gothic"/>
              </a:defRPr>
            </a:lvl6pPr>
            <a:lvl7pPr>
              <a:buNone/>
              <a:defRPr sz="1425" b="0">
                <a:solidFill>
                  <a:srgbClr val="71818B"/>
                </a:solidFill>
                <a:latin typeface="Yu Gothic"/>
                <a:ea typeface="Yu Gothic"/>
                <a:cs typeface="Yu Gothic"/>
              </a:defRPr>
            </a:lvl7pPr>
            <a:lvl8pPr>
              <a:buNone/>
              <a:defRPr sz="1425" b="0">
                <a:solidFill>
                  <a:srgbClr val="71818B"/>
                </a:solidFill>
                <a:latin typeface="Yu Gothic"/>
                <a:ea typeface="Yu Gothic"/>
                <a:cs typeface="Yu Gothic"/>
              </a:defRPr>
            </a:lvl8pPr>
            <a:lvl9pPr>
              <a:buNone/>
              <a:defRPr sz="1425" b="0">
                <a:solidFill>
                  <a:srgbClr val="71818B"/>
                </a:solidFill>
                <a:latin typeface="Yu Gothic"/>
                <a:ea typeface="Yu Gothic"/>
                <a:cs typeface="Yu Gothic"/>
              </a:defRPr>
            </a:lvl9pPr>
          </a:lstStyle>
          <a:p xmlns:a="http://schemas.openxmlformats.org/drawingml/2006/main">
            <a:pPr>
              <a:buNone/>
              <a:defRPr sz="1425" b="0">
                <a:solidFill>
                  <a:srgbClr val="71818B"/>
                </a:solidFill>
                <a:latin typeface="Yu Gothic"/>
                <a:ea typeface="Yu Gothic"/>
                <a:cs typeface="Yu Gothic"/>
              </a:defRPr>
            </a:pPr>
            <a:r>
              <a:rPr sz="1425" b="0">
                <a:solidFill>
                  <a:srgbClr val="71818B"/>
                </a:solidFill>
                <a:latin typeface="Yu Gothic"/>
                <a:ea typeface="Yu Gothic"/>
                <a:cs typeface="Yu Gothic"/>
              </a:rPr>
              <a:t>31 / 41</a:t>
            </a:r>
            <a:endParaRPr sz="1425" b="0">
              <a:solidFill>
                <a:srgbClr val="71818B"/>
              </a:solidFill>
              <a:latin typeface="Yu Gothic"/>
              <a:ea typeface="Yu Gothic"/>
              <a:cs typeface="Yu Gothic"/>
            </a:endParaRPr>
          </a:p>
        </p:txBody>
      </p:sp>
    </p:spTree>
    <p:extLst>
      <p:ext uri="{BB962C8B-B14F-4D97-AF65-F5344CB8AC3E}">
        <p14:creationId xmlns:p14="http://schemas.microsoft.com/office/powerpoint/2010/main" val="429212202"/>
      </p:ext>
    </p:extLst>
  </p:cSld>
</p:sld>
</file>

<file path=ppt/slides/slide3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正方形/長方形 6">
            <a:extLst xmlns:a="http://schemas.openxmlformats.org/drawingml/2006/main">
              <a:ext uri="{FF2B5EF4-FFF2-40B4-BE49-F238E27FC236}">
                <a16:creationId xmlns:a16="http://schemas.microsoft.com/office/drawing/2014/main" id="{D55C516B-8F7E-42A6-92FE-9EBE5B5B2D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81000"/>
            <a:ext cx="108204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>
              <a:defRPr sz="2775" b="1">
                <a:solidFill>
                  <a:srgbClr val="193B59"/>
                </a:solidFill>
                <a:latin typeface="Yu Gothic"/>
                <a:ea typeface="Yu Gothic"/>
                <a:cs typeface="Yu Gothic"/>
              </a:defRPr>
            </a:defPPr>
            <a:lvl1pPr>
              <a:buNone/>
              <a:defRPr sz="2775" b="1">
                <a:solidFill>
                  <a:srgbClr val="193B59"/>
                </a:solidFill>
                <a:latin typeface="Yu Gothic"/>
                <a:ea typeface="Yu Gothic"/>
                <a:cs typeface="Yu Gothic"/>
              </a:defRPr>
            </a:lvl1pPr>
            <a:lvl2pPr>
              <a:buNone/>
              <a:defRPr sz="2775" b="1">
                <a:solidFill>
                  <a:srgbClr val="193B59"/>
                </a:solidFill>
                <a:latin typeface="Yu Gothic"/>
                <a:ea typeface="Yu Gothic"/>
                <a:cs typeface="Yu Gothic"/>
              </a:defRPr>
            </a:lvl2pPr>
            <a:lvl3pPr>
              <a:buNone/>
              <a:defRPr sz="2775" b="1">
                <a:solidFill>
                  <a:srgbClr val="193B59"/>
                </a:solidFill>
                <a:latin typeface="Yu Gothic"/>
                <a:ea typeface="Yu Gothic"/>
                <a:cs typeface="Yu Gothic"/>
              </a:defRPr>
            </a:lvl3pPr>
            <a:lvl4pPr>
              <a:buNone/>
              <a:defRPr sz="2775" b="1">
                <a:solidFill>
                  <a:srgbClr val="193B59"/>
                </a:solidFill>
                <a:latin typeface="Yu Gothic"/>
                <a:ea typeface="Yu Gothic"/>
                <a:cs typeface="Yu Gothic"/>
              </a:defRPr>
            </a:lvl4pPr>
            <a:lvl5pPr>
              <a:buNone/>
              <a:defRPr sz="2775" b="1">
                <a:solidFill>
                  <a:srgbClr val="193B59"/>
                </a:solidFill>
                <a:latin typeface="Yu Gothic"/>
                <a:ea typeface="Yu Gothic"/>
                <a:cs typeface="Yu Gothic"/>
              </a:defRPr>
            </a:lvl5pPr>
            <a:lvl6pPr>
              <a:buNone/>
              <a:defRPr sz="2775" b="1">
                <a:solidFill>
                  <a:srgbClr val="193B59"/>
                </a:solidFill>
                <a:latin typeface="Yu Gothic"/>
                <a:ea typeface="Yu Gothic"/>
                <a:cs typeface="Yu Gothic"/>
              </a:defRPr>
            </a:lvl6pPr>
            <a:lvl7pPr>
              <a:buNone/>
              <a:defRPr sz="2775" b="1">
                <a:solidFill>
                  <a:srgbClr val="193B59"/>
                </a:solidFill>
                <a:latin typeface="Yu Gothic"/>
                <a:ea typeface="Yu Gothic"/>
                <a:cs typeface="Yu Gothic"/>
              </a:defRPr>
            </a:lvl7pPr>
            <a:lvl8pPr>
              <a:buNone/>
              <a:defRPr sz="2775" b="1">
                <a:solidFill>
                  <a:srgbClr val="193B59"/>
                </a:solidFill>
                <a:latin typeface="Yu Gothic"/>
                <a:ea typeface="Yu Gothic"/>
                <a:cs typeface="Yu Gothic"/>
              </a:defRPr>
            </a:lvl8pPr>
            <a:lvl9pPr>
              <a:buNone/>
              <a:defRPr sz="2775" b="1">
                <a:solidFill>
                  <a:srgbClr val="193B59"/>
                </a:solidFill>
                <a:latin typeface="Yu Gothic"/>
                <a:ea typeface="Yu Gothic"/>
                <a:cs typeface="Yu Gothic"/>
              </a:defRPr>
            </a:lvl9pPr>
          </a:lstStyle>
          <a:p xmlns:a="http://schemas.openxmlformats.org/drawingml/2006/main">
            <a:pPr>
              <a:buNone/>
              <a:defRPr sz="2775" b="1">
                <a:solidFill>
                  <a:srgbClr val="193B59"/>
                </a:solidFill>
                <a:latin typeface="Yu Gothic"/>
                <a:ea typeface="Yu Gothic"/>
                <a:cs typeface="Yu Gothic"/>
              </a:defRPr>
            </a:pPr>
            <a:r>
              <a:rPr sz="2775" b="1">
                <a:solidFill>
                  <a:srgbClr val="193B59"/>
                </a:solidFill>
                <a:latin typeface="Yu Gothic"/>
                <a:ea typeface="Yu Gothic"/>
                <a:cs typeface="Yu Gothic"/>
              </a:rPr>
              <a:t>感度分析：重みと総合点の関係</a:t>
            </a:r>
          </a:p>
        </p:txBody>
      </p:sp>
      <p:sp>
        <p:nvSpPr>
          <p:cNvPr id="2" name="フリーフォーム: 図形 1">
            <a:extLst xmlns:a="http://schemas.openxmlformats.org/drawingml/2006/main">
              <a:ext uri="{FF2B5EF4-FFF2-40B4-BE49-F238E27FC236}">
                <a16:creationId xmlns:a16="http://schemas.microsoft.com/office/drawing/2014/main" id="{D0FF4BE9-9468-4858-AEF6-6C733BD59B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323975"/>
            <a:ext cx="10820400" cy="9525"/>
          </a:xfrm>
          <a:custGeom xmlns:a="http://schemas.openxmlformats.org/drawingml/2006/main">
            <a:rect l="0" t="0" r="0" b="0"/>
            <a:pathLst>
              <a:path w="10820400" h="9525">
                <a:moveTo>
                  <a:pt x="0" y="0"/>
                </a:moveTo>
                <a:lnTo>
                  <a:pt x="1082040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D8E1E7"/>
            </a:solidFill>
          </a:ln>
        </p:spPr>
      </p:sp>
      <p:graphicFrame>
        <p:nvGraphicFramePr>
          <p:cNvPr id="3" name="Chart">
            <a:extLst xmlns:a="http://schemas.openxmlformats.org/drawingml/2006/main">
              <a:ext uri="{FF2B5EF4-FFF2-40B4-BE49-F238E27FC236}">
                <a16:creationId xmlns:a16="http://schemas.microsoft.com/office/drawing/2014/main" id="{3DEA20B3-6EA6-44F7-80D9-1D07959B8F7D}"/>
              </a:ext>
            </a:extLst>
          </p:cNvPr>
          <p:cNvGraphicFramePr/>
          <p:nvPr/>
        </p:nvGraphicFramePr>
        <p:xfrm>
          <a:off xmlns:a="http://schemas.openxmlformats.org/drawingml/2006/main" x="1143000" y="1714500"/>
          <a:ext xmlns:a="http://schemas.openxmlformats.org/drawingml/2006/main" cx="9525000" cy="381000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d2f05531f2204b70"/>
          </a:graphicData>
        </a:graphic>
      </p:graphicFrame>
      <p:sp>
        <p:nvSpPr>
          <p:cNvPr id="4" name="正方形/長方形 3">
            <a:extLst xmlns:a="http://schemas.openxmlformats.org/drawingml/2006/main">
              <a:ext uri="{FF2B5EF4-FFF2-40B4-BE49-F238E27FC236}">
                <a16:creationId xmlns:a16="http://schemas.microsoft.com/office/drawing/2014/main" id="{EEA9F119-5F5D-4AE8-97B8-8A27F69137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724525"/>
            <a:ext cx="108204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>
              <a:defRPr sz="1575" b="0">
                <a:solidFill>
                  <a:srgbClr val="71818B"/>
                </a:solidFill>
                <a:latin typeface="Yu Gothic"/>
                <a:ea typeface="Yu Gothic"/>
                <a:cs typeface="Yu Gothic"/>
              </a:defRPr>
            </a:defPPr>
            <a:lvl1pPr>
              <a:buNone/>
              <a:defRPr sz="1575" b="0">
                <a:solidFill>
                  <a:srgbClr val="71818B"/>
                </a:solidFill>
                <a:latin typeface="Yu Gothic"/>
                <a:ea typeface="Yu Gothic"/>
                <a:cs typeface="Yu Gothic"/>
              </a:defRPr>
            </a:lvl1pPr>
            <a:lvl2pPr>
              <a:buNone/>
              <a:defRPr sz="1575" b="0">
                <a:solidFill>
                  <a:srgbClr val="71818B"/>
                </a:solidFill>
                <a:latin typeface="Yu Gothic"/>
                <a:ea typeface="Yu Gothic"/>
                <a:cs typeface="Yu Gothic"/>
              </a:defRPr>
            </a:lvl2pPr>
            <a:lvl3pPr>
              <a:buNone/>
              <a:defRPr sz="1575" b="0">
                <a:solidFill>
                  <a:srgbClr val="71818B"/>
                </a:solidFill>
                <a:latin typeface="Yu Gothic"/>
                <a:ea typeface="Yu Gothic"/>
                <a:cs typeface="Yu Gothic"/>
              </a:defRPr>
            </a:lvl3pPr>
            <a:lvl4pPr>
              <a:buNone/>
              <a:defRPr sz="1575" b="0">
                <a:solidFill>
                  <a:srgbClr val="71818B"/>
                </a:solidFill>
                <a:latin typeface="Yu Gothic"/>
                <a:ea typeface="Yu Gothic"/>
                <a:cs typeface="Yu Gothic"/>
              </a:defRPr>
            </a:lvl4pPr>
            <a:lvl5pPr>
              <a:buNone/>
              <a:defRPr sz="1575" b="0">
                <a:solidFill>
                  <a:srgbClr val="71818B"/>
                </a:solidFill>
                <a:latin typeface="Yu Gothic"/>
                <a:ea typeface="Yu Gothic"/>
                <a:cs typeface="Yu Gothic"/>
              </a:defRPr>
            </a:lvl5pPr>
            <a:lvl6pPr>
              <a:buNone/>
              <a:defRPr sz="1575" b="0">
                <a:solidFill>
                  <a:srgbClr val="71818B"/>
                </a:solidFill>
                <a:latin typeface="Yu Gothic"/>
                <a:ea typeface="Yu Gothic"/>
                <a:cs typeface="Yu Gothic"/>
              </a:defRPr>
            </a:lvl6pPr>
            <a:lvl7pPr>
              <a:buNone/>
              <a:defRPr sz="1575" b="0">
                <a:solidFill>
                  <a:srgbClr val="71818B"/>
                </a:solidFill>
                <a:latin typeface="Yu Gothic"/>
                <a:ea typeface="Yu Gothic"/>
                <a:cs typeface="Yu Gothic"/>
              </a:defRPr>
            </a:lvl7pPr>
            <a:lvl8pPr>
              <a:buNone/>
              <a:defRPr sz="1575" b="0">
                <a:solidFill>
                  <a:srgbClr val="71818B"/>
                </a:solidFill>
                <a:latin typeface="Yu Gothic"/>
                <a:ea typeface="Yu Gothic"/>
                <a:cs typeface="Yu Gothic"/>
              </a:defRPr>
            </a:lvl8pPr>
            <a:lvl9pPr>
              <a:buNone/>
              <a:defRPr sz="1575" b="0">
                <a:solidFill>
                  <a:srgbClr val="71818B"/>
                </a:solidFill>
                <a:latin typeface="Yu Gothic"/>
                <a:ea typeface="Yu Gothic"/>
                <a:cs typeface="Yu Gothic"/>
              </a:defRPr>
            </a:lvl9pPr>
          </a:lstStyle>
          <a:p xmlns:a="http://schemas.openxmlformats.org/drawingml/2006/main">
            <a:pPr>
              <a:buNone/>
              <a:defRPr sz="1575" b="0">
                <a:solidFill>
                  <a:srgbClr val="71818B"/>
                </a:solidFill>
                <a:latin typeface="Yu Gothic"/>
                <a:ea typeface="Yu Gothic"/>
                <a:cs typeface="Yu Gothic"/>
              </a:defRPr>
            </a:pPr>
            <a:r>
              <a:rPr sz="1575" b="0">
                <a:solidFill>
                  <a:srgbClr val="71818B"/>
                </a:solidFill>
                <a:latin typeface="Yu Gothic"/>
                <a:ea typeface="Yu Gothic"/>
                <a:cs typeface="Yu Gothic"/>
              </a:rPr>
              <a:t>w &gt; 0.5 なら P、w &lt; 0.5 なら Q が高得点。仮想得点によるモデル。</a:t>
            </a:r>
          </a:p>
        </p:txBody>
      </p:sp>
      <p:sp>
        <p:nvSpPr>
          <p:cNvPr id="5" name="正方形/長方形 4">
            <a:extLst xmlns:a="http://schemas.openxmlformats.org/drawingml/2006/main">
              <a:ext uri="{FF2B5EF4-FFF2-40B4-BE49-F238E27FC236}">
                <a16:creationId xmlns:a16="http://schemas.microsoft.com/office/drawing/2014/main" id="{64E81B2F-F4E9-4F77-8CBD-1218EB7E0E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353175"/>
            <a:ext cx="8572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>
              <a:defRPr sz="1425" b="0">
                <a:solidFill>
                  <a:srgbClr val="71818B"/>
                </a:solidFill>
                <a:latin typeface="Yu Gothic"/>
                <a:ea typeface="Yu Gothic"/>
                <a:cs typeface="Yu Gothic"/>
              </a:defRPr>
            </a:defPPr>
            <a:lvl1pPr>
              <a:buNone/>
              <a:defRPr sz="1425" b="0">
                <a:solidFill>
                  <a:srgbClr val="71818B"/>
                </a:solidFill>
                <a:latin typeface="Yu Gothic"/>
                <a:ea typeface="Yu Gothic"/>
                <a:cs typeface="Yu Gothic"/>
              </a:defRPr>
            </a:lvl1pPr>
            <a:lvl2pPr>
              <a:buNone/>
              <a:defRPr sz="1425" b="0">
                <a:solidFill>
                  <a:srgbClr val="71818B"/>
                </a:solidFill>
                <a:latin typeface="Yu Gothic"/>
                <a:ea typeface="Yu Gothic"/>
                <a:cs typeface="Yu Gothic"/>
              </a:defRPr>
            </a:lvl2pPr>
            <a:lvl3pPr>
              <a:buNone/>
              <a:defRPr sz="1425" b="0">
                <a:solidFill>
                  <a:srgbClr val="71818B"/>
                </a:solidFill>
                <a:latin typeface="Yu Gothic"/>
                <a:ea typeface="Yu Gothic"/>
                <a:cs typeface="Yu Gothic"/>
              </a:defRPr>
            </a:lvl3pPr>
            <a:lvl4pPr>
              <a:buNone/>
              <a:defRPr sz="1425" b="0">
                <a:solidFill>
                  <a:srgbClr val="71818B"/>
                </a:solidFill>
                <a:latin typeface="Yu Gothic"/>
                <a:ea typeface="Yu Gothic"/>
                <a:cs typeface="Yu Gothic"/>
              </a:defRPr>
            </a:lvl4pPr>
            <a:lvl5pPr>
              <a:buNone/>
              <a:defRPr sz="1425" b="0">
                <a:solidFill>
                  <a:srgbClr val="71818B"/>
                </a:solidFill>
                <a:latin typeface="Yu Gothic"/>
                <a:ea typeface="Yu Gothic"/>
                <a:cs typeface="Yu Gothic"/>
              </a:defRPr>
            </a:lvl5pPr>
            <a:lvl6pPr>
              <a:buNone/>
              <a:defRPr sz="1425" b="0">
                <a:solidFill>
                  <a:srgbClr val="71818B"/>
                </a:solidFill>
                <a:latin typeface="Yu Gothic"/>
                <a:ea typeface="Yu Gothic"/>
                <a:cs typeface="Yu Gothic"/>
              </a:defRPr>
            </a:lvl6pPr>
            <a:lvl7pPr>
              <a:buNone/>
              <a:defRPr sz="1425" b="0">
                <a:solidFill>
                  <a:srgbClr val="71818B"/>
                </a:solidFill>
                <a:latin typeface="Yu Gothic"/>
                <a:ea typeface="Yu Gothic"/>
                <a:cs typeface="Yu Gothic"/>
              </a:defRPr>
            </a:lvl7pPr>
            <a:lvl8pPr>
              <a:buNone/>
              <a:defRPr sz="1425" b="0">
                <a:solidFill>
                  <a:srgbClr val="71818B"/>
                </a:solidFill>
                <a:latin typeface="Yu Gothic"/>
                <a:ea typeface="Yu Gothic"/>
                <a:cs typeface="Yu Gothic"/>
              </a:defRPr>
            </a:lvl8pPr>
            <a:lvl9pPr>
              <a:buNone/>
              <a:defRPr sz="1425" b="0">
                <a:solidFill>
                  <a:srgbClr val="71818B"/>
                </a:solidFill>
                <a:latin typeface="Yu Gothic"/>
                <a:ea typeface="Yu Gothic"/>
                <a:cs typeface="Yu Gothic"/>
              </a:defRPr>
            </a:lvl9pPr>
          </a:lstStyle>
          <a:p xmlns:a="http://schemas.openxmlformats.org/drawingml/2006/main">
            <a:pPr>
              <a:buNone/>
              <a:defRPr sz="1425" b="0">
                <a:solidFill>
                  <a:srgbClr val="71818B"/>
                </a:solidFill>
                <a:latin typeface="Yu Gothic"/>
                <a:ea typeface="Yu Gothic"/>
                <a:cs typeface="Yu Gothic"/>
              </a:defRPr>
            </a:pPr>
            <a:r>
              <a:rPr sz="1425" b="0">
                <a:solidFill>
                  <a:srgbClr val="71818B"/>
                </a:solidFill>
                <a:latin typeface="Yu Gothic"/>
                <a:ea typeface="Yu Gothic"/>
                <a:cs typeface="Yu Gothic"/>
              </a:rPr>
              <a:t>工業材料概論　第12回</a:t>
            </a:r>
          </a:p>
        </p:txBody>
      </p:sp>
      <p:sp>
        <p:nvSpPr>
          <p:cNvPr id="6" name="正方形/長方形 5">
            <a:extLst xmlns:a="http://schemas.openxmlformats.org/drawingml/2006/main">
              <a:ext uri="{FF2B5EF4-FFF2-40B4-BE49-F238E27FC236}">
                <a16:creationId xmlns:a16="http://schemas.microsoft.com/office/drawing/2014/main" id="{C5A6CA3C-9BD2-4F2B-820D-1BB378004B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0" y="6353175"/>
            <a:ext cx="1047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>
              <a:defRPr sz="1425" b="0">
                <a:solidFill>
                  <a:srgbClr val="71818B"/>
                </a:solidFill>
                <a:latin typeface="Yu Gothic"/>
                <a:ea typeface="Yu Gothic"/>
                <a:cs typeface="Yu Gothic"/>
              </a:defRPr>
            </a:defPPr>
            <a:lvl1pPr>
              <a:buNone/>
              <a:defRPr sz="1425" b="0">
                <a:solidFill>
                  <a:srgbClr val="71818B"/>
                </a:solidFill>
                <a:latin typeface="Yu Gothic"/>
                <a:ea typeface="Yu Gothic"/>
                <a:cs typeface="Yu Gothic"/>
              </a:defRPr>
            </a:lvl1pPr>
            <a:lvl2pPr>
              <a:buNone/>
              <a:defRPr sz="1425" b="0">
                <a:solidFill>
                  <a:srgbClr val="71818B"/>
                </a:solidFill>
                <a:latin typeface="Yu Gothic"/>
                <a:ea typeface="Yu Gothic"/>
                <a:cs typeface="Yu Gothic"/>
              </a:defRPr>
            </a:lvl2pPr>
            <a:lvl3pPr>
              <a:buNone/>
              <a:defRPr sz="1425" b="0">
                <a:solidFill>
                  <a:srgbClr val="71818B"/>
                </a:solidFill>
                <a:latin typeface="Yu Gothic"/>
                <a:ea typeface="Yu Gothic"/>
                <a:cs typeface="Yu Gothic"/>
              </a:defRPr>
            </a:lvl3pPr>
            <a:lvl4pPr>
              <a:buNone/>
              <a:defRPr sz="1425" b="0">
                <a:solidFill>
                  <a:srgbClr val="71818B"/>
                </a:solidFill>
                <a:latin typeface="Yu Gothic"/>
                <a:ea typeface="Yu Gothic"/>
                <a:cs typeface="Yu Gothic"/>
              </a:defRPr>
            </a:lvl4pPr>
            <a:lvl5pPr>
              <a:buNone/>
              <a:defRPr sz="1425" b="0">
                <a:solidFill>
                  <a:srgbClr val="71818B"/>
                </a:solidFill>
                <a:latin typeface="Yu Gothic"/>
                <a:ea typeface="Yu Gothic"/>
                <a:cs typeface="Yu Gothic"/>
              </a:defRPr>
            </a:lvl5pPr>
            <a:lvl6pPr>
              <a:buNone/>
              <a:defRPr sz="1425" b="0">
                <a:solidFill>
                  <a:srgbClr val="71818B"/>
                </a:solidFill>
                <a:latin typeface="Yu Gothic"/>
                <a:ea typeface="Yu Gothic"/>
                <a:cs typeface="Yu Gothic"/>
              </a:defRPr>
            </a:lvl6pPr>
            <a:lvl7pPr>
              <a:buNone/>
              <a:defRPr sz="1425" b="0">
                <a:solidFill>
                  <a:srgbClr val="71818B"/>
                </a:solidFill>
                <a:latin typeface="Yu Gothic"/>
                <a:ea typeface="Yu Gothic"/>
                <a:cs typeface="Yu Gothic"/>
              </a:defRPr>
            </a:lvl7pPr>
            <a:lvl8pPr>
              <a:buNone/>
              <a:defRPr sz="1425" b="0">
                <a:solidFill>
                  <a:srgbClr val="71818B"/>
                </a:solidFill>
                <a:latin typeface="Yu Gothic"/>
                <a:ea typeface="Yu Gothic"/>
                <a:cs typeface="Yu Gothic"/>
              </a:defRPr>
            </a:lvl8pPr>
            <a:lvl9pPr>
              <a:buNone/>
              <a:defRPr sz="1425" b="0">
                <a:solidFill>
                  <a:srgbClr val="71818B"/>
                </a:solidFill>
                <a:latin typeface="Yu Gothic"/>
                <a:ea typeface="Yu Gothic"/>
                <a:cs typeface="Yu Gothic"/>
              </a:defRPr>
            </a:lvl9pPr>
          </a:lstStyle>
          <a:p xmlns:a="http://schemas.openxmlformats.org/drawingml/2006/main">
            <a:pPr>
              <a:buNone/>
              <a:defRPr sz="1425" b="0">
                <a:solidFill>
                  <a:srgbClr val="71818B"/>
                </a:solidFill>
                <a:latin typeface="Yu Gothic"/>
                <a:ea typeface="Yu Gothic"/>
                <a:cs typeface="Yu Gothic"/>
              </a:defRPr>
            </a:pPr>
            <a:r>
              <a:rPr sz="1425" b="0">
                <a:solidFill>
                  <a:srgbClr val="71818B"/>
                </a:solidFill>
                <a:latin typeface="Yu Gothic"/>
                <a:ea typeface="Yu Gothic"/>
                <a:cs typeface="Yu Gothic"/>
              </a:rPr>
              <a:t>32 / 41</a:t>
            </a:r>
            <a:endParaRPr sz="1425" b="0">
              <a:solidFill>
                <a:srgbClr val="71818B"/>
              </a:solidFill>
              <a:latin typeface="Yu Gothic"/>
              <a:ea typeface="Yu Gothic"/>
              <a:cs typeface="Yu Gothic"/>
            </a:endParaRPr>
          </a:p>
        </p:txBody>
      </p:sp>
    </p:spTree>
    <p:extLst>
      <p:ext uri="{BB962C8B-B14F-4D97-AF65-F5344CB8AC3E}">
        <p14:creationId xmlns:p14="http://schemas.microsoft.com/office/powerpoint/2010/main" val="3985528768"/>
      </p:ext>
    </p:extLst>
  </p:cSld>
</p:sld>
</file>

<file path=ppt/slides/slide33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正方形/長方形 8">
            <a:extLst xmlns:a="http://schemas.openxmlformats.org/drawingml/2006/main">
              <a:ext uri="{FF2B5EF4-FFF2-40B4-BE49-F238E27FC236}">
                <a16:creationId xmlns:a16="http://schemas.microsoft.com/office/drawing/2014/main" id="{50AD32EA-8AC8-4B88-8E4A-22FE39AC40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81000"/>
            <a:ext cx="108204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>
              <a:defRPr sz="2775" b="1">
                <a:solidFill>
                  <a:srgbClr val="193B59"/>
                </a:solidFill>
                <a:latin typeface="Yu Gothic"/>
                <a:ea typeface="Yu Gothic"/>
                <a:cs typeface="Yu Gothic"/>
              </a:defRPr>
            </a:defPPr>
            <a:lvl1pPr>
              <a:buNone/>
              <a:defRPr sz="2775" b="1">
                <a:solidFill>
                  <a:srgbClr val="193B59"/>
                </a:solidFill>
                <a:latin typeface="Yu Gothic"/>
                <a:ea typeface="Yu Gothic"/>
                <a:cs typeface="Yu Gothic"/>
              </a:defRPr>
            </a:lvl1pPr>
            <a:lvl2pPr>
              <a:buNone/>
              <a:defRPr sz="2775" b="1">
                <a:solidFill>
                  <a:srgbClr val="193B59"/>
                </a:solidFill>
                <a:latin typeface="Yu Gothic"/>
                <a:ea typeface="Yu Gothic"/>
                <a:cs typeface="Yu Gothic"/>
              </a:defRPr>
            </a:lvl2pPr>
            <a:lvl3pPr>
              <a:buNone/>
              <a:defRPr sz="2775" b="1">
                <a:solidFill>
                  <a:srgbClr val="193B59"/>
                </a:solidFill>
                <a:latin typeface="Yu Gothic"/>
                <a:ea typeface="Yu Gothic"/>
                <a:cs typeface="Yu Gothic"/>
              </a:defRPr>
            </a:lvl3pPr>
            <a:lvl4pPr>
              <a:buNone/>
              <a:defRPr sz="2775" b="1">
                <a:solidFill>
                  <a:srgbClr val="193B59"/>
                </a:solidFill>
                <a:latin typeface="Yu Gothic"/>
                <a:ea typeface="Yu Gothic"/>
                <a:cs typeface="Yu Gothic"/>
              </a:defRPr>
            </a:lvl4pPr>
            <a:lvl5pPr>
              <a:buNone/>
              <a:defRPr sz="2775" b="1">
                <a:solidFill>
                  <a:srgbClr val="193B59"/>
                </a:solidFill>
                <a:latin typeface="Yu Gothic"/>
                <a:ea typeface="Yu Gothic"/>
                <a:cs typeface="Yu Gothic"/>
              </a:defRPr>
            </a:lvl5pPr>
            <a:lvl6pPr>
              <a:buNone/>
              <a:defRPr sz="2775" b="1">
                <a:solidFill>
                  <a:srgbClr val="193B59"/>
                </a:solidFill>
                <a:latin typeface="Yu Gothic"/>
                <a:ea typeface="Yu Gothic"/>
                <a:cs typeface="Yu Gothic"/>
              </a:defRPr>
            </a:lvl6pPr>
            <a:lvl7pPr>
              <a:buNone/>
              <a:defRPr sz="2775" b="1">
                <a:solidFill>
                  <a:srgbClr val="193B59"/>
                </a:solidFill>
                <a:latin typeface="Yu Gothic"/>
                <a:ea typeface="Yu Gothic"/>
                <a:cs typeface="Yu Gothic"/>
              </a:defRPr>
            </a:lvl7pPr>
            <a:lvl8pPr>
              <a:buNone/>
              <a:defRPr sz="2775" b="1">
                <a:solidFill>
                  <a:srgbClr val="193B59"/>
                </a:solidFill>
                <a:latin typeface="Yu Gothic"/>
                <a:ea typeface="Yu Gothic"/>
                <a:cs typeface="Yu Gothic"/>
              </a:defRPr>
            </a:lvl8pPr>
            <a:lvl9pPr>
              <a:buNone/>
              <a:defRPr sz="2775" b="1">
                <a:solidFill>
                  <a:srgbClr val="193B59"/>
                </a:solidFill>
                <a:latin typeface="Yu Gothic"/>
                <a:ea typeface="Yu Gothic"/>
                <a:cs typeface="Yu Gothic"/>
              </a:defRPr>
            </a:lvl9pPr>
          </a:lstStyle>
          <a:p xmlns:a="http://schemas.openxmlformats.org/drawingml/2006/main">
            <a:pPr>
              <a:buNone/>
              <a:defRPr sz="2775" b="1">
                <a:solidFill>
                  <a:srgbClr val="193B59"/>
                </a:solidFill>
                <a:latin typeface="Yu Gothic"/>
                <a:ea typeface="Yu Gothic"/>
                <a:cs typeface="Yu Gothic"/>
              </a:defRPr>
            </a:pPr>
            <a:r>
              <a:rPr sz="2775" b="1">
                <a:solidFill>
                  <a:srgbClr val="193B59"/>
                </a:solidFill>
                <a:latin typeface="Yu Gothic"/>
                <a:ea typeface="Yu Gothic"/>
                <a:cs typeface="Yu Gothic"/>
              </a:rPr>
              <a:t>問5：AIの材料提案を点検する</a:t>
            </a:r>
          </a:p>
        </p:txBody>
      </p:sp>
      <p:sp>
        <p:nvSpPr>
          <p:cNvPr id="2" name="フリーフォーム: 図形 1">
            <a:extLst xmlns:a="http://schemas.openxmlformats.org/drawingml/2006/main">
              <a:ext uri="{FF2B5EF4-FFF2-40B4-BE49-F238E27FC236}">
                <a16:creationId xmlns:a16="http://schemas.microsoft.com/office/drawing/2014/main" id="{1A7E1941-9DA1-4756-8883-05B346E2C2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323975"/>
            <a:ext cx="10820400" cy="9525"/>
          </a:xfrm>
          <a:custGeom xmlns:a="http://schemas.openxmlformats.org/drawingml/2006/main">
            <a:rect l="0" t="0" r="0" b="0"/>
            <a:pathLst>
              <a:path w="10820400" h="9525">
                <a:moveTo>
                  <a:pt x="0" y="0"/>
                </a:moveTo>
                <a:lnTo>
                  <a:pt x="1082040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D8E1E7"/>
            </a:solidFill>
          </a:ln>
        </p:spPr>
      </p:sp>
      <p:sp>
        <p:nvSpPr>
          <p:cNvPr id="3" name="正方形/長方形 2">
            <a:extLst xmlns:a="http://schemas.openxmlformats.org/drawingml/2006/main">
              <a:ext uri="{FF2B5EF4-FFF2-40B4-BE49-F238E27FC236}">
                <a16:creationId xmlns:a16="http://schemas.microsoft.com/office/drawing/2014/main" id="{5CF69C4F-9D03-4BF3-B2B2-5C77CA77DF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1524000"/>
            <a:ext cx="10572750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>
              <a:defRPr sz="2100" b="1">
                <a:solidFill>
                  <a:srgbClr val="263D4D"/>
                </a:solidFill>
                <a:latin typeface="Yu Gothic"/>
                <a:ea typeface="Yu Gothic"/>
                <a:cs typeface="Yu Gothic"/>
              </a:defRPr>
            </a:defPPr>
            <a:lvl1pPr>
              <a:buNone/>
              <a:defRPr sz="2100" b="1">
                <a:solidFill>
                  <a:srgbClr val="263D4D"/>
                </a:solidFill>
                <a:latin typeface="Yu Gothic"/>
                <a:ea typeface="Yu Gothic"/>
                <a:cs typeface="Yu Gothic"/>
              </a:defRPr>
            </a:lvl1pPr>
            <a:lvl2pPr>
              <a:buNone/>
              <a:defRPr sz="2100" b="1">
                <a:solidFill>
                  <a:srgbClr val="263D4D"/>
                </a:solidFill>
                <a:latin typeface="Yu Gothic"/>
                <a:ea typeface="Yu Gothic"/>
                <a:cs typeface="Yu Gothic"/>
              </a:defRPr>
            </a:lvl2pPr>
            <a:lvl3pPr>
              <a:buNone/>
              <a:defRPr sz="2100" b="1">
                <a:solidFill>
                  <a:srgbClr val="263D4D"/>
                </a:solidFill>
                <a:latin typeface="Yu Gothic"/>
                <a:ea typeface="Yu Gothic"/>
                <a:cs typeface="Yu Gothic"/>
              </a:defRPr>
            </a:lvl3pPr>
            <a:lvl4pPr>
              <a:buNone/>
              <a:defRPr sz="2100" b="1">
                <a:solidFill>
                  <a:srgbClr val="263D4D"/>
                </a:solidFill>
                <a:latin typeface="Yu Gothic"/>
                <a:ea typeface="Yu Gothic"/>
                <a:cs typeface="Yu Gothic"/>
              </a:defRPr>
            </a:lvl4pPr>
            <a:lvl5pPr>
              <a:buNone/>
              <a:defRPr sz="2100" b="1">
                <a:solidFill>
                  <a:srgbClr val="263D4D"/>
                </a:solidFill>
                <a:latin typeface="Yu Gothic"/>
                <a:ea typeface="Yu Gothic"/>
                <a:cs typeface="Yu Gothic"/>
              </a:defRPr>
            </a:lvl5pPr>
            <a:lvl6pPr>
              <a:buNone/>
              <a:defRPr sz="2100" b="1">
                <a:solidFill>
                  <a:srgbClr val="263D4D"/>
                </a:solidFill>
                <a:latin typeface="Yu Gothic"/>
                <a:ea typeface="Yu Gothic"/>
                <a:cs typeface="Yu Gothic"/>
              </a:defRPr>
            </a:lvl6pPr>
            <a:lvl7pPr>
              <a:buNone/>
              <a:defRPr sz="2100" b="1">
                <a:solidFill>
                  <a:srgbClr val="263D4D"/>
                </a:solidFill>
                <a:latin typeface="Yu Gothic"/>
                <a:ea typeface="Yu Gothic"/>
                <a:cs typeface="Yu Gothic"/>
              </a:defRPr>
            </a:lvl7pPr>
            <a:lvl8pPr>
              <a:buNone/>
              <a:defRPr sz="2100" b="1">
                <a:solidFill>
                  <a:srgbClr val="263D4D"/>
                </a:solidFill>
                <a:latin typeface="Yu Gothic"/>
                <a:ea typeface="Yu Gothic"/>
                <a:cs typeface="Yu Gothic"/>
              </a:defRPr>
            </a:lvl8pPr>
            <a:lvl9pPr>
              <a:buNone/>
              <a:defRPr sz="2100" b="1">
                <a:solidFill>
                  <a:srgbClr val="263D4D"/>
                </a:solidFill>
                <a:latin typeface="Yu Gothic"/>
                <a:ea typeface="Yu Gothic"/>
                <a:cs typeface="Yu Gothic"/>
              </a:defRPr>
            </a:lvl9pPr>
          </a:lstStyle>
          <a:p xmlns:a="http://schemas.openxmlformats.org/drawingml/2006/main">
            <a:pPr>
              <a:buNone/>
              <a:defRPr sz="2100" b="1">
                <a:solidFill>
                  <a:srgbClr val="263D4D"/>
                </a:solidFill>
                <a:latin typeface="Yu Gothic"/>
                <a:ea typeface="Yu Gothic"/>
                <a:cs typeface="Yu Gothic"/>
              </a:defRPr>
            </a:pPr>
            <a:r>
              <a:rPr sz="2100" b="1">
                <a:solidFill>
                  <a:srgbClr val="263D4D"/>
                </a:solidFill>
                <a:latin typeface="Yu Gothic"/>
                <a:ea typeface="Yu Gothic"/>
                <a:cs typeface="Yu Gothic"/>
              </a:rPr>
              <a:t>仮想の誤答：『樹脂は水に強く軽いので、屋外設備に最適』</a:t>
            </a:r>
          </a:p>
        </p:txBody>
      </p:sp>
      <p:sp>
        <p:nvSpPr>
          <p:cNvPr id="4" name="正方形/長方形 3">
            <a:extLst xmlns:a="http://schemas.openxmlformats.org/drawingml/2006/main">
              <a:ext uri="{FF2B5EF4-FFF2-40B4-BE49-F238E27FC236}">
                <a16:creationId xmlns:a16="http://schemas.microsoft.com/office/drawing/2014/main" id="{F2D10B87-5575-4E55-9BD9-89B330A08F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2476500"/>
            <a:ext cx="10572750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>
              <a:defRPr sz="2100" b="0">
                <a:solidFill>
                  <a:srgbClr val="263D4D"/>
                </a:solidFill>
                <a:latin typeface="Yu Gothic"/>
                <a:ea typeface="Yu Gothic"/>
                <a:cs typeface="Yu Gothic"/>
              </a:defRPr>
            </a:defPPr>
            <a:lvl1pPr>
              <a:buNone/>
              <a:defRPr sz="2100" b="0">
                <a:solidFill>
                  <a:srgbClr val="263D4D"/>
                </a:solidFill>
                <a:latin typeface="Yu Gothic"/>
                <a:ea typeface="Yu Gothic"/>
                <a:cs typeface="Yu Gothic"/>
              </a:defRPr>
            </a:lvl1pPr>
            <a:lvl2pPr>
              <a:buNone/>
              <a:defRPr sz="2100" b="0">
                <a:solidFill>
                  <a:srgbClr val="263D4D"/>
                </a:solidFill>
                <a:latin typeface="Yu Gothic"/>
                <a:ea typeface="Yu Gothic"/>
                <a:cs typeface="Yu Gothic"/>
              </a:defRPr>
            </a:lvl2pPr>
            <a:lvl3pPr>
              <a:buNone/>
              <a:defRPr sz="2100" b="0">
                <a:solidFill>
                  <a:srgbClr val="263D4D"/>
                </a:solidFill>
                <a:latin typeface="Yu Gothic"/>
                <a:ea typeface="Yu Gothic"/>
                <a:cs typeface="Yu Gothic"/>
              </a:defRPr>
            </a:lvl3pPr>
            <a:lvl4pPr>
              <a:buNone/>
              <a:defRPr sz="2100" b="0">
                <a:solidFill>
                  <a:srgbClr val="263D4D"/>
                </a:solidFill>
                <a:latin typeface="Yu Gothic"/>
                <a:ea typeface="Yu Gothic"/>
                <a:cs typeface="Yu Gothic"/>
              </a:defRPr>
            </a:lvl4pPr>
            <a:lvl5pPr>
              <a:buNone/>
              <a:defRPr sz="2100" b="0">
                <a:solidFill>
                  <a:srgbClr val="263D4D"/>
                </a:solidFill>
                <a:latin typeface="Yu Gothic"/>
                <a:ea typeface="Yu Gothic"/>
                <a:cs typeface="Yu Gothic"/>
              </a:defRPr>
            </a:lvl5pPr>
            <a:lvl6pPr>
              <a:buNone/>
              <a:defRPr sz="2100" b="0">
                <a:solidFill>
                  <a:srgbClr val="263D4D"/>
                </a:solidFill>
                <a:latin typeface="Yu Gothic"/>
                <a:ea typeface="Yu Gothic"/>
                <a:cs typeface="Yu Gothic"/>
              </a:defRPr>
            </a:lvl6pPr>
            <a:lvl7pPr>
              <a:buNone/>
              <a:defRPr sz="2100" b="0">
                <a:solidFill>
                  <a:srgbClr val="263D4D"/>
                </a:solidFill>
                <a:latin typeface="Yu Gothic"/>
                <a:ea typeface="Yu Gothic"/>
                <a:cs typeface="Yu Gothic"/>
              </a:defRPr>
            </a:lvl7pPr>
            <a:lvl8pPr>
              <a:buNone/>
              <a:defRPr sz="2100" b="0">
                <a:solidFill>
                  <a:srgbClr val="263D4D"/>
                </a:solidFill>
                <a:latin typeface="Yu Gothic"/>
                <a:ea typeface="Yu Gothic"/>
                <a:cs typeface="Yu Gothic"/>
              </a:defRPr>
            </a:lvl8pPr>
            <a:lvl9pPr>
              <a:buNone/>
              <a:defRPr sz="2100" b="0">
                <a:solidFill>
                  <a:srgbClr val="263D4D"/>
                </a:solidFill>
                <a:latin typeface="Yu Gothic"/>
                <a:ea typeface="Yu Gothic"/>
                <a:cs typeface="Yu Gothic"/>
              </a:defRPr>
            </a:lvl9pPr>
          </a:lstStyle>
          <a:p xmlns:a="http://schemas.openxmlformats.org/drawingml/2006/main">
            <a:pPr>
              <a:buNone/>
              <a:defRPr sz="2100" b="0">
                <a:solidFill>
                  <a:srgbClr val="263D4D"/>
                </a:solidFill>
                <a:latin typeface="Yu Gothic"/>
                <a:ea typeface="Yu Gothic"/>
                <a:cs typeface="Yu Gothic"/>
              </a:defRPr>
            </a:pPr>
            <a:r>
              <a:rPr sz="2100" b="0">
                <a:solidFill>
                  <a:srgbClr val="263D4D"/>
                </a:solidFill>
                <a:latin typeface="Yu Gothic"/>
                <a:ea typeface="Yu Gothic"/>
                <a:cs typeface="Yu Gothic"/>
              </a:rPr>
              <a:t>『たわみ1 mm以下だから、安全性も確認できた』</a:t>
            </a:r>
          </a:p>
        </p:txBody>
      </p:sp>
      <p:sp>
        <p:nvSpPr>
          <p:cNvPr id="5" name="正方形/長方形 4">
            <a:extLst xmlns:a="http://schemas.openxmlformats.org/drawingml/2006/main">
              <a:ext uri="{FF2B5EF4-FFF2-40B4-BE49-F238E27FC236}">
                <a16:creationId xmlns:a16="http://schemas.microsoft.com/office/drawing/2014/main" id="{9A494EA5-85C8-45F5-9EEC-5474EB9264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3429000"/>
            <a:ext cx="10572750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>
              <a:defRPr sz="2100" b="0">
                <a:solidFill>
                  <a:srgbClr val="263D4D"/>
                </a:solidFill>
                <a:latin typeface="Yu Gothic"/>
                <a:ea typeface="Yu Gothic"/>
                <a:cs typeface="Yu Gothic"/>
              </a:defRPr>
            </a:defPPr>
            <a:lvl1pPr>
              <a:buNone/>
              <a:defRPr sz="2100" b="0">
                <a:solidFill>
                  <a:srgbClr val="263D4D"/>
                </a:solidFill>
                <a:latin typeface="Yu Gothic"/>
                <a:ea typeface="Yu Gothic"/>
                <a:cs typeface="Yu Gothic"/>
              </a:defRPr>
            </a:lvl1pPr>
            <a:lvl2pPr>
              <a:buNone/>
              <a:defRPr sz="2100" b="0">
                <a:solidFill>
                  <a:srgbClr val="263D4D"/>
                </a:solidFill>
                <a:latin typeface="Yu Gothic"/>
                <a:ea typeface="Yu Gothic"/>
                <a:cs typeface="Yu Gothic"/>
              </a:defRPr>
            </a:lvl2pPr>
            <a:lvl3pPr>
              <a:buNone/>
              <a:defRPr sz="2100" b="0">
                <a:solidFill>
                  <a:srgbClr val="263D4D"/>
                </a:solidFill>
                <a:latin typeface="Yu Gothic"/>
                <a:ea typeface="Yu Gothic"/>
                <a:cs typeface="Yu Gothic"/>
              </a:defRPr>
            </a:lvl3pPr>
            <a:lvl4pPr>
              <a:buNone/>
              <a:defRPr sz="2100" b="0">
                <a:solidFill>
                  <a:srgbClr val="263D4D"/>
                </a:solidFill>
                <a:latin typeface="Yu Gothic"/>
                <a:ea typeface="Yu Gothic"/>
                <a:cs typeface="Yu Gothic"/>
              </a:defRPr>
            </a:lvl4pPr>
            <a:lvl5pPr>
              <a:buNone/>
              <a:defRPr sz="2100" b="0">
                <a:solidFill>
                  <a:srgbClr val="263D4D"/>
                </a:solidFill>
                <a:latin typeface="Yu Gothic"/>
                <a:ea typeface="Yu Gothic"/>
                <a:cs typeface="Yu Gothic"/>
              </a:defRPr>
            </a:lvl5pPr>
            <a:lvl6pPr>
              <a:buNone/>
              <a:defRPr sz="2100" b="0">
                <a:solidFill>
                  <a:srgbClr val="263D4D"/>
                </a:solidFill>
                <a:latin typeface="Yu Gothic"/>
                <a:ea typeface="Yu Gothic"/>
                <a:cs typeface="Yu Gothic"/>
              </a:defRPr>
            </a:lvl6pPr>
            <a:lvl7pPr>
              <a:buNone/>
              <a:defRPr sz="2100" b="0">
                <a:solidFill>
                  <a:srgbClr val="263D4D"/>
                </a:solidFill>
                <a:latin typeface="Yu Gothic"/>
                <a:ea typeface="Yu Gothic"/>
                <a:cs typeface="Yu Gothic"/>
              </a:defRPr>
            </a:lvl7pPr>
            <a:lvl8pPr>
              <a:buNone/>
              <a:defRPr sz="2100" b="0">
                <a:solidFill>
                  <a:srgbClr val="263D4D"/>
                </a:solidFill>
                <a:latin typeface="Yu Gothic"/>
                <a:ea typeface="Yu Gothic"/>
                <a:cs typeface="Yu Gothic"/>
              </a:defRPr>
            </a:lvl8pPr>
            <a:lvl9pPr>
              <a:buNone/>
              <a:defRPr sz="2100" b="0">
                <a:solidFill>
                  <a:srgbClr val="263D4D"/>
                </a:solidFill>
                <a:latin typeface="Yu Gothic"/>
                <a:ea typeface="Yu Gothic"/>
                <a:cs typeface="Yu Gothic"/>
              </a:defRPr>
            </a:lvl9pPr>
          </a:lstStyle>
          <a:p xmlns:a="http://schemas.openxmlformats.org/drawingml/2006/main">
            <a:pPr>
              <a:buNone/>
              <a:defRPr sz="2100" b="0">
                <a:solidFill>
                  <a:srgbClr val="263D4D"/>
                </a:solidFill>
                <a:latin typeface="Yu Gothic"/>
                <a:ea typeface="Yu Gothic"/>
                <a:cs typeface="Yu Gothic"/>
              </a:defRPr>
            </a:pPr>
            <a:r>
              <a:rPr sz="2100" b="0">
                <a:solidFill>
                  <a:srgbClr val="263D4D"/>
                </a:solidFill>
                <a:latin typeface="Yu Gothic"/>
                <a:ea typeface="Yu Gothic"/>
                <a:cs typeface="Yu Gothic"/>
              </a:rPr>
              <a:t>『総合点が高いので、未確認の接合性能は問題ない』</a:t>
            </a:r>
          </a:p>
        </p:txBody>
      </p:sp>
      <p:sp>
        <p:nvSpPr>
          <p:cNvPr id="6" name="正方形/長方形 5">
            <a:extLst xmlns:a="http://schemas.openxmlformats.org/drawingml/2006/main">
              <a:ext uri="{FF2B5EF4-FFF2-40B4-BE49-F238E27FC236}">
                <a16:creationId xmlns:a16="http://schemas.microsoft.com/office/drawing/2014/main" id="{1317768B-59D6-43FB-97DA-1E44442B5F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4381500"/>
            <a:ext cx="10572750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>
              <a:defRPr sz="2100" b="0">
                <a:solidFill>
                  <a:srgbClr val="263D4D"/>
                </a:solidFill>
                <a:latin typeface="Yu Gothic"/>
                <a:ea typeface="Yu Gothic"/>
                <a:cs typeface="Yu Gothic"/>
              </a:defRPr>
            </a:defPPr>
            <a:lvl1pPr>
              <a:buNone/>
              <a:defRPr sz="2100" b="0">
                <a:solidFill>
                  <a:srgbClr val="263D4D"/>
                </a:solidFill>
                <a:latin typeface="Yu Gothic"/>
                <a:ea typeface="Yu Gothic"/>
                <a:cs typeface="Yu Gothic"/>
              </a:defRPr>
            </a:lvl1pPr>
            <a:lvl2pPr>
              <a:buNone/>
              <a:defRPr sz="2100" b="0">
                <a:solidFill>
                  <a:srgbClr val="263D4D"/>
                </a:solidFill>
                <a:latin typeface="Yu Gothic"/>
                <a:ea typeface="Yu Gothic"/>
                <a:cs typeface="Yu Gothic"/>
              </a:defRPr>
            </a:lvl2pPr>
            <a:lvl3pPr>
              <a:buNone/>
              <a:defRPr sz="2100" b="0">
                <a:solidFill>
                  <a:srgbClr val="263D4D"/>
                </a:solidFill>
                <a:latin typeface="Yu Gothic"/>
                <a:ea typeface="Yu Gothic"/>
                <a:cs typeface="Yu Gothic"/>
              </a:defRPr>
            </a:lvl3pPr>
            <a:lvl4pPr>
              <a:buNone/>
              <a:defRPr sz="2100" b="0">
                <a:solidFill>
                  <a:srgbClr val="263D4D"/>
                </a:solidFill>
                <a:latin typeface="Yu Gothic"/>
                <a:ea typeface="Yu Gothic"/>
                <a:cs typeface="Yu Gothic"/>
              </a:defRPr>
            </a:lvl4pPr>
            <a:lvl5pPr>
              <a:buNone/>
              <a:defRPr sz="2100" b="0">
                <a:solidFill>
                  <a:srgbClr val="263D4D"/>
                </a:solidFill>
                <a:latin typeface="Yu Gothic"/>
                <a:ea typeface="Yu Gothic"/>
                <a:cs typeface="Yu Gothic"/>
              </a:defRPr>
            </a:lvl5pPr>
            <a:lvl6pPr>
              <a:buNone/>
              <a:defRPr sz="2100" b="0">
                <a:solidFill>
                  <a:srgbClr val="263D4D"/>
                </a:solidFill>
                <a:latin typeface="Yu Gothic"/>
                <a:ea typeface="Yu Gothic"/>
                <a:cs typeface="Yu Gothic"/>
              </a:defRPr>
            </a:lvl6pPr>
            <a:lvl7pPr>
              <a:buNone/>
              <a:defRPr sz="2100" b="0">
                <a:solidFill>
                  <a:srgbClr val="263D4D"/>
                </a:solidFill>
                <a:latin typeface="Yu Gothic"/>
                <a:ea typeface="Yu Gothic"/>
                <a:cs typeface="Yu Gothic"/>
              </a:defRPr>
            </a:lvl7pPr>
            <a:lvl8pPr>
              <a:buNone/>
              <a:defRPr sz="2100" b="0">
                <a:solidFill>
                  <a:srgbClr val="263D4D"/>
                </a:solidFill>
                <a:latin typeface="Yu Gothic"/>
                <a:ea typeface="Yu Gothic"/>
                <a:cs typeface="Yu Gothic"/>
              </a:defRPr>
            </a:lvl8pPr>
            <a:lvl9pPr>
              <a:buNone/>
              <a:defRPr sz="2100" b="0">
                <a:solidFill>
                  <a:srgbClr val="263D4D"/>
                </a:solidFill>
                <a:latin typeface="Yu Gothic"/>
                <a:ea typeface="Yu Gothic"/>
                <a:cs typeface="Yu Gothic"/>
              </a:defRPr>
            </a:lvl9pPr>
          </a:lstStyle>
          <a:p xmlns:a="http://schemas.openxmlformats.org/drawingml/2006/main">
            <a:pPr>
              <a:buNone/>
              <a:defRPr sz="2100" b="0">
                <a:solidFill>
                  <a:srgbClr val="263D4D"/>
                </a:solidFill>
                <a:latin typeface="Yu Gothic"/>
                <a:ea typeface="Yu Gothic"/>
                <a:cs typeface="Yu Gothic"/>
              </a:defRPr>
            </a:pPr>
            <a:r>
              <a:rPr sz="2100" b="0">
                <a:solidFill>
                  <a:srgbClr val="263D4D"/>
                </a:solidFill>
                <a:latin typeface="Yu Gothic"/>
                <a:ea typeface="Yu Gothic"/>
                <a:cs typeface="Yu Gothic"/>
              </a:rPr>
              <a:t>根拠不足・量の混同・判断手順の誤りを修正する</a:t>
            </a:r>
          </a:p>
        </p:txBody>
      </p:sp>
      <p:sp>
        <p:nvSpPr>
          <p:cNvPr id="7" name="正方形/長方形 6">
            <a:extLst xmlns:a="http://schemas.openxmlformats.org/drawingml/2006/main">
              <a:ext uri="{FF2B5EF4-FFF2-40B4-BE49-F238E27FC236}">
                <a16:creationId xmlns:a16="http://schemas.microsoft.com/office/drawing/2014/main" id="{89C2DB1C-0E1D-47BF-9F9D-B6D0893C76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353175"/>
            <a:ext cx="8572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>
              <a:defRPr sz="1425" b="0">
                <a:solidFill>
                  <a:srgbClr val="71818B"/>
                </a:solidFill>
                <a:latin typeface="Yu Gothic"/>
                <a:ea typeface="Yu Gothic"/>
                <a:cs typeface="Yu Gothic"/>
              </a:defRPr>
            </a:defPPr>
            <a:lvl1pPr>
              <a:buNone/>
              <a:defRPr sz="1425" b="0">
                <a:solidFill>
                  <a:srgbClr val="71818B"/>
                </a:solidFill>
                <a:latin typeface="Yu Gothic"/>
                <a:ea typeface="Yu Gothic"/>
                <a:cs typeface="Yu Gothic"/>
              </a:defRPr>
            </a:lvl1pPr>
            <a:lvl2pPr>
              <a:buNone/>
              <a:defRPr sz="1425" b="0">
                <a:solidFill>
                  <a:srgbClr val="71818B"/>
                </a:solidFill>
                <a:latin typeface="Yu Gothic"/>
                <a:ea typeface="Yu Gothic"/>
                <a:cs typeface="Yu Gothic"/>
              </a:defRPr>
            </a:lvl2pPr>
            <a:lvl3pPr>
              <a:buNone/>
              <a:defRPr sz="1425" b="0">
                <a:solidFill>
                  <a:srgbClr val="71818B"/>
                </a:solidFill>
                <a:latin typeface="Yu Gothic"/>
                <a:ea typeface="Yu Gothic"/>
                <a:cs typeface="Yu Gothic"/>
              </a:defRPr>
            </a:lvl3pPr>
            <a:lvl4pPr>
              <a:buNone/>
              <a:defRPr sz="1425" b="0">
                <a:solidFill>
                  <a:srgbClr val="71818B"/>
                </a:solidFill>
                <a:latin typeface="Yu Gothic"/>
                <a:ea typeface="Yu Gothic"/>
                <a:cs typeface="Yu Gothic"/>
              </a:defRPr>
            </a:lvl4pPr>
            <a:lvl5pPr>
              <a:buNone/>
              <a:defRPr sz="1425" b="0">
                <a:solidFill>
                  <a:srgbClr val="71818B"/>
                </a:solidFill>
                <a:latin typeface="Yu Gothic"/>
                <a:ea typeface="Yu Gothic"/>
                <a:cs typeface="Yu Gothic"/>
              </a:defRPr>
            </a:lvl5pPr>
            <a:lvl6pPr>
              <a:buNone/>
              <a:defRPr sz="1425" b="0">
                <a:solidFill>
                  <a:srgbClr val="71818B"/>
                </a:solidFill>
                <a:latin typeface="Yu Gothic"/>
                <a:ea typeface="Yu Gothic"/>
                <a:cs typeface="Yu Gothic"/>
              </a:defRPr>
            </a:lvl6pPr>
            <a:lvl7pPr>
              <a:buNone/>
              <a:defRPr sz="1425" b="0">
                <a:solidFill>
                  <a:srgbClr val="71818B"/>
                </a:solidFill>
                <a:latin typeface="Yu Gothic"/>
                <a:ea typeface="Yu Gothic"/>
                <a:cs typeface="Yu Gothic"/>
              </a:defRPr>
            </a:lvl7pPr>
            <a:lvl8pPr>
              <a:buNone/>
              <a:defRPr sz="1425" b="0">
                <a:solidFill>
                  <a:srgbClr val="71818B"/>
                </a:solidFill>
                <a:latin typeface="Yu Gothic"/>
                <a:ea typeface="Yu Gothic"/>
                <a:cs typeface="Yu Gothic"/>
              </a:defRPr>
            </a:lvl8pPr>
            <a:lvl9pPr>
              <a:buNone/>
              <a:defRPr sz="1425" b="0">
                <a:solidFill>
                  <a:srgbClr val="71818B"/>
                </a:solidFill>
                <a:latin typeface="Yu Gothic"/>
                <a:ea typeface="Yu Gothic"/>
                <a:cs typeface="Yu Gothic"/>
              </a:defRPr>
            </a:lvl9pPr>
          </a:lstStyle>
          <a:p xmlns:a="http://schemas.openxmlformats.org/drawingml/2006/main">
            <a:pPr>
              <a:buNone/>
              <a:defRPr sz="1425" b="0">
                <a:solidFill>
                  <a:srgbClr val="71818B"/>
                </a:solidFill>
                <a:latin typeface="Yu Gothic"/>
                <a:ea typeface="Yu Gothic"/>
                <a:cs typeface="Yu Gothic"/>
              </a:defRPr>
            </a:pPr>
            <a:r>
              <a:rPr sz="1425" b="0">
                <a:solidFill>
                  <a:srgbClr val="71818B"/>
                </a:solidFill>
                <a:latin typeface="Yu Gothic"/>
                <a:ea typeface="Yu Gothic"/>
                <a:cs typeface="Yu Gothic"/>
              </a:rPr>
              <a:t>工業材料概論　第12回</a:t>
            </a:r>
          </a:p>
        </p:txBody>
      </p:sp>
      <p:sp>
        <p:nvSpPr>
          <p:cNvPr id="8" name="正方形/長方形 7">
            <a:extLst xmlns:a="http://schemas.openxmlformats.org/drawingml/2006/main">
              <a:ext uri="{FF2B5EF4-FFF2-40B4-BE49-F238E27FC236}">
                <a16:creationId xmlns:a16="http://schemas.microsoft.com/office/drawing/2014/main" id="{1E8825E7-14BE-4D11-861A-FBC4D89F98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0" y="6353175"/>
            <a:ext cx="1047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>
              <a:defRPr sz="1425" b="0">
                <a:solidFill>
                  <a:srgbClr val="71818B"/>
                </a:solidFill>
                <a:latin typeface="Yu Gothic"/>
                <a:ea typeface="Yu Gothic"/>
                <a:cs typeface="Yu Gothic"/>
              </a:defRPr>
            </a:defPPr>
            <a:lvl1pPr>
              <a:buNone/>
              <a:defRPr sz="1425" b="0">
                <a:solidFill>
                  <a:srgbClr val="71818B"/>
                </a:solidFill>
                <a:latin typeface="Yu Gothic"/>
                <a:ea typeface="Yu Gothic"/>
                <a:cs typeface="Yu Gothic"/>
              </a:defRPr>
            </a:lvl1pPr>
            <a:lvl2pPr>
              <a:buNone/>
              <a:defRPr sz="1425" b="0">
                <a:solidFill>
                  <a:srgbClr val="71818B"/>
                </a:solidFill>
                <a:latin typeface="Yu Gothic"/>
                <a:ea typeface="Yu Gothic"/>
                <a:cs typeface="Yu Gothic"/>
              </a:defRPr>
            </a:lvl2pPr>
            <a:lvl3pPr>
              <a:buNone/>
              <a:defRPr sz="1425" b="0">
                <a:solidFill>
                  <a:srgbClr val="71818B"/>
                </a:solidFill>
                <a:latin typeface="Yu Gothic"/>
                <a:ea typeface="Yu Gothic"/>
                <a:cs typeface="Yu Gothic"/>
              </a:defRPr>
            </a:lvl3pPr>
            <a:lvl4pPr>
              <a:buNone/>
              <a:defRPr sz="1425" b="0">
                <a:solidFill>
                  <a:srgbClr val="71818B"/>
                </a:solidFill>
                <a:latin typeface="Yu Gothic"/>
                <a:ea typeface="Yu Gothic"/>
                <a:cs typeface="Yu Gothic"/>
              </a:defRPr>
            </a:lvl4pPr>
            <a:lvl5pPr>
              <a:buNone/>
              <a:defRPr sz="1425" b="0">
                <a:solidFill>
                  <a:srgbClr val="71818B"/>
                </a:solidFill>
                <a:latin typeface="Yu Gothic"/>
                <a:ea typeface="Yu Gothic"/>
                <a:cs typeface="Yu Gothic"/>
              </a:defRPr>
            </a:lvl5pPr>
            <a:lvl6pPr>
              <a:buNone/>
              <a:defRPr sz="1425" b="0">
                <a:solidFill>
                  <a:srgbClr val="71818B"/>
                </a:solidFill>
                <a:latin typeface="Yu Gothic"/>
                <a:ea typeface="Yu Gothic"/>
                <a:cs typeface="Yu Gothic"/>
              </a:defRPr>
            </a:lvl6pPr>
            <a:lvl7pPr>
              <a:buNone/>
              <a:defRPr sz="1425" b="0">
                <a:solidFill>
                  <a:srgbClr val="71818B"/>
                </a:solidFill>
                <a:latin typeface="Yu Gothic"/>
                <a:ea typeface="Yu Gothic"/>
                <a:cs typeface="Yu Gothic"/>
              </a:defRPr>
            </a:lvl7pPr>
            <a:lvl8pPr>
              <a:buNone/>
              <a:defRPr sz="1425" b="0">
                <a:solidFill>
                  <a:srgbClr val="71818B"/>
                </a:solidFill>
                <a:latin typeface="Yu Gothic"/>
                <a:ea typeface="Yu Gothic"/>
                <a:cs typeface="Yu Gothic"/>
              </a:defRPr>
            </a:lvl8pPr>
            <a:lvl9pPr>
              <a:buNone/>
              <a:defRPr sz="1425" b="0">
                <a:solidFill>
                  <a:srgbClr val="71818B"/>
                </a:solidFill>
                <a:latin typeface="Yu Gothic"/>
                <a:ea typeface="Yu Gothic"/>
                <a:cs typeface="Yu Gothic"/>
              </a:defRPr>
            </a:lvl9pPr>
          </a:lstStyle>
          <a:p xmlns:a="http://schemas.openxmlformats.org/drawingml/2006/main">
            <a:pPr>
              <a:buNone/>
              <a:defRPr sz="1425" b="0">
                <a:solidFill>
                  <a:srgbClr val="71818B"/>
                </a:solidFill>
                <a:latin typeface="Yu Gothic"/>
                <a:ea typeface="Yu Gothic"/>
                <a:cs typeface="Yu Gothic"/>
              </a:defRPr>
            </a:pPr>
            <a:r>
              <a:rPr sz="1425" b="0">
                <a:solidFill>
                  <a:srgbClr val="71818B"/>
                </a:solidFill>
                <a:latin typeface="Yu Gothic"/>
                <a:ea typeface="Yu Gothic"/>
                <a:cs typeface="Yu Gothic"/>
              </a:rPr>
              <a:t>33 / 41</a:t>
            </a:r>
            <a:endParaRPr sz="1425" b="0">
              <a:solidFill>
                <a:srgbClr val="71818B"/>
              </a:solidFill>
              <a:latin typeface="Yu Gothic"/>
              <a:ea typeface="Yu Gothic"/>
              <a:cs typeface="Yu Gothic"/>
            </a:endParaRPr>
          </a:p>
        </p:txBody>
      </p:sp>
    </p:spTree>
    <p:extLst>
      <p:ext uri="{BB962C8B-B14F-4D97-AF65-F5344CB8AC3E}">
        <p14:creationId xmlns:p14="http://schemas.microsoft.com/office/powerpoint/2010/main" val="4022905036"/>
      </p:ext>
    </p:extLst>
  </p:cSld>
</p:sld>
</file>

<file path=ppt/slides/slide34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正方形/長方形 8">
            <a:extLst xmlns:a="http://schemas.openxmlformats.org/drawingml/2006/main">
              <a:ext uri="{FF2B5EF4-FFF2-40B4-BE49-F238E27FC236}">
                <a16:creationId xmlns:a16="http://schemas.microsoft.com/office/drawing/2014/main" id="{2AAF0A3F-B03D-46C0-9B19-6B7837EF4E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81000"/>
            <a:ext cx="108204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>
              <a:defRPr sz="2775" b="1">
                <a:solidFill>
                  <a:srgbClr val="193B59"/>
                </a:solidFill>
                <a:latin typeface="Yu Gothic"/>
                <a:ea typeface="Yu Gothic"/>
                <a:cs typeface="Yu Gothic"/>
              </a:defRPr>
            </a:defPPr>
            <a:lvl1pPr>
              <a:buNone/>
              <a:defRPr sz="2775" b="1">
                <a:solidFill>
                  <a:srgbClr val="193B59"/>
                </a:solidFill>
                <a:latin typeface="Yu Gothic"/>
                <a:ea typeface="Yu Gothic"/>
                <a:cs typeface="Yu Gothic"/>
              </a:defRPr>
            </a:lvl1pPr>
            <a:lvl2pPr>
              <a:buNone/>
              <a:defRPr sz="2775" b="1">
                <a:solidFill>
                  <a:srgbClr val="193B59"/>
                </a:solidFill>
                <a:latin typeface="Yu Gothic"/>
                <a:ea typeface="Yu Gothic"/>
                <a:cs typeface="Yu Gothic"/>
              </a:defRPr>
            </a:lvl2pPr>
            <a:lvl3pPr>
              <a:buNone/>
              <a:defRPr sz="2775" b="1">
                <a:solidFill>
                  <a:srgbClr val="193B59"/>
                </a:solidFill>
                <a:latin typeface="Yu Gothic"/>
                <a:ea typeface="Yu Gothic"/>
                <a:cs typeface="Yu Gothic"/>
              </a:defRPr>
            </a:lvl3pPr>
            <a:lvl4pPr>
              <a:buNone/>
              <a:defRPr sz="2775" b="1">
                <a:solidFill>
                  <a:srgbClr val="193B59"/>
                </a:solidFill>
                <a:latin typeface="Yu Gothic"/>
                <a:ea typeface="Yu Gothic"/>
                <a:cs typeface="Yu Gothic"/>
              </a:defRPr>
            </a:lvl4pPr>
            <a:lvl5pPr>
              <a:buNone/>
              <a:defRPr sz="2775" b="1">
                <a:solidFill>
                  <a:srgbClr val="193B59"/>
                </a:solidFill>
                <a:latin typeface="Yu Gothic"/>
                <a:ea typeface="Yu Gothic"/>
                <a:cs typeface="Yu Gothic"/>
              </a:defRPr>
            </a:lvl5pPr>
            <a:lvl6pPr>
              <a:buNone/>
              <a:defRPr sz="2775" b="1">
                <a:solidFill>
                  <a:srgbClr val="193B59"/>
                </a:solidFill>
                <a:latin typeface="Yu Gothic"/>
                <a:ea typeface="Yu Gothic"/>
                <a:cs typeface="Yu Gothic"/>
              </a:defRPr>
            </a:lvl6pPr>
            <a:lvl7pPr>
              <a:buNone/>
              <a:defRPr sz="2775" b="1">
                <a:solidFill>
                  <a:srgbClr val="193B59"/>
                </a:solidFill>
                <a:latin typeface="Yu Gothic"/>
                <a:ea typeface="Yu Gothic"/>
                <a:cs typeface="Yu Gothic"/>
              </a:defRPr>
            </a:lvl7pPr>
            <a:lvl8pPr>
              <a:buNone/>
              <a:defRPr sz="2775" b="1">
                <a:solidFill>
                  <a:srgbClr val="193B59"/>
                </a:solidFill>
                <a:latin typeface="Yu Gothic"/>
                <a:ea typeface="Yu Gothic"/>
                <a:cs typeface="Yu Gothic"/>
              </a:defRPr>
            </a:lvl8pPr>
            <a:lvl9pPr>
              <a:buNone/>
              <a:defRPr sz="2775" b="1">
                <a:solidFill>
                  <a:srgbClr val="193B59"/>
                </a:solidFill>
                <a:latin typeface="Yu Gothic"/>
                <a:ea typeface="Yu Gothic"/>
                <a:cs typeface="Yu Gothic"/>
              </a:defRPr>
            </a:lvl9pPr>
          </a:lstStyle>
          <a:p xmlns:a="http://schemas.openxmlformats.org/drawingml/2006/main">
            <a:pPr>
              <a:buNone/>
              <a:defRPr sz="2775" b="1">
                <a:solidFill>
                  <a:srgbClr val="193B59"/>
                </a:solidFill>
                <a:latin typeface="Yu Gothic"/>
                <a:ea typeface="Yu Gothic"/>
                <a:cs typeface="Yu Gothic"/>
              </a:defRPr>
            </a:pPr>
            <a:r>
              <a:rPr sz="2775" b="1">
                <a:solidFill>
                  <a:srgbClr val="193B59"/>
                </a:solidFill>
                <a:latin typeface="Yu Gothic"/>
                <a:ea typeface="Yu Gothic"/>
                <a:cs typeface="Yu Gothic"/>
              </a:rPr>
              <a:t>解説5：検証できる提案へ書き直す</a:t>
            </a:r>
          </a:p>
        </p:txBody>
      </p:sp>
      <p:sp>
        <p:nvSpPr>
          <p:cNvPr id="2" name="フリーフォーム: 図形 1">
            <a:extLst xmlns:a="http://schemas.openxmlformats.org/drawingml/2006/main">
              <a:ext uri="{FF2B5EF4-FFF2-40B4-BE49-F238E27FC236}">
                <a16:creationId xmlns:a16="http://schemas.microsoft.com/office/drawing/2014/main" id="{F32B1D4E-C672-45D1-8B38-F8CB755494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323975"/>
            <a:ext cx="10820400" cy="9525"/>
          </a:xfrm>
          <a:custGeom xmlns:a="http://schemas.openxmlformats.org/drawingml/2006/main">
            <a:rect l="0" t="0" r="0" b="0"/>
            <a:pathLst>
              <a:path w="10820400" h="9525">
                <a:moveTo>
                  <a:pt x="0" y="0"/>
                </a:moveTo>
                <a:lnTo>
                  <a:pt x="1082040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D8E1E7"/>
            </a:solidFill>
          </a:ln>
        </p:spPr>
      </p:sp>
      <p:sp>
        <p:nvSpPr>
          <p:cNvPr id="3" name="正方形/長方形 2">
            <a:extLst xmlns:a="http://schemas.openxmlformats.org/drawingml/2006/main">
              <a:ext uri="{FF2B5EF4-FFF2-40B4-BE49-F238E27FC236}">
                <a16:creationId xmlns:a16="http://schemas.microsoft.com/office/drawing/2014/main" id="{84AF43FA-778A-4E23-92C8-5E6B3D2BF4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1524000"/>
            <a:ext cx="10572750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>
              <a:defRPr sz="2100" b="1">
                <a:solidFill>
                  <a:srgbClr val="263D4D"/>
                </a:solidFill>
                <a:latin typeface="Yu Gothic"/>
                <a:ea typeface="Yu Gothic"/>
                <a:cs typeface="Yu Gothic"/>
              </a:defRPr>
            </a:defPPr>
            <a:lvl1pPr>
              <a:buNone/>
              <a:defRPr sz="2100" b="1">
                <a:solidFill>
                  <a:srgbClr val="263D4D"/>
                </a:solidFill>
                <a:latin typeface="Yu Gothic"/>
                <a:ea typeface="Yu Gothic"/>
                <a:cs typeface="Yu Gothic"/>
              </a:defRPr>
            </a:lvl1pPr>
            <a:lvl2pPr>
              <a:buNone/>
              <a:defRPr sz="2100" b="1">
                <a:solidFill>
                  <a:srgbClr val="263D4D"/>
                </a:solidFill>
                <a:latin typeface="Yu Gothic"/>
                <a:ea typeface="Yu Gothic"/>
                <a:cs typeface="Yu Gothic"/>
              </a:defRPr>
            </a:lvl2pPr>
            <a:lvl3pPr>
              <a:buNone/>
              <a:defRPr sz="2100" b="1">
                <a:solidFill>
                  <a:srgbClr val="263D4D"/>
                </a:solidFill>
                <a:latin typeface="Yu Gothic"/>
                <a:ea typeface="Yu Gothic"/>
                <a:cs typeface="Yu Gothic"/>
              </a:defRPr>
            </a:lvl3pPr>
            <a:lvl4pPr>
              <a:buNone/>
              <a:defRPr sz="2100" b="1">
                <a:solidFill>
                  <a:srgbClr val="263D4D"/>
                </a:solidFill>
                <a:latin typeface="Yu Gothic"/>
                <a:ea typeface="Yu Gothic"/>
                <a:cs typeface="Yu Gothic"/>
              </a:defRPr>
            </a:lvl4pPr>
            <a:lvl5pPr>
              <a:buNone/>
              <a:defRPr sz="2100" b="1">
                <a:solidFill>
                  <a:srgbClr val="263D4D"/>
                </a:solidFill>
                <a:latin typeface="Yu Gothic"/>
                <a:ea typeface="Yu Gothic"/>
                <a:cs typeface="Yu Gothic"/>
              </a:defRPr>
            </a:lvl5pPr>
            <a:lvl6pPr>
              <a:buNone/>
              <a:defRPr sz="2100" b="1">
                <a:solidFill>
                  <a:srgbClr val="263D4D"/>
                </a:solidFill>
                <a:latin typeface="Yu Gothic"/>
                <a:ea typeface="Yu Gothic"/>
                <a:cs typeface="Yu Gothic"/>
              </a:defRPr>
            </a:lvl6pPr>
            <a:lvl7pPr>
              <a:buNone/>
              <a:defRPr sz="2100" b="1">
                <a:solidFill>
                  <a:srgbClr val="263D4D"/>
                </a:solidFill>
                <a:latin typeface="Yu Gothic"/>
                <a:ea typeface="Yu Gothic"/>
                <a:cs typeface="Yu Gothic"/>
              </a:defRPr>
            </a:lvl7pPr>
            <a:lvl8pPr>
              <a:buNone/>
              <a:defRPr sz="2100" b="1">
                <a:solidFill>
                  <a:srgbClr val="263D4D"/>
                </a:solidFill>
                <a:latin typeface="Yu Gothic"/>
                <a:ea typeface="Yu Gothic"/>
                <a:cs typeface="Yu Gothic"/>
              </a:defRPr>
            </a:lvl8pPr>
            <a:lvl9pPr>
              <a:buNone/>
              <a:defRPr sz="2100" b="1">
                <a:solidFill>
                  <a:srgbClr val="263D4D"/>
                </a:solidFill>
                <a:latin typeface="Yu Gothic"/>
                <a:ea typeface="Yu Gothic"/>
                <a:cs typeface="Yu Gothic"/>
              </a:defRPr>
            </a:lvl9pPr>
          </a:lstStyle>
          <a:p xmlns:a="http://schemas.openxmlformats.org/drawingml/2006/main">
            <a:pPr>
              <a:buNone/>
              <a:defRPr sz="2100" b="1">
                <a:solidFill>
                  <a:srgbClr val="263D4D"/>
                </a:solidFill>
                <a:latin typeface="Yu Gothic"/>
                <a:ea typeface="Yu Gothic"/>
                <a:cs typeface="Yu Gothic"/>
              </a:defRPr>
            </a:pPr>
            <a:r>
              <a:rPr sz="2100" b="1">
                <a:solidFill>
                  <a:srgbClr val="263D4D"/>
                </a:solidFill>
                <a:latin typeface="Yu Gothic"/>
                <a:ea typeface="Yu Gothic"/>
                <a:cs typeface="Yu Gothic"/>
              </a:rPr>
              <a:t>『指定したモデルで、短期のたわみ条件を満たす候補』</a:t>
            </a:r>
          </a:p>
        </p:txBody>
      </p:sp>
      <p:sp>
        <p:nvSpPr>
          <p:cNvPr id="4" name="正方形/長方形 3">
            <a:extLst xmlns:a="http://schemas.openxmlformats.org/drawingml/2006/main">
              <a:ext uri="{FF2B5EF4-FFF2-40B4-BE49-F238E27FC236}">
                <a16:creationId xmlns:a16="http://schemas.microsoft.com/office/drawing/2014/main" id="{26B02E9D-1BAA-471A-AB59-3DBD38BF1E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2476500"/>
            <a:ext cx="10572750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>
              <a:defRPr sz="2100" b="0">
                <a:solidFill>
                  <a:srgbClr val="263D4D"/>
                </a:solidFill>
                <a:latin typeface="Yu Gothic"/>
                <a:ea typeface="Yu Gothic"/>
                <a:cs typeface="Yu Gothic"/>
              </a:defRPr>
            </a:defPPr>
            <a:lvl1pPr>
              <a:buNone/>
              <a:defRPr sz="2100" b="0">
                <a:solidFill>
                  <a:srgbClr val="263D4D"/>
                </a:solidFill>
                <a:latin typeface="Yu Gothic"/>
                <a:ea typeface="Yu Gothic"/>
                <a:cs typeface="Yu Gothic"/>
              </a:defRPr>
            </a:lvl1pPr>
            <a:lvl2pPr>
              <a:buNone/>
              <a:defRPr sz="2100" b="0">
                <a:solidFill>
                  <a:srgbClr val="263D4D"/>
                </a:solidFill>
                <a:latin typeface="Yu Gothic"/>
                <a:ea typeface="Yu Gothic"/>
                <a:cs typeface="Yu Gothic"/>
              </a:defRPr>
            </a:lvl2pPr>
            <a:lvl3pPr>
              <a:buNone/>
              <a:defRPr sz="2100" b="0">
                <a:solidFill>
                  <a:srgbClr val="263D4D"/>
                </a:solidFill>
                <a:latin typeface="Yu Gothic"/>
                <a:ea typeface="Yu Gothic"/>
                <a:cs typeface="Yu Gothic"/>
              </a:defRPr>
            </a:lvl3pPr>
            <a:lvl4pPr>
              <a:buNone/>
              <a:defRPr sz="2100" b="0">
                <a:solidFill>
                  <a:srgbClr val="263D4D"/>
                </a:solidFill>
                <a:latin typeface="Yu Gothic"/>
                <a:ea typeface="Yu Gothic"/>
                <a:cs typeface="Yu Gothic"/>
              </a:defRPr>
            </a:lvl4pPr>
            <a:lvl5pPr>
              <a:buNone/>
              <a:defRPr sz="2100" b="0">
                <a:solidFill>
                  <a:srgbClr val="263D4D"/>
                </a:solidFill>
                <a:latin typeface="Yu Gothic"/>
                <a:ea typeface="Yu Gothic"/>
                <a:cs typeface="Yu Gothic"/>
              </a:defRPr>
            </a:lvl5pPr>
            <a:lvl6pPr>
              <a:buNone/>
              <a:defRPr sz="2100" b="0">
                <a:solidFill>
                  <a:srgbClr val="263D4D"/>
                </a:solidFill>
                <a:latin typeface="Yu Gothic"/>
                <a:ea typeface="Yu Gothic"/>
                <a:cs typeface="Yu Gothic"/>
              </a:defRPr>
            </a:lvl6pPr>
            <a:lvl7pPr>
              <a:buNone/>
              <a:defRPr sz="2100" b="0">
                <a:solidFill>
                  <a:srgbClr val="263D4D"/>
                </a:solidFill>
                <a:latin typeface="Yu Gothic"/>
                <a:ea typeface="Yu Gothic"/>
                <a:cs typeface="Yu Gothic"/>
              </a:defRPr>
            </a:lvl7pPr>
            <a:lvl8pPr>
              <a:buNone/>
              <a:defRPr sz="2100" b="0">
                <a:solidFill>
                  <a:srgbClr val="263D4D"/>
                </a:solidFill>
                <a:latin typeface="Yu Gothic"/>
                <a:ea typeface="Yu Gothic"/>
                <a:cs typeface="Yu Gothic"/>
              </a:defRPr>
            </a:lvl8pPr>
            <a:lvl9pPr>
              <a:buNone/>
              <a:defRPr sz="2100" b="0">
                <a:solidFill>
                  <a:srgbClr val="263D4D"/>
                </a:solidFill>
                <a:latin typeface="Yu Gothic"/>
                <a:ea typeface="Yu Gothic"/>
                <a:cs typeface="Yu Gothic"/>
              </a:defRPr>
            </a:lvl9pPr>
          </a:lstStyle>
          <a:p xmlns:a="http://schemas.openxmlformats.org/drawingml/2006/main">
            <a:pPr>
              <a:buNone/>
              <a:defRPr sz="2100" b="0">
                <a:solidFill>
                  <a:srgbClr val="263D4D"/>
                </a:solidFill>
                <a:latin typeface="Yu Gothic"/>
                <a:ea typeface="Yu Gothic"/>
                <a:cs typeface="Yu Gothic"/>
              </a:defRPr>
            </a:pPr>
            <a:r>
              <a:rPr sz="2100" b="0">
                <a:solidFill>
                  <a:srgbClr val="263D4D"/>
                </a:solidFill>
                <a:latin typeface="Yu Gothic"/>
                <a:ea typeface="Yu Gothic"/>
                <a:cs typeface="Yu Gothic"/>
              </a:rPr>
              <a:t>『材料・製品・接合と、使用条件を追加確認する』</a:t>
            </a:r>
          </a:p>
        </p:txBody>
      </p:sp>
      <p:sp>
        <p:nvSpPr>
          <p:cNvPr id="5" name="正方形/長方形 4">
            <a:extLst xmlns:a="http://schemas.openxmlformats.org/drawingml/2006/main">
              <a:ext uri="{FF2B5EF4-FFF2-40B4-BE49-F238E27FC236}">
                <a16:creationId xmlns:a16="http://schemas.microsoft.com/office/drawing/2014/main" id="{CA1AD2F7-C40B-4DC2-82E8-033F648137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3429000"/>
            <a:ext cx="10572750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>
              <a:defRPr sz="2100" b="0">
                <a:solidFill>
                  <a:srgbClr val="263D4D"/>
                </a:solidFill>
                <a:latin typeface="Yu Gothic"/>
                <a:ea typeface="Yu Gothic"/>
                <a:cs typeface="Yu Gothic"/>
              </a:defRPr>
            </a:defPPr>
            <a:lvl1pPr>
              <a:buNone/>
              <a:defRPr sz="2100" b="0">
                <a:solidFill>
                  <a:srgbClr val="263D4D"/>
                </a:solidFill>
                <a:latin typeface="Yu Gothic"/>
                <a:ea typeface="Yu Gothic"/>
                <a:cs typeface="Yu Gothic"/>
              </a:defRPr>
            </a:lvl1pPr>
            <a:lvl2pPr>
              <a:buNone/>
              <a:defRPr sz="2100" b="0">
                <a:solidFill>
                  <a:srgbClr val="263D4D"/>
                </a:solidFill>
                <a:latin typeface="Yu Gothic"/>
                <a:ea typeface="Yu Gothic"/>
                <a:cs typeface="Yu Gothic"/>
              </a:defRPr>
            </a:lvl2pPr>
            <a:lvl3pPr>
              <a:buNone/>
              <a:defRPr sz="2100" b="0">
                <a:solidFill>
                  <a:srgbClr val="263D4D"/>
                </a:solidFill>
                <a:latin typeface="Yu Gothic"/>
                <a:ea typeface="Yu Gothic"/>
                <a:cs typeface="Yu Gothic"/>
              </a:defRPr>
            </a:lvl3pPr>
            <a:lvl4pPr>
              <a:buNone/>
              <a:defRPr sz="2100" b="0">
                <a:solidFill>
                  <a:srgbClr val="263D4D"/>
                </a:solidFill>
                <a:latin typeface="Yu Gothic"/>
                <a:ea typeface="Yu Gothic"/>
                <a:cs typeface="Yu Gothic"/>
              </a:defRPr>
            </a:lvl4pPr>
            <a:lvl5pPr>
              <a:buNone/>
              <a:defRPr sz="2100" b="0">
                <a:solidFill>
                  <a:srgbClr val="263D4D"/>
                </a:solidFill>
                <a:latin typeface="Yu Gothic"/>
                <a:ea typeface="Yu Gothic"/>
                <a:cs typeface="Yu Gothic"/>
              </a:defRPr>
            </a:lvl5pPr>
            <a:lvl6pPr>
              <a:buNone/>
              <a:defRPr sz="2100" b="0">
                <a:solidFill>
                  <a:srgbClr val="263D4D"/>
                </a:solidFill>
                <a:latin typeface="Yu Gothic"/>
                <a:ea typeface="Yu Gothic"/>
                <a:cs typeface="Yu Gothic"/>
              </a:defRPr>
            </a:lvl6pPr>
            <a:lvl7pPr>
              <a:buNone/>
              <a:defRPr sz="2100" b="0">
                <a:solidFill>
                  <a:srgbClr val="263D4D"/>
                </a:solidFill>
                <a:latin typeface="Yu Gothic"/>
                <a:ea typeface="Yu Gothic"/>
                <a:cs typeface="Yu Gothic"/>
              </a:defRPr>
            </a:lvl7pPr>
            <a:lvl8pPr>
              <a:buNone/>
              <a:defRPr sz="2100" b="0">
                <a:solidFill>
                  <a:srgbClr val="263D4D"/>
                </a:solidFill>
                <a:latin typeface="Yu Gothic"/>
                <a:ea typeface="Yu Gothic"/>
                <a:cs typeface="Yu Gothic"/>
              </a:defRPr>
            </a:lvl8pPr>
            <a:lvl9pPr>
              <a:buNone/>
              <a:defRPr sz="2100" b="0">
                <a:solidFill>
                  <a:srgbClr val="263D4D"/>
                </a:solidFill>
                <a:latin typeface="Yu Gothic"/>
                <a:ea typeface="Yu Gothic"/>
                <a:cs typeface="Yu Gothic"/>
              </a:defRPr>
            </a:lvl9pPr>
          </a:lstStyle>
          <a:p xmlns:a="http://schemas.openxmlformats.org/drawingml/2006/main">
            <a:pPr>
              <a:buNone/>
              <a:defRPr sz="2100" b="0">
                <a:solidFill>
                  <a:srgbClr val="263D4D"/>
                </a:solidFill>
                <a:latin typeface="Yu Gothic"/>
                <a:ea typeface="Yu Gothic"/>
                <a:cs typeface="Yu Gothic"/>
              </a:defRPr>
            </a:pPr>
            <a:r>
              <a:rPr sz="2100" b="0">
                <a:solidFill>
                  <a:srgbClr val="263D4D"/>
                </a:solidFill>
                <a:latin typeface="Yu Gothic"/>
                <a:ea typeface="Yu Gothic"/>
                <a:cs typeface="Yu Gothic"/>
              </a:rPr>
              <a:t>『未確認事項は保留し、必要な試験を計画する』</a:t>
            </a:r>
          </a:p>
        </p:txBody>
      </p:sp>
      <p:sp>
        <p:nvSpPr>
          <p:cNvPr id="6" name="正方形/長方形 5">
            <a:extLst xmlns:a="http://schemas.openxmlformats.org/drawingml/2006/main">
              <a:ext uri="{FF2B5EF4-FFF2-40B4-BE49-F238E27FC236}">
                <a16:creationId xmlns:a16="http://schemas.microsoft.com/office/drawing/2014/main" id="{23C42FE7-DF12-4900-8C69-E50EF84C58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4381500"/>
            <a:ext cx="10572750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>
              <a:defRPr sz="2100" b="0">
                <a:solidFill>
                  <a:srgbClr val="263D4D"/>
                </a:solidFill>
                <a:latin typeface="Yu Gothic"/>
                <a:ea typeface="Yu Gothic"/>
                <a:cs typeface="Yu Gothic"/>
              </a:defRPr>
            </a:defPPr>
            <a:lvl1pPr>
              <a:buNone/>
              <a:defRPr sz="2100" b="0">
                <a:solidFill>
                  <a:srgbClr val="263D4D"/>
                </a:solidFill>
                <a:latin typeface="Yu Gothic"/>
                <a:ea typeface="Yu Gothic"/>
                <a:cs typeface="Yu Gothic"/>
              </a:defRPr>
            </a:lvl1pPr>
            <a:lvl2pPr>
              <a:buNone/>
              <a:defRPr sz="2100" b="0">
                <a:solidFill>
                  <a:srgbClr val="263D4D"/>
                </a:solidFill>
                <a:latin typeface="Yu Gothic"/>
                <a:ea typeface="Yu Gothic"/>
                <a:cs typeface="Yu Gothic"/>
              </a:defRPr>
            </a:lvl2pPr>
            <a:lvl3pPr>
              <a:buNone/>
              <a:defRPr sz="2100" b="0">
                <a:solidFill>
                  <a:srgbClr val="263D4D"/>
                </a:solidFill>
                <a:latin typeface="Yu Gothic"/>
                <a:ea typeface="Yu Gothic"/>
                <a:cs typeface="Yu Gothic"/>
              </a:defRPr>
            </a:lvl3pPr>
            <a:lvl4pPr>
              <a:buNone/>
              <a:defRPr sz="2100" b="0">
                <a:solidFill>
                  <a:srgbClr val="263D4D"/>
                </a:solidFill>
                <a:latin typeface="Yu Gothic"/>
                <a:ea typeface="Yu Gothic"/>
                <a:cs typeface="Yu Gothic"/>
              </a:defRPr>
            </a:lvl4pPr>
            <a:lvl5pPr>
              <a:buNone/>
              <a:defRPr sz="2100" b="0">
                <a:solidFill>
                  <a:srgbClr val="263D4D"/>
                </a:solidFill>
                <a:latin typeface="Yu Gothic"/>
                <a:ea typeface="Yu Gothic"/>
                <a:cs typeface="Yu Gothic"/>
              </a:defRPr>
            </a:lvl5pPr>
            <a:lvl6pPr>
              <a:buNone/>
              <a:defRPr sz="2100" b="0">
                <a:solidFill>
                  <a:srgbClr val="263D4D"/>
                </a:solidFill>
                <a:latin typeface="Yu Gothic"/>
                <a:ea typeface="Yu Gothic"/>
                <a:cs typeface="Yu Gothic"/>
              </a:defRPr>
            </a:lvl6pPr>
            <a:lvl7pPr>
              <a:buNone/>
              <a:defRPr sz="2100" b="0">
                <a:solidFill>
                  <a:srgbClr val="263D4D"/>
                </a:solidFill>
                <a:latin typeface="Yu Gothic"/>
                <a:ea typeface="Yu Gothic"/>
                <a:cs typeface="Yu Gothic"/>
              </a:defRPr>
            </a:lvl7pPr>
            <a:lvl8pPr>
              <a:buNone/>
              <a:defRPr sz="2100" b="0">
                <a:solidFill>
                  <a:srgbClr val="263D4D"/>
                </a:solidFill>
                <a:latin typeface="Yu Gothic"/>
                <a:ea typeface="Yu Gothic"/>
                <a:cs typeface="Yu Gothic"/>
              </a:defRPr>
            </a:lvl8pPr>
            <a:lvl9pPr>
              <a:buNone/>
              <a:defRPr sz="2100" b="0">
                <a:solidFill>
                  <a:srgbClr val="263D4D"/>
                </a:solidFill>
                <a:latin typeface="Yu Gothic"/>
                <a:ea typeface="Yu Gothic"/>
                <a:cs typeface="Yu Gothic"/>
              </a:defRPr>
            </a:lvl9pPr>
          </a:lstStyle>
          <a:p xmlns:a="http://schemas.openxmlformats.org/drawingml/2006/main">
            <a:pPr>
              <a:buNone/>
              <a:defRPr sz="2100" b="0">
                <a:solidFill>
                  <a:srgbClr val="263D4D"/>
                </a:solidFill>
                <a:latin typeface="Yu Gothic"/>
                <a:ea typeface="Yu Gothic"/>
                <a:cs typeface="Yu Gothic"/>
              </a:defRPr>
            </a:pPr>
            <a:r>
              <a:rPr sz="2100" b="0">
                <a:solidFill>
                  <a:srgbClr val="263D4D"/>
                </a:solidFill>
                <a:latin typeface="Yu Gothic"/>
                <a:ea typeface="Yu Gothic"/>
                <a:cs typeface="Yu Gothic"/>
              </a:rPr>
              <a:t>AIの文章を、根拠と条件を追える判断記録へ直す</a:t>
            </a:r>
          </a:p>
        </p:txBody>
      </p:sp>
      <p:sp>
        <p:nvSpPr>
          <p:cNvPr id="7" name="正方形/長方形 6">
            <a:extLst xmlns:a="http://schemas.openxmlformats.org/drawingml/2006/main">
              <a:ext uri="{FF2B5EF4-FFF2-40B4-BE49-F238E27FC236}">
                <a16:creationId xmlns:a16="http://schemas.microsoft.com/office/drawing/2014/main" id="{0032A792-ABF1-488B-B076-6D7B7DB177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353175"/>
            <a:ext cx="8572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>
              <a:defRPr sz="1425" b="0">
                <a:solidFill>
                  <a:srgbClr val="71818B"/>
                </a:solidFill>
                <a:latin typeface="Yu Gothic"/>
                <a:ea typeface="Yu Gothic"/>
                <a:cs typeface="Yu Gothic"/>
              </a:defRPr>
            </a:defPPr>
            <a:lvl1pPr>
              <a:buNone/>
              <a:defRPr sz="1425" b="0">
                <a:solidFill>
                  <a:srgbClr val="71818B"/>
                </a:solidFill>
                <a:latin typeface="Yu Gothic"/>
                <a:ea typeface="Yu Gothic"/>
                <a:cs typeface="Yu Gothic"/>
              </a:defRPr>
            </a:lvl1pPr>
            <a:lvl2pPr>
              <a:buNone/>
              <a:defRPr sz="1425" b="0">
                <a:solidFill>
                  <a:srgbClr val="71818B"/>
                </a:solidFill>
                <a:latin typeface="Yu Gothic"/>
                <a:ea typeface="Yu Gothic"/>
                <a:cs typeface="Yu Gothic"/>
              </a:defRPr>
            </a:lvl2pPr>
            <a:lvl3pPr>
              <a:buNone/>
              <a:defRPr sz="1425" b="0">
                <a:solidFill>
                  <a:srgbClr val="71818B"/>
                </a:solidFill>
                <a:latin typeface="Yu Gothic"/>
                <a:ea typeface="Yu Gothic"/>
                <a:cs typeface="Yu Gothic"/>
              </a:defRPr>
            </a:lvl3pPr>
            <a:lvl4pPr>
              <a:buNone/>
              <a:defRPr sz="1425" b="0">
                <a:solidFill>
                  <a:srgbClr val="71818B"/>
                </a:solidFill>
                <a:latin typeface="Yu Gothic"/>
                <a:ea typeface="Yu Gothic"/>
                <a:cs typeface="Yu Gothic"/>
              </a:defRPr>
            </a:lvl4pPr>
            <a:lvl5pPr>
              <a:buNone/>
              <a:defRPr sz="1425" b="0">
                <a:solidFill>
                  <a:srgbClr val="71818B"/>
                </a:solidFill>
                <a:latin typeface="Yu Gothic"/>
                <a:ea typeface="Yu Gothic"/>
                <a:cs typeface="Yu Gothic"/>
              </a:defRPr>
            </a:lvl5pPr>
            <a:lvl6pPr>
              <a:buNone/>
              <a:defRPr sz="1425" b="0">
                <a:solidFill>
                  <a:srgbClr val="71818B"/>
                </a:solidFill>
                <a:latin typeface="Yu Gothic"/>
                <a:ea typeface="Yu Gothic"/>
                <a:cs typeface="Yu Gothic"/>
              </a:defRPr>
            </a:lvl6pPr>
            <a:lvl7pPr>
              <a:buNone/>
              <a:defRPr sz="1425" b="0">
                <a:solidFill>
                  <a:srgbClr val="71818B"/>
                </a:solidFill>
                <a:latin typeface="Yu Gothic"/>
                <a:ea typeface="Yu Gothic"/>
                <a:cs typeface="Yu Gothic"/>
              </a:defRPr>
            </a:lvl7pPr>
            <a:lvl8pPr>
              <a:buNone/>
              <a:defRPr sz="1425" b="0">
                <a:solidFill>
                  <a:srgbClr val="71818B"/>
                </a:solidFill>
                <a:latin typeface="Yu Gothic"/>
                <a:ea typeface="Yu Gothic"/>
                <a:cs typeface="Yu Gothic"/>
              </a:defRPr>
            </a:lvl8pPr>
            <a:lvl9pPr>
              <a:buNone/>
              <a:defRPr sz="1425" b="0">
                <a:solidFill>
                  <a:srgbClr val="71818B"/>
                </a:solidFill>
                <a:latin typeface="Yu Gothic"/>
                <a:ea typeface="Yu Gothic"/>
                <a:cs typeface="Yu Gothic"/>
              </a:defRPr>
            </a:lvl9pPr>
          </a:lstStyle>
          <a:p xmlns:a="http://schemas.openxmlformats.org/drawingml/2006/main">
            <a:pPr>
              <a:buNone/>
              <a:defRPr sz="1425" b="0">
                <a:solidFill>
                  <a:srgbClr val="71818B"/>
                </a:solidFill>
                <a:latin typeface="Yu Gothic"/>
                <a:ea typeface="Yu Gothic"/>
                <a:cs typeface="Yu Gothic"/>
              </a:defRPr>
            </a:pPr>
            <a:r>
              <a:rPr sz="1425" b="0">
                <a:solidFill>
                  <a:srgbClr val="71818B"/>
                </a:solidFill>
                <a:latin typeface="Yu Gothic"/>
                <a:ea typeface="Yu Gothic"/>
                <a:cs typeface="Yu Gothic"/>
              </a:rPr>
              <a:t>工業材料概論　第12回</a:t>
            </a:r>
          </a:p>
        </p:txBody>
      </p:sp>
      <p:sp>
        <p:nvSpPr>
          <p:cNvPr id="8" name="正方形/長方形 7">
            <a:extLst xmlns:a="http://schemas.openxmlformats.org/drawingml/2006/main">
              <a:ext uri="{FF2B5EF4-FFF2-40B4-BE49-F238E27FC236}">
                <a16:creationId xmlns:a16="http://schemas.microsoft.com/office/drawing/2014/main" id="{4EC8B1FB-1607-4F77-940E-1DA0AA5F80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0" y="6353175"/>
            <a:ext cx="1047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>
              <a:defRPr sz="1425" b="0">
                <a:solidFill>
                  <a:srgbClr val="71818B"/>
                </a:solidFill>
                <a:latin typeface="Yu Gothic"/>
                <a:ea typeface="Yu Gothic"/>
                <a:cs typeface="Yu Gothic"/>
              </a:defRPr>
            </a:defPPr>
            <a:lvl1pPr>
              <a:buNone/>
              <a:defRPr sz="1425" b="0">
                <a:solidFill>
                  <a:srgbClr val="71818B"/>
                </a:solidFill>
                <a:latin typeface="Yu Gothic"/>
                <a:ea typeface="Yu Gothic"/>
                <a:cs typeface="Yu Gothic"/>
              </a:defRPr>
            </a:lvl1pPr>
            <a:lvl2pPr>
              <a:buNone/>
              <a:defRPr sz="1425" b="0">
                <a:solidFill>
                  <a:srgbClr val="71818B"/>
                </a:solidFill>
                <a:latin typeface="Yu Gothic"/>
                <a:ea typeface="Yu Gothic"/>
                <a:cs typeface="Yu Gothic"/>
              </a:defRPr>
            </a:lvl2pPr>
            <a:lvl3pPr>
              <a:buNone/>
              <a:defRPr sz="1425" b="0">
                <a:solidFill>
                  <a:srgbClr val="71818B"/>
                </a:solidFill>
                <a:latin typeface="Yu Gothic"/>
                <a:ea typeface="Yu Gothic"/>
                <a:cs typeface="Yu Gothic"/>
              </a:defRPr>
            </a:lvl3pPr>
            <a:lvl4pPr>
              <a:buNone/>
              <a:defRPr sz="1425" b="0">
                <a:solidFill>
                  <a:srgbClr val="71818B"/>
                </a:solidFill>
                <a:latin typeface="Yu Gothic"/>
                <a:ea typeface="Yu Gothic"/>
                <a:cs typeface="Yu Gothic"/>
              </a:defRPr>
            </a:lvl4pPr>
            <a:lvl5pPr>
              <a:buNone/>
              <a:defRPr sz="1425" b="0">
                <a:solidFill>
                  <a:srgbClr val="71818B"/>
                </a:solidFill>
                <a:latin typeface="Yu Gothic"/>
                <a:ea typeface="Yu Gothic"/>
                <a:cs typeface="Yu Gothic"/>
              </a:defRPr>
            </a:lvl5pPr>
            <a:lvl6pPr>
              <a:buNone/>
              <a:defRPr sz="1425" b="0">
                <a:solidFill>
                  <a:srgbClr val="71818B"/>
                </a:solidFill>
                <a:latin typeface="Yu Gothic"/>
                <a:ea typeface="Yu Gothic"/>
                <a:cs typeface="Yu Gothic"/>
              </a:defRPr>
            </a:lvl6pPr>
            <a:lvl7pPr>
              <a:buNone/>
              <a:defRPr sz="1425" b="0">
                <a:solidFill>
                  <a:srgbClr val="71818B"/>
                </a:solidFill>
                <a:latin typeface="Yu Gothic"/>
                <a:ea typeface="Yu Gothic"/>
                <a:cs typeface="Yu Gothic"/>
              </a:defRPr>
            </a:lvl7pPr>
            <a:lvl8pPr>
              <a:buNone/>
              <a:defRPr sz="1425" b="0">
                <a:solidFill>
                  <a:srgbClr val="71818B"/>
                </a:solidFill>
                <a:latin typeface="Yu Gothic"/>
                <a:ea typeface="Yu Gothic"/>
                <a:cs typeface="Yu Gothic"/>
              </a:defRPr>
            </a:lvl8pPr>
            <a:lvl9pPr>
              <a:buNone/>
              <a:defRPr sz="1425" b="0">
                <a:solidFill>
                  <a:srgbClr val="71818B"/>
                </a:solidFill>
                <a:latin typeface="Yu Gothic"/>
                <a:ea typeface="Yu Gothic"/>
                <a:cs typeface="Yu Gothic"/>
              </a:defRPr>
            </a:lvl9pPr>
          </a:lstStyle>
          <a:p xmlns:a="http://schemas.openxmlformats.org/drawingml/2006/main">
            <a:pPr>
              <a:buNone/>
              <a:defRPr sz="1425" b="0">
                <a:solidFill>
                  <a:srgbClr val="71818B"/>
                </a:solidFill>
                <a:latin typeface="Yu Gothic"/>
                <a:ea typeface="Yu Gothic"/>
                <a:cs typeface="Yu Gothic"/>
              </a:defRPr>
            </a:pPr>
            <a:r>
              <a:rPr sz="1425" b="0">
                <a:solidFill>
                  <a:srgbClr val="71818B"/>
                </a:solidFill>
                <a:latin typeface="Yu Gothic"/>
                <a:ea typeface="Yu Gothic"/>
                <a:cs typeface="Yu Gothic"/>
              </a:rPr>
              <a:t>34 / 41</a:t>
            </a:r>
            <a:endParaRPr sz="1425" b="0">
              <a:solidFill>
                <a:srgbClr val="71818B"/>
              </a:solidFill>
              <a:latin typeface="Yu Gothic"/>
              <a:ea typeface="Yu Gothic"/>
              <a:cs typeface="Yu Gothic"/>
            </a:endParaRPr>
          </a:p>
        </p:txBody>
      </p:sp>
    </p:spTree>
    <p:extLst>
      <p:ext uri="{BB962C8B-B14F-4D97-AF65-F5344CB8AC3E}">
        <p14:creationId xmlns:p14="http://schemas.microsoft.com/office/powerpoint/2010/main" val="3948914980"/>
      </p:ext>
    </p:extLst>
  </p:cSld>
</p:sld>
</file>

<file path=ppt/slides/slide3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正方形/長方形 9">
            <a:extLst xmlns:a="http://schemas.openxmlformats.org/drawingml/2006/main">
              <a:ext uri="{FF2B5EF4-FFF2-40B4-BE49-F238E27FC236}">
                <a16:creationId xmlns:a16="http://schemas.microsoft.com/office/drawing/2014/main" id="{FBB569BD-2869-4530-B97B-328F1E368C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81000"/>
            <a:ext cx="108585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>
              <a:defRPr sz="3000" b="1">
                <a:solidFill>
                  <a:srgbClr val="193B59"/>
                </a:solidFill>
                <a:latin typeface="Yu Gothic"/>
                <a:ea typeface="Yu Gothic"/>
                <a:cs typeface="Yu Gothic"/>
              </a:defRPr>
            </a:defPPr>
            <a:lvl1pPr>
              <a:buNone/>
              <a:defRPr sz="3000" b="1">
                <a:solidFill>
                  <a:srgbClr val="193B59"/>
                </a:solidFill>
                <a:latin typeface="Yu Gothic"/>
                <a:ea typeface="Yu Gothic"/>
                <a:cs typeface="Yu Gothic"/>
              </a:defRPr>
            </a:lvl1pPr>
            <a:lvl2pPr>
              <a:buNone/>
              <a:defRPr sz="3000" b="1">
                <a:solidFill>
                  <a:srgbClr val="193B59"/>
                </a:solidFill>
                <a:latin typeface="Yu Gothic"/>
                <a:ea typeface="Yu Gothic"/>
                <a:cs typeface="Yu Gothic"/>
              </a:defRPr>
            </a:lvl2pPr>
            <a:lvl3pPr>
              <a:buNone/>
              <a:defRPr sz="3000" b="1">
                <a:solidFill>
                  <a:srgbClr val="193B59"/>
                </a:solidFill>
                <a:latin typeface="Yu Gothic"/>
                <a:ea typeface="Yu Gothic"/>
                <a:cs typeface="Yu Gothic"/>
              </a:defRPr>
            </a:lvl3pPr>
            <a:lvl4pPr>
              <a:buNone/>
              <a:defRPr sz="3000" b="1">
                <a:solidFill>
                  <a:srgbClr val="193B59"/>
                </a:solidFill>
                <a:latin typeface="Yu Gothic"/>
                <a:ea typeface="Yu Gothic"/>
                <a:cs typeface="Yu Gothic"/>
              </a:defRPr>
            </a:lvl4pPr>
            <a:lvl5pPr>
              <a:buNone/>
              <a:defRPr sz="3000" b="1">
                <a:solidFill>
                  <a:srgbClr val="193B59"/>
                </a:solidFill>
                <a:latin typeface="Yu Gothic"/>
                <a:ea typeface="Yu Gothic"/>
                <a:cs typeface="Yu Gothic"/>
              </a:defRPr>
            </a:lvl5pPr>
            <a:lvl6pPr>
              <a:buNone/>
              <a:defRPr sz="3000" b="1">
                <a:solidFill>
                  <a:srgbClr val="193B59"/>
                </a:solidFill>
                <a:latin typeface="Yu Gothic"/>
                <a:ea typeface="Yu Gothic"/>
                <a:cs typeface="Yu Gothic"/>
              </a:defRPr>
            </a:lvl6pPr>
            <a:lvl7pPr>
              <a:buNone/>
              <a:defRPr sz="3000" b="1">
                <a:solidFill>
                  <a:srgbClr val="193B59"/>
                </a:solidFill>
                <a:latin typeface="Yu Gothic"/>
                <a:ea typeface="Yu Gothic"/>
                <a:cs typeface="Yu Gothic"/>
              </a:defRPr>
            </a:lvl7pPr>
            <a:lvl8pPr>
              <a:buNone/>
              <a:defRPr sz="3000" b="1">
                <a:solidFill>
                  <a:srgbClr val="193B59"/>
                </a:solidFill>
                <a:latin typeface="Yu Gothic"/>
                <a:ea typeface="Yu Gothic"/>
                <a:cs typeface="Yu Gothic"/>
              </a:defRPr>
            </a:lvl8pPr>
            <a:lvl9pPr>
              <a:buNone/>
              <a:defRPr sz="3000" b="1">
                <a:solidFill>
                  <a:srgbClr val="193B59"/>
                </a:solidFill>
                <a:latin typeface="Yu Gothic"/>
                <a:ea typeface="Yu Gothic"/>
                <a:cs typeface="Yu Gothic"/>
              </a:defRPr>
            </a:lvl9pPr>
          </a:lstStyle>
          <a:p xmlns:a="http://schemas.openxmlformats.org/drawingml/2006/main">
            <a:pPr>
              <a:buNone/>
              <a:defRPr sz="3000" b="1">
                <a:solidFill>
                  <a:srgbClr val="193B59"/>
                </a:solidFill>
                <a:latin typeface="Yu Gothic"/>
                <a:ea typeface="Yu Gothic"/>
                <a:cs typeface="Yu Gothic"/>
              </a:defRPr>
            </a:pPr>
            <a:r>
              <a:rPr sz="3000" b="1">
                <a:solidFill>
                  <a:srgbClr val="193B59"/>
                </a:solidFill>
                <a:latin typeface="Yu Gothic"/>
                <a:ea typeface="Yu Gothic"/>
                <a:cs typeface="Yu Gothic"/>
              </a:rPr>
              <a:t>自己確認：条件を一つ変えて選び直す</a:t>
            </a:r>
          </a:p>
        </p:txBody>
      </p:sp>
      <p:sp>
        <p:nvSpPr>
          <p:cNvPr id="2" name="直線コネクタ 1">
            <a:extLst xmlns:a="http://schemas.openxmlformats.org/drawingml/2006/main">
              <a:ext uri="{FF2B5EF4-FFF2-40B4-BE49-F238E27FC236}">
                <a16:creationId xmlns:a16="http://schemas.microsoft.com/office/drawing/2014/main" id="{6C6E3550-F058-4FCC-AA17-9DE86561D7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323975"/>
            <a:ext cx="10820400" cy="0"/>
          </a:xfrm>
          <a:prstGeom xmlns:a="http://schemas.openxmlformats.org/drawingml/2006/main" prst="line">
            <a:avLst/>
          </a:prstGeom>
          <a:ln xmlns:a="http://schemas.openxmlformats.org/drawingml/2006/main" w="19050">
            <a:solidFill>
              <a:srgbClr val="D8E1E7"/>
            </a:solidFill>
          </a:ln>
        </p:spPr>
      </p:sp>
      <p:sp>
        <p:nvSpPr>
          <p:cNvPr id="3" name="正方形/長方形 2">
            <a:extLst xmlns:a="http://schemas.openxmlformats.org/drawingml/2006/main">
              <a:ext uri="{FF2B5EF4-FFF2-40B4-BE49-F238E27FC236}">
                <a16:creationId xmlns:a16="http://schemas.microsoft.com/office/drawing/2014/main" id="{B8A9D45E-10CA-4B78-8E47-66547742DE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1666875"/>
            <a:ext cx="10572750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>
              <a:defRPr sz="2250" b="1">
                <a:solidFill>
                  <a:srgbClr val="263D4D"/>
                </a:solidFill>
                <a:latin typeface="Yu Gothic"/>
                <a:ea typeface="Yu Gothic"/>
                <a:cs typeface="Yu Gothic"/>
              </a:defRPr>
            </a:defPPr>
            <a:lvl1pPr>
              <a:buNone/>
              <a:defRPr sz="2250" b="1">
                <a:solidFill>
                  <a:srgbClr val="263D4D"/>
                </a:solidFill>
                <a:latin typeface="Yu Gothic"/>
                <a:ea typeface="Yu Gothic"/>
                <a:cs typeface="Yu Gothic"/>
              </a:defRPr>
            </a:lvl1pPr>
            <a:lvl2pPr>
              <a:buNone/>
              <a:defRPr sz="2250" b="1">
                <a:solidFill>
                  <a:srgbClr val="263D4D"/>
                </a:solidFill>
                <a:latin typeface="Yu Gothic"/>
                <a:ea typeface="Yu Gothic"/>
                <a:cs typeface="Yu Gothic"/>
              </a:defRPr>
            </a:lvl2pPr>
            <a:lvl3pPr>
              <a:buNone/>
              <a:defRPr sz="2250" b="1">
                <a:solidFill>
                  <a:srgbClr val="263D4D"/>
                </a:solidFill>
                <a:latin typeface="Yu Gothic"/>
                <a:ea typeface="Yu Gothic"/>
                <a:cs typeface="Yu Gothic"/>
              </a:defRPr>
            </a:lvl3pPr>
            <a:lvl4pPr>
              <a:buNone/>
              <a:defRPr sz="2250" b="1">
                <a:solidFill>
                  <a:srgbClr val="263D4D"/>
                </a:solidFill>
                <a:latin typeface="Yu Gothic"/>
                <a:ea typeface="Yu Gothic"/>
                <a:cs typeface="Yu Gothic"/>
              </a:defRPr>
            </a:lvl4pPr>
            <a:lvl5pPr>
              <a:buNone/>
              <a:defRPr sz="2250" b="1">
                <a:solidFill>
                  <a:srgbClr val="263D4D"/>
                </a:solidFill>
                <a:latin typeface="Yu Gothic"/>
                <a:ea typeface="Yu Gothic"/>
                <a:cs typeface="Yu Gothic"/>
              </a:defRPr>
            </a:lvl5pPr>
            <a:lvl6pPr>
              <a:buNone/>
              <a:defRPr sz="2250" b="1">
                <a:solidFill>
                  <a:srgbClr val="263D4D"/>
                </a:solidFill>
                <a:latin typeface="Yu Gothic"/>
                <a:ea typeface="Yu Gothic"/>
                <a:cs typeface="Yu Gothic"/>
              </a:defRPr>
            </a:lvl6pPr>
            <a:lvl7pPr>
              <a:buNone/>
              <a:defRPr sz="2250" b="1">
                <a:solidFill>
                  <a:srgbClr val="263D4D"/>
                </a:solidFill>
                <a:latin typeface="Yu Gothic"/>
                <a:ea typeface="Yu Gothic"/>
                <a:cs typeface="Yu Gothic"/>
              </a:defRPr>
            </a:lvl7pPr>
            <a:lvl8pPr>
              <a:buNone/>
              <a:defRPr sz="2250" b="1">
                <a:solidFill>
                  <a:srgbClr val="263D4D"/>
                </a:solidFill>
                <a:latin typeface="Yu Gothic"/>
                <a:ea typeface="Yu Gothic"/>
                <a:cs typeface="Yu Gothic"/>
              </a:defRPr>
            </a:lvl8pPr>
            <a:lvl9pPr>
              <a:buNone/>
              <a:defRPr sz="2250" b="1">
                <a:solidFill>
                  <a:srgbClr val="263D4D"/>
                </a:solidFill>
                <a:latin typeface="Yu Gothic"/>
                <a:ea typeface="Yu Gothic"/>
                <a:cs typeface="Yu Gothic"/>
              </a:defRPr>
            </a:lvl9pPr>
          </a:lstStyle>
          <a:p xmlns:a="http://schemas.openxmlformats.org/drawingml/2006/main">
            <a:pPr>
              <a:buNone/>
              <a:defRPr sz="2250" b="1">
                <a:solidFill>
                  <a:srgbClr val="263D4D"/>
                </a:solidFill>
                <a:latin typeface="Yu Gothic"/>
                <a:ea typeface="Yu Gothic"/>
                <a:cs typeface="Yu Gothic"/>
              </a:defRPr>
            </a:pPr>
            <a:r>
              <a:rPr sz="2250" b="1">
                <a:solidFill>
                  <a:srgbClr val="263D4D"/>
                </a:solidFill>
                <a:latin typeface="Yu Gothic"/>
                <a:ea typeface="Yu Gothic"/>
                <a:cs typeface="Yu Gothic"/>
              </a:rPr>
              <a:t>屋内の教材棚を、屋外の栽培設備へ変更する</a:t>
            </a:r>
          </a:p>
        </p:txBody>
      </p:sp>
      <p:sp>
        <p:nvSpPr>
          <p:cNvPr id="4" name="正方形/長方形 3">
            <a:extLst xmlns:a="http://schemas.openxmlformats.org/drawingml/2006/main">
              <a:ext uri="{FF2B5EF4-FFF2-40B4-BE49-F238E27FC236}">
                <a16:creationId xmlns:a16="http://schemas.microsoft.com/office/drawing/2014/main" id="{E0CE9CB4-93C1-49BD-B513-CBD3DD0CC3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2619375"/>
            <a:ext cx="10572750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>
              <a:defRPr sz="2250" b="0">
                <a:solidFill>
                  <a:srgbClr val="263D4D"/>
                </a:solidFill>
                <a:latin typeface="Yu Gothic"/>
                <a:ea typeface="Yu Gothic"/>
                <a:cs typeface="Yu Gothic"/>
              </a:defRPr>
            </a:defPPr>
            <a:lvl1pPr>
              <a:buNone/>
              <a:defRPr sz="2250" b="0">
                <a:solidFill>
                  <a:srgbClr val="263D4D"/>
                </a:solidFill>
                <a:latin typeface="Yu Gothic"/>
                <a:ea typeface="Yu Gothic"/>
                <a:cs typeface="Yu Gothic"/>
              </a:defRPr>
            </a:lvl1pPr>
            <a:lvl2pPr>
              <a:buNone/>
              <a:defRPr sz="2250" b="0">
                <a:solidFill>
                  <a:srgbClr val="263D4D"/>
                </a:solidFill>
                <a:latin typeface="Yu Gothic"/>
                <a:ea typeface="Yu Gothic"/>
                <a:cs typeface="Yu Gothic"/>
              </a:defRPr>
            </a:lvl2pPr>
            <a:lvl3pPr>
              <a:buNone/>
              <a:defRPr sz="2250" b="0">
                <a:solidFill>
                  <a:srgbClr val="263D4D"/>
                </a:solidFill>
                <a:latin typeface="Yu Gothic"/>
                <a:ea typeface="Yu Gothic"/>
                <a:cs typeface="Yu Gothic"/>
              </a:defRPr>
            </a:lvl3pPr>
            <a:lvl4pPr>
              <a:buNone/>
              <a:defRPr sz="2250" b="0">
                <a:solidFill>
                  <a:srgbClr val="263D4D"/>
                </a:solidFill>
                <a:latin typeface="Yu Gothic"/>
                <a:ea typeface="Yu Gothic"/>
                <a:cs typeface="Yu Gothic"/>
              </a:defRPr>
            </a:lvl4pPr>
            <a:lvl5pPr>
              <a:buNone/>
              <a:defRPr sz="2250" b="0">
                <a:solidFill>
                  <a:srgbClr val="263D4D"/>
                </a:solidFill>
                <a:latin typeface="Yu Gothic"/>
                <a:ea typeface="Yu Gothic"/>
                <a:cs typeface="Yu Gothic"/>
              </a:defRPr>
            </a:lvl5pPr>
            <a:lvl6pPr>
              <a:buNone/>
              <a:defRPr sz="2250" b="0">
                <a:solidFill>
                  <a:srgbClr val="263D4D"/>
                </a:solidFill>
                <a:latin typeface="Yu Gothic"/>
                <a:ea typeface="Yu Gothic"/>
                <a:cs typeface="Yu Gothic"/>
              </a:defRPr>
            </a:lvl6pPr>
            <a:lvl7pPr>
              <a:buNone/>
              <a:defRPr sz="2250" b="0">
                <a:solidFill>
                  <a:srgbClr val="263D4D"/>
                </a:solidFill>
                <a:latin typeface="Yu Gothic"/>
                <a:ea typeface="Yu Gothic"/>
                <a:cs typeface="Yu Gothic"/>
              </a:defRPr>
            </a:lvl7pPr>
            <a:lvl8pPr>
              <a:buNone/>
              <a:defRPr sz="2250" b="0">
                <a:solidFill>
                  <a:srgbClr val="263D4D"/>
                </a:solidFill>
                <a:latin typeface="Yu Gothic"/>
                <a:ea typeface="Yu Gothic"/>
                <a:cs typeface="Yu Gothic"/>
              </a:defRPr>
            </a:lvl8pPr>
            <a:lvl9pPr>
              <a:buNone/>
              <a:defRPr sz="2250" b="0">
                <a:solidFill>
                  <a:srgbClr val="263D4D"/>
                </a:solidFill>
                <a:latin typeface="Yu Gothic"/>
                <a:ea typeface="Yu Gothic"/>
                <a:cs typeface="Yu Gothic"/>
              </a:defRPr>
            </a:lvl9pPr>
          </a:lstStyle>
          <a:p xmlns:a="http://schemas.openxmlformats.org/drawingml/2006/main">
            <a:pPr>
              <a:buNone/>
              <a:defRPr sz="2250" b="0">
                <a:solidFill>
                  <a:srgbClr val="263D4D"/>
                </a:solidFill>
                <a:latin typeface="Yu Gothic"/>
                <a:ea typeface="Yu Gothic"/>
                <a:cs typeface="Yu Gothic"/>
              </a:defRPr>
            </a:pPr>
            <a:r>
              <a:rPr sz="2250" b="0">
                <a:solidFill>
                  <a:srgbClr val="263D4D"/>
                </a:solidFill>
                <a:latin typeface="Yu Gothic"/>
                <a:ea typeface="Yu Gothic"/>
                <a:cs typeface="Yu Gothic"/>
              </a:rPr>
              <a:t>寸法と荷重は同じでも、何を追加して確認するか</a:t>
            </a:r>
          </a:p>
        </p:txBody>
      </p:sp>
      <p:sp>
        <p:nvSpPr>
          <p:cNvPr id="5" name="正方形/長方形 4">
            <a:extLst xmlns:a="http://schemas.openxmlformats.org/drawingml/2006/main">
              <a:ext uri="{FF2B5EF4-FFF2-40B4-BE49-F238E27FC236}">
                <a16:creationId xmlns:a16="http://schemas.microsoft.com/office/drawing/2014/main" id="{15495507-F3DE-4C00-B93F-966593C1CE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3571875"/>
            <a:ext cx="10572750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>
              <a:defRPr sz="2250" b="0">
                <a:solidFill>
                  <a:srgbClr val="263D4D"/>
                </a:solidFill>
                <a:latin typeface="Yu Gothic"/>
                <a:ea typeface="Yu Gothic"/>
                <a:cs typeface="Yu Gothic"/>
              </a:defRPr>
            </a:defPPr>
            <a:lvl1pPr>
              <a:buNone/>
              <a:defRPr sz="2250" b="0">
                <a:solidFill>
                  <a:srgbClr val="263D4D"/>
                </a:solidFill>
                <a:latin typeface="Yu Gothic"/>
                <a:ea typeface="Yu Gothic"/>
                <a:cs typeface="Yu Gothic"/>
              </a:defRPr>
            </a:lvl1pPr>
            <a:lvl2pPr>
              <a:buNone/>
              <a:defRPr sz="2250" b="0">
                <a:solidFill>
                  <a:srgbClr val="263D4D"/>
                </a:solidFill>
                <a:latin typeface="Yu Gothic"/>
                <a:ea typeface="Yu Gothic"/>
                <a:cs typeface="Yu Gothic"/>
              </a:defRPr>
            </a:lvl2pPr>
            <a:lvl3pPr>
              <a:buNone/>
              <a:defRPr sz="2250" b="0">
                <a:solidFill>
                  <a:srgbClr val="263D4D"/>
                </a:solidFill>
                <a:latin typeface="Yu Gothic"/>
                <a:ea typeface="Yu Gothic"/>
                <a:cs typeface="Yu Gothic"/>
              </a:defRPr>
            </a:lvl3pPr>
            <a:lvl4pPr>
              <a:buNone/>
              <a:defRPr sz="2250" b="0">
                <a:solidFill>
                  <a:srgbClr val="263D4D"/>
                </a:solidFill>
                <a:latin typeface="Yu Gothic"/>
                <a:ea typeface="Yu Gothic"/>
                <a:cs typeface="Yu Gothic"/>
              </a:defRPr>
            </a:lvl4pPr>
            <a:lvl5pPr>
              <a:buNone/>
              <a:defRPr sz="2250" b="0">
                <a:solidFill>
                  <a:srgbClr val="263D4D"/>
                </a:solidFill>
                <a:latin typeface="Yu Gothic"/>
                <a:ea typeface="Yu Gothic"/>
                <a:cs typeface="Yu Gothic"/>
              </a:defRPr>
            </a:lvl5pPr>
            <a:lvl6pPr>
              <a:buNone/>
              <a:defRPr sz="2250" b="0">
                <a:solidFill>
                  <a:srgbClr val="263D4D"/>
                </a:solidFill>
                <a:latin typeface="Yu Gothic"/>
                <a:ea typeface="Yu Gothic"/>
                <a:cs typeface="Yu Gothic"/>
              </a:defRPr>
            </a:lvl6pPr>
            <a:lvl7pPr>
              <a:buNone/>
              <a:defRPr sz="2250" b="0">
                <a:solidFill>
                  <a:srgbClr val="263D4D"/>
                </a:solidFill>
                <a:latin typeface="Yu Gothic"/>
                <a:ea typeface="Yu Gothic"/>
                <a:cs typeface="Yu Gothic"/>
              </a:defRPr>
            </a:lvl7pPr>
            <a:lvl8pPr>
              <a:buNone/>
              <a:defRPr sz="2250" b="0">
                <a:solidFill>
                  <a:srgbClr val="263D4D"/>
                </a:solidFill>
                <a:latin typeface="Yu Gothic"/>
                <a:ea typeface="Yu Gothic"/>
                <a:cs typeface="Yu Gothic"/>
              </a:defRPr>
            </a:lvl8pPr>
            <a:lvl9pPr>
              <a:buNone/>
              <a:defRPr sz="2250" b="0">
                <a:solidFill>
                  <a:srgbClr val="263D4D"/>
                </a:solidFill>
                <a:latin typeface="Yu Gothic"/>
                <a:ea typeface="Yu Gothic"/>
                <a:cs typeface="Yu Gothic"/>
              </a:defRPr>
            </a:lvl9pPr>
          </a:lstStyle>
          <a:p xmlns:a="http://schemas.openxmlformats.org/drawingml/2006/main">
            <a:pPr>
              <a:buNone/>
              <a:defRPr sz="2250" b="0">
                <a:solidFill>
                  <a:srgbClr val="263D4D"/>
                </a:solidFill>
                <a:latin typeface="Yu Gothic"/>
                <a:ea typeface="Yu Gothic"/>
                <a:cs typeface="Yu Gothic"/>
              </a:defRPr>
            </a:pPr>
            <a:r>
              <a:rPr sz="2250" b="0">
                <a:solidFill>
                  <a:srgbClr val="263D4D"/>
                </a:solidFill>
                <a:latin typeface="Yu Gothic"/>
                <a:ea typeface="Yu Gothic"/>
                <a:cs typeface="Yu Gothic"/>
              </a:rPr>
              <a:t>材料・形・接合・保守のうち二つを見直す</a:t>
            </a:r>
          </a:p>
        </p:txBody>
      </p:sp>
      <p:sp>
        <p:nvSpPr>
          <p:cNvPr id="6" name="正方形/長方形 5">
            <a:extLst xmlns:a="http://schemas.openxmlformats.org/drawingml/2006/main">
              <a:ext uri="{FF2B5EF4-FFF2-40B4-BE49-F238E27FC236}">
                <a16:creationId xmlns:a16="http://schemas.microsoft.com/office/drawing/2014/main" id="{4234C26B-F47F-466A-A31A-5F8B7A2521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4524375"/>
            <a:ext cx="10572750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>
              <a:defRPr sz="2250" b="0">
                <a:solidFill>
                  <a:srgbClr val="263D4D"/>
                </a:solidFill>
                <a:latin typeface="Yu Gothic"/>
                <a:ea typeface="Yu Gothic"/>
                <a:cs typeface="Yu Gothic"/>
              </a:defRPr>
            </a:defPPr>
            <a:lvl1pPr>
              <a:buNone/>
              <a:defRPr sz="2250" b="0">
                <a:solidFill>
                  <a:srgbClr val="263D4D"/>
                </a:solidFill>
                <a:latin typeface="Yu Gothic"/>
                <a:ea typeface="Yu Gothic"/>
                <a:cs typeface="Yu Gothic"/>
              </a:defRPr>
            </a:lvl1pPr>
            <a:lvl2pPr>
              <a:buNone/>
              <a:defRPr sz="2250" b="0">
                <a:solidFill>
                  <a:srgbClr val="263D4D"/>
                </a:solidFill>
                <a:latin typeface="Yu Gothic"/>
                <a:ea typeface="Yu Gothic"/>
                <a:cs typeface="Yu Gothic"/>
              </a:defRPr>
            </a:lvl2pPr>
            <a:lvl3pPr>
              <a:buNone/>
              <a:defRPr sz="2250" b="0">
                <a:solidFill>
                  <a:srgbClr val="263D4D"/>
                </a:solidFill>
                <a:latin typeface="Yu Gothic"/>
                <a:ea typeface="Yu Gothic"/>
                <a:cs typeface="Yu Gothic"/>
              </a:defRPr>
            </a:lvl3pPr>
            <a:lvl4pPr>
              <a:buNone/>
              <a:defRPr sz="2250" b="0">
                <a:solidFill>
                  <a:srgbClr val="263D4D"/>
                </a:solidFill>
                <a:latin typeface="Yu Gothic"/>
                <a:ea typeface="Yu Gothic"/>
                <a:cs typeface="Yu Gothic"/>
              </a:defRPr>
            </a:lvl4pPr>
            <a:lvl5pPr>
              <a:buNone/>
              <a:defRPr sz="2250" b="0">
                <a:solidFill>
                  <a:srgbClr val="263D4D"/>
                </a:solidFill>
                <a:latin typeface="Yu Gothic"/>
                <a:ea typeface="Yu Gothic"/>
                <a:cs typeface="Yu Gothic"/>
              </a:defRPr>
            </a:lvl5pPr>
            <a:lvl6pPr>
              <a:buNone/>
              <a:defRPr sz="2250" b="0">
                <a:solidFill>
                  <a:srgbClr val="263D4D"/>
                </a:solidFill>
                <a:latin typeface="Yu Gothic"/>
                <a:ea typeface="Yu Gothic"/>
                <a:cs typeface="Yu Gothic"/>
              </a:defRPr>
            </a:lvl6pPr>
            <a:lvl7pPr>
              <a:buNone/>
              <a:defRPr sz="2250" b="0">
                <a:solidFill>
                  <a:srgbClr val="263D4D"/>
                </a:solidFill>
                <a:latin typeface="Yu Gothic"/>
                <a:ea typeface="Yu Gothic"/>
                <a:cs typeface="Yu Gothic"/>
              </a:defRPr>
            </a:lvl7pPr>
            <a:lvl8pPr>
              <a:buNone/>
              <a:defRPr sz="2250" b="0">
                <a:solidFill>
                  <a:srgbClr val="263D4D"/>
                </a:solidFill>
                <a:latin typeface="Yu Gothic"/>
                <a:ea typeface="Yu Gothic"/>
                <a:cs typeface="Yu Gothic"/>
              </a:defRPr>
            </a:lvl8pPr>
            <a:lvl9pPr>
              <a:buNone/>
              <a:defRPr sz="2250" b="0">
                <a:solidFill>
                  <a:srgbClr val="263D4D"/>
                </a:solidFill>
                <a:latin typeface="Yu Gothic"/>
                <a:ea typeface="Yu Gothic"/>
                <a:cs typeface="Yu Gothic"/>
              </a:defRPr>
            </a:lvl9pPr>
          </a:lstStyle>
          <a:p xmlns:a="http://schemas.openxmlformats.org/drawingml/2006/main">
            <a:pPr>
              <a:buNone/>
              <a:defRPr sz="2250" b="0">
                <a:solidFill>
                  <a:srgbClr val="263D4D"/>
                </a:solidFill>
                <a:latin typeface="Yu Gothic"/>
                <a:ea typeface="Yu Gothic"/>
                <a:cs typeface="Yu Gothic"/>
              </a:defRPr>
            </a:pPr>
            <a:r>
              <a:rPr sz="2250" b="0">
                <a:solidFill>
                  <a:srgbClr val="263D4D"/>
                </a:solidFill>
                <a:latin typeface="Yu Gothic"/>
                <a:ea typeface="Yu Gothic"/>
                <a:cs typeface="Yu Gothic"/>
              </a:rPr>
              <a:t>元の案を続ける／変える理由を、条件付きで書く</a:t>
            </a:r>
          </a:p>
        </p:txBody>
      </p:sp>
      <p:sp>
        <p:nvSpPr>
          <p:cNvPr id="7" name="正方形/長方形 6">
            <a:extLst xmlns:a="http://schemas.openxmlformats.org/drawingml/2006/main">
              <a:ext uri="{FF2B5EF4-FFF2-40B4-BE49-F238E27FC236}">
                <a16:creationId xmlns:a16="http://schemas.microsoft.com/office/drawing/2014/main" id="{C0820C2A-1BC8-4FBB-ABE6-91A5C6675E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5715000"/>
            <a:ext cx="104775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>
              <a:defRPr sz="1725" b="1">
                <a:solidFill>
                  <a:srgbClr val="337568"/>
                </a:solidFill>
                <a:latin typeface="Yu Gothic"/>
                <a:ea typeface="Yu Gothic"/>
                <a:cs typeface="Yu Gothic"/>
              </a:defRPr>
            </a:defPPr>
            <a:lvl1pPr>
              <a:buNone/>
              <a:defRPr sz="1725" b="1">
                <a:solidFill>
                  <a:srgbClr val="337568"/>
                </a:solidFill>
                <a:latin typeface="Yu Gothic"/>
                <a:ea typeface="Yu Gothic"/>
                <a:cs typeface="Yu Gothic"/>
              </a:defRPr>
            </a:lvl1pPr>
            <a:lvl2pPr>
              <a:buNone/>
              <a:defRPr sz="1725" b="1">
                <a:solidFill>
                  <a:srgbClr val="337568"/>
                </a:solidFill>
                <a:latin typeface="Yu Gothic"/>
                <a:ea typeface="Yu Gothic"/>
                <a:cs typeface="Yu Gothic"/>
              </a:defRPr>
            </a:lvl2pPr>
            <a:lvl3pPr>
              <a:buNone/>
              <a:defRPr sz="1725" b="1">
                <a:solidFill>
                  <a:srgbClr val="337568"/>
                </a:solidFill>
                <a:latin typeface="Yu Gothic"/>
                <a:ea typeface="Yu Gothic"/>
                <a:cs typeface="Yu Gothic"/>
              </a:defRPr>
            </a:lvl3pPr>
            <a:lvl4pPr>
              <a:buNone/>
              <a:defRPr sz="1725" b="1">
                <a:solidFill>
                  <a:srgbClr val="337568"/>
                </a:solidFill>
                <a:latin typeface="Yu Gothic"/>
                <a:ea typeface="Yu Gothic"/>
                <a:cs typeface="Yu Gothic"/>
              </a:defRPr>
            </a:lvl4pPr>
            <a:lvl5pPr>
              <a:buNone/>
              <a:defRPr sz="1725" b="1">
                <a:solidFill>
                  <a:srgbClr val="337568"/>
                </a:solidFill>
                <a:latin typeface="Yu Gothic"/>
                <a:ea typeface="Yu Gothic"/>
                <a:cs typeface="Yu Gothic"/>
              </a:defRPr>
            </a:lvl5pPr>
            <a:lvl6pPr>
              <a:buNone/>
              <a:defRPr sz="1725" b="1">
                <a:solidFill>
                  <a:srgbClr val="337568"/>
                </a:solidFill>
                <a:latin typeface="Yu Gothic"/>
                <a:ea typeface="Yu Gothic"/>
                <a:cs typeface="Yu Gothic"/>
              </a:defRPr>
            </a:lvl6pPr>
            <a:lvl7pPr>
              <a:buNone/>
              <a:defRPr sz="1725" b="1">
                <a:solidFill>
                  <a:srgbClr val="337568"/>
                </a:solidFill>
                <a:latin typeface="Yu Gothic"/>
                <a:ea typeface="Yu Gothic"/>
                <a:cs typeface="Yu Gothic"/>
              </a:defRPr>
            </a:lvl7pPr>
            <a:lvl8pPr>
              <a:buNone/>
              <a:defRPr sz="1725" b="1">
                <a:solidFill>
                  <a:srgbClr val="337568"/>
                </a:solidFill>
                <a:latin typeface="Yu Gothic"/>
                <a:ea typeface="Yu Gothic"/>
                <a:cs typeface="Yu Gothic"/>
              </a:defRPr>
            </a:lvl8pPr>
            <a:lvl9pPr>
              <a:buNone/>
              <a:defRPr sz="1725" b="1">
                <a:solidFill>
                  <a:srgbClr val="337568"/>
                </a:solidFill>
                <a:latin typeface="Yu Gothic"/>
                <a:ea typeface="Yu Gothic"/>
                <a:cs typeface="Yu Gothic"/>
              </a:defRPr>
            </a:lvl9pPr>
          </a:lstStyle>
          <a:p xmlns:a="http://schemas.openxmlformats.org/drawingml/2006/main">
            <a:pPr>
              <a:buNone/>
              <a:defRPr sz="1725" b="1">
                <a:solidFill>
                  <a:srgbClr val="337568"/>
                </a:solidFill>
                <a:latin typeface="Yu Gothic"/>
                <a:ea typeface="Yu Gothic"/>
                <a:cs typeface="Yu Gothic"/>
              </a:defRPr>
            </a:pPr>
            <a:r>
              <a:rPr sz="1725" b="1">
                <a:solidFill>
                  <a:srgbClr val="337568"/>
                </a:solidFill>
                <a:latin typeface="Yu Gothic"/>
                <a:ea typeface="Yu Gothic"/>
                <a:cs typeface="Yu Gothic"/>
              </a:rPr>
              <a:t>自分の図・式・理由を書いてから、次の解説へ進む</a:t>
            </a:r>
          </a:p>
        </p:txBody>
      </p:sp>
      <p:sp>
        <p:nvSpPr>
          <p:cNvPr id="8" name="正方形/長方形 7">
            <a:extLst xmlns:a="http://schemas.openxmlformats.org/drawingml/2006/main">
              <a:ext uri="{FF2B5EF4-FFF2-40B4-BE49-F238E27FC236}">
                <a16:creationId xmlns:a16="http://schemas.microsoft.com/office/drawing/2014/main" id="{36C6540E-D4E0-41C1-B772-24DF336BB3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353175"/>
            <a:ext cx="8953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>
              <a:defRPr sz="1425" b="0">
                <a:solidFill>
                  <a:srgbClr val="71818B"/>
                </a:solidFill>
                <a:latin typeface="Yu Gothic"/>
                <a:ea typeface="Yu Gothic"/>
                <a:cs typeface="Yu Gothic"/>
              </a:defRPr>
            </a:defPPr>
            <a:lvl1pPr>
              <a:buNone/>
              <a:defRPr sz="1425" b="0">
                <a:solidFill>
                  <a:srgbClr val="71818B"/>
                </a:solidFill>
                <a:latin typeface="Yu Gothic"/>
                <a:ea typeface="Yu Gothic"/>
                <a:cs typeface="Yu Gothic"/>
              </a:defRPr>
            </a:lvl1pPr>
            <a:lvl2pPr>
              <a:buNone/>
              <a:defRPr sz="1425" b="0">
                <a:solidFill>
                  <a:srgbClr val="71818B"/>
                </a:solidFill>
                <a:latin typeface="Yu Gothic"/>
                <a:ea typeface="Yu Gothic"/>
                <a:cs typeface="Yu Gothic"/>
              </a:defRPr>
            </a:lvl2pPr>
            <a:lvl3pPr>
              <a:buNone/>
              <a:defRPr sz="1425" b="0">
                <a:solidFill>
                  <a:srgbClr val="71818B"/>
                </a:solidFill>
                <a:latin typeface="Yu Gothic"/>
                <a:ea typeface="Yu Gothic"/>
                <a:cs typeface="Yu Gothic"/>
              </a:defRPr>
            </a:lvl3pPr>
            <a:lvl4pPr>
              <a:buNone/>
              <a:defRPr sz="1425" b="0">
                <a:solidFill>
                  <a:srgbClr val="71818B"/>
                </a:solidFill>
                <a:latin typeface="Yu Gothic"/>
                <a:ea typeface="Yu Gothic"/>
                <a:cs typeface="Yu Gothic"/>
              </a:defRPr>
            </a:lvl4pPr>
            <a:lvl5pPr>
              <a:buNone/>
              <a:defRPr sz="1425" b="0">
                <a:solidFill>
                  <a:srgbClr val="71818B"/>
                </a:solidFill>
                <a:latin typeface="Yu Gothic"/>
                <a:ea typeface="Yu Gothic"/>
                <a:cs typeface="Yu Gothic"/>
              </a:defRPr>
            </a:lvl5pPr>
            <a:lvl6pPr>
              <a:buNone/>
              <a:defRPr sz="1425" b="0">
                <a:solidFill>
                  <a:srgbClr val="71818B"/>
                </a:solidFill>
                <a:latin typeface="Yu Gothic"/>
                <a:ea typeface="Yu Gothic"/>
                <a:cs typeface="Yu Gothic"/>
              </a:defRPr>
            </a:lvl6pPr>
            <a:lvl7pPr>
              <a:buNone/>
              <a:defRPr sz="1425" b="0">
                <a:solidFill>
                  <a:srgbClr val="71818B"/>
                </a:solidFill>
                <a:latin typeface="Yu Gothic"/>
                <a:ea typeface="Yu Gothic"/>
                <a:cs typeface="Yu Gothic"/>
              </a:defRPr>
            </a:lvl7pPr>
            <a:lvl8pPr>
              <a:buNone/>
              <a:defRPr sz="1425" b="0">
                <a:solidFill>
                  <a:srgbClr val="71818B"/>
                </a:solidFill>
                <a:latin typeface="Yu Gothic"/>
                <a:ea typeface="Yu Gothic"/>
                <a:cs typeface="Yu Gothic"/>
              </a:defRPr>
            </a:lvl8pPr>
            <a:lvl9pPr>
              <a:buNone/>
              <a:defRPr sz="1425" b="0">
                <a:solidFill>
                  <a:srgbClr val="71818B"/>
                </a:solidFill>
                <a:latin typeface="Yu Gothic"/>
                <a:ea typeface="Yu Gothic"/>
                <a:cs typeface="Yu Gothic"/>
              </a:defRPr>
            </a:lvl9pPr>
          </a:lstStyle>
          <a:p xmlns:a="http://schemas.openxmlformats.org/drawingml/2006/main">
            <a:pPr>
              <a:buNone/>
              <a:defRPr sz="1425" b="0">
                <a:solidFill>
                  <a:srgbClr val="71818B"/>
                </a:solidFill>
                <a:latin typeface="Yu Gothic"/>
                <a:ea typeface="Yu Gothic"/>
                <a:cs typeface="Yu Gothic"/>
              </a:defRPr>
            </a:pPr>
            <a:r>
              <a:rPr sz="1425" b="0">
                <a:solidFill>
                  <a:srgbClr val="71818B"/>
                </a:solidFill>
                <a:latin typeface="Yu Gothic"/>
                <a:ea typeface="Yu Gothic"/>
                <a:cs typeface="Yu Gothic"/>
              </a:rPr>
              <a:t>工業材料概論　第12回</a:t>
            </a:r>
          </a:p>
        </p:txBody>
      </p:sp>
      <p:sp>
        <p:nvSpPr>
          <p:cNvPr id="9" name="正方形/長方形 8">
            <a:extLst xmlns:a="http://schemas.openxmlformats.org/drawingml/2006/main">
              <a:ext uri="{FF2B5EF4-FFF2-40B4-BE49-F238E27FC236}">
                <a16:creationId xmlns:a16="http://schemas.microsoft.com/office/drawing/2014/main" id="{65254D18-DFA6-4BEF-AE44-4F9AB54E33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82250" y="6353175"/>
            <a:ext cx="1238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>
              <a:defRPr sz="1425" b="0">
                <a:solidFill>
                  <a:srgbClr val="71818B"/>
                </a:solidFill>
                <a:latin typeface="Yu Gothic"/>
                <a:ea typeface="Yu Gothic"/>
                <a:cs typeface="Yu Gothic"/>
              </a:defRPr>
            </a:defPPr>
            <a:lvl1pPr>
              <a:buNone/>
              <a:defRPr sz="1425" b="0">
                <a:solidFill>
                  <a:srgbClr val="71818B"/>
                </a:solidFill>
                <a:latin typeface="Yu Gothic"/>
                <a:ea typeface="Yu Gothic"/>
                <a:cs typeface="Yu Gothic"/>
              </a:defRPr>
            </a:lvl1pPr>
            <a:lvl2pPr>
              <a:buNone/>
              <a:defRPr sz="1425" b="0">
                <a:solidFill>
                  <a:srgbClr val="71818B"/>
                </a:solidFill>
                <a:latin typeface="Yu Gothic"/>
                <a:ea typeface="Yu Gothic"/>
                <a:cs typeface="Yu Gothic"/>
              </a:defRPr>
            </a:lvl2pPr>
            <a:lvl3pPr>
              <a:buNone/>
              <a:defRPr sz="1425" b="0">
                <a:solidFill>
                  <a:srgbClr val="71818B"/>
                </a:solidFill>
                <a:latin typeface="Yu Gothic"/>
                <a:ea typeface="Yu Gothic"/>
                <a:cs typeface="Yu Gothic"/>
              </a:defRPr>
            </a:lvl3pPr>
            <a:lvl4pPr>
              <a:buNone/>
              <a:defRPr sz="1425" b="0">
                <a:solidFill>
                  <a:srgbClr val="71818B"/>
                </a:solidFill>
                <a:latin typeface="Yu Gothic"/>
                <a:ea typeface="Yu Gothic"/>
                <a:cs typeface="Yu Gothic"/>
              </a:defRPr>
            </a:lvl4pPr>
            <a:lvl5pPr>
              <a:buNone/>
              <a:defRPr sz="1425" b="0">
                <a:solidFill>
                  <a:srgbClr val="71818B"/>
                </a:solidFill>
                <a:latin typeface="Yu Gothic"/>
                <a:ea typeface="Yu Gothic"/>
                <a:cs typeface="Yu Gothic"/>
              </a:defRPr>
            </a:lvl5pPr>
            <a:lvl6pPr>
              <a:buNone/>
              <a:defRPr sz="1425" b="0">
                <a:solidFill>
                  <a:srgbClr val="71818B"/>
                </a:solidFill>
                <a:latin typeface="Yu Gothic"/>
                <a:ea typeface="Yu Gothic"/>
                <a:cs typeface="Yu Gothic"/>
              </a:defRPr>
            </a:lvl6pPr>
            <a:lvl7pPr>
              <a:buNone/>
              <a:defRPr sz="1425" b="0">
                <a:solidFill>
                  <a:srgbClr val="71818B"/>
                </a:solidFill>
                <a:latin typeface="Yu Gothic"/>
                <a:ea typeface="Yu Gothic"/>
                <a:cs typeface="Yu Gothic"/>
              </a:defRPr>
            </a:lvl7pPr>
            <a:lvl8pPr>
              <a:buNone/>
              <a:defRPr sz="1425" b="0">
                <a:solidFill>
                  <a:srgbClr val="71818B"/>
                </a:solidFill>
                <a:latin typeface="Yu Gothic"/>
                <a:ea typeface="Yu Gothic"/>
                <a:cs typeface="Yu Gothic"/>
              </a:defRPr>
            </a:lvl8pPr>
            <a:lvl9pPr>
              <a:buNone/>
              <a:defRPr sz="1425" b="0">
                <a:solidFill>
                  <a:srgbClr val="71818B"/>
                </a:solidFill>
                <a:latin typeface="Yu Gothic"/>
                <a:ea typeface="Yu Gothic"/>
                <a:cs typeface="Yu Gothic"/>
              </a:defRPr>
            </a:lvl9pPr>
          </a:lstStyle>
          <a:p xmlns:a="http://schemas.openxmlformats.org/drawingml/2006/main">
            <a:pPr>
              <a:buNone/>
              <a:defRPr sz="1425" b="0">
                <a:solidFill>
                  <a:srgbClr val="71818B"/>
                </a:solidFill>
                <a:latin typeface="Yu Gothic"/>
                <a:ea typeface="Yu Gothic"/>
                <a:cs typeface="Yu Gothic"/>
              </a:defRPr>
            </a:pPr>
            <a:r>
              <a:rPr sz="1425" b="0">
                <a:solidFill>
                  <a:srgbClr val="71818B"/>
                </a:solidFill>
                <a:latin typeface="Yu Gothic"/>
                <a:ea typeface="Yu Gothic"/>
                <a:cs typeface="Yu Gothic"/>
              </a:rPr>
              <a:t>35 / 41</a:t>
            </a:r>
            <a:endParaRPr sz="1425" b="0">
              <a:solidFill>
                <a:srgbClr val="71818B"/>
              </a:solidFill>
              <a:latin typeface="Yu Gothic"/>
              <a:ea typeface="Yu Gothic"/>
              <a:cs typeface="Yu Gothic"/>
            </a:endParaRPr>
          </a:p>
        </p:txBody>
      </p:sp>
    </p:spTree>
    <p:extLst>
      <p:ext uri="{BB962C8B-B14F-4D97-AF65-F5344CB8AC3E}">
        <p14:creationId xmlns:p14="http://schemas.microsoft.com/office/powerpoint/2010/main" val="1536270241"/>
      </p:ext>
    </p:extLst>
  </p:cSld>
</p:sld>
</file>

<file path=ppt/slides/slide3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正方形/長方形 8">
            <a:extLst xmlns:a="http://schemas.openxmlformats.org/drawingml/2006/main">
              <a:ext uri="{FF2B5EF4-FFF2-40B4-BE49-F238E27FC236}">
                <a16:creationId xmlns:a16="http://schemas.microsoft.com/office/drawing/2014/main" id="{342A882F-A192-419E-B3A7-E16E2A2C46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81000"/>
            <a:ext cx="108585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>
              <a:defRPr sz="3000" b="1">
                <a:solidFill>
                  <a:srgbClr val="193B59"/>
                </a:solidFill>
                <a:latin typeface="Yu Gothic"/>
                <a:ea typeface="Yu Gothic"/>
                <a:cs typeface="Yu Gothic"/>
              </a:defRPr>
            </a:defPPr>
            <a:lvl1pPr>
              <a:buNone/>
              <a:defRPr sz="3000" b="1">
                <a:solidFill>
                  <a:srgbClr val="193B59"/>
                </a:solidFill>
                <a:latin typeface="Yu Gothic"/>
                <a:ea typeface="Yu Gothic"/>
                <a:cs typeface="Yu Gothic"/>
              </a:defRPr>
            </a:lvl1pPr>
            <a:lvl2pPr>
              <a:buNone/>
              <a:defRPr sz="3000" b="1">
                <a:solidFill>
                  <a:srgbClr val="193B59"/>
                </a:solidFill>
                <a:latin typeface="Yu Gothic"/>
                <a:ea typeface="Yu Gothic"/>
                <a:cs typeface="Yu Gothic"/>
              </a:defRPr>
            </a:lvl2pPr>
            <a:lvl3pPr>
              <a:buNone/>
              <a:defRPr sz="3000" b="1">
                <a:solidFill>
                  <a:srgbClr val="193B59"/>
                </a:solidFill>
                <a:latin typeface="Yu Gothic"/>
                <a:ea typeface="Yu Gothic"/>
                <a:cs typeface="Yu Gothic"/>
              </a:defRPr>
            </a:lvl3pPr>
            <a:lvl4pPr>
              <a:buNone/>
              <a:defRPr sz="3000" b="1">
                <a:solidFill>
                  <a:srgbClr val="193B59"/>
                </a:solidFill>
                <a:latin typeface="Yu Gothic"/>
                <a:ea typeface="Yu Gothic"/>
                <a:cs typeface="Yu Gothic"/>
              </a:defRPr>
            </a:lvl4pPr>
            <a:lvl5pPr>
              <a:buNone/>
              <a:defRPr sz="3000" b="1">
                <a:solidFill>
                  <a:srgbClr val="193B59"/>
                </a:solidFill>
                <a:latin typeface="Yu Gothic"/>
                <a:ea typeface="Yu Gothic"/>
                <a:cs typeface="Yu Gothic"/>
              </a:defRPr>
            </a:lvl5pPr>
            <a:lvl6pPr>
              <a:buNone/>
              <a:defRPr sz="3000" b="1">
                <a:solidFill>
                  <a:srgbClr val="193B59"/>
                </a:solidFill>
                <a:latin typeface="Yu Gothic"/>
                <a:ea typeface="Yu Gothic"/>
                <a:cs typeface="Yu Gothic"/>
              </a:defRPr>
            </a:lvl6pPr>
            <a:lvl7pPr>
              <a:buNone/>
              <a:defRPr sz="3000" b="1">
                <a:solidFill>
                  <a:srgbClr val="193B59"/>
                </a:solidFill>
                <a:latin typeface="Yu Gothic"/>
                <a:ea typeface="Yu Gothic"/>
                <a:cs typeface="Yu Gothic"/>
              </a:defRPr>
            </a:lvl7pPr>
            <a:lvl8pPr>
              <a:buNone/>
              <a:defRPr sz="3000" b="1">
                <a:solidFill>
                  <a:srgbClr val="193B59"/>
                </a:solidFill>
                <a:latin typeface="Yu Gothic"/>
                <a:ea typeface="Yu Gothic"/>
                <a:cs typeface="Yu Gothic"/>
              </a:defRPr>
            </a:lvl8pPr>
            <a:lvl9pPr>
              <a:buNone/>
              <a:defRPr sz="3000" b="1">
                <a:solidFill>
                  <a:srgbClr val="193B59"/>
                </a:solidFill>
                <a:latin typeface="Yu Gothic"/>
                <a:ea typeface="Yu Gothic"/>
                <a:cs typeface="Yu Gothic"/>
              </a:defRPr>
            </a:lvl9pPr>
          </a:lstStyle>
          <a:p xmlns:a="http://schemas.openxmlformats.org/drawingml/2006/main">
            <a:pPr>
              <a:buNone/>
              <a:defRPr sz="3000" b="1">
                <a:solidFill>
                  <a:srgbClr val="193B59"/>
                </a:solidFill>
                <a:latin typeface="Yu Gothic"/>
                <a:ea typeface="Yu Gothic"/>
                <a:cs typeface="Yu Gothic"/>
              </a:defRPr>
            </a:pPr>
            <a:r>
              <a:rPr sz="3000" b="1">
                <a:solidFill>
                  <a:srgbClr val="193B59"/>
                </a:solidFill>
                <a:latin typeface="Yu Gothic"/>
                <a:ea typeface="Yu Gothic"/>
                <a:cs typeface="Yu Gothic"/>
              </a:rPr>
              <a:t>解説：条件変更による見直し</a:t>
            </a:r>
          </a:p>
        </p:txBody>
      </p:sp>
      <p:sp>
        <p:nvSpPr>
          <p:cNvPr id="2" name="直線コネクタ 1">
            <a:extLst xmlns:a="http://schemas.openxmlformats.org/drawingml/2006/main">
              <a:ext uri="{FF2B5EF4-FFF2-40B4-BE49-F238E27FC236}">
                <a16:creationId xmlns:a16="http://schemas.microsoft.com/office/drawing/2014/main" id="{3B4F3384-9695-4A4B-8EC2-DC81F8FC1F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323975"/>
            <a:ext cx="10820400" cy="0"/>
          </a:xfrm>
          <a:prstGeom xmlns:a="http://schemas.openxmlformats.org/drawingml/2006/main" prst="line">
            <a:avLst/>
          </a:prstGeom>
          <a:ln xmlns:a="http://schemas.openxmlformats.org/drawingml/2006/main" w="19050">
            <a:solidFill>
              <a:srgbClr val="D8E1E7"/>
            </a:solidFill>
          </a:ln>
        </p:spPr>
      </p:sp>
      <p:sp>
        <p:nvSpPr>
          <p:cNvPr id="3" name="正方形/長方形 2">
            <a:extLst xmlns:a="http://schemas.openxmlformats.org/drawingml/2006/main">
              <a:ext uri="{FF2B5EF4-FFF2-40B4-BE49-F238E27FC236}">
                <a16:creationId xmlns:a16="http://schemas.microsoft.com/office/drawing/2014/main" id="{46D6CC13-5E76-44F1-88DC-8A71F2928A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1666875"/>
            <a:ext cx="10572750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>
              <a:defRPr sz="2250" b="1">
                <a:solidFill>
                  <a:srgbClr val="263D4D"/>
                </a:solidFill>
                <a:latin typeface="Yu Gothic"/>
                <a:ea typeface="Yu Gothic"/>
                <a:cs typeface="Yu Gothic"/>
              </a:defRPr>
            </a:defPPr>
            <a:lvl1pPr>
              <a:buNone/>
              <a:defRPr sz="2250" b="1">
                <a:solidFill>
                  <a:srgbClr val="263D4D"/>
                </a:solidFill>
                <a:latin typeface="Yu Gothic"/>
                <a:ea typeface="Yu Gothic"/>
                <a:cs typeface="Yu Gothic"/>
              </a:defRPr>
            </a:lvl1pPr>
            <a:lvl2pPr>
              <a:buNone/>
              <a:defRPr sz="2250" b="1">
                <a:solidFill>
                  <a:srgbClr val="263D4D"/>
                </a:solidFill>
                <a:latin typeface="Yu Gothic"/>
                <a:ea typeface="Yu Gothic"/>
                <a:cs typeface="Yu Gothic"/>
              </a:defRPr>
            </a:lvl2pPr>
            <a:lvl3pPr>
              <a:buNone/>
              <a:defRPr sz="2250" b="1">
                <a:solidFill>
                  <a:srgbClr val="263D4D"/>
                </a:solidFill>
                <a:latin typeface="Yu Gothic"/>
                <a:ea typeface="Yu Gothic"/>
                <a:cs typeface="Yu Gothic"/>
              </a:defRPr>
            </a:lvl3pPr>
            <a:lvl4pPr>
              <a:buNone/>
              <a:defRPr sz="2250" b="1">
                <a:solidFill>
                  <a:srgbClr val="263D4D"/>
                </a:solidFill>
                <a:latin typeface="Yu Gothic"/>
                <a:ea typeface="Yu Gothic"/>
                <a:cs typeface="Yu Gothic"/>
              </a:defRPr>
            </a:lvl4pPr>
            <a:lvl5pPr>
              <a:buNone/>
              <a:defRPr sz="2250" b="1">
                <a:solidFill>
                  <a:srgbClr val="263D4D"/>
                </a:solidFill>
                <a:latin typeface="Yu Gothic"/>
                <a:ea typeface="Yu Gothic"/>
                <a:cs typeface="Yu Gothic"/>
              </a:defRPr>
            </a:lvl5pPr>
            <a:lvl6pPr>
              <a:buNone/>
              <a:defRPr sz="2250" b="1">
                <a:solidFill>
                  <a:srgbClr val="263D4D"/>
                </a:solidFill>
                <a:latin typeface="Yu Gothic"/>
                <a:ea typeface="Yu Gothic"/>
                <a:cs typeface="Yu Gothic"/>
              </a:defRPr>
            </a:lvl6pPr>
            <a:lvl7pPr>
              <a:buNone/>
              <a:defRPr sz="2250" b="1">
                <a:solidFill>
                  <a:srgbClr val="263D4D"/>
                </a:solidFill>
                <a:latin typeface="Yu Gothic"/>
                <a:ea typeface="Yu Gothic"/>
                <a:cs typeface="Yu Gothic"/>
              </a:defRPr>
            </a:lvl7pPr>
            <a:lvl8pPr>
              <a:buNone/>
              <a:defRPr sz="2250" b="1">
                <a:solidFill>
                  <a:srgbClr val="263D4D"/>
                </a:solidFill>
                <a:latin typeface="Yu Gothic"/>
                <a:ea typeface="Yu Gothic"/>
                <a:cs typeface="Yu Gothic"/>
              </a:defRPr>
            </a:lvl8pPr>
            <a:lvl9pPr>
              <a:buNone/>
              <a:defRPr sz="2250" b="1">
                <a:solidFill>
                  <a:srgbClr val="263D4D"/>
                </a:solidFill>
                <a:latin typeface="Yu Gothic"/>
                <a:ea typeface="Yu Gothic"/>
                <a:cs typeface="Yu Gothic"/>
              </a:defRPr>
            </a:lvl9pPr>
          </a:lstStyle>
          <a:p xmlns:a="http://schemas.openxmlformats.org/drawingml/2006/main">
            <a:pPr>
              <a:buNone/>
              <a:defRPr sz="2250" b="1">
                <a:solidFill>
                  <a:srgbClr val="263D4D"/>
                </a:solidFill>
                <a:latin typeface="Yu Gothic"/>
                <a:ea typeface="Yu Gothic"/>
                <a:cs typeface="Yu Gothic"/>
              </a:defRPr>
            </a:pPr>
            <a:r>
              <a:rPr sz="2250" b="1">
                <a:solidFill>
                  <a:srgbClr val="263D4D"/>
                </a:solidFill>
                <a:latin typeface="Yu Gothic"/>
                <a:ea typeface="Yu Gothic"/>
                <a:cs typeface="Yu Gothic"/>
              </a:rPr>
              <a:t>雨・日射・温度差・濡れが続く場所を追加する</a:t>
            </a:r>
          </a:p>
        </p:txBody>
      </p:sp>
      <p:sp>
        <p:nvSpPr>
          <p:cNvPr id="4" name="正方形/長方形 3">
            <a:extLst xmlns:a="http://schemas.openxmlformats.org/drawingml/2006/main">
              <a:ext uri="{FF2B5EF4-FFF2-40B4-BE49-F238E27FC236}">
                <a16:creationId xmlns:a16="http://schemas.microsoft.com/office/drawing/2014/main" id="{0DAB4990-5CFC-4DA8-8255-4DC3B5FA3C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2619375"/>
            <a:ext cx="10572750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>
              <a:defRPr sz="2250" b="0">
                <a:solidFill>
                  <a:srgbClr val="263D4D"/>
                </a:solidFill>
                <a:latin typeface="Yu Gothic"/>
                <a:ea typeface="Yu Gothic"/>
                <a:cs typeface="Yu Gothic"/>
              </a:defRPr>
            </a:defPPr>
            <a:lvl1pPr>
              <a:buNone/>
              <a:defRPr sz="2250" b="0">
                <a:solidFill>
                  <a:srgbClr val="263D4D"/>
                </a:solidFill>
                <a:latin typeface="Yu Gothic"/>
                <a:ea typeface="Yu Gothic"/>
                <a:cs typeface="Yu Gothic"/>
              </a:defRPr>
            </a:lvl1pPr>
            <a:lvl2pPr>
              <a:buNone/>
              <a:defRPr sz="2250" b="0">
                <a:solidFill>
                  <a:srgbClr val="263D4D"/>
                </a:solidFill>
                <a:latin typeface="Yu Gothic"/>
                <a:ea typeface="Yu Gothic"/>
                <a:cs typeface="Yu Gothic"/>
              </a:defRPr>
            </a:lvl2pPr>
            <a:lvl3pPr>
              <a:buNone/>
              <a:defRPr sz="2250" b="0">
                <a:solidFill>
                  <a:srgbClr val="263D4D"/>
                </a:solidFill>
                <a:latin typeface="Yu Gothic"/>
                <a:ea typeface="Yu Gothic"/>
                <a:cs typeface="Yu Gothic"/>
              </a:defRPr>
            </a:lvl3pPr>
            <a:lvl4pPr>
              <a:buNone/>
              <a:defRPr sz="2250" b="0">
                <a:solidFill>
                  <a:srgbClr val="263D4D"/>
                </a:solidFill>
                <a:latin typeface="Yu Gothic"/>
                <a:ea typeface="Yu Gothic"/>
                <a:cs typeface="Yu Gothic"/>
              </a:defRPr>
            </a:lvl4pPr>
            <a:lvl5pPr>
              <a:buNone/>
              <a:defRPr sz="2250" b="0">
                <a:solidFill>
                  <a:srgbClr val="263D4D"/>
                </a:solidFill>
                <a:latin typeface="Yu Gothic"/>
                <a:ea typeface="Yu Gothic"/>
                <a:cs typeface="Yu Gothic"/>
              </a:defRPr>
            </a:lvl5pPr>
            <a:lvl6pPr>
              <a:buNone/>
              <a:defRPr sz="2250" b="0">
                <a:solidFill>
                  <a:srgbClr val="263D4D"/>
                </a:solidFill>
                <a:latin typeface="Yu Gothic"/>
                <a:ea typeface="Yu Gothic"/>
                <a:cs typeface="Yu Gothic"/>
              </a:defRPr>
            </a:lvl6pPr>
            <a:lvl7pPr>
              <a:buNone/>
              <a:defRPr sz="2250" b="0">
                <a:solidFill>
                  <a:srgbClr val="263D4D"/>
                </a:solidFill>
                <a:latin typeface="Yu Gothic"/>
                <a:ea typeface="Yu Gothic"/>
                <a:cs typeface="Yu Gothic"/>
              </a:defRPr>
            </a:lvl7pPr>
            <a:lvl8pPr>
              <a:buNone/>
              <a:defRPr sz="2250" b="0">
                <a:solidFill>
                  <a:srgbClr val="263D4D"/>
                </a:solidFill>
                <a:latin typeface="Yu Gothic"/>
                <a:ea typeface="Yu Gothic"/>
                <a:cs typeface="Yu Gothic"/>
              </a:defRPr>
            </a:lvl8pPr>
            <a:lvl9pPr>
              <a:buNone/>
              <a:defRPr sz="2250" b="0">
                <a:solidFill>
                  <a:srgbClr val="263D4D"/>
                </a:solidFill>
                <a:latin typeface="Yu Gothic"/>
                <a:ea typeface="Yu Gothic"/>
                <a:cs typeface="Yu Gothic"/>
              </a:defRPr>
            </a:lvl9pPr>
          </a:lstStyle>
          <a:p xmlns:a="http://schemas.openxmlformats.org/drawingml/2006/main">
            <a:pPr>
              <a:buNone/>
              <a:defRPr sz="2250" b="0">
                <a:solidFill>
                  <a:srgbClr val="263D4D"/>
                </a:solidFill>
                <a:latin typeface="Yu Gothic"/>
                <a:ea typeface="Yu Gothic"/>
                <a:cs typeface="Yu Gothic"/>
              </a:defRPr>
            </a:pPr>
            <a:r>
              <a:rPr sz="2250" b="0">
                <a:solidFill>
                  <a:srgbClr val="263D4D"/>
                </a:solidFill>
                <a:latin typeface="Yu Gothic"/>
                <a:ea typeface="Yu Gothic"/>
                <a:cs typeface="Yu Gothic"/>
              </a:rPr>
              <a:t>排水・接合・表面処理・交換できる構成を見直す</a:t>
            </a:r>
          </a:p>
        </p:txBody>
      </p:sp>
      <p:sp>
        <p:nvSpPr>
          <p:cNvPr id="5" name="正方形/長方形 4">
            <a:extLst xmlns:a="http://schemas.openxmlformats.org/drawingml/2006/main">
              <a:ext uri="{FF2B5EF4-FFF2-40B4-BE49-F238E27FC236}">
                <a16:creationId xmlns:a16="http://schemas.microsoft.com/office/drawing/2014/main" id="{FDAF3D72-4F14-4DE3-AF6A-5742A9024A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3571875"/>
            <a:ext cx="10572750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>
              <a:defRPr sz="2250" b="0">
                <a:solidFill>
                  <a:srgbClr val="263D4D"/>
                </a:solidFill>
                <a:latin typeface="Yu Gothic"/>
                <a:ea typeface="Yu Gothic"/>
                <a:cs typeface="Yu Gothic"/>
              </a:defRPr>
            </a:defPPr>
            <a:lvl1pPr>
              <a:buNone/>
              <a:defRPr sz="2250" b="0">
                <a:solidFill>
                  <a:srgbClr val="263D4D"/>
                </a:solidFill>
                <a:latin typeface="Yu Gothic"/>
                <a:ea typeface="Yu Gothic"/>
                <a:cs typeface="Yu Gothic"/>
              </a:defRPr>
            </a:lvl1pPr>
            <a:lvl2pPr>
              <a:buNone/>
              <a:defRPr sz="2250" b="0">
                <a:solidFill>
                  <a:srgbClr val="263D4D"/>
                </a:solidFill>
                <a:latin typeface="Yu Gothic"/>
                <a:ea typeface="Yu Gothic"/>
                <a:cs typeface="Yu Gothic"/>
              </a:defRPr>
            </a:lvl2pPr>
            <a:lvl3pPr>
              <a:buNone/>
              <a:defRPr sz="2250" b="0">
                <a:solidFill>
                  <a:srgbClr val="263D4D"/>
                </a:solidFill>
                <a:latin typeface="Yu Gothic"/>
                <a:ea typeface="Yu Gothic"/>
                <a:cs typeface="Yu Gothic"/>
              </a:defRPr>
            </a:lvl3pPr>
            <a:lvl4pPr>
              <a:buNone/>
              <a:defRPr sz="2250" b="0">
                <a:solidFill>
                  <a:srgbClr val="263D4D"/>
                </a:solidFill>
                <a:latin typeface="Yu Gothic"/>
                <a:ea typeface="Yu Gothic"/>
                <a:cs typeface="Yu Gothic"/>
              </a:defRPr>
            </a:lvl4pPr>
            <a:lvl5pPr>
              <a:buNone/>
              <a:defRPr sz="2250" b="0">
                <a:solidFill>
                  <a:srgbClr val="263D4D"/>
                </a:solidFill>
                <a:latin typeface="Yu Gothic"/>
                <a:ea typeface="Yu Gothic"/>
                <a:cs typeface="Yu Gothic"/>
              </a:defRPr>
            </a:lvl5pPr>
            <a:lvl6pPr>
              <a:buNone/>
              <a:defRPr sz="2250" b="0">
                <a:solidFill>
                  <a:srgbClr val="263D4D"/>
                </a:solidFill>
                <a:latin typeface="Yu Gothic"/>
                <a:ea typeface="Yu Gothic"/>
                <a:cs typeface="Yu Gothic"/>
              </a:defRPr>
            </a:lvl6pPr>
            <a:lvl7pPr>
              <a:buNone/>
              <a:defRPr sz="2250" b="0">
                <a:solidFill>
                  <a:srgbClr val="263D4D"/>
                </a:solidFill>
                <a:latin typeface="Yu Gothic"/>
                <a:ea typeface="Yu Gothic"/>
                <a:cs typeface="Yu Gothic"/>
              </a:defRPr>
            </a:lvl7pPr>
            <a:lvl8pPr>
              <a:buNone/>
              <a:defRPr sz="2250" b="0">
                <a:solidFill>
                  <a:srgbClr val="263D4D"/>
                </a:solidFill>
                <a:latin typeface="Yu Gothic"/>
                <a:ea typeface="Yu Gothic"/>
                <a:cs typeface="Yu Gothic"/>
              </a:defRPr>
            </a:lvl8pPr>
            <a:lvl9pPr>
              <a:buNone/>
              <a:defRPr sz="2250" b="0">
                <a:solidFill>
                  <a:srgbClr val="263D4D"/>
                </a:solidFill>
                <a:latin typeface="Yu Gothic"/>
                <a:ea typeface="Yu Gothic"/>
                <a:cs typeface="Yu Gothic"/>
              </a:defRPr>
            </a:lvl9pPr>
          </a:lstStyle>
          <a:p xmlns:a="http://schemas.openxmlformats.org/drawingml/2006/main">
            <a:pPr>
              <a:buNone/>
              <a:defRPr sz="2250" b="0">
                <a:solidFill>
                  <a:srgbClr val="263D4D"/>
                </a:solidFill>
                <a:latin typeface="Yu Gothic"/>
                <a:ea typeface="Yu Gothic"/>
                <a:cs typeface="Yu Gothic"/>
              </a:defRPr>
            </a:pPr>
            <a:r>
              <a:rPr sz="2250" b="0">
                <a:solidFill>
                  <a:srgbClr val="263D4D"/>
                </a:solidFill>
                <a:latin typeface="Yu Gothic"/>
                <a:ea typeface="Yu Gothic"/>
                <a:cs typeface="Yu Gothic"/>
              </a:rPr>
              <a:t>条件変更が、元のたわみ計算の不足も明らかにする</a:t>
            </a:r>
          </a:p>
        </p:txBody>
      </p:sp>
      <p:sp>
        <p:nvSpPr>
          <p:cNvPr id="6" name="正方形/長方形 5">
            <a:extLst xmlns:a="http://schemas.openxmlformats.org/drawingml/2006/main">
              <a:ext uri="{FF2B5EF4-FFF2-40B4-BE49-F238E27FC236}">
                <a16:creationId xmlns:a16="http://schemas.microsoft.com/office/drawing/2014/main" id="{1C0996EF-EB6E-43EA-8BA2-9A5E86D21B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4524375"/>
            <a:ext cx="10572750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>
              <a:defRPr sz="2250" b="0">
                <a:solidFill>
                  <a:srgbClr val="263D4D"/>
                </a:solidFill>
                <a:latin typeface="Yu Gothic"/>
                <a:ea typeface="Yu Gothic"/>
                <a:cs typeface="Yu Gothic"/>
              </a:defRPr>
            </a:defPPr>
            <a:lvl1pPr>
              <a:buNone/>
              <a:defRPr sz="2250" b="0">
                <a:solidFill>
                  <a:srgbClr val="263D4D"/>
                </a:solidFill>
                <a:latin typeface="Yu Gothic"/>
                <a:ea typeface="Yu Gothic"/>
                <a:cs typeface="Yu Gothic"/>
              </a:defRPr>
            </a:lvl1pPr>
            <a:lvl2pPr>
              <a:buNone/>
              <a:defRPr sz="2250" b="0">
                <a:solidFill>
                  <a:srgbClr val="263D4D"/>
                </a:solidFill>
                <a:latin typeface="Yu Gothic"/>
                <a:ea typeface="Yu Gothic"/>
                <a:cs typeface="Yu Gothic"/>
              </a:defRPr>
            </a:lvl2pPr>
            <a:lvl3pPr>
              <a:buNone/>
              <a:defRPr sz="2250" b="0">
                <a:solidFill>
                  <a:srgbClr val="263D4D"/>
                </a:solidFill>
                <a:latin typeface="Yu Gothic"/>
                <a:ea typeface="Yu Gothic"/>
                <a:cs typeface="Yu Gothic"/>
              </a:defRPr>
            </a:lvl3pPr>
            <a:lvl4pPr>
              <a:buNone/>
              <a:defRPr sz="2250" b="0">
                <a:solidFill>
                  <a:srgbClr val="263D4D"/>
                </a:solidFill>
                <a:latin typeface="Yu Gothic"/>
                <a:ea typeface="Yu Gothic"/>
                <a:cs typeface="Yu Gothic"/>
              </a:defRPr>
            </a:lvl4pPr>
            <a:lvl5pPr>
              <a:buNone/>
              <a:defRPr sz="2250" b="0">
                <a:solidFill>
                  <a:srgbClr val="263D4D"/>
                </a:solidFill>
                <a:latin typeface="Yu Gothic"/>
                <a:ea typeface="Yu Gothic"/>
                <a:cs typeface="Yu Gothic"/>
              </a:defRPr>
            </a:lvl5pPr>
            <a:lvl6pPr>
              <a:buNone/>
              <a:defRPr sz="2250" b="0">
                <a:solidFill>
                  <a:srgbClr val="263D4D"/>
                </a:solidFill>
                <a:latin typeface="Yu Gothic"/>
                <a:ea typeface="Yu Gothic"/>
                <a:cs typeface="Yu Gothic"/>
              </a:defRPr>
            </a:lvl6pPr>
            <a:lvl7pPr>
              <a:buNone/>
              <a:defRPr sz="2250" b="0">
                <a:solidFill>
                  <a:srgbClr val="263D4D"/>
                </a:solidFill>
                <a:latin typeface="Yu Gothic"/>
                <a:ea typeface="Yu Gothic"/>
                <a:cs typeface="Yu Gothic"/>
              </a:defRPr>
            </a:lvl7pPr>
            <a:lvl8pPr>
              <a:buNone/>
              <a:defRPr sz="2250" b="0">
                <a:solidFill>
                  <a:srgbClr val="263D4D"/>
                </a:solidFill>
                <a:latin typeface="Yu Gothic"/>
                <a:ea typeface="Yu Gothic"/>
                <a:cs typeface="Yu Gothic"/>
              </a:defRPr>
            </a:lvl8pPr>
            <a:lvl9pPr>
              <a:buNone/>
              <a:defRPr sz="2250" b="0">
                <a:solidFill>
                  <a:srgbClr val="263D4D"/>
                </a:solidFill>
                <a:latin typeface="Yu Gothic"/>
                <a:ea typeface="Yu Gothic"/>
                <a:cs typeface="Yu Gothic"/>
              </a:defRPr>
            </a:lvl9pPr>
          </a:lstStyle>
          <a:p xmlns:a="http://schemas.openxmlformats.org/drawingml/2006/main">
            <a:pPr>
              <a:buNone/>
              <a:defRPr sz="2250" b="0">
                <a:solidFill>
                  <a:srgbClr val="263D4D"/>
                </a:solidFill>
                <a:latin typeface="Yu Gothic"/>
                <a:ea typeface="Yu Gothic"/>
                <a:cs typeface="Yu Gothic"/>
              </a:defRPr>
            </a:pPr>
            <a:r>
              <a:rPr sz="2250" b="0">
                <a:solidFill>
                  <a:srgbClr val="263D4D"/>
                </a:solidFill>
                <a:latin typeface="Yu Gothic"/>
                <a:ea typeface="Yu Gothic"/>
                <a:cs typeface="Yu Gothic"/>
              </a:rPr>
              <a:t>結論を維持する場合も、新しい根拠を示す</a:t>
            </a:r>
          </a:p>
        </p:txBody>
      </p:sp>
      <p:sp>
        <p:nvSpPr>
          <p:cNvPr id="7" name="正方形/長方形 6">
            <a:extLst xmlns:a="http://schemas.openxmlformats.org/drawingml/2006/main">
              <a:ext uri="{FF2B5EF4-FFF2-40B4-BE49-F238E27FC236}">
                <a16:creationId xmlns:a16="http://schemas.microsoft.com/office/drawing/2014/main" id="{F2050463-CC89-4095-976B-9F8A32E5D9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353175"/>
            <a:ext cx="8953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>
              <a:defRPr sz="1425" b="0">
                <a:solidFill>
                  <a:srgbClr val="71818B"/>
                </a:solidFill>
                <a:latin typeface="Yu Gothic"/>
                <a:ea typeface="Yu Gothic"/>
                <a:cs typeface="Yu Gothic"/>
              </a:defRPr>
            </a:defPPr>
            <a:lvl1pPr>
              <a:buNone/>
              <a:defRPr sz="1425" b="0">
                <a:solidFill>
                  <a:srgbClr val="71818B"/>
                </a:solidFill>
                <a:latin typeface="Yu Gothic"/>
                <a:ea typeface="Yu Gothic"/>
                <a:cs typeface="Yu Gothic"/>
              </a:defRPr>
            </a:lvl1pPr>
            <a:lvl2pPr>
              <a:buNone/>
              <a:defRPr sz="1425" b="0">
                <a:solidFill>
                  <a:srgbClr val="71818B"/>
                </a:solidFill>
                <a:latin typeface="Yu Gothic"/>
                <a:ea typeface="Yu Gothic"/>
                <a:cs typeface="Yu Gothic"/>
              </a:defRPr>
            </a:lvl2pPr>
            <a:lvl3pPr>
              <a:buNone/>
              <a:defRPr sz="1425" b="0">
                <a:solidFill>
                  <a:srgbClr val="71818B"/>
                </a:solidFill>
                <a:latin typeface="Yu Gothic"/>
                <a:ea typeface="Yu Gothic"/>
                <a:cs typeface="Yu Gothic"/>
              </a:defRPr>
            </a:lvl3pPr>
            <a:lvl4pPr>
              <a:buNone/>
              <a:defRPr sz="1425" b="0">
                <a:solidFill>
                  <a:srgbClr val="71818B"/>
                </a:solidFill>
                <a:latin typeface="Yu Gothic"/>
                <a:ea typeface="Yu Gothic"/>
                <a:cs typeface="Yu Gothic"/>
              </a:defRPr>
            </a:lvl4pPr>
            <a:lvl5pPr>
              <a:buNone/>
              <a:defRPr sz="1425" b="0">
                <a:solidFill>
                  <a:srgbClr val="71818B"/>
                </a:solidFill>
                <a:latin typeface="Yu Gothic"/>
                <a:ea typeface="Yu Gothic"/>
                <a:cs typeface="Yu Gothic"/>
              </a:defRPr>
            </a:lvl5pPr>
            <a:lvl6pPr>
              <a:buNone/>
              <a:defRPr sz="1425" b="0">
                <a:solidFill>
                  <a:srgbClr val="71818B"/>
                </a:solidFill>
                <a:latin typeface="Yu Gothic"/>
                <a:ea typeface="Yu Gothic"/>
                <a:cs typeface="Yu Gothic"/>
              </a:defRPr>
            </a:lvl6pPr>
            <a:lvl7pPr>
              <a:buNone/>
              <a:defRPr sz="1425" b="0">
                <a:solidFill>
                  <a:srgbClr val="71818B"/>
                </a:solidFill>
                <a:latin typeface="Yu Gothic"/>
                <a:ea typeface="Yu Gothic"/>
                <a:cs typeface="Yu Gothic"/>
              </a:defRPr>
            </a:lvl7pPr>
            <a:lvl8pPr>
              <a:buNone/>
              <a:defRPr sz="1425" b="0">
                <a:solidFill>
                  <a:srgbClr val="71818B"/>
                </a:solidFill>
                <a:latin typeface="Yu Gothic"/>
                <a:ea typeface="Yu Gothic"/>
                <a:cs typeface="Yu Gothic"/>
              </a:defRPr>
            </a:lvl8pPr>
            <a:lvl9pPr>
              <a:buNone/>
              <a:defRPr sz="1425" b="0">
                <a:solidFill>
                  <a:srgbClr val="71818B"/>
                </a:solidFill>
                <a:latin typeface="Yu Gothic"/>
                <a:ea typeface="Yu Gothic"/>
                <a:cs typeface="Yu Gothic"/>
              </a:defRPr>
            </a:lvl9pPr>
          </a:lstStyle>
          <a:p xmlns:a="http://schemas.openxmlformats.org/drawingml/2006/main">
            <a:pPr>
              <a:buNone/>
              <a:defRPr sz="1425" b="0">
                <a:solidFill>
                  <a:srgbClr val="71818B"/>
                </a:solidFill>
                <a:latin typeface="Yu Gothic"/>
                <a:ea typeface="Yu Gothic"/>
                <a:cs typeface="Yu Gothic"/>
              </a:defRPr>
            </a:pPr>
            <a:r>
              <a:rPr sz="1425" b="0">
                <a:solidFill>
                  <a:srgbClr val="71818B"/>
                </a:solidFill>
                <a:latin typeface="Yu Gothic"/>
                <a:ea typeface="Yu Gothic"/>
                <a:cs typeface="Yu Gothic"/>
              </a:rPr>
              <a:t>工業材料概論　第12回</a:t>
            </a:r>
          </a:p>
        </p:txBody>
      </p:sp>
      <p:sp>
        <p:nvSpPr>
          <p:cNvPr id="8" name="正方形/長方形 7">
            <a:extLst xmlns:a="http://schemas.openxmlformats.org/drawingml/2006/main">
              <a:ext uri="{FF2B5EF4-FFF2-40B4-BE49-F238E27FC236}">
                <a16:creationId xmlns:a16="http://schemas.microsoft.com/office/drawing/2014/main" id="{0B4286DB-CBBE-421B-B96D-1FD52B799F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82250" y="6353175"/>
            <a:ext cx="1238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>
              <a:defRPr sz="1425" b="0">
                <a:solidFill>
                  <a:srgbClr val="71818B"/>
                </a:solidFill>
                <a:latin typeface="Yu Gothic"/>
                <a:ea typeface="Yu Gothic"/>
                <a:cs typeface="Yu Gothic"/>
              </a:defRPr>
            </a:defPPr>
            <a:lvl1pPr>
              <a:buNone/>
              <a:defRPr sz="1425" b="0">
                <a:solidFill>
                  <a:srgbClr val="71818B"/>
                </a:solidFill>
                <a:latin typeface="Yu Gothic"/>
                <a:ea typeface="Yu Gothic"/>
                <a:cs typeface="Yu Gothic"/>
              </a:defRPr>
            </a:lvl1pPr>
            <a:lvl2pPr>
              <a:buNone/>
              <a:defRPr sz="1425" b="0">
                <a:solidFill>
                  <a:srgbClr val="71818B"/>
                </a:solidFill>
                <a:latin typeface="Yu Gothic"/>
                <a:ea typeface="Yu Gothic"/>
                <a:cs typeface="Yu Gothic"/>
              </a:defRPr>
            </a:lvl2pPr>
            <a:lvl3pPr>
              <a:buNone/>
              <a:defRPr sz="1425" b="0">
                <a:solidFill>
                  <a:srgbClr val="71818B"/>
                </a:solidFill>
                <a:latin typeface="Yu Gothic"/>
                <a:ea typeface="Yu Gothic"/>
                <a:cs typeface="Yu Gothic"/>
              </a:defRPr>
            </a:lvl3pPr>
            <a:lvl4pPr>
              <a:buNone/>
              <a:defRPr sz="1425" b="0">
                <a:solidFill>
                  <a:srgbClr val="71818B"/>
                </a:solidFill>
                <a:latin typeface="Yu Gothic"/>
                <a:ea typeface="Yu Gothic"/>
                <a:cs typeface="Yu Gothic"/>
              </a:defRPr>
            </a:lvl4pPr>
            <a:lvl5pPr>
              <a:buNone/>
              <a:defRPr sz="1425" b="0">
                <a:solidFill>
                  <a:srgbClr val="71818B"/>
                </a:solidFill>
                <a:latin typeface="Yu Gothic"/>
                <a:ea typeface="Yu Gothic"/>
                <a:cs typeface="Yu Gothic"/>
              </a:defRPr>
            </a:lvl5pPr>
            <a:lvl6pPr>
              <a:buNone/>
              <a:defRPr sz="1425" b="0">
                <a:solidFill>
                  <a:srgbClr val="71818B"/>
                </a:solidFill>
                <a:latin typeface="Yu Gothic"/>
                <a:ea typeface="Yu Gothic"/>
                <a:cs typeface="Yu Gothic"/>
              </a:defRPr>
            </a:lvl6pPr>
            <a:lvl7pPr>
              <a:buNone/>
              <a:defRPr sz="1425" b="0">
                <a:solidFill>
                  <a:srgbClr val="71818B"/>
                </a:solidFill>
                <a:latin typeface="Yu Gothic"/>
                <a:ea typeface="Yu Gothic"/>
                <a:cs typeface="Yu Gothic"/>
              </a:defRPr>
            </a:lvl7pPr>
            <a:lvl8pPr>
              <a:buNone/>
              <a:defRPr sz="1425" b="0">
                <a:solidFill>
                  <a:srgbClr val="71818B"/>
                </a:solidFill>
                <a:latin typeface="Yu Gothic"/>
                <a:ea typeface="Yu Gothic"/>
                <a:cs typeface="Yu Gothic"/>
              </a:defRPr>
            </a:lvl8pPr>
            <a:lvl9pPr>
              <a:buNone/>
              <a:defRPr sz="1425" b="0">
                <a:solidFill>
                  <a:srgbClr val="71818B"/>
                </a:solidFill>
                <a:latin typeface="Yu Gothic"/>
                <a:ea typeface="Yu Gothic"/>
                <a:cs typeface="Yu Gothic"/>
              </a:defRPr>
            </a:lvl9pPr>
          </a:lstStyle>
          <a:p xmlns:a="http://schemas.openxmlformats.org/drawingml/2006/main">
            <a:pPr>
              <a:buNone/>
              <a:defRPr sz="1425" b="0">
                <a:solidFill>
                  <a:srgbClr val="71818B"/>
                </a:solidFill>
                <a:latin typeface="Yu Gothic"/>
                <a:ea typeface="Yu Gothic"/>
                <a:cs typeface="Yu Gothic"/>
              </a:defRPr>
            </a:pPr>
            <a:r>
              <a:rPr sz="1425" b="0">
                <a:solidFill>
                  <a:srgbClr val="71818B"/>
                </a:solidFill>
                <a:latin typeface="Yu Gothic"/>
                <a:ea typeface="Yu Gothic"/>
                <a:cs typeface="Yu Gothic"/>
              </a:rPr>
              <a:t>36 / 41</a:t>
            </a:r>
            <a:endParaRPr sz="1425" b="0">
              <a:solidFill>
                <a:srgbClr val="71818B"/>
              </a:solidFill>
              <a:latin typeface="Yu Gothic"/>
              <a:ea typeface="Yu Gothic"/>
              <a:cs typeface="Yu Gothic"/>
            </a:endParaRPr>
          </a:p>
        </p:txBody>
      </p:sp>
    </p:spTree>
    <p:extLst>
      <p:ext uri="{BB962C8B-B14F-4D97-AF65-F5344CB8AC3E}">
        <p14:creationId xmlns:p14="http://schemas.microsoft.com/office/powerpoint/2010/main" val="511766436"/>
      </p:ext>
    </p:extLst>
  </p:cSld>
</p:sld>
</file>

<file path=ppt/slides/slide3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正方形/長方形 8">
            <a:extLst xmlns:a="http://schemas.openxmlformats.org/drawingml/2006/main">
              <a:ext uri="{FF2B5EF4-FFF2-40B4-BE49-F238E27FC236}">
                <a16:creationId xmlns:a16="http://schemas.microsoft.com/office/drawing/2014/main" id="{94045590-0D9E-4214-B950-256CD32D7C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81000"/>
            <a:ext cx="108585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>
              <a:defRPr sz="3000" b="1">
                <a:solidFill>
                  <a:srgbClr val="193B59"/>
                </a:solidFill>
                <a:latin typeface="Yu Gothic"/>
                <a:ea typeface="Yu Gothic"/>
                <a:cs typeface="Yu Gothic"/>
              </a:defRPr>
            </a:defPPr>
            <a:lvl1pPr>
              <a:buNone/>
              <a:defRPr sz="3000" b="1">
                <a:solidFill>
                  <a:srgbClr val="193B59"/>
                </a:solidFill>
                <a:latin typeface="Yu Gothic"/>
                <a:ea typeface="Yu Gothic"/>
                <a:cs typeface="Yu Gothic"/>
              </a:defRPr>
            </a:lvl1pPr>
            <a:lvl2pPr>
              <a:buNone/>
              <a:defRPr sz="3000" b="1">
                <a:solidFill>
                  <a:srgbClr val="193B59"/>
                </a:solidFill>
                <a:latin typeface="Yu Gothic"/>
                <a:ea typeface="Yu Gothic"/>
                <a:cs typeface="Yu Gothic"/>
              </a:defRPr>
            </a:lvl2pPr>
            <a:lvl3pPr>
              <a:buNone/>
              <a:defRPr sz="3000" b="1">
                <a:solidFill>
                  <a:srgbClr val="193B59"/>
                </a:solidFill>
                <a:latin typeface="Yu Gothic"/>
                <a:ea typeface="Yu Gothic"/>
                <a:cs typeface="Yu Gothic"/>
              </a:defRPr>
            </a:lvl3pPr>
            <a:lvl4pPr>
              <a:buNone/>
              <a:defRPr sz="3000" b="1">
                <a:solidFill>
                  <a:srgbClr val="193B59"/>
                </a:solidFill>
                <a:latin typeface="Yu Gothic"/>
                <a:ea typeface="Yu Gothic"/>
                <a:cs typeface="Yu Gothic"/>
              </a:defRPr>
            </a:lvl4pPr>
            <a:lvl5pPr>
              <a:buNone/>
              <a:defRPr sz="3000" b="1">
                <a:solidFill>
                  <a:srgbClr val="193B59"/>
                </a:solidFill>
                <a:latin typeface="Yu Gothic"/>
                <a:ea typeface="Yu Gothic"/>
                <a:cs typeface="Yu Gothic"/>
              </a:defRPr>
            </a:lvl5pPr>
            <a:lvl6pPr>
              <a:buNone/>
              <a:defRPr sz="3000" b="1">
                <a:solidFill>
                  <a:srgbClr val="193B59"/>
                </a:solidFill>
                <a:latin typeface="Yu Gothic"/>
                <a:ea typeface="Yu Gothic"/>
                <a:cs typeface="Yu Gothic"/>
              </a:defRPr>
            </a:lvl6pPr>
            <a:lvl7pPr>
              <a:buNone/>
              <a:defRPr sz="3000" b="1">
                <a:solidFill>
                  <a:srgbClr val="193B59"/>
                </a:solidFill>
                <a:latin typeface="Yu Gothic"/>
                <a:ea typeface="Yu Gothic"/>
                <a:cs typeface="Yu Gothic"/>
              </a:defRPr>
            </a:lvl7pPr>
            <a:lvl8pPr>
              <a:buNone/>
              <a:defRPr sz="3000" b="1">
                <a:solidFill>
                  <a:srgbClr val="193B59"/>
                </a:solidFill>
                <a:latin typeface="Yu Gothic"/>
                <a:ea typeface="Yu Gothic"/>
                <a:cs typeface="Yu Gothic"/>
              </a:defRPr>
            </a:lvl8pPr>
            <a:lvl9pPr>
              <a:buNone/>
              <a:defRPr sz="3000" b="1">
                <a:solidFill>
                  <a:srgbClr val="193B59"/>
                </a:solidFill>
                <a:latin typeface="Yu Gothic"/>
                <a:ea typeface="Yu Gothic"/>
                <a:cs typeface="Yu Gothic"/>
              </a:defRPr>
            </a:lvl9pPr>
          </a:lstStyle>
          <a:p xmlns:a="http://schemas.openxmlformats.org/drawingml/2006/main">
            <a:pPr>
              <a:buNone/>
              <a:defRPr sz="3000" b="1">
                <a:solidFill>
                  <a:srgbClr val="193B59"/>
                </a:solidFill>
                <a:latin typeface="Yu Gothic"/>
                <a:ea typeface="Yu Gothic"/>
                <a:cs typeface="Yu Gothic"/>
              </a:defRPr>
            </a:pPr>
            <a:r>
              <a:rPr sz="3000" b="1">
                <a:solidFill>
                  <a:srgbClr val="193B59"/>
                </a:solidFill>
                <a:latin typeface="Yu Gothic"/>
                <a:ea typeface="Yu Gothic"/>
                <a:cs typeface="Yu Gothic"/>
              </a:rPr>
              <a:t>課題IIIにつながる比較の記録</a:t>
            </a:r>
          </a:p>
        </p:txBody>
      </p:sp>
      <p:sp>
        <p:nvSpPr>
          <p:cNvPr id="2" name="直線コネクタ 1">
            <a:extLst xmlns:a="http://schemas.openxmlformats.org/drawingml/2006/main">
              <a:ext uri="{FF2B5EF4-FFF2-40B4-BE49-F238E27FC236}">
                <a16:creationId xmlns:a16="http://schemas.microsoft.com/office/drawing/2014/main" id="{8297C6AC-42D0-4D0A-8B48-3F0C22ED93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323975"/>
            <a:ext cx="10820400" cy="0"/>
          </a:xfrm>
          <a:prstGeom xmlns:a="http://schemas.openxmlformats.org/drawingml/2006/main" prst="line">
            <a:avLst/>
          </a:prstGeom>
          <a:ln xmlns:a="http://schemas.openxmlformats.org/drawingml/2006/main" w="19050">
            <a:solidFill>
              <a:srgbClr val="D8E1E7"/>
            </a:solidFill>
          </a:ln>
        </p:spPr>
      </p:sp>
      <p:sp>
        <p:nvSpPr>
          <p:cNvPr id="3" name="正方形/長方形 2">
            <a:extLst xmlns:a="http://schemas.openxmlformats.org/drawingml/2006/main">
              <a:ext uri="{FF2B5EF4-FFF2-40B4-BE49-F238E27FC236}">
                <a16:creationId xmlns:a16="http://schemas.microsoft.com/office/drawing/2014/main" id="{8C6E8167-533A-49D2-86FE-1EC5F65365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1666875"/>
            <a:ext cx="10572750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>
              <a:defRPr sz="2250" b="1">
                <a:solidFill>
                  <a:srgbClr val="263D4D"/>
                </a:solidFill>
                <a:latin typeface="Yu Gothic"/>
                <a:ea typeface="Yu Gothic"/>
                <a:cs typeface="Yu Gothic"/>
              </a:defRPr>
            </a:defPPr>
            <a:lvl1pPr>
              <a:buNone/>
              <a:defRPr sz="2250" b="1">
                <a:solidFill>
                  <a:srgbClr val="263D4D"/>
                </a:solidFill>
                <a:latin typeface="Yu Gothic"/>
                <a:ea typeface="Yu Gothic"/>
                <a:cs typeface="Yu Gothic"/>
              </a:defRPr>
            </a:lvl1pPr>
            <a:lvl2pPr>
              <a:buNone/>
              <a:defRPr sz="2250" b="1">
                <a:solidFill>
                  <a:srgbClr val="263D4D"/>
                </a:solidFill>
                <a:latin typeface="Yu Gothic"/>
                <a:ea typeface="Yu Gothic"/>
                <a:cs typeface="Yu Gothic"/>
              </a:defRPr>
            </a:lvl2pPr>
            <a:lvl3pPr>
              <a:buNone/>
              <a:defRPr sz="2250" b="1">
                <a:solidFill>
                  <a:srgbClr val="263D4D"/>
                </a:solidFill>
                <a:latin typeface="Yu Gothic"/>
                <a:ea typeface="Yu Gothic"/>
                <a:cs typeface="Yu Gothic"/>
              </a:defRPr>
            </a:lvl3pPr>
            <a:lvl4pPr>
              <a:buNone/>
              <a:defRPr sz="2250" b="1">
                <a:solidFill>
                  <a:srgbClr val="263D4D"/>
                </a:solidFill>
                <a:latin typeface="Yu Gothic"/>
                <a:ea typeface="Yu Gothic"/>
                <a:cs typeface="Yu Gothic"/>
              </a:defRPr>
            </a:lvl4pPr>
            <a:lvl5pPr>
              <a:buNone/>
              <a:defRPr sz="2250" b="1">
                <a:solidFill>
                  <a:srgbClr val="263D4D"/>
                </a:solidFill>
                <a:latin typeface="Yu Gothic"/>
                <a:ea typeface="Yu Gothic"/>
                <a:cs typeface="Yu Gothic"/>
              </a:defRPr>
            </a:lvl5pPr>
            <a:lvl6pPr>
              <a:buNone/>
              <a:defRPr sz="2250" b="1">
                <a:solidFill>
                  <a:srgbClr val="263D4D"/>
                </a:solidFill>
                <a:latin typeface="Yu Gothic"/>
                <a:ea typeface="Yu Gothic"/>
                <a:cs typeface="Yu Gothic"/>
              </a:defRPr>
            </a:lvl6pPr>
            <a:lvl7pPr>
              <a:buNone/>
              <a:defRPr sz="2250" b="1">
                <a:solidFill>
                  <a:srgbClr val="263D4D"/>
                </a:solidFill>
                <a:latin typeface="Yu Gothic"/>
                <a:ea typeface="Yu Gothic"/>
                <a:cs typeface="Yu Gothic"/>
              </a:defRPr>
            </a:lvl7pPr>
            <a:lvl8pPr>
              <a:buNone/>
              <a:defRPr sz="2250" b="1">
                <a:solidFill>
                  <a:srgbClr val="263D4D"/>
                </a:solidFill>
                <a:latin typeface="Yu Gothic"/>
                <a:ea typeface="Yu Gothic"/>
                <a:cs typeface="Yu Gothic"/>
              </a:defRPr>
            </a:lvl8pPr>
            <a:lvl9pPr>
              <a:buNone/>
              <a:defRPr sz="2250" b="1">
                <a:solidFill>
                  <a:srgbClr val="263D4D"/>
                </a:solidFill>
                <a:latin typeface="Yu Gothic"/>
                <a:ea typeface="Yu Gothic"/>
                <a:cs typeface="Yu Gothic"/>
              </a:defRPr>
            </a:lvl9pPr>
          </a:lstStyle>
          <a:p xmlns:a="http://schemas.openxmlformats.org/drawingml/2006/main">
            <a:pPr>
              <a:buNone/>
              <a:defRPr sz="2250" b="1">
                <a:solidFill>
                  <a:srgbClr val="263D4D"/>
                </a:solidFill>
                <a:latin typeface="Yu Gothic"/>
                <a:ea typeface="Yu Gothic"/>
                <a:cs typeface="Yu Gothic"/>
              </a:defRPr>
            </a:pPr>
            <a:r>
              <a:rPr sz="2250" b="1">
                <a:solidFill>
                  <a:srgbClr val="263D4D"/>
                </a:solidFill>
                <a:latin typeface="Yu Gothic"/>
                <a:ea typeface="Yu Gothic"/>
                <a:cs typeface="Yu Gothic"/>
              </a:rPr>
              <a:t>用途・利用者・必要条件と、比較した設計案を書く</a:t>
            </a:r>
          </a:p>
        </p:txBody>
      </p:sp>
      <p:sp>
        <p:nvSpPr>
          <p:cNvPr id="4" name="正方形/長方形 3">
            <a:extLst xmlns:a="http://schemas.openxmlformats.org/drawingml/2006/main">
              <a:ext uri="{FF2B5EF4-FFF2-40B4-BE49-F238E27FC236}">
                <a16:creationId xmlns:a16="http://schemas.microsoft.com/office/drawing/2014/main" id="{EC2B535F-BAF1-4B4E-BC6F-7542C1BCC3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2619375"/>
            <a:ext cx="10572750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>
              <a:defRPr sz="2250" b="0">
                <a:solidFill>
                  <a:srgbClr val="263D4D"/>
                </a:solidFill>
                <a:latin typeface="Yu Gothic"/>
                <a:ea typeface="Yu Gothic"/>
                <a:cs typeface="Yu Gothic"/>
              </a:defRPr>
            </a:defPPr>
            <a:lvl1pPr>
              <a:buNone/>
              <a:defRPr sz="2250" b="0">
                <a:solidFill>
                  <a:srgbClr val="263D4D"/>
                </a:solidFill>
                <a:latin typeface="Yu Gothic"/>
                <a:ea typeface="Yu Gothic"/>
                <a:cs typeface="Yu Gothic"/>
              </a:defRPr>
            </a:lvl1pPr>
            <a:lvl2pPr>
              <a:buNone/>
              <a:defRPr sz="2250" b="0">
                <a:solidFill>
                  <a:srgbClr val="263D4D"/>
                </a:solidFill>
                <a:latin typeface="Yu Gothic"/>
                <a:ea typeface="Yu Gothic"/>
                <a:cs typeface="Yu Gothic"/>
              </a:defRPr>
            </a:lvl2pPr>
            <a:lvl3pPr>
              <a:buNone/>
              <a:defRPr sz="2250" b="0">
                <a:solidFill>
                  <a:srgbClr val="263D4D"/>
                </a:solidFill>
                <a:latin typeface="Yu Gothic"/>
                <a:ea typeface="Yu Gothic"/>
                <a:cs typeface="Yu Gothic"/>
              </a:defRPr>
            </a:lvl3pPr>
            <a:lvl4pPr>
              <a:buNone/>
              <a:defRPr sz="2250" b="0">
                <a:solidFill>
                  <a:srgbClr val="263D4D"/>
                </a:solidFill>
                <a:latin typeface="Yu Gothic"/>
                <a:ea typeface="Yu Gothic"/>
                <a:cs typeface="Yu Gothic"/>
              </a:defRPr>
            </a:lvl4pPr>
            <a:lvl5pPr>
              <a:buNone/>
              <a:defRPr sz="2250" b="0">
                <a:solidFill>
                  <a:srgbClr val="263D4D"/>
                </a:solidFill>
                <a:latin typeface="Yu Gothic"/>
                <a:ea typeface="Yu Gothic"/>
                <a:cs typeface="Yu Gothic"/>
              </a:defRPr>
            </a:lvl5pPr>
            <a:lvl6pPr>
              <a:buNone/>
              <a:defRPr sz="2250" b="0">
                <a:solidFill>
                  <a:srgbClr val="263D4D"/>
                </a:solidFill>
                <a:latin typeface="Yu Gothic"/>
                <a:ea typeface="Yu Gothic"/>
                <a:cs typeface="Yu Gothic"/>
              </a:defRPr>
            </a:lvl6pPr>
            <a:lvl7pPr>
              <a:buNone/>
              <a:defRPr sz="2250" b="0">
                <a:solidFill>
                  <a:srgbClr val="263D4D"/>
                </a:solidFill>
                <a:latin typeface="Yu Gothic"/>
                <a:ea typeface="Yu Gothic"/>
                <a:cs typeface="Yu Gothic"/>
              </a:defRPr>
            </a:lvl7pPr>
            <a:lvl8pPr>
              <a:buNone/>
              <a:defRPr sz="2250" b="0">
                <a:solidFill>
                  <a:srgbClr val="263D4D"/>
                </a:solidFill>
                <a:latin typeface="Yu Gothic"/>
                <a:ea typeface="Yu Gothic"/>
                <a:cs typeface="Yu Gothic"/>
              </a:defRPr>
            </a:lvl8pPr>
            <a:lvl9pPr>
              <a:buNone/>
              <a:defRPr sz="2250" b="0">
                <a:solidFill>
                  <a:srgbClr val="263D4D"/>
                </a:solidFill>
                <a:latin typeface="Yu Gothic"/>
                <a:ea typeface="Yu Gothic"/>
                <a:cs typeface="Yu Gothic"/>
              </a:defRPr>
            </a:lvl9pPr>
          </a:lstStyle>
          <a:p xmlns:a="http://schemas.openxmlformats.org/drawingml/2006/main">
            <a:pPr>
              <a:buNone/>
              <a:defRPr sz="2250" b="0">
                <a:solidFill>
                  <a:srgbClr val="263D4D"/>
                </a:solidFill>
                <a:latin typeface="Yu Gothic"/>
                <a:ea typeface="Yu Gothic"/>
                <a:cs typeface="Yu Gothic"/>
              </a:defRPr>
            </a:pPr>
            <a:r>
              <a:rPr sz="2250" b="0">
                <a:solidFill>
                  <a:srgbClr val="263D4D"/>
                </a:solidFill>
                <a:latin typeface="Yu Gothic"/>
                <a:ea typeface="Yu Gothic"/>
                <a:cs typeface="Yu Gothic"/>
              </a:rPr>
              <a:t>観点ごとに、根拠・条件・未確認事項を記録する</a:t>
            </a:r>
          </a:p>
        </p:txBody>
      </p:sp>
      <p:sp>
        <p:nvSpPr>
          <p:cNvPr id="5" name="正方形/長方形 4">
            <a:extLst xmlns:a="http://schemas.openxmlformats.org/drawingml/2006/main">
              <a:ext uri="{FF2B5EF4-FFF2-40B4-BE49-F238E27FC236}">
                <a16:creationId xmlns:a16="http://schemas.microsoft.com/office/drawing/2014/main" id="{CD024510-A2EA-4D05-B94F-C3109AA6CB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3571875"/>
            <a:ext cx="10572750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>
              <a:defRPr sz="2250" b="0">
                <a:solidFill>
                  <a:srgbClr val="263D4D"/>
                </a:solidFill>
                <a:latin typeface="Yu Gothic"/>
                <a:ea typeface="Yu Gothic"/>
                <a:cs typeface="Yu Gothic"/>
              </a:defRPr>
            </a:defPPr>
            <a:lvl1pPr>
              <a:buNone/>
              <a:defRPr sz="2250" b="0">
                <a:solidFill>
                  <a:srgbClr val="263D4D"/>
                </a:solidFill>
                <a:latin typeface="Yu Gothic"/>
                <a:ea typeface="Yu Gothic"/>
                <a:cs typeface="Yu Gothic"/>
              </a:defRPr>
            </a:lvl1pPr>
            <a:lvl2pPr>
              <a:buNone/>
              <a:defRPr sz="2250" b="0">
                <a:solidFill>
                  <a:srgbClr val="263D4D"/>
                </a:solidFill>
                <a:latin typeface="Yu Gothic"/>
                <a:ea typeface="Yu Gothic"/>
                <a:cs typeface="Yu Gothic"/>
              </a:defRPr>
            </a:lvl2pPr>
            <a:lvl3pPr>
              <a:buNone/>
              <a:defRPr sz="2250" b="0">
                <a:solidFill>
                  <a:srgbClr val="263D4D"/>
                </a:solidFill>
                <a:latin typeface="Yu Gothic"/>
                <a:ea typeface="Yu Gothic"/>
                <a:cs typeface="Yu Gothic"/>
              </a:defRPr>
            </a:lvl3pPr>
            <a:lvl4pPr>
              <a:buNone/>
              <a:defRPr sz="2250" b="0">
                <a:solidFill>
                  <a:srgbClr val="263D4D"/>
                </a:solidFill>
                <a:latin typeface="Yu Gothic"/>
                <a:ea typeface="Yu Gothic"/>
                <a:cs typeface="Yu Gothic"/>
              </a:defRPr>
            </a:lvl4pPr>
            <a:lvl5pPr>
              <a:buNone/>
              <a:defRPr sz="2250" b="0">
                <a:solidFill>
                  <a:srgbClr val="263D4D"/>
                </a:solidFill>
                <a:latin typeface="Yu Gothic"/>
                <a:ea typeface="Yu Gothic"/>
                <a:cs typeface="Yu Gothic"/>
              </a:defRPr>
            </a:lvl5pPr>
            <a:lvl6pPr>
              <a:buNone/>
              <a:defRPr sz="2250" b="0">
                <a:solidFill>
                  <a:srgbClr val="263D4D"/>
                </a:solidFill>
                <a:latin typeface="Yu Gothic"/>
                <a:ea typeface="Yu Gothic"/>
                <a:cs typeface="Yu Gothic"/>
              </a:defRPr>
            </a:lvl6pPr>
            <a:lvl7pPr>
              <a:buNone/>
              <a:defRPr sz="2250" b="0">
                <a:solidFill>
                  <a:srgbClr val="263D4D"/>
                </a:solidFill>
                <a:latin typeface="Yu Gothic"/>
                <a:ea typeface="Yu Gothic"/>
                <a:cs typeface="Yu Gothic"/>
              </a:defRPr>
            </a:lvl7pPr>
            <a:lvl8pPr>
              <a:buNone/>
              <a:defRPr sz="2250" b="0">
                <a:solidFill>
                  <a:srgbClr val="263D4D"/>
                </a:solidFill>
                <a:latin typeface="Yu Gothic"/>
                <a:ea typeface="Yu Gothic"/>
                <a:cs typeface="Yu Gothic"/>
              </a:defRPr>
            </a:lvl8pPr>
            <a:lvl9pPr>
              <a:buNone/>
              <a:defRPr sz="2250" b="0">
                <a:solidFill>
                  <a:srgbClr val="263D4D"/>
                </a:solidFill>
                <a:latin typeface="Yu Gothic"/>
                <a:ea typeface="Yu Gothic"/>
                <a:cs typeface="Yu Gothic"/>
              </a:defRPr>
            </a:lvl9pPr>
          </a:lstStyle>
          <a:p xmlns:a="http://schemas.openxmlformats.org/drawingml/2006/main">
            <a:pPr>
              <a:buNone/>
              <a:defRPr sz="2250" b="0">
                <a:solidFill>
                  <a:srgbClr val="263D4D"/>
                </a:solidFill>
                <a:latin typeface="Yu Gothic"/>
                <a:ea typeface="Yu Gothic"/>
                <a:cs typeface="Yu Gothic"/>
              </a:defRPr>
            </a:pPr>
            <a:r>
              <a:rPr sz="2250" b="0">
                <a:solidFill>
                  <a:srgbClr val="263D4D"/>
                </a:solidFill>
                <a:latin typeface="Yu Gothic"/>
                <a:ea typeface="Yu Gothic"/>
                <a:cs typeface="Yu Gothic"/>
              </a:rPr>
              <a:t>採用案の不利点と、それへの対応も書く</a:t>
            </a:r>
          </a:p>
        </p:txBody>
      </p:sp>
      <p:sp>
        <p:nvSpPr>
          <p:cNvPr id="6" name="正方形/長方形 5">
            <a:extLst xmlns:a="http://schemas.openxmlformats.org/drawingml/2006/main">
              <a:ext uri="{FF2B5EF4-FFF2-40B4-BE49-F238E27FC236}">
                <a16:creationId xmlns:a16="http://schemas.microsoft.com/office/drawing/2014/main" id="{7198DE26-6EEC-4864-A229-B0895D3126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4524375"/>
            <a:ext cx="10572750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>
              <a:defRPr sz="2250" b="0">
                <a:solidFill>
                  <a:srgbClr val="263D4D"/>
                </a:solidFill>
                <a:latin typeface="Yu Gothic"/>
                <a:ea typeface="Yu Gothic"/>
                <a:cs typeface="Yu Gothic"/>
              </a:defRPr>
            </a:defPPr>
            <a:lvl1pPr>
              <a:buNone/>
              <a:defRPr sz="2250" b="0">
                <a:solidFill>
                  <a:srgbClr val="263D4D"/>
                </a:solidFill>
                <a:latin typeface="Yu Gothic"/>
                <a:ea typeface="Yu Gothic"/>
                <a:cs typeface="Yu Gothic"/>
              </a:defRPr>
            </a:lvl1pPr>
            <a:lvl2pPr>
              <a:buNone/>
              <a:defRPr sz="2250" b="0">
                <a:solidFill>
                  <a:srgbClr val="263D4D"/>
                </a:solidFill>
                <a:latin typeface="Yu Gothic"/>
                <a:ea typeface="Yu Gothic"/>
                <a:cs typeface="Yu Gothic"/>
              </a:defRPr>
            </a:lvl2pPr>
            <a:lvl3pPr>
              <a:buNone/>
              <a:defRPr sz="2250" b="0">
                <a:solidFill>
                  <a:srgbClr val="263D4D"/>
                </a:solidFill>
                <a:latin typeface="Yu Gothic"/>
                <a:ea typeface="Yu Gothic"/>
                <a:cs typeface="Yu Gothic"/>
              </a:defRPr>
            </a:lvl3pPr>
            <a:lvl4pPr>
              <a:buNone/>
              <a:defRPr sz="2250" b="0">
                <a:solidFill>
                  <a:srgbClr val="263D4D"/>
                </a:solidFill>
                <a:latin typeface="Yu Gothic"/>
                <a:ea typeface="Yu Gothic"/>
                <a:cs typeface="Yu Gothic"/>
              </a:defRPr>
            </a:lvl4pPr>
            <a:lvl5pPr>
              <a:buNone/>
              <a:defRPr sz="2250" b="0">
                <a:solidFill>
                  <a:srgbClr val="263D4D"/>
                </a:solidFill>
                <a:latin typeface="Yu Gothic"/>
                <a:ea typeface="Yu Gothic"/>
                <a:cs typeface="Yu Gothic"/>
              </a:defRPr>
            </a:lvl5pPr>
            <a:lvl6pPr>
              <a:buNone/>
              <a:defRPr sz="2250" b="0">
                <a:solidFill>
                  <a:srgbClr val="263D4D"/>
                </a:solidFill>
                <a:latin typeface="Yu Gothic"/>
                <a:ea typeface="Yu Gothic"/>
                <a:cs typeface="Yu Gothic"/>
              </a:defRPr>
            </a:lvl6pPr>
            <a:lvl7pPr>
              <a:buNone/>
              <a:defRPr sz="2250" b="0">
                <a:solidFill>
                  <a:srgbClr val="263D4D"/>
                </a:solidFill>
                <a:latin typeface="Yu Gothic"/>
                <a:ea typeface="Yu Gothic"/>
                <a:cs typeface="Yu Gothic"/>
              </a:defRPr>
            </a:lvl7pPr>
            <a:lvl8pPr>
              <a:buNone/>
              <a:defRPr sz="2250" b="0">
                <a:solidFill>
                  <a:srgbClr val="263D4D"/>
                </a:solidFill>
                <a:latin typeface="Yu Gothic"/>
                <a:ea typeface="Yu Gothic"/>
                <a:cs typeface="Yu Gothic"/>
              </a:defRPr>
            </a:lvl8pPr>
            <a:lvl9pPr>
              <a:buNone/>
              <a:defRPr sz="2250" b="0">
                <a:solidFill>
                  <a:srgbClr val="263D4D"/>
                </a:solidFill>
                <a:latin typeface="Yu Gothic"/>
                <a:ea typeface="Yu Gothic"/>
                <a:cs typeface="Yu Gothic"/>
              </a:defRPr>
            </a:lvl9pPr>
          </a:lstStyle>
          <a:p xmlns:a="http://schemas.openxmlformats.org/drawingml/2006/main">
            <a:pPr>
              <a:buNone/>
              <a:defRPr sz="2250" b="0">
                <a:solidFill>
                  <a:srgbClr val="263D4D"/>
                </a:solidFill>
                <a:latin typeface="Yu Gothic"/>
                <a:ea typeface="Yu Gothic"/>
                <a:cs typeface="Yu Gothic"/>
              </a:defRPr>
            </a:pPr>
            <a:r>
              <a:rPr sz="2250" b="0">
                <a:solidFill>
                  <a:srgbClr val="263D4D"/>
                </a:solidFill>
                <a:latin typeface="Yu Gothic"/>
                <a:ea typeface="Yu Gothic"/>
                <a:cs typeface="Yu Gothic"/>
              </a:rPr>
              <a:t>正式な設問・配点・締切は授業の指示に従う</a:t>
            </a:r>
          </a:p>
        </p:txBody>
      </p:sp>
      <p:sp>
        <p:nvSpPr>
          <p:cNvPr id="7" name="正方形/長方形 6">
            <a:extLst xmlns:a="http://schemas.openxmlformats.org/drawingml/2006/main">
              <a:ext uri="{FF2B5EF4-FFF2-40B4-BE49-F238E27FC236}">
                <a16:creationId xmlns:a16="http://schemas.microsoft.com/office/drawing/2014/main" id="{0C773882-3D5B-413F-A366-87B0921160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353175"/>
            <a:ext cx="8953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>
              <a:defRPr sz="1425" b="0">
                <a:solidFill>
                  <a:srgbClr val="71818B"/>
                </a:solidFill>
                <a:latin typeface="Yu Gothic"/>
                <a:ea typeface="Yu Gothic"/>
                <a:cs typeface="Yu Gothic"/>
              </a:defRPr>
            </a:defPPr>
            <a:lvl1pPr>
              <a:buNone/>
              <a:defRPr sz="1425" b="0">
                <a:solidFill>
                  <a:srgbClr val="71818B"/>
                </a:solidFill>
                <a:latin typeface="Yu Gothic"/>
                <a:ea typeface="Yu Gothic"/>
                <a:cs typeface="Yu Gothic"/>
              </a:defRPr>
            </a:lvl1pPr>
            <a:lvl2pPr>
              <a:buNone/>
              <a:defRPr sz="1425" b="0">
                <a:solidFill>
                  <a:srgbClr val="71818B"/>
                </a:solidFill>
                <a:latin typeface="Yu Gothic"/>
                <a:ea typeface="Yu Gothic"/>
                <a:cs typeface="Yu Gothic"/>
              </a:defRPr>
            </a:lvl2pPr>
            <a:lvl3pPr>
              <a:buNone/>
              <a:defRPr sz="1425" b="0">
                <a:solidFill>
                  <a:srgbClr val="71818B"/>
                </a:solidFill>
                <a:latin typeface="Yu Gothic"/>
                <a:ea typeface="Yu Gothic"/>
                <a:cs typeface="Yu Gothic"/>
              </a:defRPr>
            </a:lvl3pPr>
            <a:lvl4pPr>
              <a:buNone/>
              <a:defRPr sz="1425" b="0">
                <a:solidFill>
                  <a:srgbClr val="71818B"/>
                </a:solidFill>
                <a:latin typeface="Yu Gothic"/>
                <a:ea typeface="Yu Gothic"/>
                <a:cs typeface="Yu Gothic"/>
              </a:defRPr>
            </a:lvl4pPr>
            <a:lvl5pPr>
              <a:buNone/>
              <a:defRPr sz="1425" b="0">
                <a:solidFill>
                  <a:srgbClr val="71818B"/>
                </a:solidFill>
                <a:latin typeface="Yu Gothic"/>
                <a:ea typeface="Yu Gothic"/>
                <a:cs typeface="Yu Gothic"/>
              </a:defRPr>
            </a:lvl5pPr>
            <a:lvl6pPr>
              <a:buNone/>
              <a:defRPr sz="1425" b="0">
                <a:solidFill>
                  <a:srgbClr val="71818B"/>
                </a:solidFill>
                <a:latin typeface="Yu Gothic"/>
                <a:ea typeface="Yu Gothic"/>
                <a:cs typeface="Yu Gothic"/>
              </a:defRPr>
            </a:lvl6pPr>
            <a:lvl7pPr>
              <a:buNone/>
              <a:defRPr sz="1425" b="0">
                <a:solidFill>
                  <a:srgbClr val="71818B"/>
                </a:solidFill>
                <a:latin typeface="Yu Gothic"/>
                <a:ea typeface="Yu Gothic"/>
                <a:cs typeface="Yu Gothic"/>
              </a:defRPr>
            </a:lvl7pPr>
            <a:lvl8pPr>
              <a:buNone/>
              <a:defRPr sz="1425" b="0">
                <a:solidFill>
                  <a:srgbClr val="71818B"/>
                </a:solidFill>
                <a:latin typeface="Yu Gothic"/>
                <a:ea typeface="Yu Gothic"/>
                <a:cs typeface="Yu Gothic"/>
              </a:defRPr>
            </a:lvl8pPr>
            <a:lvl9pPr>
              <a:buNone/>
              <a:defRPr sz="1425" b="0">
                <a:solidFill>
                  <a:srgbClr val="71818B"/>
                </a:solidFill>
                <a:latin typeface="Yu Gothic"/>
                <a:ea typeface="Yu Gothic"/>
                <a:cs typeface="Yu Gothic"/>
              </a:defRPr>
            </a:lvl9pPr>
          </a:lstStyle>
          <a:p xmlns:a="http://schemas.openxmlformats.org/drawingml/2006/main">
            <a:pPr>
              <a:buNone/>
              <a:defRPr sz="1425" b="0">
                <a:solidFill>
                  <a:srgbClr val="71818B"/>
                </a:solidFill>
                <a:latin typeface="Yu Gothic"/>
                <a:ea typeface="Yu Gothic"/>
                <a:cs typeface="Yu Gothic"/>
              </a:defRPr>
            </a:pPr>
            <a:r>
              <a:rPr sz="1425" b="0">
                <a:solidFill>
                  <a:srgbClr val="71818B"/>
                </a:solidFill>
                <a:latin typeface="Yu Gothic"/>
                <a:ea typeface="Yu Gothic"/>
                <a:cs typeface="Yu Gothic"/>
              </a:rPr>
              <a:t>工業材料概論　第12回</a:t>
            </a:r>
          </a:p>
        </p:txBody>
      </p:sp>
      <p:sp>
        <p:nvSpPr>
          <p:cNvPr id="8" name="正方形/長方形 7">
            <a:extLst xmlns:a="http://schemas.openxmlformats.org/drawingml/2006/main">
              <a:ext uri="{FF2B5EF4-FFF2-40B4-BE49-F238E27FC236}">
                <a16:creationId xmlns:a16="http://schemas.microsoft.com/office/drawing/2014/main" id="{0C81898A-F2C9-4D10-B028-F49FC8BEC6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82250" y="6353175"/>
            <a:ext cx="1238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>
              <a:defRPr sz="1425" b="0">
                <a:solidFill>
                  <a:srgbClr val="71818B"/>
                </a:solidFill>
                <a:latin typeface="Yu Gothic"/>
                <a:ea typeface="Yu Gothic"/>
                <a:cs typeface="Yu Gothic"/>
              </a:defRPr>
            </a:defPPr>
            <a:lvl1pPr>
              <a:buNone/>
              <a:defRPr sz="1425" b="0">
                <a:solidFill>
                  <a:srgbClr val="71818B"/>
                </a:solidFill>
                <a:latin typeface="Yu Gothic"/>
                <a:ea typeface="Yu Gothic"/>
                <a:cs typeface="Yu Gothic"/>
              </a:defRPr>
            </a:lvl1pPr>
            <a:lvl2pPr>
              <a:buNone/>
              <a:defRPr sz="1425" b="0">
                <a:solidFill>
                  <a:srgbClr val="71818B"/>
                </a:solidFill>
                <a:latin typeface="Yu Gothic"/>
                <a:ea typeface="Yu Gothic"/>
                <a:cs typeface="Yu Gothic"/>
              </a:defRPr>
            </a:lvl2pPr>
            <a:lvl3pPr>
              <a:buNone/>
              <a:defRPr sz="1425" b="0">
                <a:solidFill>
                  <a:srgbClr val="71818B"/>
                </a:solidFill>
                <a:latin typeface="Yu Gothic"/>
                <a:ea typeface="Yu Gothic"/>
                <a:cs typeface="Yu Gothic"/>
              </a:defRPr>
            </a:lvl3pPr>
            <a:lvl4pPr>
              <a:buNone/>
              <a:defRPr sz="1425" b="0">
                <a:solidFill>
                  <a:srgbClr val="71818B"/>
                </a:solidFill>
                <a:latin typeface="Yu Gothic"/>
                <a:ea typeface="Yu Gothic"/>
                <a:cs typeface="Yu Gothic"/>
              </a:defRPr>
            </a:lvl4pPr>
            <a:lvl5pPr>
              <a:buNone/>
              <a:defRPr sz="1425" b="0">
                <a:solidFill>
                  <a:srgbClr val="71818B"/>
                </a:solidFill>
                <a:latin typeface="Yu Gothic"/>
                <a:ea typeface="Yu Gothic"/>
                <a:cs typeface="Yu Gothic"/>
              </a:defRPr>
            </a:lvl5pPr>
            <a:lvl6pPr>
              <a:buNone/>
              <a:defRPr sz="1425" b="0">
                <a:solidFill>
                  <a:srgbClr val="71818B"/>
                </a:solidFill>
                <a:latin typeface="Yu Gothic"/>
                <a:ea typeface="Yu Gothic"/>
                <a:cs typeface="Yu Gothic"/>
              </a:defRPr>
            </a:lvl6pPr>
            <a:lvl7pPr>
              <a:buNone/>
              <a:defRPr sz="1425" b="0">
                <a:solidFill>
                  <a:srgbClr val="71818B"/>
                </a:solidFill>
                <a:latin typeface="Yu Gothic"/>
                <a:ea typeface="Yu Gothic"/>
                <a:cs typeface="Yu Gothic"/>
              </a:defRPr>
            </a:lvl7pPr>
            <a:lvl8pPr>
              <a:buNone/>
              <a:defRPr sz="1425" b="0">
                <a:solidFill>
                  <a:srgbClr val="71818B"/>
                </a:solidFill>
                <a:latin typeface="Yu Gothic"/>
                <a:ea typeface="Yu Gothic"/>
                <a:cs typeface="Yu Gothic"/>
              </a:defRPr>
            </a:lvl8pPr>
            <a:lvl9pPr>
              <a:buNone/>
              <a:defRPr sz="1425" b="0">
                <a:solidFill>
                  <a:srgbClr val="71818B"/>
                </a:solidFill>
                <a:latin typeface="Yu Gothic"/>
                <a:ea typeface="Yu Gothic"/>
                <a:cs typeface="Yu Gothic"/>
              </a:defRPr>
            </a:lvl9pPr>
          </a:lstStyle>
          <a:p xmlns:a="http://schemas.openxmlformats.org/drawingml/2006/main">
            <a:pPr>
              <a:buNone/>
              <a:defRPr sz="1425" b="0">
                <a:solidFill>
                  <a:srgbClr val="71818B"/>
                </a:solidFill>
                <a:latin typeface="Yu Gothic"/>
                <a:ea typeface="Yu Gothic"/>
                <a:cs typeface="Yu Gothic"/>
              </a:defRPr>
            </a:pPr>
            <a:r>
              <a:rPr sz="1425" b="0">
                <a:solidFill>
                  <a:srgbClr val="71818B"/>
                </a:solidFill>
                <a:latin typeface="Yu Gothic"/>
                <a:ea typeface="Yu Gothic"/>
                <a:cs typeface="Yu Gothic"/>
              </a:rPr>
              <a:t>37 / 41</a:t>
            </a:r>
            <a:endParaRPr sz="1425" b="0">
              <a:solidFill>
                <a:srgbClr val="71818B"/>
              </a:solidFill>
              <a:latin typeface="Yu Gothic"/>
              <a:ea typeface="Yu Gothic"/>
              <a:cs typeface="Yu Gothic"/>
            </a:endParaRPr>
          </a:p>
        </p:txBody>
      </p:sp>
    </p:spTree>
    <p:extLst>
      <p:ext uri="{BB962C8B-B14F-4D97-AF65-F5344CB8AC3E}">
        <p14:creationId xmlns:p14="http://schemas.microsoft.com/office/powerpoint/2010/main" val="811597546"/>
      </p:ext>
    </p:extLst>
  </p:cSld>
</p:sld>
</file>

<file path=ppt/slides/slide38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正方形/長方形 8">
            <a:extLst xmlns:a="http://schemas.openxmlformats.org/drawingml/2006/main">
              <a:ext uri="{FF2B5EF4-FFF2-40B4-BE49-F238E27FC236}">
                <a16:creationId xmlns:a16="http://schemas.microsoft.com/office/drawing/2014/main" id="{8FFC4D96-6323-4408-994A-70C658E217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81000"/>
            <a:ext cx="108204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>
              <a:defRPr sz="2775" b="1">
                <a:solidFill>
                  <a:srgbClr val="193B59"/>
                </a:solidFill>
                <a:latin typeface="Yu Gothic"/>
                <a:ea typeface="Yu Gothic"/>
                <a:cs typeface="Yu Gothic"/>
              </a:defRPr>
            </a:defPPr>
            <a:lvl1pPr>
              <a:buNone/>
              <a:defRPr sz="2775" b="1">
                <a:solidFill>
                  <a:srgbClr val="193B59"/>
                </a:solidFill>
                <a:latin typeface="Yu Gothic"/>
                <a:ea typeface="Yu Gothic"/>
                <a:cs typeface="Yu Gothic"/>
              </a:defRPr>
            </a:lvl1pPr>
            <a:lvl2pPr>
              <a:buNone/>
              <a:defRPr sz="2775" b="1">
                <a:solidFill>
                  <a:srgbClr val="193B59"/>
                </a:solidFill>
                <a:latin typeface="Yu Gothic"/>
                <a:ea typeface="Yu Gothic"/>
                <a:cs typeface="Yu Gothic"/>
              </a:defRPr>
            </a:lvl2pPr>
            <a:lvl3pPr>
              <a:buNone/>
              <a:defRPr sz="2775" b="1">
                <a:solidFill>
                  <a:srgbClr val="193B59"/>
                </a:solidFill>
                <a:latin typeface="Yu Gothic"/>
                <a:ea typeface="Yu Gothic"/>
                <a:cs typeface="Yu Gothic"/>
              </a:defRPr>
            </a:lvl3pPr>
            <a:lvl4pPr>
              <a:buNone/>
              <a:defRPr sz="2775" b="1">
                <a:solidFill>
                  <a:srgbClr val="193B59"/>
                </a:solidFill>
                <a:latin typeface="Yu Gothic"/>
                <a:ea typeface="Yu Gothic"/>
                <a:cs typeface="Yu Gothic"/>
              </a:defRPr>
            </a:lvl4pPr>
            <a:lvl5pPr>
              <a:buNone/>
              <a:defRPr sz="2775" b="1">
                <a:solidFill>
                  <a:srgbClr val="193B59"/>
                </a:solidFill>
                <a:latin typeface="Yu Gothic"/>
                <a:ea typeface="Yu Gothic"/>
                <a:cs typeface="Yu Gothic"/>
              </a:defRPr>
            </a:lvl5pPr>
            <a:lvl6pPr>
              <a:buNone/>
              <a:defRPr sz="2775" b="1">
                <a:solidFill>
                  <a:srgbClr val="193B59"/>
                </a:solidFill>
                <a:latin typeface="Yu Gothic"/>
                <a:ea typeface="Yu Gothic"/>
                <a:cs typeface="Yu Gothic"/>
              </a:defRPr>
            </a:lvl6pPr>
            <a:lvl7pPr>
              <a:buNone/>
              <a:defRPr sz="2775" b="1">
                <a:solidFill>
                  <a:srgbClr val="193B59"/>
                </a:solidFill>
                <a:latin typeface="Yu Gothic"/>
                <a:ea typeface="Yu Gothic"/>
                <a:cs typeface="Yu Gothic"/>
              </a:defRPr>
            </a:lvl7pPr>
            <a:lvl8pPr>
              <a:buNone/>
              <a:defRPr sz="2775" b="1">
                <a:solidFill>
                  <a:srgbClr val="193B59"/>
                </a:solidFill>
                <a:latin typeface="Yu Gothic"/>
                <a:ea typeface="Yu Gothic"/>
                <a:cs typeface="Yu Gothic"/>
              </a:defRPr>
            </a:lvl8pPr>
            <a:lvl9pPr>
              <a:buNone/>
              <a:defRPr sz="2775" b="1">
                <a:solidFill>
                  <a:srgbClr val="193B59"/>
                </a:solidFill>
                <a:latin typeface="Yu Gothic"/>
                <a:ea typeface="Yu Gothic"/>
                <a:cs typeface="Yu Gothic"/>
              </a:defRPr>
            </a:lvl9pPr>
          </a:lstStyle>
          <a:p xmlns:a="http://schemas.openxmlformats.org/drawingml/2006/main">
            <a:pPr>
              <a:buNone/>
              <a:defRPr sz="2775" b="1">
                <a:solidFill>
                  <a:srgbClr val="193B59"/>
                </a:solidFill>
                <a:latin typeface="Yu Gothic"/>
                <a:ea typeface="Yu Gothic"/>
                <a:cs typeface="Yu Gothic"/>
              </a:defRPr>
            </a:pPr>
            <a:r>
              <a:rPr sz="2775" b="1">
                <a:solidFill>
                  <a:srgbClr val="193B59"/>
                </a:solidFill>
                <a:latin typeface="Yu Gothic"/>
                <a:ea typeface="Yu Gothic"/>
                <a:cs typeface="Yu Gothic"/>
              </a:rPr>
              <a:t>問6：比較表が○△×だけだったら</a:t>
            </a:r>
          </a:p>
        </p:txBody>
      </p:sp>
      <p:sp>
        <p:nvSpPr>
          <p:cNvPr id="2" name="フリーフォーム: 図形 1">
            <a:extLst xmlns:a="http://schemas.openxmlformats.org/drawingml/2006/main">
              <a:ext uri="{FF2B5EF4-FFF2-40B4-BE49-F238E27FC236}">
                <a16:creationId xmlns:a16="http://schemas.microsoft.com/office/drawing/2014/main" id="{76820DF9-77B2-4172-900D-EEC7F65520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323975"/>
            <a:ext cx="10820400" cy="9525"/>
          </a:xfrm>
          <a:custGeom xmlns:a="http://schemas.openxmlformats.org/drawingml/2006/main">
            <a:rect l="0" t="0" r="0" b="0"/>
            <a:pathLst>
              <a:path w="10820400" h="9525">
                <a:moveTo>
                  <a:pt x="0" y="0"/>
                </a:moveTo>
                <a:lnTo>
                  <a:pt x="1082040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D8E1E7"/>
            </a:solidFill>
          </a:ln>
        </p:spPr>
      </p:sp>
      <p:sp>
        <p:nvSpPr>
          <p:cNvPr id="3" name="正方形/長方形 2">
            <a:extLst xmlns:a="http://schemas.openxmlformats.org/drawingml/2006/main">
              <a:ext uri="{FF2B5EF4-FFF2-40B4-BE49-F238E27FC236}">
                <a16:creationId xmlns:a16="http://schemas.microsoft.com/office/drawing/2014/main" id="{9DB9B7B3-AA83-483B-8A61-AD0C012678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1524000"/>
            <a:ext cx="10572750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>
              <a:defRPr sz="2100" b="1">
                <a:solidFill>
                  <a:srgbClr val="263D4D"/>
                </a:solidFill>
                <a:latin typeface="Yu Gothic"/>
                <a:ea typeface="Yu Gothic"/>
                <a:cs typeface="Yu Gothic"/>
              </a:defRPr>
            </a:defPPr>
            <a:lvl1pPr>
              <a:buNone/>
              <a:defRPr sz="2100" b="1">
                <a:solidFill>
                  <a:srgbClr val="263D4D"/>
                </a:solidFill>
                <a:latin typeface="Yu Gothic"/>
                <a:ea typeface="Yu Gothic"/>
                <a:cs typeface="Yu Gothic"/>
              </a:defRPr>
            </a:lvl1pPr>
            <a:lvl2pPr>
              <a:buNone/>
              <a:defRPr sz="2100" b="1">
                <a:solidFill>
                  <a:srgbClr val="263D4D"/>
                </a:solidFill>
                <a:latin typeface="Yu Gothic"/>
                <a:ea typeface="Yu Gothic"/>
                <a:cs typeface="Yu Gothic"/>
              </a:defRPr>
            </a:lvl2pPr>
            <a:lvl3pPr>
              <a:buNone/>
              <a:defRPr sz="2100" b="1">
                <a:solidFill>
                  <a:srgbClr val="263D4D"/>
                </a:solidFill>
                <a:latin typeface="Yu Gothic"/>
                <a:ea typeface="Yu Gothic"/>
                <a:cs typeface="Yu Gothic"/>
              </a:defRPr>
            </a:lvl3pPr>
            <a:lvl4pPr>
              <a:buNone/>
              <a:defRPr sz="2100" b="1">
                <a:solidFill>
                  <a:srgbClr val="263D4D"/>
                </a:solidFill>
                <a:latin typeface="Yu Gothic"/>
                <a:ea typeface="Yu Gothic"/>
                <a:cs typeface="Yu Gothic"/>
              </a:defRPr>
            </a:lvl4pPr>
            <a:lvl5pPr>
              <a:buNone/>
              <a:defRPr sz="2100" b="1">
                <a:solidFill>
                  <a:srgbClr val="263D4D"/>
                </a:solidFill>
                <a:latin typeface="Yu Gothic"/>
                <a:ea typeface="Yu Gothic"/>
                <a:cs typeface="Yu Gothic"/>
              </a:defRPr>
            </a:lvl5pPr>
            <a:lvl6pPr>
              <a:buNone/>
              <a:defRPr sz="2100" b="1">
                <a:solidFill>
                  <a:srgbClr val="263D4D"/>
                </a:solidFill>
                <a:latin typeface="Yu Gothic"/>
                <a:ea typeface="Yu Gothic"/>
                <a:cs typeface="Yu Gothic"/>
              </a:defRPr>
            </a:lvl6pPr>
            <a:lvl7pPr>
              <a:buNone/>
              <a:defRPr sz="2100" b="1">
                <a:solidFill>
                  <a:srgbClr val="263D4D"/>
                </a:solidFill>
                <a:latin typeface="Yu Gothic"/>
                <a:ea typeface="Yu Gothic"/>
                <a:cs typeface="Yu Gothic"/>
              </a:defRPr>
            </a:lvl7pPr>
            <a:lvl8pPr>
              <a:buNone/>
              <a:defRPr sz="2100" b="1">
                <a:solidFill>
                  <a:srgbClr val="263D4D"/>
                </a:solidFill>
                <a:latin typeface="Yu Gothic"/>
                <a:ea typeface="Yu Gothic"/>
                <a:cs typeface="Yu Gothic"/>
              </a:defRPr>
            </a:lvl8pPr>
            <a:lvl9pPr>
              <a:buNone/>
              <a:defRPr sz="2100" b="1">
                <a:solidFill>
                  <a:srgbClr val="263D4D"/>
                </a:solidFill>
                <a:latin typeface="Yu Gothic"/>
                <a:ea typeface="Yu Gothic"/>
                <a:cs typeface="Yu Gothic"/>
              </a:defRPr>
            </a:lvl9pPr>
          </a:lstStyle>
          <a:p xmlns:a="http://schemas.openxmlformats.org/drawingml/2006/main">
            <a:pPr>
              <a:buNone/>
              <a:defRPr sz="2100" b="1">
                <a:solidFill>
                  <a:srgbClr val="263D4D"/>
                </a:solidFill>
                <a:latin typeface="Yu Gothic"/>
                <a:ea typeface="Yu Gothic"/>
                <a:cs typeface="Yu Gothic"/>
              </a:defRPr>
            </a:pPr>
            <a:r>
              <a:rPr sz="2100" b="1">
                <a:solidFill>
                  <a:srgbClr val="263D4D"/>
                </a:solidFill>
                <a:latin typeface="Yu Gothic"/>
                <a:ea typeface="Yu Gothic"/>
                <a:cs typeface="Yu Gothic"/>
              </a:rPr>
              <a:t>教員採用試験を想定した自作記述問題</a:t>
            </a:r>
          </a:p>
        </p:txBody>
      </p:sp>
      <p:sp>
        <p:nvSpPr>
          <p:cNvPr id="4" name="正方形/長方形 3">
            <a:extLst xmlns:a="http://schemas.openxmlformats.org/drawingml/2006/main">
              <a:ext uri="{FF2B5EF4-FFF2-40B4-BE49-F238E27FC236}">
                <a16:creationId xmlns:a16="http://schemas.microsoft.com/office/drawing/2014/main" id="{FAC9EC0F-80BC-49D6-95B6-2C635E39FD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2476500"/>
            <a:ext cx="10572750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>
              <a:defRPr sz="2100" b="0">
                <a:solidFill>
                  <a:srgbClr val="263D4D"/>
                </a:solidFill>
                <a:latin typeface="Yu Gothic"/>
                <a:ea typeface="Yu Gothic"/>
                <a:cs typeface="Yu Gothic"/>
              </a:defRPr>
            </a:defPPr>
            <a:lvl1pPr>
              <a:buNone/>
              <a:defRPr sz="2100" b="0">
                <a:solidFill>
                  <a:srgbClr val="263D4D"/>
                </a:solidFill>
                <a:latin typeface="Yu Gothic"/>
                <a:ea typeface="Yu Gothic"/>
                <a:cs typeface="Yu Gothic"/>
              </a:defRPr>
            </a:lvl1pPr>
            <a:lvl2pPr>
              <a:buNone/>
              <a:defRPr sz="2100" b="0">
                <a:solidFill>
                  <a:srgbClr val="263D4D"/>
                </a:solidFill>
                <a:latin typeface="Yu Gothic"/>
                <a:ea typeface="Yu Gothic"/>
                <a:cs typeface="Yu Gothic"/>
              </a:defRPr>
            </a:lvl2pPr>
            <a:lvl3pPr>
              <a:buNone/>
              <a:defRPr sz="2100" b="0">
                <a:solidFill>
                  <a:srgbClr val="263D4D"/>
                </a:solidFill>
                <a:latin typeface="Yu Gothic"/>
                <a:ea typeface="Yu Gothic"/>
                <a:cs typeface="Yu Gothic"/>
              </a:defRPr>
            </a:lvl3pPr>
            <a:lvl4pPr>
              <a:buNone/>
              <a:defRPr sz="2100" b="0">
                <a:solidFill>
                  <a:srgbClr val="263D4D"/>
                </a:solidFill>
                <a:latin typeface="Yu Gothic"/>
                <a:ea typeface="Yu Gothic"/>
                <a:cs typeface="Yu Gothic"/>
              </a:defRPr>
            </a:lvl4pPr>
            <a:lvl5pPr>
              <a:buNone/>
              <a:defRPr sz="2100" b="0">
                <a:solidFill>
                  <a:srgbClr val="263D4D"/>
                </a:solidFill>
                <a:latin typeface="Yu Gothic"/>
                <a:ea typeface="Yu Gothic"/>
                <a:cs typeface="Yu Gothic"/>
              </a:defRPr>
            </a:lvl5pPr>
            <a:lvl6pPr>
              <a:buNone/>
              <a:defRPr sz="2100" b="0">
                <a:solidFill>
                  <a:srgbClr val="263D4D"/>
                </a:solidFill>
                <a:latin typeface="Yu Gothic"/>
                <a:ea typeface="Yu Gothic"/>
                <a:cs typeface="Yu Gothic"/>
              </a:defRPr>
            </a:lvl6pPr>
            <a:lvl7pPr>
              <a:buNone/>
              <a:defRPr sz="2100" b="0">
                <a:solidFill>
                  <a:srgbClr val="263D4D"/>
                </a:solidFill>
                <a:latin typeface="Yu Gothic"/>
                <a:ea typeface="Yu Gothic"/>
                <a:cs typeface="Yu Gothic"/>
              </a:defRPr>
            </a:lvl7pPr>
            <a:lvl8pPr>
              <a:buNone/>
              <a:defRPr sz="2100" b="0">
                <a:solidFill>
                  <a:srgbClr val="263D4D"/>
                </a:solidFill>
                <a:latin typeface="Yu Gothic"/>
                <a:ea typeface="Yu Gothic"/>
                <a:cs typeface="Yu Gothic"/>
              </a:defRPr>
            </a:lvl8pPr>
            <a:lvl9pPr>
              <a:buNone/>
              <a:defRPr sz="2100" b="0">
                <a:solidFill>
                  <a:srgbClr val="263D4D"/>
                </a:solidFill>
                <a:latin typeface="Yu Gothic"/>
                <a:ea typeface="Yu Gothic"/>
                <a:cs typeface="Yu Gothic"/>
              </a:defRPr>
            </a:lvl9pPr>
          </a:lstStyle>
          <a:p xmlns:a="http://schemas.openxmlformats.org/drawingml/2006/main">
            <a:pPr>
              <a:buNone/>
              <a:defRPr sz="2100" b="0">
                <a:solidFill>
                  <a:srgbClr val="263D4D"/>
                </a:solidFill>
                <a:latin typeface="Yu Gothic"/>
                <a:ea typeface="Yu Gothic"/>
                <a:cs typeface="Yu Gothic"/>
              </a:defRPr>
            </a:pPr>
            <a:r>
              <a:rPr sz="2100" b="0">
                <a:solidFill>
                  <a:srgbClr val="263D4D"/>
                </a:solidFill>
                <a:latin typeface="Yu Gothic"/>
                <a:ea typeface="Yu Gothic"/>
                <a:cs typeface="Yu Gothic"/>
              </a:rPr>
              <a:t>三材料の比較を○△×だけで終えた生徒に、何を問うか</a:t>
            </a:r>
          </a:p>
        </p:txBody>
      </p:sp>
      <p:sp>
        <p:nvSpPr>
          <p:cNvPr id="5" name="正方形/長方形 4">
            <a:extLst xmlns:a="http://schemas.openxmlformats.org/drawingml/2006/main">
              <a:ext uri="{FF2B5EF4-FFF2-40B4-BE49-F238E27FC236}">
                <a16:creationId xmlns:a16="http://schemas.microsoft.com/office/drawing/2014/main" id="{1144892F-35CE-4EAB-8100-D520228C2F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3429000"/>
            <a:ext cx="10572750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>
              <a:defRPr sz="2100" b="0">
                <a:solidFill>
                  <a:srgbClr val="263D4D"/>
                </a:solidFill>
                <a:latin typeface="Yu Gothic"/>
                <a:ea typeface="Yu Gothic"/>
                <a:cs typeface="Yu Gothic"/>
              </a:defRPr>
            </a:defPPr>
            <a:lvl1pPr>
              <a:buNone/>
              <a:defRPr sz="2100" b="0">
                <a:solidFill>
                  <a:srgbClr val="263D4D"/>
                </a:solidFill>
                <a:latin typeface="Yu Gothic"/>
                <a:ea typeface="Yu Gothic"/>
                <a:cs typeface="Yu Gothic"/>
              </a:defRPr>
            </a:lvl1pPr>
            <a:lvl2pPr>
              <a:buNone/>
              <a:defRPr sz="2100" b="0">
                <a:solidFill>
                  <a:srgbClr val="263D4D"/>
                </a:solidFill>
                <a:latin typeface="Yu Gothic"/>
                <a:ea typeface="Yu Gothic"/>
                <a:cs typeface="Yu Gothic"/>
              </a:defRPr>
            </a:lvl2pPr>
            <a:lvl3pPr>
              <a:buNone/>
              <a:defRPr sz="2100" b="0">
                <a:solidFill>
                  <a:srgbClr val="263D4D"/>
                </a:solidFill>
                <a:latin typeface="Yu Gothic"/>
                <a:ea typeface="Yu Gothic"/>
                <a:cs typeface="Yu Gothic"/>
              </a:defRPr>
            </a:lvl3pPr>
            <a:lvl4pPr>
              <a:buNone/>
              <a:defRPr sz="2100" b="0">
                <a:solidFill>
                  <a:srgbClr val="263D4D"/>
                </a:solidFill>
                <a:latin typeface="Yu Gothic"/>
                <a:ea typeface="Yu Gothic"/>
                <a:cs typeface="Yu Gothic"/>
              </a:defRPr>
            </a:lvl4pPr>
            <a:lvl5pPr>
              <a:buNone/>
              <a:defRPr sz="2100" b="0">
                <a:solidFill>
                  <a:srgbClr val="263D4D"/>
                </a:solidFill>
                <a:latin typeface="Yu Gothic"/>
                <a:ea typeface="Yu Gothic"/>
                <a:cs typeface="Yu Gothic"/>
              </a:defRPr>
            </a:lvl5pPr>
            <a:lvl6pPr>
              <a:buNone/>
              <a:defRPr sz="2100" b="0">
                <a:solidFill>
                  <a:srgbClr val="263D4D"/>
                </a:solidFill>
                <a:latin typeface="Yu Gothic"/>
                <a:ea typeface="Yu Gothic"/>
                <a:cs typeface="Yu Gothic"/>
              </a:defRPr>
            </a:lvl6pPr>
            <a:lvl7pPr>
              <a:buNone/>
              <a:defRPr sz="2100" b="0">
                <a:solidFill>
                  <a:srgbClr val="263D4D"/>
                </a:solidFill>
                <a:latin typeface="Yu Gothic"/>
                <a:ea typeface="Yu Gothic"/>
                <a:cs typeface="Yu Gothic"/>
              </a:defRPr>
            </a:lvl7pPr>
            <a:lvl8pPr>
              <a:buNone/>
              <a:defRPr sz="2100" b="0">
                <a:solidFill>
                  <a:srgbClr val="263D4D"/>
                </a:solidFill>
                <a:latin typeface="Yu Gothic"/>
                <a:ea typeface="Yu Gothic"/>
                <a:cs typeface="Yu Gothic"/>
              </a:defRPr>
            </a:lvl8pPr>
            <a:lvl9pPr>
              <a:buNone/>
              <a:defRPr sz="2100" b="0">
                <a:solidFill>
                  <a:srgbClr val="263D4D"/>
                </a:solidFill>
                <a:latin typeface="Yu Gothic"/>
                <a:ea typeface="Yu Gothic"/>
                <a:cs typeface="Yu Gothic"/>
              </a:defRPr>
            </a:lvl9pPr>
          </a:lstStyle>
          <a:p xmlns:a="http://schemas.openxmlformats.org/drawingml/2006/main">
            <a:pPr>
              <a:buNone/>
              <a:defRPr sz="2100" b="0">
                <a:solidFill>
                  <a:srgbClr val="263D4D"/>
                </a:solidFill>
                <a:latin typeface="Yu Gothic"/>
                <a:ea typeface="Yu Gothic"/>
                <a:cs typeface="Yu Gothic"/>
              </a:defRPr>
            </a:pPr>
            <a:r>
              <a:rPr sz="2100" b="0">
                <a:solidFill>
                  <a:srgbClr val="263D4D"/>
                </a:solidFill>
                <a:latin typeface="Yu Gothic"/>
                <a:ea typeface="Yu Gothic"/>
                <a:cs typeface="Yu Gothic"/>
              </a:rPr>
              <a:t>用途・使用条件・根拠を含めて、問い返しを考える</a:t>
            </a:r>
          </a:p>
        </p:txBody>
      </p:sp>
      <p:sp>
        <p:nvSpPr>
          <p:cNvPr id="6" name="正方形/長方形 5">
            <a:extLst xmlns:a="http://schemas.openxmlformats.org/drawingml/2006/main">
              <a:ext uri="{FF2B5EF4-FFF2-40B4-BE49-F238E27FC236}">
                <a16:creationId xmlns:a16="http://schemas.microsoft.com/office/drawing/2014/main" id="{2BC43EE5-9454-47B7-B12C-F886E58309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4381500"/>
            <a:ext cx="10572750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>
              <a:defRPr sz="2100" b="0">
                <a:solidFill>
                  <a:srgbClr val="263D4D"/>
                </a:solidFill>
                <a:latin typeface="Yu Gothic"/>
                <a:ea typeface="Yu Gothic"/>
                <a:cs typeface="Yu Gothic"/>
              </a:defRPr>
            </a:defPPr>
            <a:lvl1pPr>
              <a:buNone/>
              <a:defRPr sz="2100" b="0">
                <a:solidFill>
                  <a:srgbClr val="263D4D"/>
                </a:solidFill>
                <a:latin typeface="Yu Gothic"/>
                <a:ea typeface="Yu Gothic"/>
                <a:cs typeface="Yu Gothic"/>
              </a:defRPr>
            </a:lvl1pPr>
            <a:lvl2pPr>
              <a:buNone/>
              <a:defRPr sz="2100" b="0">
                <a:solidFill>
                  <a:srgbClr val="263D4D"/>
                </a:solidFill>
                <a:latin typeface="Yu Gothic"/>
                <a:ea typeface="Yu Gothic"/>
                <a:cs typeface="Yu Gothic"/>
              </a:defRPr>
            </a:lvl2pPr>
            <a:lvl3pPr>
              <a:buNone/>
              <a:defRPr sz="2100" b="0">
                <a:solidFill>
                  <a:srgbClr val="263D4D"/>
                </a:solidFill>
                <a:latin typeface="Yu Gothic"/>
                <a:ea typeface="Yu Gothic"/>
                <a:cs typeface="Yu Gothic"/>
              </a:defRPr>
            </a:lvl3pPr>
            <a:lvl4pPr>
              <a:buNone/>
              <a:defRPr sz="2100" b="0">
                <a:solidFill>
                  <a:srgbClr val="263D4D"/>
                </a:solidFill>
                <a:latin typeface="Yu Gothic"/>
                <a:ea typeface="Yu Gothic"/>
                <a:cs typeface="Yu Gothic"/>
              </a:defRPr>
            </a:lvl4pPr>
            <a:lvl5pPr>
              <a:buNone/>
              <a:defRPr sz="2100" b="0">
                <a:solidFill>
                  <a:srgbClr val="263D4D"/>
                </a:solidFill>
                <a:latin typeface="Yu Gothic"/>
                <a:ea typeface="Yu Gothic"/>
                <a:cs typeface="Yu Gothic"/>
              </a:defRPr>
            </a:lvl5pPr>
            <a:lvl6pPr>
              <a:buNone/>
              <a:defRPr sz="2100" b="0">
                <a:solidFill>
                  <a:srgbClr val="263D4D"/>
                </a:solidFill>
                <a:latin typeface="Yu Gothic"/>
                <a:ea typeface="Yu Gothic"/>
                <a:cs typeface="Yu Gothic"/>
              </a:defRPr>
            </a:lvl6pPr>
            <a:lvl7pPr>
              <a:buNone/>
              <a:defRPr sz="2100" b="0">
                <a:solidFill>
                  <a:srgbClr val="263D4D"/>
                </a:solidFill>
                <a:latin typeface="Yu Gothic"/>
                <a:ea typeface="Yu Gothic"/>
                <a:cs typeface="Yu Gothic"/>
              </a:defRPr>
            </a:lvl7pPr>
            <a:lvl8pPr>
              <a:buNone/>
              <a:defRPr sz="2100" b="0">
                <a:solidFill>
                  <a:srgbClr val="263D4D"/>
                </a:solidFill>
                <a:latin typeface="Yu Gothic"/>
                <a:ea typeface="Yu Gothic"/>
                <a:cs typeface="Yu Gothic"/>
              </a:defRPr>
            </a:lvl8pPr>
            <a:lvl9pPr>
              <a:buNone/>
              <a:defRPr sz="2100" b="0">
                <a:solidFill>
                  <a:srgbClr val="263D4D"/>
                </a:solidFill>
                <a:latin typeface="Yu Gothic"/>
                <a:ea typeface="Yu Gothic"/>
                <a:cs typeface="Yu Gothic"/>
              </a:defRPr>
            </a:lvl9pPr>
          </a:lstStyle>
          <a:p xmlns:a="http://schemas.openxmlformats.org/drawingml/2006/main">
            <a:pPr>
              <a:buNone/>
              <a:defRPr sz="2100" b="0">
                <a:solidFill>
                  <a:srgbClr val="263D4D"/>
                </a:solidFill>
                <a:latin typeface="Yu Gothic"/>
                <a:ea typeface="Yu Gothic"/>
                <a:cs typeface="Yu Gothic"/>
              </a:defRPr>
            </a:pPr>
            <a:r>
              <a:rPr sz="2100" b="0">
                <a:solidFill>
                  <a:srgbClr val="263D4D"/>
                </a:solidFill>
                <a:latin typeface="Yu Gothic"/>
                <a:ea typeface="Yu Gothic"/>
                <a:cs typeface="Yu Gothic"/>
              </a:rPr>
              <a:t>自分の選択についても、未確認事項と変更条件を記す</a:t>
            </a:r>
          </a:p>
        </p:txBody>
      </p:sp>
      <p:sp>
        <p:nvSpPr>
          <p:cNvPr id="7" name="正方形/長方形 6">
            <a:extLst xmlns:a="http://schemas.openxmlformats.org/drawingml/2006/main">
              <a:ext uri="{FF2B5EF4-FFF2-40B4-BE49-F238E27FC236}">
                <a16:creationId xmlns:a16="http://schemas.microsoft.com/office/drawing/2014/main" id="{D523720A-BA33-46E8-9C64-A1090FBF52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353175"/>
            <a:ext cx="8572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>
              <a:defRPr sz="1425" b="0">
                <a:solidFill>
                  <a:srgbClr val="71818B"/>
                </a:solidFill>
                <a:latin typeface="Yu Gothic"/>
                <a:ea typeface="Yu Gothic"/>
                <a:cs typeface="Yu Gothic"/>
              </a:defRPr>
            </a:defPPr>
            <a:lvl1pPr>
              <a:buNone/>
              <a:defRPr sz="1425" b="0">
                <a:solidFill>
                  <a:srgbClr val="71818B"/>
                </a:solidFill>
                <a:latin typeface="Yu Gothic"/>
                <a:ea typeface="Yu Gothic"/>
                <a:cs typeface="Yu Gothic"/>
              </a:defRPr>
            </a:lvl1pPr>
            <a:lvl2pPr>
              <a:buNone/>
              <a:defRPr sz="1425" b="0">
                <a:solidFill>
                  <a:srgbClr val="71818B"/>
                </a:solidFill>
                <a:latin typeface="Yu Gothic"/>
                <a:ea typeface="Yu Gothic"/>
                <a:cs typeface="Yu Gothic"/>
              </a:defRPr>
            </a:lvl2pPr>
            <a:lvl3pPr>
              <a:buNone/>
              <a:defRPr sz="1425" b="0">
                <a:solidFill>
                  <a:srgbClr val="71818B"/>
                </a:solidFill>
                <a:latin typeface="Yu Gothic"/>
                <a:ea typeface="Yu Gothic"/>
                <a:cs typeface="Yu Gothic"/>
              </a:defRPr>
            </a:lvl3pPr>
            <a:lvl4pPr>
              <a:buNone/>
              <a:defRPr sz="1425" b="0">
                <a:solidFill>
                  <a:srgbClr val="71818B"/>
                </a:solidFill>
                <a:latin typeface="Yu Gothic"/>
                <a:ea typeface="Yu Gothic"/>
                <a:cs typeface="Yu Gothic"/>
              </a:defRPr>
            </a:lvl4pPr>
            <a:lvl5pPr>
              <a:buNone/>
              <a:defRPr sz="1425" b="0">
                <a:solidFill>
                  <a:srgbClr val="71818B"/>
                </a:solidFill>
                <a:latin typeface="Yu Gothic"/>
                <a:ea typeface="Yu Gothic"/>
                <a:cs typeface="Yu Gothic"/>
              </a:defRPr>
            </a:lvl5pPr>
            <a:lvl6pPr>
              <a:buNone/>
              <a:defRPr sz="1425" b="0">
                <a:solidFill>
                  <a:srgbClr val="71818B"/>
                </a:solidFill>
                <a:latin typeface="Yu Gothic"/>
                <a:ea typeface="Yu Gothic"/>
                <a:cs typeface="Yu Gothic"/>
              </a:defRPr>
            </a:lvl6pPr>
            <a:lvl7pPr>
              <a:buNone/>
              <a:defRPr sz="1425" b="0">
                <a:solidFill>
                  <a:srgbClr val="71818B"/>
                </a:solidFill>
                <a:latin typeface="Yu Gothic"/>
                <a:ea typeface="Yu Gothic"/>
                <a:cs typeface="Yu Gothic"/>
              </a:defRPr>
            </a:lvl7pPr>
            <a:lvl8pPr>
              <a:buNone/>
              <a:defRPr sz="1425" b="0">
                <a:solidFill>
                  <a:srgbClr val="71818B"/>
                </a:solidFill>
                <a:latin typeface="Yu Gothic"/>
                <a:ea typeface="Yu Gothic"/>
                <a:cs typeface="Yu Gothic"/>
              </a:defRPr>
            </a:lvl8pPr>
            <a:lvl9pPr>
              <a:buNone/>
              <a:defRPr sz="1425" b="0">
                <a:solidFill>
                  <a:srgbClr val="71818B"/>
                </a:solidFill>
                <a:latin typeface="Yu Gothic"/>
                <a:ea typeface="Yu Gothic"/>
                <a:cs typeface="Yu Gothic"/>
              </a:defRPr>
            </a:lvl9pPr>
          </a:lstStyle>
          <a:p xmlns:a="http://schemas.openxmlformats.org/drawingml/2006/main">
            <a:pPr>
              <a:buNone/>
              <a:defRPr sz="1425" b="0">
                <a:solidFill>
                  <a:srgbClr val="71818B"/>
                </a:solidFill>
                <a:latin typeface="Yu Gothic"/>
                <a:ea typeface="Yu Gothic"/>
                <a:cs typeface="Yu Gothic"/>
              </a:defRPr>
            </a:pPr>
            <a:r>
              <a:rPr sz="1425" b="0">
                <a:solidFill>
                  <a:srgbClr val="71818B"/>
                </a:solidFill>
                <a:latin typeface="Yu Gothic"/>
                <a:ea typeface="Yu Gothic"/>
                <a:cs typeface="Yu Gothic"/>
              </a:rPr>
              <a:t>工業材料概論　第12回</a:t>
            </a:r>
          </a:p>
        </p:txBody>
      </p:sp>
      <p:sp>
        <p:nvSpPr>
          <p:cNvPr id="8" name="正方形/長方形 7">
            <a:extLst xmlns:a="http://schemas.openxmlformats.org/drawingml/2006/main">
              <a:ext uri="{FF2B5EF4-FFF2-40B4-BE49-F238E27FC236}">
                <a16:creationId xmlns:a16="http://schemas.microsoft.com/office/drawing/2014/main" id="{9C51AB1A-9E05-4753-91ED-662104951F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0" y="6353175"/>
            <a:ext cx="1047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>
              <a:defRPr sz="1425" b="0">
                <a:solidFill>
                  <a:srgbClr val="71818B"/>
                </a:solidFill>
                <a:latin typeface="Yu Gothic"/>
                <a:ea typeface="Yu Gothic"/>
                <a:cs typeface="Yu Gothic"/>
              </a:defRPr>
            </a:defPPr>
            <a:lvl1pPr>
              <a:buNone/>
              <a:defRPr sz="1425" b="0">
                <a:solidFill>
                  <a:srgbClr val="71818B"/>
                </a:solidFill>
                <a:latin typeface="Yu Gothic"/>
                <a:ea typeface="Yu Gothic"/>
                <a:cs typeface="Yu Gothic"/>
              </a:defRPr>
            </a:lvl1pPr>
            <a:lvl2pPr>
              <a:buNone/>
              <a:defRPr sz="1425" b="0">
                <a:solidFill>
                  <a:srgbClr val="71818B"/>
                </a:solidFill>
                <a:latin typeface="Yu Gothic"/>
                <a:ea typeface="Yu Gothic"/>
                <a:cs typeface="Yu Gothic"/>
              </a:defRPr>
            </a:lvl2pPr>
            <a:lvl3pPr>
              <a:buNone/>
              <a:defRPr sz="1425" b="0">
                <a:solidFill>
                  <a:srgbClr val="71818B"/>
                </a:solidFill>
                <a:latin typeface="Yu Gothic"/>
                <a:ea typeface="Yu Gothic"/>
                <a:cs typeface="Yu Gothic"/>
              </a:defRPr>
            </a:lvl3pPr>
            <a:lvl4pPr>
              <a:buNone/>
              <a:defRPr sz="1425" b="0">
                <a:solidFill>
                  <a:srgbClr val="71818B"/>
                </a:solidFill>
                <a:latin typeface="Yu Gothic"/>
                <a:ea typeface="Yu Gothic"/>
                <a:cs typeface="Yu Gothic"/>
              </a:defRPr>
            </a:lvl4pPr>
            <a:lvl5pPr>
              <a:buNone/>
              <a:defRPr sz="1425" b="0">
                <a:solidFill>
                  <a:srgbClr val="71818B"/>
                </a:solidFill>
                <a:latin typeface="Yu Gothic"/>
                <a:ea typeface="Yu Gothic"/>
                <a:cs typeface="Yu Gothic"/>
              </a:defRPr>
            </a:lvl5pPr>
            <a:lvl6pPr>
              <a:buNone/>
              <a:defRPr sz="1425" b="0">
                <a:solidFill>
                  <a:srgbClr val="71818B"/>
                </a:solidFill>
                <a:latin typeface="Yu Gothic"/>
                <a:ea typeface="Yu Gothic"/>
                <a:cs typeface="Yu Gothic"/>
              </a:defRPr>
            </a:lvl6pPr>
            <a:lvl7pPr>
              <a:buNone/>
              <a:defRPr sz="1425" b="0">
                <a:solidFill>
                  <a:srgbClr val="71818B"/>
                </a:solidFill>
                <a:latin typeface="Yu Gothic"/>
                <a:ea typeface="Yu Gothic"/>
                <a:cs typeface="Yu Gothic"/>
              </a:defRPr>
            </a:lvl7pPr>
            <a:lvl8pPr>
              <a:buNone/>
              <a:defRPr sz="1425" b="0">
                <a:solidFill>
                  <a:srgbClr val="71818B"/>
                </a:solidFill>
                <a:latin typeface="Yu Gothic"/>
                <a:ea typeface="Yu Gothic"/>
                <a:cs typeface="Yu Gothic"/>
              </a:defRPr>
            </a:lvl8pPr>
            <a:lvl9pPr>
              <a:buNone/>
              <a:defRPr sz="1425" b="0">
                <a:solidFill>
                  <a:srgbClr val="71818B"/>
                </a:solidFill>
                <a:latin typeface="Yu Gothic"/>
                <a:ea typeface="Yu Gothic"/>
                <a:cs typeface="Yu Gothic"/>
              </a:defRPr>
            </a:lvl9pPr>
          </a:lstStyle>
          <a:p xmlns:a="http://schemas.openxmlformats.org/drawingml/2006/main">
            <a:pPr>
              <a:buNone/>
              <a:defRPr sz="1425" b="0">
                <a:solidFill>
                  <a:srgbClr val="71818B"/>
                </a:solidFill>
                <a:latin typeface="Yu Gothic"/>
                <a:ea typeface="Yu Gothic"/>
                <a:cs typeface="Yu Gothic"/>
              </a:defRPr>
            </a:pPr>
            <a:r>
              <a:rPr sz="1425" b="0">
                <a:solidFill>
                  <a:srgbClr val="71818B"/>
                </a:solidFill>
                <a:latin typeface="Yu Gothic"/>
                <a:ea typeface="Yu Gothic"/>
                <a:cs typeface="Yu Gothic"/>
              </a:rPr>
              <a:t>38 / 41</a:t>
            </a:r>
            <a:endParaRPr sz="1425" b="0">
              <a:solidFill>
                <a:srgbClr val="71818B"/>
              </a:solidFill>
              <a:latin typeface="Yu Gothic"/>
              <a:ea typeface="Yu Gothic"/>
              <a:cs typeface="Yu Gothic"/>
            </a:endParaRPr>
          </a:p>
        </p:txBody>
      </p:sp>
    </p:spTree>
    <p:extLst>
      <p:ext uri="{BB962C8B-B14F-4D97-AF65-F5344CB8AC3E}">
        <p14:creationId xmlns:p14="http://schemas.microsoft.com/office/powerpoint/2010/main" val="3713689183"/>
      </p:ext>
    </p:extLst>
  </p:cSld>
</p:sld>
</file>

<file path=ppt/slides/slide39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正方形/長方形 8">
            <a:extLst xmlns:a="http://schemas.openxmlformats.org/drawingml/2006/main">
              <a:ext uri="{FF2B5EF4-FFF2-40B4-BE49-F238E27FC236}">
                <a16:creationId xmlns:a16="http://schemas.microsoft.com/office/drawing/2014/main" id="{7772AC81-FBED-4505-9572-B93F73B051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81000"/>
            <a:ext cx="108204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>
              <a:defRPr sz="2775" b="1">
                <a:solidFill>
                  <a:srgbClr val="193B59"/>
                </a:solidFill>
                <a:latin typeface="Yu Gothic"/>
                <a:ea typeface="Yu Gothic"/>
                <a:cs typeface="Yu Gothic"/>
              </a:defRPr>
            </a:defPPr>
            <a:lvl1pPr>
              <a:buNone/>
              <a:defRPr sz="2775" b="1">
                <a:solidFill>
                  <a:srgbClr val="193B59"/>
                </a:solidFill>
                <a:latin typeface="Yu Gothic"/>
                <a:ea typeface="Yu Gothic"/>
                <a:cs typeface="Yu Gothic"/>
              </a:defRPr>
            </a:lvl1pPr>
            <a:lvl2pPr>
              <a:buNone/>
              <a:defRPr sz="2775" b="1">
                <a:solidFill>
                  <a:srgbClr val="193B59"/>
                </a:solidFill>
                <a:latin typeface="Yu Gothic"/>
                <a:ea typeface="Yu Gothic"/>
                <a:cs typeface="Yu Gothic"/>
              </a:defRPr>
            </a:lvl2pPr>
            <a:lvl3pPr>
              <a:buNone/>
              <a:defRPr sz="2775" b="1">
                <a:solidFill>
                  <a:srgbClr val="193B59"/>
                </a:solidFill>
                <a:latin typeface="Yu Gothic"/>
                <a:ea typeface="Yu Gothic"/>
                <a:cs typeface="Yu Gothic"/>
              </a:defRPr>
            </a:lvl3pPr>
            <a:lvl4pPr>
              <a:buNone/>
              <a:defRPr sz="2775" b="1">
                <a:solidFill>
                  <a:srgbClr val="193B59"/>
                </a:solidFill>
                <a:latin typeface="Yu Gothic"/>
                <a:ea typeface="Yu Gothic"/>
                <a:cs typeface="Yu Gothic"/>
              </a:defRPr>
            </a:lvl4pPr>
            <a:lvl5pPr>
              <a:buNone/>
              <a:defRPr sz="2775" b="1">
                <a:solidFill>
                  <a:srgbClr val="193B59"/>
                </a:solidFill>
                <a:latin typeface="Yu Gothic"/>
                <a:ea typeface="Yu Gothic"/>
                <a:cs typeface="Yu Gothic"/>
              </a:defRPr>
            </a:lvl5pPr>
            <a:lvl6pPr>
              <a:buNone/>
              <a:defRPr sz="2775" b="1">
                <a:solidFill>
                  <a:srgbClr val="193B59"/>
                </a:solidFill>
                <a:latin typeface="Yu Gothic"/>
                <a:ea typeface="Yu Gothic"/>
                <a:cs typeface="Yu Gothic"/>
              </a:defRPr>
            </a:lvl6pPr>
            <a:lvl7pPr>
              <a:buNone/>
              <a:defRPr sz="2775" b="1">
                <a:solidFill>
                  <a:srgbClr val="193B59"/>
                </a:solidFill>
                <a:latin typeface="Yu Gothic"/>
                <a:ea typeface="Yu Gothic"/>
                <a:cs typeface="Yu Gothic"/>
              </a:defRPr>
            </a:lvl7pPr>
            <a:lvl8pPr>
              <a:buNone/>
              <a:defRPr sz="2775" b="1">
                <a:solidFill>
                  <a:srgbClr val="193B59"/>
                </a:solidFill>
                <a:latin typeface="Yu Gothic"/>
                <a:ea typeface="Yu Gothic"/>
                <a:cs typeface="Yu Gothic"/>
              </a:defRPr>
            </a:lvl8pPr>
            <a:lvl9pPr>
              <a:buNone/>
              <a:defRPr sz="2775" b="1">
                <a:solidFill>
                  <a:srgbClr val="193B59"/>
                </a:solidFill>
                <a:latin typeface="Yu Gothic"/>
                <a:ea typeface="Yu Gothic"/>
                <a:cs typeface="Yu Gothic"/>
              </a:defRPr>
            </a:lvl9pPr>
          </a:lstStyle>
          <a:p xmlns:a="http://schemas.openxmlformats.org/drawingml/2006/main">
            <a:pPr>
              <a:buNone/>
              <a:defRPr sz="2775" b="1">
                <a:solidFill>
                  <a:srgbClr val="193B59"/>
                </a:solidFill>
                <a:latin typeface="Yu Gothic"/>
                <a:ea typeface="Yu Gothic"/>
                <a:cs typeface="Yu Gothic"/>
              </a:defRPr>
            </a:pPr>
            <a:r>
              <a:rPr sz="2775" b="1">
                <a:solidFill>
                  <a:srgbClr val="193B59"/>
                </a:solidFill>
                <a:latin typeface="Yu Gothic"/>
                <a:ea typeface="Yu Gothic"/>
                <a:cs typeface="Yu Gothic"/>
              </a:rPr>
              <a:t>解説6：条件と根拠が分かる問いを返す</a:t>
            </a:r>
          </a:p>
        </p:txBody>
      </p:sp>
      <p:sp>
        <p:nvSpPr>
          <p:cNvPr id="2" name="フリーフォーム: 図形 1">
            <a:extLst xmlns:a="http://schemas.openxmlformats.org/drawingml/2006/main">
              <a:ext uri="{FF2B5EF4-FFF2-40B4-BE49-F238E27FC236}">
                <a16:creationId xmlns:a16="http://schemas.microsoft.com/office/drawing/2014/main" id="{4A92B3D8-EFCB-4FCD-93B9-11E0616F5D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323975"/>
            <a:ext cx="10820400" cy="9525"/>
          </a:xfrm>
          <a:custGeom xmlns:a="http://schemas.openxmlformats.org/drawingml/2006/main">
            <a:rect l="0" t="0" r="0" b="0"/>
            <a:pathLst>
              <a:path w="10820400" h="9525">
                <a:moveTo>
                  <a:pt x="0" y="0"/>
                </a:moveTo>
                <a:lnTo>
                  <a:pt x="1082040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D8E1E7"/>
            </a:solidFill>
          </a:ln>
        </p:spPr>
      </p:sp>
      <p:sp>
        <p:nvSpPr>
          <p:cNvPr id="3" name="正方形/長方形 2">
            <a:extLst xmlns:a="http://schemas.openxmlformats.org/drawingml/2006/main">
              <a:ext uri="{FF2B5EF4-FFF2-40B4-BE49-F238E27FC236}">
                <a16:creationId xmlns:a16="http://schemas.microsoft.com/office/drawing/2014/main" id="{4AC628A0-5EBF-4D88-AEC6-3D0737AD0C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1524000"/>
            <a:ext cx="10572750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>
              <a:defRPr sz="2100" b="1">
                <a:solidFill>
                  <a:srgbClr val="263D4D"/>
                </a:solidFill>
                <a:latin typeface="Yu Gothic"/>
                <a:ea typeface="Yu Gothic"/>
                <a:cs typeface="Yu Gothic"/>
              </a:defRPr>
            </a:defPPr>
            <a:lvl1pPr>
              <a:buNone/>
              <a:defRPr sz="2100" b="1">
                <a:solidFill>
                  <a:srgbClr val="263D4D"/>
                </a:solidFill>
                <a:latin typeface="Yu Gothic"/>
                <a:ea typeface="Yu Gothic"/>
                <a:cs typeface="Yu Gothic"/>
              </a:defRPr>
            </a:lvl1pPr>
            <a:lvl2pPr>
              <a:buNone/>
              <a:defRPr sz="2100" b="1">
                <a:solidFill>
                  <a:srgbClr val="263D4D"/>
                </a:solidFill>
                <a:latin typeface="Yu Gothic"/>
                <a:ea typeface="Yu Gothic"/>
                <a:cs typeface="Yu Gothic"/>
              </a:defRPr>
            </a:lvl2pPr>
            <a:lvl3pPr>
              <a:buNone/>
              <a:defRPr sz="2100" b="1">
                <a:solidFill>
                  <a:srgbClr val="263D4D"/>
                </a:solidFill>
                <a:latin typeface="Yu Gothic"/>
                <a:ea typeface="Yu Gothic"/>
                <a:cs typeface="Yu Gothic"/>
              </a:defRPr>
            </a:lvl3pPr>
            <a:lvl4pPr>
              <a:buNone/>
              <a:defRPr sz="2100" b="1">
                <a:solidFill>
                  <a:srgbClr val="263D4D"/>
                </a:solidFill>
                <a:latin typeface="Yu Gothic"/>
                <a:ea typeface="Yu Gothic"/>
                <a:cs typeface="Yu Gothic"/>
              </a:defRPr>
            </a:lvl4pPr>
            <a:lvl5pPr>
              <a:buNone/>
              <a:defRPr sz="2100" b="1">
                <a:solidFill>
                  <a:srgbClr val="263D4D"/>
                </a:solidFill>
                <a:latin typeface="Yu Gothic"/>
                <a:ea typeface="Yu Gothic"/>
                <a:cs typeface="Yu Gothic"/>
              </a:defRPr>
            </a:lvl5pPr>
            <a:lvl6pPr>
              <a:buNone/>
              <a:defRPr sz="2100" b="1">
                <a:solidFill>
                  <a:srgbClr val="263D4D"/>
                </a:solidFill>
                <a:latin typeface="Yu Gothic"/>
                <a:ea typeface="Yu Gothic"/>
                <a:cs typeface="Yu Gothic"/>
              </a:defRPr>
            </a:lvl6pPr>
            <a:lvl7pPr>
              <a:buNone/>
              <a:defRPr sz="2100" b="1">
                <a:solidFill>
                  <a:srgbClr val="263D4D"/>
                </a:solidFill>
                <a:latin typeface="Yu Gothic"/>
                <a:ea typeface="Yu Gothic"/>
                <a:cs typeface="Yu Gothic"/>
              </a:defRPr>
            </a:lvl7pPr>
            <a:lvl8pPr>
              <a:buNone/>
              <a:defRPr sz="2100" b="1">
                <a:solidFill>
                  <a:srgbClr val="263D4D"/>
                </a:solidFill>
                <a:latin typeface="Yu Gothic"/>
                <a:ea typeface="Yu Gothic"/>
                <a:cs typeface="Yu Gothic"/>
              </a:defRPr>
            </a:lvl8pPr>
            <a:lvl9pPr>
              <a:buNone/>
              <a:defRPr sz="2100" b="1">
                <a:solidFill>
                  <a:srgbClr val="263D4D"/>
                </a:solidFill>
                <a:latin typeface="Yu Gothic"/>
                <a:ea typeface="Yu Gothic"/>
                <a:cs typeface="Yu Gothic"/>
              </a:defRPr>
            </a:lvl9pPr>
          </a:lstStyle>
          <a:p xmlns:a="http://schemas.openxmlformats.org/drawingml/2006/main">
            <a:pPr>
              <a:buNone/>
              <a:defRPr sz="2100" b="1">
                <a:solidFill>
                  <a:srgbClr val="263D4D"/>
                </a:solidFill>
                <a:latin typeface="Yu Gothic"/>
                <a:ea typeface="Yu Gothic"/>
                <a:cs typeface="Yu Gothic"/>
              </a:defRPr>
            </a:pPr>
            <a:r>
              <a:rPr sz="2100" b="1">
                <a:solidFill>
                  <a:srgbClr val="263D4D"/>
                </a:solidFill>
                <a:latin typeface="Yu Gothic"/>
                <a:ea typeface="Yu Gothic"/>
                <a:cs typeface="Yu Gothic"/>
              </a:rPr>
              <a:t>『どの部位を、どの環境で使うのか』</a:t>
            </a:r>
          </a:p>
        </p:txBody>
      </p:sp>
      <p:sp>
        <p:nvSpPr>
          <p:cNvPr id="4" name="正方形/長方形 3">
            <a:extLst xmlns:a="http://schemas.openxmlformats.org/drawingml/2006/main">
              <a:ext uri="{FF2B5EF4-FFF2-40B4-BE49-F238E27FC236}">
                <a16:creationId xmlns:a16="http://schemas.microsoft.com/office/drawing/2014/main" id="{790CC6BD-2452-4D62-98F1-067B741C28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2476500"/>
            <a:ext cx="10572750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>
              <a:defRPr sz="2100" b="0">
                <a:solidFill>
                  <a:srgbClr val="263D4D"/>
                </a:solidFill>
                <a:latin typeface="Yu Gothic"/>
                <a:ea typeface="Yu Gothic"/>
                <a:cs typeface="Yu Gothic"/>
              </a:defRPr>
            </a:defPPr>
            <a:lvl1pPr>
              <a:buNone/>
              <a:defRPr sz="2100" b="0">
                <a:solidFill>
                  <a:srgbClr val="263D4D"/>
                </a:solidFill>
                <a:latin typeface="Yu Gothic"/>
                <a:ea typeface="Yu Gothic"/>
                <a:cs typeface="Yu Gothic"/>
              </a:defRPr>
            </a:lvl1pPr>
            <a:lvl2pPr>
              <a:buNone/>
              <a:defRPr sz="2100" b="0">
                <a:solidFill>
                  <a:srgbClr val="263D4D"/>
                </a:solidFill>
                <a:latin typeface="Yu Gothic"/>
                <a:ea typeface="Yu Gothic"/>
                <a:cs typeface="Yu Gothic"/>
              </a:defRPr>
            </a:lvl2pPr>
            <a:lvl3pPr>
              <a:buNone/>
              <a:defRPr sz="2100" b="0">
                <a:solidFill>
                  <a:srgbClr val="263D4D"/>
                </a:solidFill>
                <a:latin typeface="Yu Gothic"/>
                <a:ea typeface="Yu Gothic"/>
                <a:cs typeface="Yu Gothic"/>
              </a:defRPr>
            </a:lvl3pPr>
            <a:lvl4pPr>
              <a:buNone/>
              <a:defRPr sz="2100" b="0">
                <a:solidFill>
                  <a:srgbClr val="263D4D"/>
                </a:solidFill>
                <a:latin typeface="Yu Gothic"/>
                <a:ea typeface="Yu Gothic"/>
                <a:cs typeface="Yu Gothic"/>
              </a:defRPr>
            </a:lvl4pPr>
            <a:lvl5pPr>
              <a:buNone/>
              <a:defRPr sz="2100" b="0">
                <a:solidFill>
                  <a:srgbClr val="263D4D"/>
                </a:solidFill>
                <a:latin typeface="Yu Gothic"/>
                <a:ea typeface="Yu Gothic"/>
                <a:cs typeface="Yu Gothic"/>
              </a:defRPr>
            </a:lvl5pPr>
            <a:lvl6pPr>
              <a:buNone/>
              <a:defRPr sz="2100" b="0">
                <a:solidFill>
                  <a:srgbClr val="263D4D"/>
                </a:solidFill>
                <a:latin typeface="Yu Gothic"/>
                <a:ea typeface="Yu Gothic"/>
                <a:cs typeface="Yu Gothic"/>
              </a:defRPr>
            </a:lvl6pPr>
            <a:lvl7pPr>
              <a:buNone/>
              <a:defRPr sz="2100" b="0">
                <a:solidFill>
                  <a:srgbClr val="263D4D"/>
                </a:solidFill>
                <a:latin typeface="Yu Gothic"/>
                <a:ea typeface="Yu Gothic"/>
                <a:cs typeface="Yu Gothic"/>
              </a:defRPr>
            </a:lvl7pPr>
            <a:lvl8pPr>
              <a:buNone/>
              <a:defRPr sz="2100" b="0">
                <a:solidFill>
                  <a:srgbClr val="263D4D"/>
                </a:solidFill>
                <a:latin typeface="Yu Gothic"/>
                <a:ea typeface="Yu Gothic"/>
                <a:cs typeface="Yu Gothic"/>
              </a:defRPr>
            </a:lvl8pPr>
            <a:lvl9pPr>
              <a:buNone/>
              <a:defRPr sz="2100" b="0">
                <a:solidFill>
                  <a:srgbClr val="263D4D"/>
                </a:solidFill>
                <a:latin typeface="Yu Gothic"/>
                <a:ea typeface="Yu Gothic"/>
                <a:cs typeface="Yu Gothic"/>
              </a:defRPr>
            </a:lvl9pPr>
          </a:lstStyle>
          <a:p xmlns:a="http://schemas.openxmlformats.org/drawingml/2006/main">
            <a:pPr>
              <a:buNone/>
              <a:defRPr sz="2100" b="0">
                <a:solidFill>
                  <a:srgbClr val="263D4D"/>
                </a:solidFill>
                <a:latin typeface="Yu Gothic"/>
                <a:ea typeface="Yu Gothic"/>
                <a:cs typeface="Yu Gothic"/>
              </a:defRPr>
            </a:pPr>
            <a:r>
              <a:rPr sz="2100" b="0">
                <a:solidFill>
                  <a:srgbClr val="263D4D"/>
                </a:solidFill>
                <a:latin typeface="Yu Gothic"/>
                <a:ea typeface="Yu Gothic"/>
                <a:cs typeface="Yu Gothic"/>
              </a:rPr>
              <a:t>『○とした根拠は何か。確かめていない点は何か』</a:t>
            </a:r>
          </a:p>
        </p:txBody>
      </p:sp>
      <p:sp>
        <p:nvSpPr>
          <p:cNvPr id="5" name="正方形/長方形 4">
            <a:extLst xmlns:a="http://schemas.openxmlformats.org/drawingml/2006/main">
              <a:ext uri="{FF2B5EF4-FFF2-40B4-BE49-F238E27FC236}">
                <a16:creationId xmlns:a16="http://schemas.microsoft.com/office/drawing/2014/main" id="{9751EE5C-8BA2-4F6D-9729-2119E4FFCB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3429000"/>
            <a:ext cx="10572750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>
              <a:defRPr sz="2100" b="0">
                <a:solidFill>
                  <a:srgbClr val="263D4D"/>
                </a:solidFill>
                <a:latin typeface="Yu Gothic"/>
                <a:ea typeface="Yu Gothic"/>
                <a:cs typeface="Yu Gothic"/>
              </a:defRPr>
            </a:defPPr>
            <a:lvl1pPr>
              <a:buNone/>
              <a:defRPr sz="2100" b="0">
                <a:solidFill>
                  <a:srgbClr val="263D4D"/>
                </a:solidFill>
                <a:latin typeface="Yu Gothic"/>
                <a:ea typeface="Yu Gothic"/>
                <a:cs typeface="Yu Gothic"/>
              </a:defRPr>
            </a:lvl1pPr>
            <a:lvl2pPr>
              <a:buNone/>
              <a:defRPr sz="2100" b="0">
                <a:solidFill>
                  <a:srgbClr val="263D4D"/>
                </a:solidFill>
                <a:latin typeface="Yu Gothic"/>
                <a:ea typeface="Yu Gothic"/>
                <a:cs typeface="Yu Gothic"/>
              </a:defRPr>
            </a:lvl2pPr>
            <a:lvl3pPr>
              <a:buNone/>
              <a:defRPr sz="2100" b="0">
                <a:solidFill>
                  <a:srgbClr val="263D4D"/>
                </a:solidFill>
                <a:latin typeface="Yu Gothic"/>
                <a:ea typeface="Yu Gothic"/>
                <a:cs typeface="Yu Gothic"/>
              </a:defRPr>
            </a:lvl3pPr>
            <a:lvl4pPr>
              <a:buNone/>
              <a:defRPr sz="2100" b="0">
                <a:solidFill>
                  <a:srgbClr val="263D4D"/>
                </a:solidFill>
                <a:latin typeface="Yu Gothic"/>
                <a:ea typeface="Yu Gothic"/>
                <a:cs typeface="Yu Gothic"/>
              </a:defRPr>
            </a:lvl4pPr>
            <a:lvl5pPr>
              <a:buNone/>
              <a:defRPr sz="2100" b="0">
                <a:solidFill>
                  <a:srgbClr val="263D4D"/>
                </a:solidFill>
                <a:latin typeface="Yu Gothic"/>
                <a:ea typeface="Yu Gothic"/>
                <a:cs typeface="Yu Gothic"/>
              </a:defRPr>
            </a:lvl5pPr>
            <a:lvl6pPr>
              <a:buNone/>
              <a:defRPr sz="2100" b="0">
                <a:solidFill>
                  <a:srgbClr val="263D4D"/>
                </a:solidFill>
                <a:latin typeface="Yu Gothic"/>
                <a:ea typeface="Yu Gothic"/>
                <a:cs typeface="Yu Gothic"/>
              </a:defRPr>
            </a:lvl6pPr>
            <a:lvl7pPr>
              <a:buNone/>
              <a:defRPr sz="2100" b="0">
                <a:solidFill>
                  <a:srgbClr val="263D4D"/>
                </a:solidFill>
                <a:latin typeface="Yu Gothic"/>
                <a:ea typeface="Yu Gothic"/>
                <a:cs typeface="Yu Gothic"/>
              </a:defRPr>
            </a:lvl7pPr>
            <a:lvl8pPr>
              <a:buNone/>
              <a:defRPr sz="2100" b="0">
                <a:solidFill>
                  <a:srgbClr val="263D4D"/>
                </a:solidFill>
                <a:latin typeface="Yu Gothic"/>
                <a:ea typeface="Yu Gothic"/>
                <a:cs typeface="Yu Gothic"/>
              </a:defRPr>
            </a:lvl8pPr>
            <a:lvl9pPr>
              <a:buNone/>
              <a:defRPr sz="2100" b="0">
                <a:solidFill>
                  <a:srgbClr val="263D4D"/>
                </a:solidFill>
                <a:latin typeface="Yu Gothic"/>
                <a:ea typeface="Yu Gothic"/>
                <a:cs typeface="Yu Gothic"/>
              </a:defRPr>
            </a:lvl9pPr>
          </a:lstStyle>
          <a:p xmlns:a="http://schemas.openxmlformats.org/drawingml/2006/main">
            <a:pPr>
              <a:buNone/>
              <a:defRPr sz="2100" b="0">
                <a:solidFill>
                  <a:srgbClr val="263D4D"/>
                </a:solidFill>
                <a:latin typeface="Yu Gothic"/>
                <a:ea typeface="Yu Gothic"/>
                <a:cs typeface="Yu Gothic"/>
              </a:defRPr>
            </a:pPr>
            <a:r>
              <a:rPr sz="2100" b="0">
                <a:solidFill>
                  <a:srgbClr val="263D4D"/>
                </a:solidFill>
                <a:latin typeface="Yu Gothic"/>
                <a:ea typeface="Yu Gothic"/>
                <a:cs typeface="Yu Gothic"/>
              </a:rPr>
              <a:t>『形や接合を変えたら、判断はどう変わるか』</a:t>
            </a:r>
          </a:p>
        </p:txBody>
      </p:sp>
      <p:sp>
        <p:nvSpPr>
          <p:cNvPr id="6" name="正方形/長方形 5">
            <a:extLst xmlns:a="http://schemas.openxmlformats.org/drawingml/2006/main">
              <a:ext uri="{FF2B5EF4-FFF2-40B4-BE49-F238E27FC236}">
                <a16:creationId xmlns:a16="http://schemas.microsoft.com/office/drawing/2014/main" id="{DB6D6215-BF25-4312-A71A-530655BF42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4381500"/>
            <a:ext cx="10572750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>
              <a:defRPr sz="2100" b="0">
                <a:solidFill>
                  <a:srgbClr val="263D4D"/>
                </a:solidFill>
                <a:latin typeface="Yu Gothic"/>
                <a:ea typeface="Yu Gothic"/>
                <a:cs typeface="Yu Gothic"/>
              </a:defRPr>
            </a:defPPr>
            <a:lvl1pPr>
              <a:buNone/>
              <a:defRPr sz="2100" b="0">
                <a:solidFill>
                  <a:srgbClr val="263D4D"/>
                </a:solidFill>
                <a:latin typeface="Yu Gothic"/>
                <a:ea typeface="Yu Gothic"/>
                <a:cs typeface="Yu Gothic"/>
              </a:defRPr>
            </a:lvl1pPr>
            <a:lvl2pPr>
              <a:buNone/>
              <a:defRPr sz="2100" b="0">
                <a:solidFill>
                  <a:srgbClr val="263D4D"/>
                </a:solidFill>
                <a:latin typeface="Yu Gothic"/>
                <a:ea typeface="Yu Gothic"/>
                <a:cs typeface="Yu Gothic"/>
              </a:defRPr>
            </a:lvl2pPr>
            <a:lvl3pPr>
              <a:buNone/>
              <a:defRPr sz="2100" b="0">
                <a:solidFill>
                  <a:srgbClr val="263D4D"/>
                </a:solidFill>
                <a:latin typeface="Yu Gothic"/>
                <a:ea typeface="Yu Gothic"/>
                <a:cs typeface="Yu Gothic"/>
              </a:defRPr>
            </a:lvl3pPr>
            <a:lvl4pPr>
              <a:buNone/>
              <a:defRPr sz="2100" b="0">
                <a:solidFill>
                  <a:srgbClr val="263D4D"/>
                </a:solidFill>
                <a:latin typeface="Yu Gothic"/>
                <a:ea typeface="Yu Gothic"/>
                <a:cs typeface="Yu Gothic"/>
              </a:defRPr>
            </a:lvl4pPr>
            <a:lvl5pPr>
              <a:buNone/>
              <a:defRPr sz="2100" b="0">
                <a:solidFill>
                  <a:srgbClr val="263D4D"/>
                </a:solidFill>
                <a:latin typeface="Yu Gothic"/>
                <a:ea typeface="Yu Gothic"/>
                <a:cs typeface="Yu Gothic"/>
              </a:defRPr>
            </a:lvl5pPr>
            <a:lvl6pPr>
              <a:buNone/>
              <a:defRPr sz="2100" b="0">
                <a:solidFill>
                  <a:srgbClr val="263D4D"/>
                </a:solidFill>
                <a:latin typeface="Yu Gothic"/>
                <a:ea typeface="Yu Gothic"/>
                <a:cs typeface="Yu Gothic"/>
              </a:defRPr>
            </a:lvl6pPr>
            <a:lvl7pPr>
              <a:buNone/>
              <a:defRPr sz="2100" b="0">
                <a:solidFill>
                  <a:srgbClr val="263D4D"/>
                </a:solidFill>
                <a:latin typeface="Yu Gothic"/>
                <a:ea typeface="Yu Gothic"/>
                <a:cs typeface="Yu Gothic"/>
              </a:defRPr>
            </a:lvl7pPr>
            <a:lvl8pPr>
              <a:buNone/>
              <a:defRPr sz="2100" b="0">
                <a:solidFill>
                  <a:srgbClr val="263D4D"/>
                </a:solidFill>
                <a:latin typeface="Yu Gothic"/>
                <a:ea typeface="Yu Gothic"/>
                <a:cs typeface="Yu Gothic"/>
              </a:defRPr>
            </a:lvl8pPr>
            <a:lvl9pPr>
              <a:buNone/>
              <a:defRPr sz="2100" b="0">
                <a:solidFill>
                  <a:srgbClr val="263D4D"/>
                </a:solidFill>
                <a:latin typeface="Yu Gothic"/>
                <a:ea typeface="Yu Gothic"/>
                <a:cs typeface="Yu Gothic"/>
              </a:defRPr>
            </a:lvl9pPr>
          </a:lstStyle>
          <a:p xmlns:a="http://schemas.openxmlformats.org/drawingml/2006/main">
            <a:pPr>
              <a:buNone/>
              <a:defRPr sz="2100" b="0">
                <a:solidFill>
                  <a:srgbClr val="263D4D"/>
                </a:solidFill>
                <a:latin typeface="Yu Gothic"/>
                <a:ea typeface="Yu Gothic"/>
                <a:cs typeface="Yu Gothic"/>
              </a:defRPr>
            </a:pPr>
            <a:r>
              <a:rPr sz="2100" b="0">
                <a:solidFill>
                  <a:srgbClr val="263D4D"/>
                </a:solidFill>
                <a:latin typeface="Yu Gothic"/>
                <a:ea typeface="Yu Gothic"/>
                <a:cs typeface="Yu Gothic"/>
              </a:rPr>
              <a:t>選択の理由・不利点・確認方法を、対応させて記録する</a:t>
            </a:r>
          </a:p>
        </p:txBody>
      </p:sp>
      <p:sp>
        <p:nvSpPr>
          <p:cNvPr id="7" name="正方形/長方形 6">
            <a:extLst xmlns:a="http://schemas.openxmlformats.org/drawingml/2006/main">
              <a:ext uri="{FF2B5EF4-FFF2-40B4-BE49-F238E27FC236}">
                <a16:creationId xmlns:a16="http://schemas.microsoft.com/office/drawing/2014/main" id="{80DF5B9B-D487-4EF2-AF46-2905CEA524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353175"/>
            <a:ext cx="8572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>
              <a:defRPr sz="1425" b="0">
                <a:solidFill>
                  <a:srgbClr val="71818B"/>
                </a:solidFill>
                <a:latin typeface="Yu Gothic"/>
                <a:ea typeface="Yu Gothic"/>
                <a:cs typeface="Yu Gothic"/>
              </a:defRPr>
            </a:defPPr>
            <a:lvl1pPr>
              <a:buNone/>
              <a:defRPr sz="1425" b="0">
                <a:solidFill>
                  <a:srgbClr val="71818B"/>
                </a:solidFill>
                <a:latin typeface="Yu Gothic"/>
                <a:ea typeface="Yu Gothic"/>
                <a:cs typeface="Yu Gothic"/>
              </a:defRPr>
            </a:lvl1pPr>
            <a:lvl2pPr>
              <a:buNone/>
              <a:defRPr sz="1425" b="0">
                <a:solidFill>
                  <a:srgbClr val="71818B"/>
                </a:solidFill>
                <a:latin typeface="Yu Gothic"/>
                <a:ea typeface="Yu Gothic"/>
                <a:cs typeface="Yu Gothic"/>
              </a:defRPr>
            </a:lvl2pPr>
            <a:lvl3pPr>
              <a:buNone/>
              <a:defRPr sz="1425" b="0">
                <a:solidFill>
                  <a:srgbClr val="71818B"/>
                </a:solidFill>
                <a:latin typeface="Yu Gothic"/>
                <a:ea typeface="Yu Gothic"/>
                <a:cs typeface="Yu Gothic"/>
              </a:defRPr>
            </a:lvl3pPr>
            <a:lvl4pPr>
              <a:buNone/>
              <a:defRPr sz="1425" b="0">
                <a:solidFill>
                  <a:srgbClr val="71818B"/>
                </a:solidFill>
                <a:latin typeface="Yu Gothic"/>
                <a:ea typeface="Yu Gothic"/>
                <a:cs typeface="Yu Gothic"/>
              </a:defRPr>
            </a:lvl4pPr>
            <a:lvl5pPr>
              <a:buNone/>
              <a:defRPr sz="1425" b="0">
                <a:solidFill>
                  <a:srgbClr val="71818B"/>
                </a:solidFill>
                <a:latin typeface="Yu Gothic"/>
                <a:ea typeface="Yu Gothic"/>
                <a:cs typeface="Yu Gothic"/>
              </a:defRPr>
            </a:lvl5pPr>
            <a:lvl6pPr>
              <a:buNone/>
              <a:defRPr sz="1425" b="0">
                <a:solidFill>
                  <a:srgbClr val="71818B"/>
                </a:solidFill>
                <a:latin typeface="Yu Gothic"/>
                <a:ea typeface="Yu Gothic"/>
                <a:cs typeface="Yu Gothic"/>
              </a:defRPr>
            </a:lvl6pPr>
            <a:lvl7pPr>
              <a:buNone/>
              <a:defRPr sz="1425" b="0">
                <a:solidFill>
                  <a:srgbClr val="71818B"/>
                </a:solidFill>
                <a:latin typeface="Yu Gothic"/>
                <a:ea typeface="Yu Gothic"/>
                <a:cs typeface="Yu Gothic"/>
              </a:defRPr>
            </a:lvl7pPr>
            <a:lvl8pPr>
              <a:buNone/>
              <a:defRPr sz="1425" b="0">
                <a:solidFill>
                  <a:srgbClr val="71818B"/>
                </a:solidFill>
                <a:latin typeface="Yu Gothic"/>
                <a:ea typeface="Yu Gothic"/>
                <a:cs typeface="Yu Gothic"/>
              </a:defRPr>
            </a:lvl8pPr>
            <a:lvl9pPr>
              <a:buNone/>
              <a:defRPr sz="1425" b="0">
                <a:solidFill>
                  <a:srgbClr val="71818B"/>
                </a:solidFill>
                <a:latin typeface="Yu Gothic"/>
                <a:ea typeface="Yu Gothic"/>
                <a:cs typeface="Yu Gothic"/>
              </a:defRPr>
            </a:lvl9pPr>
          </a:lstStyle>
          <a:p xmlns:a="http://schemas.openxmlformats.org/drawingml/2006/main">
            <a:pPr>
              <a:buNone/>
              <a:defRPr sz="1425" b="0">
                <a:solidFill>
                  <a:srgbClr val="71818B"/>
                </a:solidFill>
                <a:latin typeface="Yu Gothic"/>
                <a:ea typeface="Yu Gothic"/>
                <a:cs typeface="Yu Gothic"/>
              </a:defRPr>
            </a:pPr>
            <a:r>
              <a:rPr sz="1425" b="0">
                <a:solidFill>
                  <a:srgbClr val="71818B"/>
                </a:solidFill>
                <a:latin typeface="Yu Gothic"/>
                <a:ea typeface="Yu Gothic"/>
                <a:cs typeface="Yu Gothic"/>
              </a:rPr>
              <a:t>工業材料概論　第12回</a:t>
            </a:r>
          </a:p>
        </p:txBody>
      </p:sp>
      <p:sp>
        <p:nvSpPr>
          <p:cNvPr id="8" name="正方形/長方形 7">
            <a:extLst xmlns:a="http://schemas.openxmlformats.org/drawingml/2006/main">
              <a:ext uri="{FF2B5EF4-FFF2-40B4-BE49-F238E27FC236}">
                <a16:creationId xmlns:a16="http://schemas.microsoft.com/office/drawing/2014/main" id="{85AE12E4-0CF7-4E50-A58B-EA01F5B4CC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0" y="6353175"/>
            <a:ext cx="1047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>
              <a:defRPr sz="1425" b="0">
                <a:solidFill>
                  <a:srgbClr val="71818B"/>
                </a:solidFill>
                <a:latin typeface="Yu Gothic"/>
                <a:ea typeface="Yu Gothic"/>
                <a:cs typeface="Yu Gothic"/>
              </a:defRPr>
            </a:defPPr>
            <a:lvl1pPr>
              <a:buNone/>
              <a:defRPr sz="1425" b="0">
                <a:solidFill>
                  <a:srgbClr val="71818B"/>
                </a:solidFill>
                <a:latin typeface="Yu Gothic"/>
                <a:ea typeface="Yu Gothic"/>
                <a:cs typeface="Yu Gothic"/>
              </a:defRPr>
            </a:lvl1pPr>
            <a:lvl2pPr>
              <a:buNone/>
              <a:defRPr sz="1425" b="0">
                <a:solidFill>
                  <a:srgbClr val="71818B"/>
                </a:solidFill>
                <a:latin typeface="Yu Gothic"/>
                <a:ea typeface="Yu Gothic"/>
                <a:cs typeface="Yu Gothic"/>
              </a:defRPr>
            </a:lvl2pPr>
            <a:lvl3pPr>
              <a:buNone/>
              <a:defRPr sz="1425" b="0">
                <a:solidFill>
                  <a:srgbClr val="71818B"/>
                </a:solidFill>
                <a:latin typeface="Yu Gothic"/>
                <a:ea typeface="Yu Gothic"/>
                <a:cs typeface="Yu Gothic"/>
              </a:defRPr>
            </a:lvl3pPr>
            <a:lvl4pPr>
              <a:buNone/>
              <a:defRPr sz="1425" b="0">
                <a:solidFill>
                  <a:srgbClr val="71818B"/>
                </a:solidFill>
                <a:latin typeface="Yu Gothic"/>
                <a:ea typeface="Yu Gothic"/>
                <a:cs typeface="Yu Gothic"/>
              </a:defRPr>
            </a:lvl4pPr>
            <a:lvl5pPr>
              <a:buNone/>
              <a:defRPr sz="1425" b="0">
                <a:solidFill>
                  <a:srgbClr val="71818B"/>
                </a:solidFill>
                <a:latin typeface="Yu Gothic"/>
                <a:ea typeface="Yu Gothic"/>
                <a:cs typeface="Yu Gothic"/>
              </a:defRPr>
            </a:lvl5pPr>
            <a:lvl6pPr>
              <a:buNone/>
              <a:defRPr sz="1425" b="0">
                <a:solidFill>
                  <a:srgbClr val="71818B"/>
                </a:solidFill>
                <a:latin typeface="Yu Gothic"/>
                <a:ea typeface="Yu Gothic"/>
                <a:cs typeface="Yu Gothic"/>
              </a:defRPr>
            </a:lvl6pPr>
            <a:lvl7pPr>
              <a:buNone/>
              <a:defRPr sz="1425" b="0">
                <a:solidFill>
                  <a:srgbClr val="71818B"/>
                </a:solidFill>
                <a:latin typeface="Yu Gothic"/>
                <a:ea typeface="Yu Gothic"/>
                <a:cs typeface="Yu Gothic"/>
              </a:defRPr>
            </a:lvl7pPr>
            <a:lvl8pPr>
              <a:buNone/>
              <a:defRPr sz="1425" b="0">
                <a:solidFill>
                  <a:srgbClr val="71818B"/>
                </a:solidFill>
                <a:latin typeface="Yu Gothic"/>
                <a:ea typeface="Yu Gothic"/>
                <a:cs typeface="Yu Gothic"/>
              </a:defRPr>
            </a:lvl8pPr>
            <a:lvl9pPr>
              <a:buNone/>
              <a:defRPr sz="1425" b="0">
                <a:solidFill>
                  <a:srgbClr val="71818B"/>
                </a:solidFill>
                <a:latin typeface="Yu Gothic"/>
                <a:ea typeface="Yu Gothic"/>
                <a:cs typeface="Yu Gothic"/>
              </a:defRPr>
            </a:lvl9pPr>
          </a:lstStyle>
          <a:p xmlns:a="http://schemas.openxmlformats.org/drawingml/2006/main">
            <a:pPr>
              <a:buNone/>
              <a:defRPr sz="1425" b="0">
                <a:solidFill>
                  <a:srgbClr val="71818B"/>
                </a:solidFill>
                <a:latin typeface="Yu Gothic"/>
                <a:ea typeface="Yu Gothic"/>
                <a:cs typeface="Yu Gothic"/>
              </a:defRPr>
            </a:pPr>
            <a:r>
              <a:rPr sz="1425" b="0">
                <a:solidFill>
                  <a:srgbClr val="71818B"/>
                </a:solidFill>
                <a:latin typeface="Yu Gothic"/>
                <a:ea typeface="Yu Gothic"/>
                <a:cs typeface="Yu Gothic"/>
              </a:rPr>
              <a:t>39 / 41</a:t>
            </a:r>
            <a:endParaRPr sz="1425" b="0">
              <a:solidFill>
                <a:srgbClr val="71818B"/>
              </a:solidFill>
              <a:latin typeface="Yu Gothic"/>
              <a:ea typeface="Yu Gothic"/>
              <a:cs typeface="Yu Gothic"/>
            </a:endParaRPr>
          </a:p>
        </p:txBody>
      </p:sp>
    </p:spTree>
    <p:extLst>
      <p:ext uri="{BB962C8B-B14F-4D97-AF65-F5344CB8AC3E}">
        <p14:creationId xmlns:p14="http://schemas.microsoft.com/office/powerpoint/2010/main" val="1324530455"/>
      </p:ext>
    </p:extLst>
  </p:cSld>
</p:sld>
</file>

<file path=ppt/slides/slide40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正方形/長方形 8">
            <a:extLst xmlns:a="http://schemas.openxmlformats.org/drawingml/2006/main">
              <a:ext uri="{FF2B5EF4-FFF2-40B4-BE49-F238E27FC236}">
                <a16:creationId xmlns:a16="http://schemas.microsoft.com/office/drawing/2014/main" id="{CB1F5A9A-0413-4779-8568-3A20A9BCA5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81000"/>
            <a:ext cx="108585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>
              <a:defRPr sz="3000" b="1">
                <a:solidFill>
                  <a:srgbClr val="193B59"/>
                </a:solidFill>
                <a:latin typeface="Yu Gothic"/>
                <a:ea typeface="Yu Gothic"/>
                <a:cs typeface="Yu Gothic"/>
              </a:defRPr>
            </a:defPPr>
            <a:lvl1pPr>
              <a:buNone/>
              <a:defRPr sz="3000" b="1">
                <a:solidFill>
                  <a:srgbClr val="193B59"/>
                </a:solidFill>
                <a:latin typeface="Yu Gothic"/>
                <a:ea typeface="Yu Gothic"/>
                <a:cs typeface="Yu Gothic"/>
              </a:defRPr>
            </a:lvl1pPr>
            <a:lvl2pPr>
              <a:buNone/>
              <a:defRPr sz="3000" b="1">
                <a:solidFill>
                  <a:srgbClr val="193B59"/>
                </a:solidFill>
                <a:latin typeface="Yu Gothic"/>
                <a:ea typeface="Yu Gothic"/>
                <a:cs typeface="Yu Gothic"/>
              </a:defRPr>
            </a:lvl2pPr>
            <a:lvl3pPr>
              <a:buNone/>
              <a:defRPr sz="3000" b="1">
                <a:solidFill>
                  <a:srgbClr val="193B59"/>
                </a:solidFill>
                <a:latin typeface="Yu Gothic"/>
                <a:ea typeface="Yu Gothic"/>
                <a:cs typeface="Yu Gothic"/>
              </a:defRPr>
            </a:lvl3pPr>
            <a:lvl4pPr>
              <a:buNone/>
              <a:defRPr sz="3000" b="1">
                <a:solidFill>
                  <a:srgbClr val="193B59"/>
                </a:solidFill>
                <a:latin typeface="Yu Gothic"/>
                <a:ea typeface="Yu Gothic"/>
                <a:cs typeface="Yu Gothic"/>
              </a:defRPr>
            </a:lvl4pPr>
            <a:lvl5pPr>
              <a:buNone/>
              <a:defRPr sz="3000" b="1">
                <a:solidFill>
                  <a:srgbClr val="193B59"/>
                </a:solidFill>
                <a:latin typeface="Yu Gothic"/>
                <a:ea typeface="Yu Gothic"/>
                <a:cs typeface="Yu Gothic"/>
              </a:defRPr>
            </a:lvl5pPr>
            <a:lvl6pPr>
              <a:buNone/>
              <a:defRPr sz="3000" b="1">
                <a:solidFill>
                  <a:srgbClr val="193B59"/>
                </a:solidFill>
                <a:latin typeface="Yu Gothic"/>
                <a:ea typeface="Yu Gothic"/>
                <a:cs typeface="Yu Gothic"/>
              </a:defRPr>
            </a:lvl6pPr>
            <a:lvl7pPr>
              <a:buNone/>
              <a:defRPr sz="3000" b="1">
                <a:solidFill>
                  <a:srgbClr val="193B59"/>
                </a:solidFill>
                <a:latin typeface="Yu Gothic"/>
                <a:ea typeface="Yu Gothic"/>
                <a:cs typeface="Yu Gothic"/>
              </a:defRPr>
            </a:lvl7pPr>
            <a:lvl8pPr>
              <a:buNone/>
              <a:defRPr sz="3000" b="1">
                <a:solidFill>
                  <a:srgbClr val="193B59"/>
                </a:solidFill>
                <a:latin typeface="Yu Gothic"/>
                <a:ea typeface="Yu Gothic"/>
                <a:cs typeface="Yu Gothic"/>
              </a:defRPr>
            </a:lvl8pPr>
            <a:lvl9pPr>
              <a:buNone/>
              <a:defRPr sz="3000" b="1">
                <a:solidFill>
                  <a:srgbClr val="193B59"/>
                </a:solidFill>
                <a:latin typeface="Yu Gothic"/>
                <a:ea typeface="Yu Gothic"/>
                <a:cs typeface="Yu Gothic"/>
              </a:defRPr>
            </a:lvl9pPr>
          </a:lstStyle>
          <a:p xmlns:a="http://schemas.openxmlformats.org/drawingml/2006/main">
            <a:pPr>
              <a:buNone/>
              <a:defRPr sz="3000" b="1">
                <a:solidFill>
                  <a:srgbClr val="193B59"/>
                </a:solidFill>
                <a:latin typeface="Yu Gothic"/>
                <a:ea typeface="Yu Gothic"/>
                <a:cs typeface="Yu Gothic"/>
              </a:defRPr>
            </a:pPr>
            <a:r>
              <a:rPr sz="3000" b="1">
                <a:solidFill>
                  <a:srgbClr val="193B59"/>
                </a:solidFill>
                <a:latin typeface="Yu Gothic"/>
                <a:ea typeface="Yu Gothic"/>
                <a:cs typeface="Yu Gothic"/>
              </a:rPr>
              <a:t>今回の整理</a:t>
            </a:r>
          </a:p>
        </p:txBody>
      </p:sp>
      <p:sp>
        <p:nvSpPr>
          <p:cNvPr id="2" name="直線コネクタ 1">
            <a:extLst xmlns:a="http://schemas.openxmlformats.org/drawingml/2006/main">
              <a:ext uri="{FF2B5EF4-FFF2-40B4-BE49-F238E27FC236}">
                <a16:creationId xmlns:a16="http://schemas.microsoft.com/office/drawing/2014/main" id="{BA39F113-843B-425A-B2CB-4EE401D010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323975"/>
            <a:ext cx="10820400" cy="0"/>
          </a:xfrm>
          <a:prstGeom xmlns:a="http://schemas.openxmlformats.org/drawingml/2006/main" prst="line">
            <a:avLst/>
          </a:prstGeom>
          <a:ln xmlns:a="http://schemas.openxmlformats.org/drawingml/2006/main" w="19050">
            <a:solidFill>
              <a:srgbClr val="D8E1E7"/>
            </a:solidFill>
          </a:ln>
        </p:spPr>
      </p:sp>
      <p:sp>
        <p:nvSpPr>
          <p:cNvPr id="3" name="正方形/長方形 2">
            <a:extLst xmlns:a="http://schemas.openxmlformats.org/drawingml/2006/main">
              <a:ext uri="{FF2B5EF4-FFF2-40B4-BE49-F238E27FC236}">
                <a16:creationId xmlns:a16="http://schemas.microsoft.com/office/drawing/2014/main" id="{FF2AA176-1460-4522-8FC0-436DA33471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1666875"/>
            <a:ext cx="10572750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>
              <a:defRPr sz="2250" b="1">
                <a:solidFill>
                  <a:srgbClr val="263D4D"/>
                </a:solidFill>
                <a:latin typeface="Yu Gothic"/>
                <a:ea typeface="Yu Gothic"/>
                <a:cs typeface="Yu Gothic"/>
              </a:defRPr>
            </a:defPPr>
            <a:lvl1pPr>
              <a:buNone/>
              <a:defRPr sz="2250" b="1">
                <a:solidFill>
                  <a:srgbClr val="263D4D"/>
                </a:solidFill>
                <a:latin typeface="Yu Gothic"/>
                <a:ea typeface="Yu Gothic"/>
                <a:cs typeface="Yu Gothic"/>
              </a:defRPr>
            </a:lvl1pPr>
            <a:lvl2pPr>
              <a:buNone/>
              <a:defRPr sz="2250" b="1">
                <a:solidFill>
                  <a:srgbClr val="263D4D"/>
                </a:solidFill>
                <a:latin typeface="Yu Gothic"/>
                <a:ea typeface="Yu Gothic"/>
                <a:cs typeface="Yu Gothic"/>
              </a:defRPr>
            </a:lvl2pPr>
            <a:lvl3pPr>
              <a:buNone/>
              <a:defRPr sz="2250" b="1">
                <a:solidFill>
                  <a:srgbClr val="263D4D"/>
                </a:solidFill>
                <a:latin typeface="Yu Gothic"/>
                <a:ea typeface="Yu Gothic"/>
                <a:cs typeface="Yu Gothic"/>
              </a:defRPr>
            </a:lvl3pPr>
            <a:lvl4pPr>
              <a:buNone/>
              <a:defRPr sz="2250" b="1">
                <a:solidFill>
                  <a:srgbClr val="263D4D"/>
                </a:solidFill>
                <a:latin typeface="Yu Gothic"/>
                <a:ea typeface="Yu Gothic"/>
                <a:cs typeface="Yu Gothic"/>
              </a:defRPr>
            </a:lvl4pPr>
            <a:lvl5pPr>
              <a:buNone/>
              <a:defRPr sz="2250" b="1">
                <a:solidFill>
                  <a:srgbClr val="263D4D"/>
                </a:solidFill>
                <a:latin typeface="Yu Gothic"/>
                <a:ea typeface="Yu Gothic"/>
                <a:cs typeface="Yu Gothic"/>
              </a:defRPr>
            </a:lvl5pPr>
            <a:lvl6pPr>
              <a:buNone/>
              <a:defRPr sz="2250" b="1">
                <a:solidFill>
                  <a:srgbClr val="263D4D"/>
                </a:solidFill>
                <a:latin typeface="Yu Gothic"/>
                <a:ea typeface="Yu Gothic"/>
                <a:cs typeface="Yu Gothic"/>
              </a:defRPr>
            </a:lvl6pPr>
            <a:lvl7pPr>
              <a:buNone/>
              <a:defRPr sz="2250" b="1">
                <a:solidFill>
                  <a:srgbClr val="263D4D"/>
                </a:solidFill>
                <a:latin typeface="Yu Gothic"/>
                <a:ea typeface="Yu Gothic"/>
                <a:cs typeface="Yu Gothic"/>
              </a:defRPr>
            </a:lvl7pPr>
            <a:lvl8pPr>
              <a:buNone/>
              <a:defRPr sz="2250" b="1">
                <a:solidFill>
                  <a:srgbClr val="263D4D"/>
                </a:solidFill>
                <a:latin typeface="Yu Gothic"/>
                <a:ea typeface="Yu Gothic"/>
                <a:cs typeface="Yu Gothic"/>
              </a:defRPr>
            </a:lvl8pPr>
            <a:lvl9pPr>
              <a:buNone/>
              <a:defRPr sz="2250" b="1">
                <a:solidFill>
                  <a:srgbClr val="263D4D"/>
                </a:solidFill>
                <a:latin typeface="Yu Gothic"/>
                <a:ea typeface="Yu Gothic"/>
                <a:cs typeface="Yu Gothic"/>
              </a:defRPr>
            </a:lvl9pPr>
          </a:lstStyle>
          <a:p xmlns:a="http://schemas.openxmlformats.org/drawingml/2006/main">
            <a:pPr>
              <a:buNone/>
              <a:defRPr sz="2250" b="1">
                <a:solidFill>
                  <a:srgbClr val="263D4D"/>
                </a:solidFill>
                <a:latin typeface="Yu Gothic"/>
                <a:ea typeface="Yu Gothic"/>
                <a:cs typeface="Yu Gothic"/>
              </a:defRPr>
            </a:pPr>
            <a:r>
              <a:rPr sz="2250" b="1">
                <a:solidFill>
                  <a:srgbClr val="263D4D"/>
                </a:solidFill>
                <a:latin typeface="Yu Gothic"/>
                <a:ea typeface="Yu Gothic"/>
                <a:cs typeface="Yu Gothic"/>
              </a:rPr>
              <a:t>材料と形、加工と環境を組み合わせて選ぶ</a:t>
            </a:r>
          </a:p>
        </p:txBody>
      </p:sp>
      <p:sp>
        <p:nvSpPr>
          <p:cNvPr id="4" name="正方形/長方形 3">
            <a:extLst xmlns:a="http://schemas.openxmlformats.org/drawingml/2006/main">
              <a:ext uri="{FF2B5EF4-FFF2-40B4-BE49-F238E27FC236}">
                <a16:creationId xmlns:a16="http://schemas.microsoft.com/office/drawing/2014/main" id="{CFA633B0-F341-416B-A59A-BB322BD8B5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2619375"/>
            <a:ext cx="10572750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>
              <a:defRPr sz="2250" b="0">
                <a:solidFill>
                  <a:srgbClr val="263D4D"/>
                </a:solidFill>
                <a:latin typeface="Yu Gothic"/>
                <a:ea typeface="Yu Gothic"/>
                <a:cs typeface="Yu Gothic"/>
              </a:defRPr>
            </a:defPPr>
            <a:lvl1pPr>
              <a:buNone/>
              <a:defRPr sz="2250" b="0">
                <a:solidFill>
                  <a:srgbClr val="263D4D"/>
                </a:solidFill>
                <a:latin typeface="Yu Gothic"/>
                <a:ea typeface="Yu Gothic"/>
                <a:cs typeface="Yu Gothic"/>
              </a:defRPr>
            </a:lvl1pPr>
            <a:lvl2pPr>
              <a:buNone/>
              <a:defRPr sz="2250" b="0">
                <a:solidFill>
                  <a:srgbClr val="263D4D"/>
                </a:solidFill>
                <a:latin typeface="Yu Gothic"/>
                <a:ea typeface="Yu Gothic"/>
                <a:cs typeface="Yu Gothic"/>
              </a:defRPr>
            </a:lvl2pPr>
            <a:lvl3pPr>
              <a:buNone/>
              <a:defRPr sz="2250" b="0">
                <a:solidFill>
                  <a:srgbClr val="263D4D"/>
                </a:solidFill>
                <a:latin typeface="Yu Gothic"/>
                <a:ea typeface="Yu Gothic"/>
                <a:cs typeface="Yu Gothic"/>
              </a:defRPr>
            </a:lvl3pPr>
            <a:lvl4pPr>
              <a:buNone/>
              <a:defRPr sz="2250" b="0">
                <a:solidFill>
                  <a:srgbClr val="263D4D"/>
                </a:solidFill>
                <a:latin typeface="Yu Gothic"/>
                <a:ea typeface="Yu Gothic"/>
                <a:cs typeface="Yu Gothic"/>
              </a:defRPr>
            </a:lvl4pPr>
            <a:lvl5pPr>
              <a:buNone/>
              <a:defRPr sz="2250" b="0">
                <a:solidFill>
                  <a:srgbClr val="263D4D"/>
                </a:solidFill>
                <a:latin typeface="Yu Gothic"/>
                <a:ea typeface="Yu Gothic"/>
                <a:cs typeface="Yu Gothic"/>
              </a:defRPr>
            </a:lvl5pPr>
            <a:lvl6pPr>
              <a:buNone/>
              <a:defRPr sz="2250" b="0">
                <a:solidFill>
                  <a:srgbClr val="263D4D"/>
                </a:solidFill>
                <a:latin typeface="Yu Gothic"/>
                <a:ea typeface="Yu Gothic"/>
                <a:cs typeface="Yu Gothic"/>
              </a:defRPr>
            </a:lvl6pPr>
            <a:lvl7pPr>
              <a:buNone/>
              <a:defRPr sz="2250" b="0">
                <a:solidFill>
                  <a:srgbClr val="263D4D"/>
                </a:solidFill>
                <a:latin typeface="Yu Gothic"/>
                <a:ea typeface="Yu Gothic"/>
                <a:cs typeface="Yu Gothic"/>
              </a:defRPr>
            </a:lvl7pPr>
            <a:lvl8pPr>
              <a:buNone/>
              <a:defRPr sz="2250" b="0">
                <a:solidFill>
                  <a:srgbClr val="263D4D"/>
                </a:solidFill>
                <a:latin typeface="Yu Gothic"/>
                <a:ea typeface="Yu Gothic"/>
                <a:cs typeface="Yu Gothic"/>
              </a:defRPr>
            </a:lvl8pPr>
            <a:lvl9pPr>
              <a:buNone/>
              <a:defRPr sz="2250" b="0">
                <a:solidFill>
                  <a:srgbClr val="263D4D"/>
                </a:solidFill>
                <a:latin typeface="Yu Gothic"/>
                <a:ea typeface="Yu Gothic"/>
                <a:cs typeface="Yu Gothic"/>
              </a:defRPr>
            </a:lvl9pPr>
          </a:lstStyle>
          <a:p xmlns:a="http://schemas.openxmlformats.org/drawingml/2006/main">
            <a:pPr>
              <a:buNone/>
              <a:defRPr sz="2250" b="0">
                <a:solidFill>
                  <a:srgbClr val="263D4D"/>
                </a:solidFill>
                <a:latin typeface="Yu Gothic"/>
                <a:ea typeface="Yu Gothic"/>
                <a:cs typeface="Yu Gothic"/>
              </a:defRPr>
            </a:pPr>
            <a:r>
              <a:rPr sz="2250" b="0">
                <a:solidFill>
                  <a:srgbClr val="263D4D"/>
                </a:solidFill>
                <a:latin typeface="Yu Gothic"/>
                <a:ea typeface="Yu Gothic"/>
                <a:cs typeface="Yu Gothic"/>
              </a:rPr>
              <a:t>必要条件と、比較して選ぶ条件を分ける</a:t>
            </a:r>
          </a:p>
        </p:txBody>
      </p:sp>
      <p:sp>
        <p:nvSpPr>
          <p:cNvPr id="5" name="正方形/長方形 4">
            <a:extLst xmlns:a="http://schemas.openxmlformats.org/drawingml/2006/main">
              <a:ext uri="{FF2B5EF4-FFF2-40B4-BE49-F238E27FC236}">
                <a16:creationId xmlns:a16="http://schemas.microsoft.com/office/drawing/2014/main" id="{CED84FE4-B095-4187-BFDF-4E5E82E842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3571875"/>
            <a:ext cx="10572750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>
              <a:defRPr sz="2250" b="0">
                <a:solidFill>
                  <a:srgbClr val="263D4D"/>
                </a:solidFill>
                <a:latin typeface="Yu Gothic"/>
                <a:ea typeface="Yu Gothic"/>
                <a:cs typeface="Yu Gothic"/>
              </a:defRPr>
            </a:defPPr>
            <a:lvl1pPr>
              <a:buNone/>
              <a:defRPr sz="2250" b="0">
                <a:solidFill>
                  <a:srgbClr val="263D4D"/>
                </a:solidFill>
                <a:latin typeface="Yu Gothic"/>
                <a:ea typeface="Yu Gothic"/>
                <a:cs typeface="Yu Gothic"/>
              </a:defRPr>
            </a:lvl1pPr>
            <a:lvl2pPr>
              <a:buNone/>
              <a:defRPr sz="2250" b="0">
                <a:solidFill>
                  <a:srgbClr val="263D4D"/>
                </a:solidFill>
                <a:latin typeface="Yu Gothic"/>
                <a:ea typeface="Yu Gothic"/>
                <a:cs typeface="Yu Gothic"/>
              </a:defRPr>
            </a:lvl2pPr>
            <a:lvl3pPr>
              <a:buNone/>
              <a:defRPr sz="2250" b="0">
                <a:solidFill>
                  <a:srgbClr val="263D4D"/>
                </a:solidFill>
                <a:latin typeface="Yu Gothic"/>
                <a:ea typeface="Yu Gothic"/>
                <a:cs typeface="Yu Gothic"/>
              </a:defRPr>
            </a:lvl3pPr>
            <a:lvl4pPr>
              <a:buNone/>
              <a:defRPr sz="2250" b="0">
                <a:solidFill>
                  <a:srgbClr val="263D4D"/>
                </a:solidFill>
                <a:latin typeface="Yu Gothic"/>
                <a:ea typeface="Yu Gothic"/>
                <a:cs typeface="Yu Gothic"/>
              </a:defRPr>
            </a:lvl4pPr>
            <a:lvl5pPr>
              <a:buNone/>
              <a:defRPr sz="2250" b="0">
                <a:solidFill>
                  <a:srgbClr val="263D4D"/>
                </a:solidFill>
                <a:latin typeface="Yu Gothic"/>
                <a:ea typeface="Yu Gothic"/>
                <a:cs typeface="Yu Gothic"/>
              </a:defRPr>
            </a:lvl5pPr>
            <a:lvl6pPr>
              <a:buNone/>
              <a:defRPr sz="2250" b="0">
                <a:solidFill>
                  <a:srgbClr val="263D4D"/>
                </a:solidFill>
                <a:latin typeface="Yu Gothic"/>
                <a:ea typeface="Yu Gothic"/>
                <a:cs typeface="Yu Gothic"/>
              </a:defRPr>
            </a:lvl6pPr>
            <a:lvl7pPr>
              <a:buNone/>
              <a:defRPr sz="2250" b="0">
                <a:solidFill>
                  <a:srgbClr val="263D4D"/>
                </a:solidFill>
                <a:latin typeface="Yu Gothic"/>
                <a:ea typeface="Yu Gothic"/>
                <a:cs typeface="Yu Gothic"/>
              </a:defRPr>
            </a:lvl7pPr>
            <a:lvl8pPr>
              <a:buNone/>
              <a:defRPr sz="2250" b="0">
                <a:solidFill>
                  <a:srgbClr val="263D4D"/>
                </a:solidFill>
                <a:latin typeface="Yu Gothic"/>
                <a:ea typeface="Yu Gothic"/>
                <a:cs typeface="Yu Gothic"/>
              </a:defRPr>
            </a:lvl8pPr>
            <a:lvl9pPr>
              <a:buNone/>
              <a:defRPr sz="2250" b="0">
                <a:solidFill>
                  <a:srgbClr val="263D4D"/>
                </a:solidFill>
                <a:latin typeface="Yu Gothic"/>
                <a:ea typeface="Yu Gothic"/>
                <a:cs typeface="Yu Gothic"/>
              </a:defRPr>
            </a:lvl9pPr>
          </a:lstStyle>
          <a:p xmlns:a="http://schemas.openxmlformats.org/drawingml/2006/main">
            <a:pPr>
              <a:buNone/>
              <a:defRPr sz="2250" b="0">
                <a:solidFill>
                  <a:srgbClr val="263D4D"/>
                </a:solidFill>
                <a:latin typeface="Yu Gothic"/>
                <a:ea typeface="Yu Gothic"/>
                <a:cs typeface="Yu Gothic"/>
              </a:defRPr>
            </a:pPr>
            <a:r>
              <a:rPr sz="2250" b="0">
                <a:solidFill>
                  <a:srgbClr val="263D4D"/>
                </a:solidFill>
                <a:latin typeface="Yu Gothic"/>
                <a:ea typeface="Yu Gothic"/>
                <a:cs typeface="Yu Gothic"/>
              </a:rPr>
              <a:t>有利・不利・未確認を残し、根拠を更新する</a:t>
            </a:r>
          </a:p>
        </p:txBody>
      </p:sp>
      <p:sp>
        <p:nvSpPr>
          <p:cNvPr id="6" name="正方形/長方形 5">
            <a:extLst xmlns:a="http://schemas.openxmlformats.org/drawingml/2006/main">
              <a:ext uri="{FF2B5EF4-FFF2-40B4-BE49-F238E27FC236}">
                <a16:creationId xmlns:a16="http://schemas.microsoft.com/office/drawing/2014/main" id="{9216C809-DC04-4E25-9F2A-4121F3B005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4524375"/>
            <a:ext cx="10572750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>
              <a:defRPr sz="2250" b="0">
                <a:solidFill>
                  <a:srgbClr val="263D4D"/>
                </a:solidFill>
                <a:latin typeface="Yu Gothic"/>
                <a:ea typeface="Yu Gothic"/>
                <a:cs typeface="Yu Gothic"/>
              </a:defRPr>
            </a:defPPr>
            <a:lvl1pPr>
              <a:buNone/>
              <a:defRPr sz="2250" b="0">
                <a:solidFill>
                  <a:srgbClr val="263D4D"/>
                </a:solidFill>
                <a:latin typeface="Yu Gothic"/>
                <a:ea typeface="Yu Gothic"/>
                <a:cs typeface="Yu Gothic"/>
              </a:defRPr>
            </a:lvl1pPr>
            <a:lvl2pPr>
              <a:buNone/>
              <a:defRPr sz="2250" b="0">
                <a:solidFill>
                  <a:srgbClr val="263D4D"/>
                </a:solidFill>
                <a:latin typeface="Yu Gothic"/>
                <a:ea typeface="Yu Gothic"/>
                <a:cs typeface="Yu Gothic"/>
              </a:defRPr>
            </a:lvl2pPr>
            <a:lvl3pPr>
              <a:buNone/>
              <a:defRPr sz="2250" b="0">
                <a:solidFill>
                  <a:srgbClr val="263D4D"/>
                </a:solidFill>
                <a:latin typeface="Yu Gothic"/>
                <a:ea typeface="Yu Gothic"/>
                <a:cs typeface="Yu Gothic"/>
              </a:defRPr>
            </a:lvl3pPr>
            <a:lvl4pPr>
              <a:buNone/>
              <a:defRPr sz="2250" b="0">
                <a:solidFill>
                  <a:srgbClr val="263D4D"/>
                </a:solidFill>
                <a:latin typeface="Yu Gothic"/>
                <a:ea typeface="Yu Gothic"/>
                <a:cs typeface="Yu Gothic"/>
              </a:defRPr>
            </a:lvl4pPr>
            <a:lvl5pPr>
              <a:buNone/>
              <a:defRPr sz="2250" b="0">
                <a:solidFill>
                  <a:srgbClr val="263D4D"/>
                </a:solidFill>
                <a:latin typeface="Yu Gothic"/>
                <a:ea typeface="Yu Gothic"/>
                <a:cs typeface="Yu Gothic"/>
              </a:defRPr>
            </a:lvl5pPr>
            <a:lvl6pPr>
              <a:buNone/>
              <a:defRPr sz="2250" b="0">
                <a:solidFill>
                  <a:srgbClr val="263D4D"/>
                </a:solidFill>
                <a:latin typeface="Yu Gothic"/>
                <a:ea typeface="Yu Gothic"/>
                <a:cs typeface="Yu Gothic"/>
              </a:defRPr>
            </a:lvl6pPr>
            <a:lvl7pPr>
              <a:buNone/>
              <a:defRPr sz="2250" b="0">
                <a:solidFill>
                  <a:srgbClr val="263D4D"/>
                </a:solidFill>
                <a:latin typeface="Yu Gothic"/>
                <a:ea typeface="Yu Gothic"/>
                <a:cs typeface="Yu Gothic"/>
              </a:defRPr>
            </a:lvl7pPr>
            <a:lvl8pPr>
              <a:buNone/>
              <a:defRPr sz="2250" b="0">
                <a:solidFill>
                  <a:srgbClr val="263D4D"/>
                </a:solidFill>
                <a:latin typeface="Yu Gothic"/>
                <a:ea typeface="Yu Gothic"/>
                <a:cs typeface="Yu Gothic"/>
              </a:defRPr>
            </a:lvl8pPr>
            <a:lvl9pPr>
              <a:buNone/>
              <a:defRPr sz="2250" b="0">
                <a:solidFill>
                  <a:srgbClr val="263D4D"/>
                </a:solidFill>
                <a:latin typeface="Yu Gothic"/>
                <a:ea typeface="Yu Gothic"/>
                <a:cs typeface="Yu Gothic"/>
              </a:defRPr>
            </a:lvl9pPr>
          </a:lstStyle>
          <a:p xmlns:a="http://schemas.openxmlformats.org/drawingml/2006/main">
            <a:pPr>
              <a:buNone/>
              <a:defRPr sz="2250" b="0">
                <a:solidFill>
                  <a:srgbClr val="263D4D"/>
                </a:solidFill>
                <a:latin typeface="Yu Gothic"/>
                <a:ea typeface="Yu Gothic"/>
                <a:cs typeface="Yu Gothic"/>
              </a:defRPr>
            </a:pPr>
            <a:r>
              <a:rPr sz="2250" b="0">
                <a:solidFill>
                  <a:srgbClr val="263D4D"/>
                </a:solidFill>
                <a:latin typeface="Yu Gothic"/>
                <a:ea typeface="Yu Gothic"/>
                <a:cs typeface="Yu Gothic"/>
              </a:rPr>
              <a:t>次回：確かめる方法と、改善の計画を作る</a:t>
            </a:r>
          </a:p>
        </p:txBody>
      </p:sp>
      <p:sp>
        <p:nvSpPr>
          <p:cNvPr id="7" name="正方形/長方形 6">
            <a:extLst xmlns:a="http://schemas.openxmlformats.org/drawingml/2006/main">
              <a:ext uri="{FF2B5EF4-FFF2-40B4-BE49-F238E27FC236}">
                <a16:creationId xmlns:a16="http://schemas.microsoft.com/office/drawing/2014/main" id="{6CCC1075-7F4B-4614-85E4-25D2F3ECF3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353175"/>
            <a:ext cx="8953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>
              <a:defRPr sz="1425" b="0">
                <a:solidFill>
                  <a:srgbClr val="71818B"/>
                </a:solidFill>
                <a:latin typeface="Yu Gothic"/>
                <a:ea typeface="Yu Gothic"/>
                <a:cs typeface="Yu Gothic"/>
              </a:defRPr>
            </a:defPPr>
            <a:lvl1pPr>
              <a:buNone/>
              <a:defRPr sz="1425" b="0">
                <a:solidFill>
                  <a:srgbClr val="71818B"/>
                </a:solidFill>
                <a:latin typeface="Yu Gothic"/>
                <a:ea typeface="Yu Gothic"/>
                <a:cs typeface="Yu Gothic"/>
              </a:defRPr>
            </a:lvl1pPr>
            <a:lvl2pPr>
              <a:buNone/>
              <a:defRPr sz="1425" b="0">
                <a:solidFill>
                  <a:srgbClr val="71818B"/>
                </a:solidFill>
                <a:latin typeface="Yu Gothic"/>
                <a:ea typeface="Yu Gothic"/>
                <a:cs typeface="Yu Gothic"/>
              </a:defRPr>
            </a:lvl2pPr>
            <a:lvl3pPr>
              <a:buNone/>
              <a:defRPr sz="1425" b="0">
                <a:solidFill>
                  <a:srgbClr val="71818B"/>
                </a:solidFill>
                <a:latin typeface="Yu Gothic"/>
                <a:ea typeface="Yu Gothic"/>
                <a:cs typeface="Yu Gothic"/>
              </a:defRPr>
            </a:lvl3pPr>
            <a:lvl4pPr>
              <a:buNone/>
              <a:defRPr sz="1425" b="0">
                <a:solidFill>
                  <a:srgbClr val="71818B"/>
                </a:solidFill>
                <a:latin typeface="Yu Gothic"/>
                <a:ea typeface="Yu Gothic"/>
                <a:cs typeface="Yu Gothic"/>
              </a:defRPr>
            </a:lvl4pPr>
            <a:lvl5pPr>
              <a:buNone/>
              <a:defRPr sz="1425" b="0">
                <a:solidFill>
                  <a:srgbClr val="71818B"/>
                </a:solidFill>
                <a:latin typeface="Yu Gothic"/>
                <a:ea typeface="Yu Gothic"/>
                <a:cs typeface="Yu Gothic"/>
              </a:defRPr>
            </a:lvl5pPr>
            <a:lvl6pPr>
              <a:buNone/>
              <a:defRPr sz="1425" b="0">
                <a:solidFill>
                  <a:srgbClr val="71818B"/>
                </a:solidFill>
                <a:latin typeface="Yu Gothic"/>
                <a:ea typeface="Yu Gothic"/>
                <a:cs typeface="Yu Gothic"/>
              </a:defRPr>
            </a:lvl6pPr>
            <a:lvl7pPr>
              <a:buNone/>
              <a:defRPr sz="1425" b="0">
                <a:solidFill>
                  <a:srgbClr val="71818B"/>
                </a:solidFill>
                <a:latin typeface="Yu Gothic"/>
                <a:ea typeface="Yu Gothic"/>
                <a:cs typeface="Yu Gothic"/>
              </a:defRPr>
            </a:lvl7pPr>
            <a:lvl8pPr>
              <a:buNone/>
              <a:defRPr sz="1425" b="0">
                <a:solidFill>
                  <a:srgbClr val="71818B"/>
                </a:solidFill>
                <a:latin typeface="Yu Gothic"/>
                <a:ea typeface="Yu Gothic"/>
                <a:cs typeface="Yu Gothic"/>
              </a:defRPr>
            </a:lvl8pPr>
            <a:lvl9pPr>
              <a:buNone/>
              <a:defRPr sz="1425" b="0">
                <a:solidFill>
                  <a:srgbClr val="71818B"/>
                </a:solidFill>
                <a:latin typeface="Yu Gothic"/>
                <a:ea typeface="Yu Gothic"/>
                <a:cs typeface="Yu Gothic"/>
              </a:defRPr>
            </a:lvl9pPr>
          </a:lstStyle>
          <a:p xmlns:a="http://schemas.openxmlformats.org/drawingml/2006/main">
            <a:pPr>
              <a:buNone/>
              <a:defRPr sz="1425" b="0">
                <a:solidFill>
                  <a:srgbClr val="71818B"/>
                </a:solidFill>
                <a:latin typeface="Yu Gothic"/>
                <a:ea typeface="Yu Gothic"/>
                <a:cs typeface="Yu Gothic"/>
              </a:defRPr>
            </a:pPr>
            <a:r>
              <a:rPr sz="1425" b="0">
                <a:solidFill>
                  <a:srgbClr val="71818B"/>
                </a:solidFill>
                <a:latin typeface="Yu Gothic"/>
                <a:ea typeface="Yu Gothic"/>
                <a:cs typeface="Yu Gothic"/>
              </a:rPr>
              <a:t>工業材料概論　第12回</a:t>
            </a:r>
          </a:p>
        </p:txBody>
      </p:sp>
      <p:sp>
        <p:nvSpPr>
          <p:cNvPr id="8" name="正方形/長方形 7">
            <a:extLst xmlns:a="http://schemas.openxmlformats.org/drawingml/2006/main">
              <a:ext uri="{FF2B5EF4-FFF2-40B4-BE49-F238E27FC236}">
                <a16:creationId xmlns:a16="http://schemas.microsoft.com/office/drawing/2014/main" id="{042C1EC2-FD9B-4EB4-8170-8EC48F7113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82250" y="6353175"/>
            <a:ext cx="1238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>
              <a:defRPr sz="1425" b="0">
                <a:solidFill>
                  <a:srgbClr val="71818B"/>
                </a:solidFill>
                <a:latin typeface="Yu Gothic"/>
                <a:ea typeface="Yu Gothic"/>
                <a:cs typeface="Yu Gothic"/>
              </a:defRPr>
            </a:defPPr>
            <a:lvl1pPr>
              <a:buNone/>
              <a:defRPr sz="1425" b="0">
                <a:solidFill>
                  <a:srgbClr val="71818B"/>
                </a:solidFill>
                <a:latin typeface="Yu Gothic"/>
                <a:ea typeface="Yu Gothic"/>
                <a:cs typeface="Yu Gothic"/>
              </a:defRPr>
            </a:lvl1pPr>
            <a:lvl2pPr>
              <a:buNone/>
              <a:defRPr sz="1425" b="0">
                <a:solidFill>
                  <a:srgbClr val="71818B"/>
                </a:solidFill>
                <a:latin typeface="Yu Gothic"/>
                <a:ea typeface="Yu Gothic"/>
                <a:cs typeface="Yu Gothic"/>
              </a:defRPr>
            </a:lvl2pPr>
            <a:lvl3pPr>
              <a:buNone/>
              <a:defRPr sz="1425" b="0">
                <a:solidFill>
                  <a:srgbClr val="71818B"/>
                </a:solidFill>
                <a:latin typeface="Yu Gothic"/>
                <a:ea typeface="Yu Gothic"/>
                <a:cs typeface="Yu Gothic"/>
              </a:defRPr>
            </a:lvl3pPr>
            <a:lvl4pPr>
              <a:buNone/>
              <a:defRPr sz="1425" b="0">
                <a:solidFill>
                  <a:srgbClr val="71818B"/>
                </a:solidFill>
                <a:latin typeface="Yu Gothic"/>
                <a:ea typeface="Yu Gothic"/>
                <a:cs typeface="Yu Gothic"/>
              </a:defRPr>
            </a:lvl4pPr>
            <a:lvl5pPr>
              <a:buNone/>
              <a:defRPr sz="1425" b="0">
                <a:solidFill>
                  <a:srgbClr val="71818B"/>
                </a:solidFill>
                <a:latin typeface="Yu Gothic"/>
                <a:ea typeface="Yu Gothic"/>
                <a:cs typeface="Yu Gothic"/>
              </a:defRPr>
            </a:lvl5pPr>
            <a:lvl6pPr>
              <a:buNone/>
              <a:defRPr sz="1425" b="0">
                <a:solidFill>
                  <a:srgbClr val="71818B"/>
                </a:solidFill>
                <a:latin typeface="Yu Gothic"/>
                <a:ea typeface="Yu Gothic"/>
                <a:cs typeface="Yu Gothic"/>
              </a:defRPr>
            </a:lvl6pPr>
            <a:lvl7pPr>
              <a:buNone/>
              <a:defRPr sz="1425" b="0">
                <a:solidFill>
                  <a:srgbClr val="71818B"/>
                </a:solidFill>
                <a:latin typeface="Yu Gothic"/>
                <a:ea typeface="Yu Gothic"/>
                <a:cs typeface="Yu Gothic"/>
              </a:defRPr>
            </a:lvl7pPr>
            <a:lvl8pPr>
              <a:buNone/>
              <a:defRPr sz="1425" b="0">
                <a:solidFill>
                  <a:srgbClr val="71818B"/>
                </a:solidFill>
                <a:latin typeface="Yu Gothic"/>
                <a:ea typeface="Yu Gothic"/>
                <a:cs typeface="Yu Gothic"/>
              </a:defRPr>
            </a:lvl8pPr>
            <a:lvl9pPr>
              <a:buNone/>
              <a:defRPr sz="1425" b="0">
                <a:solidFill>
                  <a:srgbClr val="71818B"/>
                </a:solidFill>
                <a:latin typeface="Yu Gothic"/>
                <a:ea typeface="Yu Gothic"/>
                <a:cs typeface="Yu Gothic"/>
              </a:defRPr>
            </a:lvl9pPr>
          </a:lstStyle>
          <a:p xmlns:a="http://schemas.openxmlformats.org/drawingml/2006/main">
            <a:pPr>
              <a:buNone/>
              <a:defRPr sz="1425" b="0">
                <a:solidFill>
                  <a:srgbClr val="71818B"/>
                </a:solidFill>
                <a:latin typeface="Yu Gothic"/>
                <a:ea typeface="Yu Gothic"/>
                <a:cs typeface="Yu Gothic"/>
              </a:defRPr>
            </a:pPr>
            <a:r>
              <a:rPr sz="1425" b="0">
                <a:solidFill>
                  <a:srgbClr val="71818B"/>
                </a:solidFill>
                <a:latin typeface="Yu Gothic"/>
                <a:ea typeface="Yu Gothic"/>
                <a:cs typeface="Yu Gothic"/>
              </a:rPr>
              <a:t>40 / 41</a:t>
            </a:r>
            <a:endParaRPr sz="1425" b="0">
              <a:solidFill>
                <a:srgbClr val="71818B"/>
              </a:solidFill>
              <a:latin typeface="Yu Gothic"/>
              <a:ea typeface="Yu Gothic"/>
              <a:cs typeface="Yu Gothic"/>
            </a:endParaRPr>
          </a:p>
        </p:txBody>
      </p:sp>
    </p:spTree>
    <p:extLst>
      <p:ext uri="{BB962C8B-B14F-4D97-AF65-F5344CB8AC3E}">
        <p14:creationId xmlns:p14="http://schemas.microsoft.com/office/powerpoint/2010/main" val="1063488546"/>
      </p:ext>
    </p:extLst>
  </p:cSld>
</p:sld>
</file>

<file path=ppt/slides/slide4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正方形/長方形 8">
            <a:extLst xmlns:a="http://schemas.openxmlformats.org/drawingml/2006/main">
              <a:ext uri="{FF2B5EF4-FFF2-40B4-BE49-F238E27FC236}">
                <a16:creationId xmlns:a16="http://schemas.microsoft.com/office/drawing/2014/main" id="{9C415A1A-E458-49DD-A63D-A089377EA8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81000"/>
            <a:ext cx="108585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>
              <a:defRPr sz="3000" b="1">
                <a:solidFill>
                  <a:srgbClr val="193B59"/>
                </a:solidFill>
                <a:latin typeface="Yu Gothic"/>
                <a:ea typeface="Yu Gothic"/>
                <a:cs typeface="Yu Gothic"/>
              </a:defRPr>
            </a:defPPr>
            <a:lvl1pPr>
              <a:buNone/>
              <a:defRPr sz="3000" b="1">
                <a:solidFill>
                  <a:srgbClr val="193B59"/>
                </a:solidFill>
                <a:latin typeface="Yu Gothic"/>
                <a:ea typeface="Yu Gothic"/>
                <a:cs typeface="Yu Gothic"/>
              </a:defRPr>
            </a:lvl1pPr>
            <a:lvl2pPr>
              <a:buNone/>
              <a:defRPr sz="3000" b="1">
                <a:solidFill>
                  <a:srgbClr val="193B59"/>
                </a:solidFill>
                <a:latin typeface="Yu Gothic"/>
                <a:ea typeface="Yu Gothic"/>
                <a:cs typeface="Yu Gothic"/>
              </a:defRPr>
            </a:lvl2pPr>
            <a:lvl3pPr>
              <a:buNone/>
              <a:defRPr sz="3000" b="1">
                <a:solidFill>
                  <a:srgbClr val="193B59"/>
                </a:solidFill>
                <a:latin typeface="Yu Gothic"/>
                <a:ea typeface="Yu Gothic"/>
                <a:cs typeface="Yu Gothic"/>
              </a:defRPr>
            </a:lvl3pPr>
            <a:lvl4pPr>
              <a:buNone/>
              <a:defRPr sz="3000" b="1">
                <a:solidFill>
                  <a:srgbClr val="193B59"/>
                </a:solidFill>
                <a:latin typeface="Yu Gothic"/>
                <a:ea typeface="Yu Gothic"/>
                <a:cs typeface="Yu Gothic"/>
              </a:defRPr>
            </a:lvl4pPr>
            <a:lvl5pPr>
              <a:buNone/>
              <a:defRPr sz="3000" b="1">
                <a:solidFill>
                  <a:srgbClr val="193B59"/>
                </a:solidFill>
                <a:latin typeface="Yu Gothic"/>
                <a:ea typeface="Yu Gothic"/>
                <a:cs typeface="Yu Gothic"/>
              </a:defRPr>
            </a:lvl5pPr>
            <a:lvl6pPr>
              <a:buNone/>
              <a:defRPr sz="3000" b="1">
                <a:solidFill>
                  <a:srgbClr val="193B59"/>
                </a:solidFill>
                <a:latin typeface="Yu Gothic"/>
                <a:ea typeface="Yu Gothic"/>
                <a:cs typeface="Yu Gothic"/>
              </a:defRPr>
            </a:lvl6pPr>
            <a:lvl7pPr>
              <a:buNone/>
              <a:defRPr sz="3000" b="1">
                <a:solidFill>
                  <a:srgbClr val="193B59"/>
                </a:solidFill>
                <a:latin typeface="Yu Gothic"/>
                <a:ea typeface="Yu Gothic"/>
                <a:cs typeface="Yu Gothic"/>
              </a:defRPr>
            </a:lvl7pPr>
            <a:lvl8pPr>
              <a:buNone/>
              <a:defRPr sz="3000" b="1">
                <a:solidFill>
                  <a:srgbClr val="193B59"/>
                </a:solidFill>
                <a:latin typeface="Yu Gothic"/>
                <a:ea typeface="Yu Gothic"/>
                <a:cs typeface="Yu Gothic"/>
              </a:defRPr>
            </a:lvl8pPr>
            <a:lvl9pPr>
              <a:buNone/>
              <a:defRPr sz="3000" b="1">
                <a:solidFill>
                  <a:srgbClr val="193B59"/>
                </a:solidFill>
                <a:latin typeface="Yu Gothic"/>
                <a:ea typeface="Yu Gothic"/>
                <a:cs typeface="Yu Gothic"/>
              </a:defRPr>
            </a:lvl9pPr>
          </a:lstStyle>
          <a:p xmlns:a="http://schemas.openxmlformats.org/drawingml/2006/main">
            <a:pPr>
              <a:buNone/>
              <a:defRPr sz="3000" b="1">
                <a:solidFill>
                  <a:srgbClr val="193B59"/>
                </a:solidFill>
                <a:latin typeface="Yu Gothic"/>
                <a:ea typeface="Yu Gothic"/>
                <a:cs typeface="Yu Gothic"/>
              </a:defRPr>
            </a:pPr>
            <a:r>
              <a:rPr sz="3000" b="1">
                <a:solidFill>
                  <a:srgbClr val="193B59"/>
                </a:solidFill>
                <a:latin typeface="Yu Gothic"/>
                <a:ea typeface="Yu Gothic"/>
                <a:cs typeface="Yu Gothic"/>
              </a:rPr>
              <a:t>参照資料と数値の位置づけ</a:t>
            </a:r>
          </a:p>
        </p:txBody>
      </p:sp>
      <p:sp>
        <p:nvSpPr>
          <p:cNvPr id="2" name="直線コネクタ 1">
            <a:extLst xmlns:a="http://schemas.openxmlformats.org/drawingml/2006/main">
              <a:ext uri="{FF2B5EF4-FFF2-40B4-BE49-F238E27FC236}">
                <a16:creationId xmlns:a16="http://schemas.microsoft.com/office/drawing/2014/main" id="{1E911F8B-C8B2-49C9-A691-4EF5AA79D5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323975"/>
            <a:ext cx="10820400" cy="0"/>
          </a:xfrm>
          <a:prstGeom xmlns:a="http://schemas.openxmlformats.org/drawingml/2006/main" prst="line">
            <a:avLst/>
          </a:prstGeom>
          <a:ln xmlns:a="http://schemas.openxmlformats.org/drawingml/2006/main" w="19050">
            <a:solidFill>
              <a:srgbClr val="D8E1E7"/>
            </a:solidFill>
          </a:ln>
        </p:spPr>
      </p:sp>
      <p:sp>
        <p:nvSpPr>
          <p:cNvPr id="3" name="正方形/長方形 2">
            <a:extLst xmlns:a="http://schemas.openxmlformats.org/drawingml/2006/main">
              <a:ext uri="{FF2B5EF4-FFF2-40B4-BE49-F238E27FC236}">
                <a16:creationId xmlns:a16="http://schemas.microsoft.com/office/drawing/2014/main" id="{C10335A1-E83C-4DA4-B86C-646E7C0C83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1666875"/>
            <a:ext cx="10572750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>
              <a:defRPr sz="2250" b="1">
                <a:solidFill>
                  <a:srgbClr val="263D4D"/>
                </a:solidFill>
                <a:latin typeface="Yu Gothic"/>
                <a:ea typeface="Yu Gothic"/>
                <a:cs typeface="Yu Gothic"/>
              </a:defRPr>
            </a:defPPr>
            <a:lvl1pPr>
              <a:buNone/>
              <a:defRPr sz="2250" b="1">
                <a:solidFill>
                  <a:srgbClr val="263D4D"/>
                </a:solidFill>
                <a:latin typeface="Yu Gothic"/>
                <a:ea typeface="Yu Gothic"/>
                <a:cs typeface="Yu Gothic"/>
              </a:defRPr>
            </a:lvl1pPr>
            <a:lvl2pPr>
              <a:buNone/>
              <a:defRPr sz="2250" b="1">
                <a:solidFill>
                  <a:srgbClr val="263D4D"/>
                </a:solidFill>
                <a:latin typeface="Yu Gothic"/>
                <a:ea typeface="Yu Gothic"/>
                <a:cs typeface="Yu Gothic"/>
              </a:defRPr>
            </a:lvl2pPr>
            <a:lvl3pPr>
              <a:buNone/>
              <a:defRPr sz="2250" b="1">
                <a:solidFill>
                  <a:srgbClr val="263D4D"/>
                </a:solidFill>
                <a:latin typeface="Yu Gothic"/>
                <a:ea typeface="Yu Gothic"/>
                <a:cs typeface="Yu Gothic"/>
              </a:defRPr>
            </a:lvl3pPr>
            <a:lvl4pPr>
              <a:buNone/>
              <a:defRPr sz="2250" b="1">
                <a:solidFill>
                  <a:srgbClr val="263D4D"/>
                </a:solidFill>
                <a:latin typeface="Yu Gothic"/>
                <a:ea typeface="Yu Gothic"/>
                <a:cs typeface="Yu Gothic"/>
              </a:defRPr>
            </a:lvl4pPr>
            <a:lvl5pPr>
              <a:buNone/>
              <a:defRPr sz="2250" b="1">
                <a:solidFill>
                  <a:srgbClr val="263D4D"/>
                </a:solidFill>
                <a:latin typeface="Yu Gothic"/>
                <a:ea typeface="Yu Gothic"/>
                <a:cs typeface="Yu Gothic"/>
              </a:defRPr>
            </a:lvl5pPr>
            <a:lvl6pPr>
              <a:buNone/>
              <a:defRPr sz="2250" b="1">
                <a:solidFill>
                  <a:srgbClr val="263D4D"/>
                </a:solidFill>
                <a:latin typeface="Yu Gothic"/>
                <a:ea typeface="Yu Gothic"/>
                <a:cs typeface="Yu Gothic"/>
              </a:defRPr>
            </a:lvl6pPr>
            <a:lvl7pPr>
              <a:buNone/>
              <a:defRPr sz="2250" b="1">
                <a:solidFill>
                  <a:srgbClr val="263D4D"/>
                </a:solidFill>
                <a:latin typeface="Yu Gothic"/>
                <a:ea typeface="Yu Gothic"/>
                <a:cs typeface="Yu Gothic"/>
              </a:defRPr>
            </a:lvl7pPr>
            <a:lvl8pPr>
              <a:buNone/>
              <a:defRPr sz="2250" b="1">
                <a:solidFill>
                  <a:srgbClr val="263D4D"/>
                </a:solidFill>
                <a:latin typeface="Yu Gothic"/>
                <a:ea typeface="Yu Gothic"/>
                <a:cs typeface="Yu Gothic"/>
              </a:defRPr>
            </a:lvl8pPr>
            <a:lvl9pPr>
              <a:buNone/>
              <a:defRPr sz="2250" b="1">
                <a:solidFill>
                  <a:srgbClr val="263D4D"/>
                </a:solidFill>
                <a:latin typeface="Yu Gothic"/>
                <a:ea typeface="Yu Gothic"/>
                <a:cs typeface="Yu Gothic"/>
              </a:defRPr>
            </a:lvl9pPr>
          </a:lstStyle>
          <a:p xmlns:a="http://schemas.openxmlformats.org/drawingml/2006/main">
            <a:pPr>
              <a:buNone/>
              <a:defRPr sz="2250" b="1">
                <a:solidFill>
                  <a:srgbClr val="263D4D"/>
                </a:solidFill>
                <a:latin typeface="Yu Gothic"/>
                <a:ea typeface="Yu Gothic"/>
                <a:cs typeface="Yu Gothic"/>
              </a:defRPr>
            </a:pPr>
            <a:r>
              <a:rPr sz="2250" b="1">
                <a:solidFill>
                  <a:srgbClr val="263D4D"/>
                </a:solidFill>
                <a:latin typeface="Yu Gothic"/>
                <a:ea typeface="Yu Gothic"/>
                <a:cs typeface="Yu Gothic"/>
              </a:rPr>
              <a:t>工業材料概論 第4・8〜11回の計算と材料各論</a:t>
            </a:r>
          </a:p>
        </p:txBody>
      </p:sp>
      <p:sp>
        <p:nvSpPr>
          <p:cNvPr id="4" name="正方形/長方形 3">
            <a:extLst xmlns:a="http://schemas.openxmlformats.org/drawingml/2006/main">
              <a:ext uri="{FF2B5EF4-FFF2-40B4-BE49-F238E27FC236}">
                <a16:creationId xmlns:a16="http://schemas.microsoft.com/office/drawing/2014/main" id="{82544753-CCFC-4F95-ADF6-3ACB335B4A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2619375"/>
            <a:ext cx="10572750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>
              <a:defRPr sz="2250" b="0">
                <a:solidFill>
                  <a:srgbClr val="263D4D"/>
                </a:solidFill>
                <a:latin typeface="Yu Gothic"/>
                <a:ea typeface="Yu Gothic"/>
                <a:cs typeface="Yu Gothic"/>
              </a:defRPr>
            </a:defPPr>
            <a:lvl1pPr>
              <a:buNone/>
              <a:defRPr sz="2250" b="0">
                <a:solidFill>
                  <a:srgbClr val="263D4D"/>
                </a:solidFill>
                <a:latin typeface="Yu Gothic"/>
                <a:ea typeface="Yu Gothic"/>
                <a:cs typeface="Yu Gothic"/>
              </a:defRPr>
            </a:lvl1pPr>
            <a:lvl2pPr>
              <a:buNone/>
              <a:defRPr sz="2250" b="0">
                <a:solidFill>
                  <a:srgbClr val="263D4D"/>
                </a:solidFill>
                <a:latin typeface="Yu Gothic"/>
                <a:ea typeface="Yu Gothic"/>
                <a:cs typeface="Yu Gothic"/>
              </a:defRPr>
            </a:lvl2pPr>
            <a:lvl3pPr>
              <a:buNone/>
              <a:defRPr sz="2250" b="0">
                <a:solidFill>
                  <a:srgbClr val="263D4D"/>
                </a:solidFill>
                <a:latin typeface="Yu Gothic"/>
                <a:ea typeface="Yu Gothic"/>
                <a:cs typeface="Yu Gothic"/>
              </a:defRPr>
            </a:lvl3pPr>
            <a:lvl4pPr>
              <a:buNone/>
              <a:defRPr sz="2250" b="0">
                <a:solidFill>
                  <a:srgbClr val="263D4D"/>
                </a:solidFill>
                <a:latin typeface="Yu Gothic"/>
                <a:ea typeface="Yu Gothic"/>
                <a:cs typeface="Yu Gothic"/>
              </a:defRPr>
            </a:lvl4pPr>
            <a:lvl5pPr>
              <a:buNone/>
              <a:defRPr sz="2250" b="0">
                <a:solidFill>
                  <a:srgbClr val="263D4D"/>
                </a:solidFill>
                <a:latin typeface="Yu Gothic"/>
                <a:ea typeface="Yu Gothic"/>
                <a:cs typeface="Yu Gothic"/>
              </a:defRPr>
            </a:lvl5pPr>
            <a:lvl6pPr>
              <a:buNone/>
              <a:defRPr sz="2250" b="0">
                <a:solidFill>
                  <a:srgbClr val="263D4D"/>
                </a:solidFill>
                <a:latin typeface="Yu Gothic"/>
                <a:ea typeface="Yu Gothic"/>
                <a:cs typeface="Yu Gothic"/>
              </a:defRPr>
            </a:lvl6pPr>
            <a:lvl7pPr>
              <a:buNone/>
              <a:defRPr sz="2250" b="0">
                <a:solidFill>
                  <a:srgbClr val="263D4D"/>
                </a:solidFill>
                <a:latin typeface="Yu Gothic"/>
                <a:ea typeface="Yu Gothic"/>
                <a:cs typeface="Yu Gothic"/>
              </a:defRPr>
            </a:lvl7pPr>
            <a:lvl8pPr>
              <a:buNone/>
              <a:defRPr sz="2250" b="0">
                <a:solidFill>
                  <a:srgbClr val="263D4D"/>
                </a:solidFill>
                <a:latin typeface="Yu Gothic"/>
                <a:ea typeface="Yu Gothic"/>
                <a:cs typeface="Yu Gothic"/>
              </a:defRPr>
            </a:lvl8pPr>
            <a:lvl9pPr>
              <a:buNone/>
              <a:defRPr sz="2250" b="0">
                <a:solidFill>
                  <a:srgbClr val="263D4D"/>
                </a:solidFill>
                <a:latin typeface="Yu Gothic"/>
                <a:ea typeface="Yu Gothic"/>
                <a:cs typeface="Yu Gothic"/>
              </a:defRPr>
            </a:lvl9pPr>
          </a:lstStyle>
          <a:p xmlns:a="http://schemas.openxmlformats.org/drawingml/2006/main">
            <a:pPr>
              <a:buNone/>
              <a:defRPr sz="2250" b="0">
                <a:solidFill>
                  <a:srgbClr val="263D4D"/>
                </a:solidFill>
                <a:latin typeface="Yu Gothic"/>
                <a:ea typeface="Yu Gothic"/>
                <a:cs typeface="Yu Gothic"/>
              </a:defRPr>
            </a:pPr>
            <a:r>
              <a:rPr sz="2250" b="0">
                <a:solidFill>
                  <a:srgbClr val="263D4D"/>
                </a:solidFill>
                <a:latin typeface="Yu Gothic"/>
                <a:ea typeface="Yu Gothic"/>
                <a:cs typeface="Yu Gothic"/>
              </a:rPr>
              <a:t>木材及び木質材料学：第</a:t>
            </a:r>
            <a:r>
              <a:rPr sz="2250" b="0">
                <a:solidFill>
                  <a:srgbClr val="263D4D"/>
                </a:solidFill>
                <a:latin typeface="Yu Gothic"/>
                <a:ea typeface="Yu Gothic"/>
                <a:cs typeface="Yu Gothic"/>
              </a:rPr>
              <a:t>14</a:t>
            </a:r>
            <a:r>
              <a:rPr sz="2250" b="0">
                <a:solidFill>
                  <a:srgbClr val="263D4D"/>
                </a:solidFill>
                <a:latin typeface="Yu Gothic"/>
                <a:ea typeface="Yu Gothic"/>
                <a:cs typeface="Yu Gothic"/>
              </a:rPr>
              <a:t>回の資源・環境、第</a:t>
            </a:r>
            <a:r>
              <a:rPr sz="2250" b="0">
                <a:solidFill>
                  <a:srgbClr val="263D4D"/>
                </a:solidFill>
                <a:latin typeface="Yu Gothic"/>
                <a:ea typeface="Yu Gothic"/>
                <a:cs typeface="Yu Gothic"/>
              </a:rPr>
              <a:t>15</a:t>
            </a:r>
            <a:r>
              <a:rPr sz="2250" b="0">
                <a:solidFill>
                  <a:srgbClr val="263D4D"/>
                </a:solidFill>
                <a:latin typeface="Yu Gothic"/>
                <a:ea typeface="Yu Gothic"/>
                <a:cs typeface="Yu Gothic"/>
              </a:rPr>
              <a:t>回の材料選択</a:t>
            </a:r>
            <a:endParaRPr sz="2250" b="0">
              <a:solidFill>
                <a:srgbClr val="263D4D"/>
              </a:solidFill>
              <a:latin typeface="Yu Gothic"/>
              <a:ea typeface="Yu Gothic"/>
              <a:cs typeface="Yu Gothic"/>
            </a:endParaRPr>
          </a:p>
        </p:txBody>
      </p:sp>
      <p:sp>
        <p:nvSpPr>
          <p:cNvPr id="5" name="正方形/長方形 4">
            <a:extLst xmlns:a="http://schemas.openxmlformats.org/drawingml/2006/main">
              <a:ext uri="{FF2B5EF4-FFF2-40B4-BE49-F238E27FC236}">
                <a16:creationId xmlns:a16="http://schemas.microsoft.com/office/drawing/2014/main" id="{8404D959-8C75-4087-B284-C9E8B2A5EB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3571875"/>
            <a:ext cx="10572750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>
              <a:defRPr sz="2250" b="0">
                <a:solidFill>
                  <a:srgbClr val="263D4D"/>
                </a:solidFill>
                <a:latin typeface="Yu Gothic"/>
                <a:ea typeface="Yu Gothic"/>
                <a:cs typeface="Yu Gothic"/>
              </a:defRPr>
            </a:defPPr>
            <a:lvl1pPr>
              <a:buNone/>
              <a:defRPr sz="2250" b="0">
                <a:solidFill>
                  <a:srgbClr val="263D4D"/>
                </a:solidFill>
                <a:latin typeface="Yu Gothic"/>
                <a:ea typeface="Yu Gothic"/>
                <a:cs typeface="Yu Gothic"/>
              </a:defRPr>
            </a:lvl1pPr>
            <a:lvl2pPr>
              <a:buNone/>
              <a:defRPr sz="2250" b="0">
                <a:solidFill>
                  <a:srgbClr val="263D4D"/>
                </a:solidFill>
                <a:latin typeface="Yu Gothic"/>
                <a:ea typeface="Yu Gothic"/>
                <a:cs typeface="Yu Gothic"/>
              </a:defRPr>
            </a:lvl2pPr>
            <a:lvl3pPr>
              <a:buNone/>
              <a:defRPr sz="2250" b="0">
                <a:solidFill>
                  <a:srgbClr val="263D4D"/>
                </a:solidFill>
                <a:latin typeface="Yu Gothic"/>
                <a:ea typeface="Yu Gothic"/>
                <a:cs typeface="Yu Gothic"/>
              </a:defRPr>
            </a:lvl3pPr>
            <a:lvl4pPr>
              <a:buNone/>
              <a:defRPr sz="2250" b="0">
                <a:solidFill>
                  <a:srgbClr val="263D4D"/>
                </a:solidFill>
                <a:latin typeface="Yu Gothic"/>
                <a:ea typeface="Yu Gothic"/>
                <a:cs typeface="Yu Gothic"/>
              </a:defRPr>
            </a:lvl4pPr>
            <a:lvl5pPr>
              <a:buNone/>
              <a:defRPr sz="2250" b="0">
                <a:solidFill>
                  <a:srgbClr val="263D4D"/>
                </a:solidFill>
                <a:latin typeface="Yu Gothic"/>
                <a:ea typeface="Yu Gothic"/>
                <a:cs typeface="Yu Gothic"/>
              </a:defRPr>
            </a:lvl5pPr>
            <a:lvl6pPr>
              <a:buNone/>
              <a:defRPr sz="2250" b="0">
                <a:solidFill>
                  <a:srgbClr val="263D4D"/>
                </a:solidFill>
                <a:latin typeface="Yu Gothic"/>
                <a:ea typeface="Yu Gothic"/>
                <a:cs typeface="Yu Gothic"/>
              </a:defRPr>
            </a:lvl6pPr>
            <a:lvl7pPr>
              <a:buNone/>
              <a:defRPr sz="2250" b="0">
                <a:solidFill>
                  <a:srgbClr val="263D4D"/>
                </a:solidFill>
                <a:latin typeface="Yu Gothic"/>
                <a:ea typeface="Yu Gothic"/>
                <a:cs typeface="Yu Gothic"/>
              </a:defRPr>
            </a:lvl7pPr>
            <a:lvl8pPr>
              <a:buNone/>
              <a:defRPr sz="2250" b="0">
                <a:solidFill>
                  <a:srgbClr val="263D4D"/>
                </a:solidFill>
                <a:latin typeface="Yu Gothic"/>
                <a:ea typeface="Yu Gothic"/>
                <a:cs typeface="Yu Gothic"/>
              </a:defRPr>
            </a:lvl8pPr>
            <a:lvl9pPr>
              <a:buNone/>
              <a:defRPr sz="2250" b="0">
                <a:solidFill>
                  <a:srgbClr val="263D4D"/>
                </a:solidFill>
                <a:latin typeface="Yu Gothic"/>
                <a:ea typeface="Yu Gothic"/>
                <a:cs typeface="Yu Gothic"/>
              </a:defRPr>
            </a:lvl9pPr>
          </a:lstStyle>
          <a:p xmlns:a="http://schemas.openxmlformats.org/drawingml/2006/main">
            <a:pPr>
              <a:buNone/>
              <a:defRPr sz="2250" b="0">
                <a:solidFill>
                  <a:srgbClr val="263D4D"/>
                </a:solidFill>
                <a:latin typeface="Yu Gothic"/>
                <a:ea typeface="Yu Gothic"/>
                <a:cs typeface="Yu Gothic"/>
              </a:defRPr>
            </a:pPr>
            <a:r>
              <a:rPr sz="2250" b="0">
                <a:solidFill>
                  <a:srgbClr val="263D4D"/>
                </a:solidFill>
                <a:latin typeface="Yu Gothic"/>
                <a:ea typeface="Yu Gothic"/>
                <a:cs typeface="Yu Gothic"/>
              </a:rPr>
              <a:t>中学校学習指導要領（平成</a:t>
            </a:r>
            <a:r>
              <a:rPr sz="2250" b="0">
                <a:solidFill>
                  <a:srgbClr val="263D4D"/>
                </a:solidFill>
                <a:latin typeface="Yu Gothic"/>
                <a:ea typeface="Yu Gothic"/>
                <a:cs typeface="Yu Gothic"/>
              </a:rPr>
              <a:t>29</a:t>
            </a:r>
            <a:r>
              <a:rPr sz="2250" b="0">
                <a:solidFill>
                  <a:srgbClr val="263D4D"/>
                </a:solidFill>
                <a:latin typeface="Yu Gothic"/>
                <a:ea typeface="Yu Gothic"/>
                <a:cs typeface="Yu Gothic"/>
              </a:rPr>
              <a:t>年告示）解説：技術・家庭編 </a:t>
            </a:r>
            <a:r>
              <a:rPr sz="2250" b="0">
                <a:solidFill>
                  <a:srgbClr val="263D4D"/>
                </a:solidFill>
                <a:latin typeface="Yu Gothic"/>
                <a:ea typeface="Yu Gothic"/>
                <a:cs typeface="Yu Gothic"/>
              </a:rPr>
              <a:t>A(1)～A(3)</a:t>
            </a:r>
            <a:endParaRPr sz="2250" b="0">
              <a:solidFill>
                <a:srgbClr val="263D4D"/>
              </a:solidFill>
              <a:latin typeface="Yu Gothic"/>
              <a:ea typeface="Yu Gothic"/>
              <a:cs typeface="Yu Gothic"/>
            </a:endParaRPr>
          </a:p>
        </p:txBody>
      </p:sp>
      <p:sp>
        <p:nvSpPr>
          <p:cNvPr id="6" name="正方形/長方形 5">
            <a:extLst xmlns:a="http://schemas.openxmlformats.org/drawingml/2006/main">
              <a:ext uri="{FF2B5EF4-FFF2-40B4-BE49-F238E27FC236}">
                <a16:creationId xmlns:a16="http://schemas.microsoft.com/office/drawing/2014/main" id="{9D011E02-4E8A-425D-9B54-AB7C778B26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4524375"/>
            <a:ext cx="10572750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>
              <a:defRPr sz="2250" b="0">
                <a:solidFill>
                  <a:srgbClr val="263D4D"/>
                </a:solidFill>
                <a:latin typeface="Yu Gothic"/>
                <a:ea typeface="Yu Gothic"/>
                <a:cs typeface="Yu Gothic"/>
              </a:defRPr>
            </a:defPPr>
            <a:lvl1pPr>
              <a:buNone/>
              <a:defRPr sz="2250" b="0">
                <a:solidFill>
                  <a:srgbClr val="263D4D"/>
                </a:solidFill>
                <a:latin typeface="Yu Gothic"/>
                <a:ea typeface="Yu Gothic"/>
                <a:cs typeface="Yu Gothic"/>
              </a:defRPr>
            </a:lvl1pPr>
            <a:lvl2pPr>
              <a:buNone/>
              <a:defRPr sz="2250" b="0">
                <a:solidFill>
                  <a:srgbClr val="263D4D"/>
                </a:solidFill>
                <a:latin typeface="Yu Gothic"/>
                <a:ea typeface="Yu Gothic"/>
                <a:cs typeface="Yu Gothic"/>
              </a:defRPr>
            </a:lvl2pPr>
            <a:lvl3pPr>
              <a:buNone/>
              <a:defRPr sz="2250" b="0">
                <a:solidFill>
                  <a:srgbClr val="263D4D"/>
                </a:solidFill>
                <a:latin typeface="Yu Gothic"/>
                <a:ea typeface="Yu Gothic"/>
                <a:cs typeface="Yu Gothic"/>
              </a:defRPr>
            </a:lvl3pPr>
            <a:lvl4pPr>
              <a:buNone/>
              <a:defRPr sz="2250" b="0">
                <a:solidFill>
                  <a:srgbClr val="263D4D"/>
                </a:solidFill>
                <a:latin typeface="Yu Gothic"/>
                <a:ea typeface="Yu Gothic"/>
                <a:cs typeface="Yu Gothic"/>
              </a:defRPr>
            </a:lvl4pPr>
            <a:lvl5pPr>
              <a:buNone/>
              <a:defRPr sz="2250" b="0">
                <a:solidFill>
                  <a:srgbClr val="263D4D"/>
                </a:solidFill>
                <a:latin typeface="Yu Gothic"/>
                <a:ea typeface="Yu Gothic"/>
                <a:cs typeface="Yu Gothic"/>
              </a:defRPr>
            </a:lvl5pPr>
            <a:lvl6pPr>
              <a:buNone/>
              <a:defRPr sz="2250" b="0">
                <a:solidFill>
                  <a:srgbClr val="263D4D"/>
                </a:solidFill>
                <a:latin typeface="Yu Gothic"/>
                <a:ea typeface="Yu Gothic"/>
                <a:cs typeface="Yu Gothic"/>
              </a:defRPr>
            </a:lvl6pPr>
            <a:lvl7pPr>
              <a:buNone/>
              <a:defRPr sz="2250" b="0">
                <a:solidFill>
                  <a:srgbClr val="263D4D"/>
                </a:solidFill>
                <a:latin typeface="Yu Gothic"/>
                <a:ea typeface="Yu Gothic"/>
                <a:cs typeface="Yu Gothic"/>
              </a:defRPr>
            </a:lvl7pPr>
            <a:lvl8pPr>
              <a:buNone/>
              <a:defRPr sz="2250" b="0">
                <a:solidFill>
                  <a:srgbClr val="263D4D"/>
                </a:solidFill>
                <a:latin typeface="Yu Gothic"/>
                <a:ea typeface="Yu Gothic"/>
                <a:cs typeface="Yu Gothic"/>
              </a:defRPr>
            </a:lvl8pPr>
            <a:lvl9pPr>
              <a:buNone/>
              <a:defRPr sz="2250" b="0">
                <a:solidFill>
                  <a:srgbClr val="263D4D"/>
                </a:solidFill>
                <a:latin typeface="Yu Gothic"/>
                <a:ea typeface="Yu Gothic"/>
                <a:cs typeface="Yu Gothic"/>
              </a:defRPr>
            </a:lvl9pPr>
          </a:lstStyle>
          <a:p xmlns:a="http://schemas.openxmlformats.org/drawingml/2006/main">
            <a:pPr>
              <a:buNone/>
              <a:defRPr sz="2250" b="0">
                <a:solidFill>
                  <a:srgbClr val="263D4D"/>
                </a:solidFill>
                <a:latin typeface="Yu Gothic"/>
                <a:ea typeface="Yu Gothic"/>
                <a:cs typeface="Yu Gothic"/>
              </a:defRPr>
            </a:pPr>
            <a:r>
              <a:rPr sz="2250" b="0">
                <a:solidFill>
                  <a:srgbClr val="263D4D"/>
                </a:solidFill>
                <a:latin typeface="Yu Gothic"/>
                <a:ea typeface="Yu Gothic"/>
                <a:cs typeface="Yu Gothic"/>
              </a:rPr>
              <a:t>数値例は第11回の授業用モデル。詳細はノート参照</a:t>
            </a:r>
          </a:p>
        </p:txBody>
      </p:sp>
      <p:sp>
        <p:nvSpPr>
          <p:cNvPr id="7" name="正方形/長方形 6">
            <a:extLst xmlns:a="http://schemas.openxmlformats.org/drawingml/2006/main">
              <a:ext uri="{FF2B5EF4-FFF2-40B4-BE49-F238E27FC236}">
                <a16:creationId xmlns:a16="http://schemas.microsoft.com/office/drawing/2014/main" id="{A7481E12-FE6A-475C-9A3C-0C2B475F7F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353175"/>
            <a:ext cx="8953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>
              <a:defRPr sz="1425" b="0">
                <a:solidFill>
                  <a:srgbClr val="71818B"/>
                </a:solidFill>
                <a:latin typeface="Yu Gothic"/>
                <a:ea typeface="Yu Gothic"/>
                <a:cs typeface="Yu Gothic"/>
              </a:defRPr>
            </a:defPPr>
            <a:lvl1pPr>
              <a:buNone/>
              <a:defRPr sz="1425" b="0">
                <a:solidFill>
                  <a:srgbClr val="71818B"/>
                </a:solidFill>
                <a:latin typeface="Yu Gothic"/>
                <a:ea typeface="Yu Gothic"/>
                <a:cs typeface="Yu Gothic"/>
              </a:defRPr>
            </a:lvl1pPr>
            <a:lvl2pPr>
              <a:buNone/>
              <a:defRPr sz="1425" b="0">
                <a:solidFill>
                  <a:srgbClr val="71818B"/>
                </a:solidFill>
                <a:latin typeface="Yu Gothic"/>
                <a:ea typeface="Yu Gothic"/>
                <a:cs typeface="Yu Gothic"/>
              </a:defRPr>
            </a:lvl2pPr>
            <a:lvl3pPr>
              <a:buNone/>
              <a:defRPr sz="1425" b="0">
                <a:solidFill>
                  <a:srgbClr val="71818B"/>
                </a:solidFill>
                <a:latin typeface="Yu Gothic"/>
                <a:ea typeface="Yu Gothic"/>
                <a:cs typeface="Yu Gothic"/>
              </a:defRPr>
            </a:lvl3pPr>
            <a:lvl4pPr>
              <a:buNone/>
              <a:defRPr sz="1425" b="0">
                <a:solidFill>
                  <a:srgbClr val="71818B"/>
                </a:solidFill>
                <a:latin typeface="Yu Gothic"/>
                <a:ea typeface="Yu Gothic"/>
                <a:cs typeface="Yu Gothic"/>
              </a:defRPr>
            </a:lvl4pPr>
            <a:lvl5pPr>
              <a:buNone/>
              <a:defRPr sz="1425" b="0">
                <a:solidFill>
                  <a:srgbClr val="71818B"/>
                </a:solidFill>
                <a:latin typeface="Yu Gothic"/>
                <a:ea typeface="Yu Gothic"/>
                <a:cs typeface="Yu Gothic"/>
              </a:defRPr>
            </a:lvl5pPr>
            <a:lvl6pPr>
              <a:buNone/>
              <a:defRPr sz="1425" b="0">
                <a:solidFill>
                  <a:srgbClr val="71818B"/>
                </a:solidFill>
                <a:latin typeface="Yu Gothic"/>
                <a:ea typeface="Yu Gothic"/>
                <a:cs typeface="Yu Gothic"/>
              </a:defRPr>
            </a:lvl6pPr>
            <a:lvl7pPr>
              <a:buNone/>
              <a:defRPr sz="1425" b="0">
                <a:solidFill>
                  <a:srgbClr val="71818B"/>
                </a:solidFill>
                <a:latin typeface="Yu Gothic"/>
                <a:ea typeface="Yu Gothic"/>
                <a:cs typeface="Yu Gothic"/>
              </a:defRPr>
            </a:lvl7pPr>
            <a:lvl8pPr>
              <a:buNone/>
              <a:defRPr sz="1425" b="0">
                <a:solidFill>
                  <a:srgbClr val="71818B"/>
                </a:solidFill>
                <a:latin typeface="Yu Gothic"/>
                <a:ea typeface="Yu Gothic"/>
                <a:cs typeface="Yu Gothic"/>
              </a:defRPr>
            </a:lvl8pPr>
            <a:lvl9pPr>
              <a:buNone/>
              <a:defRPr sz="1425" b="0">
                <a:solidFill>
                  <a:srgbClr val="71818B"/>
                </a:solidFill>
                <a:latin typeface="Yu Gothic"/>
                <a:ea typeface="Yu Gothic"/>
                <a:cs typeface="Yu Gothic"/>
              </a:defRPr>
            </a:lvl9pPr>
          </a:lstStyle>
          <a:p xmlns:a="http://schemas.openxmlformats.org/drawingml/2006/main">
            <a:pPr>
              <a:buNone/>
              <a:defRPr sz="1425" b="0">
                <a:solidFill>
                  <a:srgbClr val="71818B"/>
                </a:solidFill>
                <a:latin typeface="Yu Gothic"/>
                <a:ea typeface="Yu Gothic"/>
                <a:cs typeface="Yu Gothic"/>
              </a:defRPr>
            </a:pPr>
            <a:r>
              <a:rPr sz="1425" b="0">
                <a:solidFill>
                  <a:srgbClr val="71818B"/>
                </a:solidFill>
                <a:latin typeface="Yu Gothic"/>
                <a:ea typeface="Yu Gothic"/>
                <a:cs typeface="Yu Gothic"/>
              </a:rPr>
              <a:t>工業材料概論　第12回</a:t>
            </a:r>
          </a:p>
        </p:txBody>
      </p:sp>
      <p:sp>
        <p:nvSpPr>
          <p:cNvPr id="8" name="正方形/長方形 7">
            <a:extLst xmlns:a="http://schemas.openxmlformats.org/drawingml/2006/main">
              <a:ext uri="{FF2B5EF4-FFF2-40B4-BE49-F238E27FC236}">
                <a16:creationId xmlns:a16="http://schemas.microsoft.com/office/drawing/2014/main" id="{B8ACF116-ACB4-4F09-9EEA-618621EFC1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82250" y="6353175"/>
            <a:ext cx="1238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>
              <a:defRPr sz="1425" b="0">
                <a:solidFill>
                  <a:srgbClr val="71818B"/>
                </a:solidFill>
                <a:latin typeface="Yu Gothic"/>
                <a:ea typeface="Yu Gothic"/>
                <a:cs typeface="Yu Gothic"/>
              </a:defRPr>
            </a:defPPr>
            <a:lvl1pPr>
              <a:buNone/>
              <a:defRPr sz="1425" b="0">
                <a:solidFill>
                  <a:srgbClr val="71818B"/>
                </a:solidFill>
                <a:latin typeface="Yu Gothic"/>
                <a:ea typeface="Yu Gothic"/>
                <a:cs typeface="Yu Gothic"/>
              </a:defRPr>
            </a:lvl1pPr>
            <a:lvl2pPr>
              <a:buNone/>
              <a:defRPr sz="1425" b="0">
                <a:solidFill>
                  <a:srgbClr val="71818B"/>
                </a:solidFill>
                <a:latin typeface="Yu Gothic"/>
                <a:ea typeface="Yu Gothic"/>
                <a:cs typeface="Yu Gothic"/>
              </a:defRPr>
            </a:lvl2pPr>
            <a:lvl3pPr>
              <a:buNone/>
              <a:defRPr sz="1425" b="0">
                <a:solidFill>
                  <a:srgbClr val="71818B"/>
                </a:solidFill>
                <a:latin typeface="Yu Gothic"/>
                <a:ea typeface="Yu Gothic"/>
                <a:cs typeface="Yu Gothic"/>
              </a:defRPr>
            </a:lvl3pPr>
            <a:lvl4pPr>
              <a:buNone/>
              <a:defRPr sz="1425" b="0">
                <a:solidFill>
                  <a:srgbClr val="71818B"/>
                </a:solidFill>
                <a:latin typeface="Yu Gothic"/>
                <a:ea typeface="Yu Gothic"/>
                <a:cs typeface="Yu Gothic"/>
              </a:defRPr>
            </a:lvl4pPr>
            <a:lvl5pPr>
              <a:buNone/>
              <a:defRPr sz="1425" b="0">
                <a:solidFill>
                  <a:srgbClr val="71818B"/>
                </a:solidFill>
                <a:latin typeface="Yu Gothic"/>
                <a:ea typeface="Yu Gothic"/>
                <a:cs typeface="Yu Gothic"/>
              </a:defRPr>
            </a:lvl5pPr>
            <a:lvl6pPr>
              <a:buNone/>
              <a:defRPr sz="1425" b="0">
                <a:solidFill>
                  <a:srgbClr val="71818B"/>
                </a:solidFill>
                <a:latin typeface="Yu Gothic"/>
                <a:ea typeface="Yu Gothic"/>
                <a:cs typeface="Yu Gothic"/>
              </a:defRPr>
            </a:lvl6pPr>
            <a:lvl7pPr>
              <a:buNone/>
              <a:defRPr sz="1425" b="0">
                <a:solidFill>
                  <a:srgbClr val="71818B"/>
                </a:solidFill>
                <a:latin typeface="Yu Gothic"/>
                <a:ea typeface="Yu Gothic"/>
                <a:cs typeface="Yu Gothic"/>
              </a:defRPr>
            </a:lvl7pPr>
            <a:lvl8pPr>
              <a:buNone/>
              <a:defRPr sz="1425" b="0">
                <a:solidFill>
                  <a:srgbClr val="71818B"/>
                </a:solidFill>
                <a:latin typeface="Yu Gothic"/>
                <a:ea typeface="Yu Gothic"/>
                <a:cs typeface="Yu Gothic"/>
              </a:defRPr>
            </a:lvl8pPr>
            <a:lvl9pPr>
              <a:buNone/>
              <a:defRPr sz="1425" b="0">
                <a:solidFill>
                  <a:srgbClr val="71818B"/>
                </a:solidFill>
                <a:latin typeface="Yu Gothic"/>
                <a:ea typeface="Yu Gothic"/>
                <a:cs typeface="Yu Gothic"/>
              </a:defRPr>
            </a:lvl9pPr>
          </a:lstStyle>
          <a:p xmlns:a="http://schemas.openxmlformats.org/drawingml/2006/main">
            <a:pPr>
              <a:buNone/>
              <a:defRPr sz="1425" b="0">
                <a:solidFill>
                  <a:srgbClr val="71818B"/>
                </a:solidFill>
                <a:latin typeface="Yu Gothic"/>
                <a:ea typeface="Yu Gothic"/>
                <a:cs typeface="Yu Gothic"/>
              </a:defRPr>
            </a:pPr>
            <a:r>
              <a:rPr sz="1425" b="0">
                <a:solidFill>
                  <a:srgbClr val="71818B"/>
                </a:solidFill>
                <a:latin typeface="Yu Gothic"/>
                <a:ea typeface="Yu Gothic"/>
                <a:cs typeface="Yu Gothic"/>
              </a:rPr>
              <a:t>41 / 41</a:t>
            </a:r>
            <a:endParaRPr sz="1425" b="0">
              <a:solidFill>
                <a:srgbClr val="71818B"/>
              </a:solidFill>
              <a:latin typeface="Yu Gothic"/>
              <a:ea typeface="Yu Gothic"/>
              <a:cs typeface="Yu Gothic"/>
            </a:endParaRPr>
          </a:p>
        </p:txBody>
      </p:sp>
    </p:spTree>
    <p:extLst>
      <p:ext uri="{BB962C8B-B14F-4D97-AF65-F5344CB8AC3E}">
        <p14:creationId xmlns:p14="http://schemas.microsoft.com/office/powerpoint/2010/main" val="1460384943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2026-10-31T01:03:43.5630000Z</dcterms:created>
  <dcterms:modified xsi:type="dcterms:W3CDTF">2026-10-31T01:03:43.5630000Z</dcterms:modified>
</coreProperties>
</file>