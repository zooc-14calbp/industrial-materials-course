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994cf223114ac0" /><Relationship Type="http://schemas.openxmlformats.org/officeDocument/2006/relationships/extended-properties" Target="/docProps/app.xml" Id="Rf5deb31221de48de" /><Relationship Type="http://schemas.openxmlformats.org/officeDocument/2006/relationships/officeDocument" Target="/ppt/presentation.xml" Id="R471ec831cd924bd9" /></Relationships>
</file>

<file path=ppt/presentation.xml><?xml version="1.0" encoding="utf-8"?>
<p:presentation xmlns:p="http://schemas.openxmlformats.org/presentationml/2006/main">
  <p:sldMasterIdLst>
    <p:sldMasterId xmlns:r="http://schemas.openxmlformats.org/officeDocument/2006/relationships" id="2147483648" r:id="R0e0c1cf541f64992"/>
  </p:sldMasterIdLst>
  <p:notesMasterIdLst>
    <p:notesMasterId xmlns:r="http://schemas.openxmlformats.org/officeDocument/2006/relationships" r:id="R88124f01cd884cfe"/>
  </p:notesMasterIdLst>
  <p:sldIdLst>
    <p:sldId xmlns:r="http://schemas.openxmlformats.org/officeDocument/2006/relationships" id="256" r:id="R9e03e3d132c84912"/>
    <p:sldId xmlns:r="http://schemas.openxmlformats.org/officeDocument/2006/relationships" id="257" r:id="Rc5d78339ede5406a"/>
    <p:sldId xmlns:r="http://schemas.openxmlformats.org/officeDocument/2006/relationships" id="258" r:id="Rb0c3092ec3b94950"/>
    <p:sldId xmlns:r="http://schemas.openxmlformats.org/officeDocument/2006/relationships" id="259" r:id="R0d47b2c1cde14363"/>
    <p:sldId xmlns:r="http://schemas.openxmlformats.org/officeDocument/2006/relationships" id="260" r:id="R7cea39eb8cd44ac1"/>
    <p:sldId xmlns:r="http://schemas.openxmlformats.org/officeDocument/2006/relationships" id="261" r:id="Rfa3964d51e514117"/>
    <p:sldId xmlns:r="http://schemas.openxmlformats.org/officeDocument/2006/relationships" id="262" r:id="R4e7d287d35c0476d"/>
    <p:sldId xmlns:r="http://schemas.openxmlformats.org/officeDocument/2006/relationships" id="263" r:id="Rc6f42f5f1b6741ba"/>
    <p:sldId xmlns:r="http://schemas.openxmlformats.org/officeDocument/2006/relationships" id="264" r:id="R12c11c0b46354e69"/>
    <p:sldId xmlns:r="http://schemas.openxmlformats.org/officeDocument/2006/relationships" id="265" r:id="R9785c71f3cb449d1"/>
    <p:sldId xmlns:r="http://schemas.openxmlformats.org/officeDocument/2006/relationships" id="266" r:id="R7fc5a7f6375f401e"/>
    <p:sldId xmlns:r="http://schemas.openxmlformats.org/officeDocument/2006/relationships" id="267" r:id="Ra5f5ea9c650b4f53"/>
    <p:sldId xmlns:r="http://schemas.openxmlformats.org/officeDocument/2006/relationships" id="268" r:id="R505b1750d1ca4745"/>
    <p:sldId xmlns:r="http://schemas.openxmlformats.org/officeDocument/2006/relationships" id="269" r:id="Reae3ee27c17f4161"/>
    <p:sldId xmlns:r="http://schemas.openxmlformats.org/officeDocument/2006/relationships" id="270" r:id="Rd17cf948407a4bcd"/>
    <p:sldId xmlns:r="http://schemas.openxmlformats.org/officeDocument/2006/relationships" id="271" r:id="Rf15d997d3dea4c95"/>
    <p:sldId xmlns:r="http://schemas.openxmlformats.org/officeDocument/2006/relationships" id="272" r:id="R3585fcdf446f4b2c"/>
    <p:sldId xmlns:r="http://schemas.openxmlformats.org/officeDocument/2006/relationships" id="273" r:id="Rd5127fcb004f4451"/>
    <p:sldId xmlns:r="http://schemas.openxmlformats.org/officeDocument/2006/relationships" id="274" r:id="R833e2200ef9a42dc"/>
    <p:sldId xmlns:r="http://schemas.openxmlformats.org/officeDocument/2006/relationships" id="275" r:id="R68c030517dec4a0f"/>
    <p:sldId xmlns:r="http://schemas.openxmlformats.org/officeDocument/2006/relationships" id="276" r:id="Rc0c22927787f45d0"/>
    <p:sldId xmlns:r="http://schemas.openxmlformats.org/officeDocument/2006/relationships" id="277" r:id="Ra45fda79968b463b"/>
    <p:sldId xmlns:r="http://schemas.openxmlformats.org/officeDocument/2006/relationships" id="278" r:id="R80ec2d94e6344b52"/>
    <p:sldId xmlns:r="http://schemas.openxmlformats.org/officeDocument/2006/relationships" id="279" r:id="R1e97268d560c415a"/>
    <p:sldId xmlns:r="http://schemas.openxmlformats.org/officeDocument/2006/relationships" id="280" r:id="Rb4f919c4dab14185"/>
    <p:sldId xmlns:r="http://schemas.openxmlformats.org/officeDocument/2006/relationships" id="281" r:id="R8fec4b8a4d1d4257"/>
    <p:sldId xmlns:r="http://schemas.openxmlformats.org/officeDocument/2006/relationships" id="282" r:id="R2e232f7e7f324fe1"/>
    <p:sldId xmlns:r="http://schemas.openxmlformats.org/officeDocument/2006/relationships" id="283" r:id="Rf0dbe418dd2f4445"/>
    <p:sldId xmlns:r="http://schemas.openxmlformats.org/officeDocument/2006/relationships" id="284" r:id="R3f7dd2ad1eb144b9"/>
    <p:sldId xmlns:r="http://schemas.openxmlformats.org/officeDocument/2006/relationships" id="285" r:id="R7baa9fa5c3104303"/>
    <p:sldId xmlns:r="http://schemas.openxmlformats.org/officeDocument/2006/relationships" id="286" r:id="R7293baa1a45e4f53"/>
    <p:sldId xmlns:r="http://schemas.openxmlformats.org/officeDocument/2006/relationships" id="287" r:id="R04ff9cf00c2a46ee"/>
    <p:sldId xmlns:r="http://schemas.openxmlformats.org/officeDocument/2006/relationships" id="288" r:id="Rbd4f36688c0a4526"/>
    <p:sldId xmlns:r="http://schemas.openxmlformats.org/officeDocument/2006/relationships" id="289" r:id="Ra387b4d0ef63474c"/>
    <p:sldId xmlns:r="http://schemas.openxmlformats.org/officeDocument/2006/relationships" id="290" r:id="R7119772379804a06"/>
    <p:sldId xmlns:r="http://schemas.openxmlformats.org/officeDocument/2006/relationships" id="291" r:id="Rcfaaefe82fd04700"/>
    <p:sldId xmlns:r="http://schemas.openxmlformats.org/officeDocument/2006/relationships" id="292" r:id="R1a0bb052994c47be"/>
    <p:sldId xmlns:r="http://schemas.openxmlformats.org/officeDocument/2006/relationships" id="293" r:id="Rbd6312adbfa9437d"/>
    <p:sldId xmlns:r="http://schemas.openxmlformats.org/officeDocument/2006/relationships" id="294" r:id="Ref75a1c67b654ce7"/>
    <p:sldId xmlns:r="http://schemas.openxmlformats.org/officeDocument/2006/relationships" id="295" r:id="Rdcfcee13c70140eb"/>
    <p:sldId xmlns:r="http://schemas.openxmlformats.org/officeDocument/2006/relationships" id="296" r:id="Ra228160d295b4770"/>
    <p:sldId xmlns:r="http://schemas.openxmlformats.org/officeDocument/2006/relationships" id="297" r:id="R6c66dfedbf2c4f0f"/>
    <p:sldId xmlns:r="http://schemas.openxmlformats.org/officeDocument/2006/relationships" id="298" r:id="R381b3291058f4faf"/>
    <p:sldId xmlns:r="http://schemas.openxmlformats.org/officeDocument/2006/relationships" id="299" r:id="R25b5e5d077bf4437"/>
    <p:sldId xmlns:r="http://schemas.openxmlformats.org/officeDocument/2006/relationships" id="300" r:id="Rd3206357f6794235"/>
    <p:sldId xmlns:r="http://schemas.openxmlformats.org/officeDocument/2006/relationships" id="301" r:id="Rb54f4b07ff554df3"/>
    <p:sldId xmlns:r="http://schemas.openxmlformats.org/officeDocument/2006/relationships" id="302" r:id="Reb41deb0eec4451d"/>
    <p:sldId xmlns:r="http://schemas.openxmlformats.org/officeDocument/2006/relationships" id="303" r:id="R6fc341af53b84485"/>
    <p:sldId xmlns:r="http://schemas.openxmlformats.org/officeDocument/2006/relationships" id="304" r:id="Rfebb8b4e53a24a82"/>
    <p:sldId xmlns:r="http://schemas.openxmlformats.org/officeDocument/2006/relationships" id="305" r:id="R38d680828cce4209"/>
    <p:sldId xmlns:r="http://schemas.openxmlformats.org/officeDocument/2006/relationships" id="306" r:id="Rb72e363f67b84933"/>
    <p:sldId xmlns:r="http://schemas.openxmlformats.org/officeDocument/2006/relationships" id="307" r:id="R9d3181007ef045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34b4f9b65a49b9" /><Relationship Type="http://schemas.openxmlformats.org/officeDocument/2006/relationships/slideMaster" Target="/ppt/slideMasters/slideMaster1.xml" Id="R0e0c1cf541f64992" /><Relationship Type="http://schemas.openxmlformats.org/officeDocument/2006/relationships/notesMaster" Target="/ppt/notesMasters/notesMaster1.xml" Id="R88124f01cd884cfe" /><Relationship Type="http://schemas.openxmlformats.org/officeDocument/2006/relationships/presProps" Target="/ppt/presProps.xml" Id="R868fe3a5dce244ef" /><Relationship Type="http://schemas.openxmlformats.org/officeDocument/2006/relationships/tableStyles" Target="/ppt/tableStyles.xml" Id="Re88f1d1ee4f74b12" /><Relationship Type="http://schemas.openxmlformats.org/officeDocument/2006/relationships/slide" Target="/ppt/slides/slide1.xml" Id="R9e03e3d132c84912" /><Relationship Type="http://schemas.openxmlformats.org/officeDocument/2006/relationships/slide" Target="/ppt/slides/slide2.xml" Id="Rc5d78339ede5406a" /><Relationship Type="http://schemas.openxmlformats.org/officeDocument/2006/relationships/slide" Target="/ppt/slides/slide3.xml" Id="Rb0c3092ec3b94950" /><Relationship Type="http://schemas.openxmlformats.org/officeDocument/2006/relationships/slide" Target="/ppt/slides/slide4.xml" Id="R0d47b2c1cde14363" /><Relationship Type="http://schemas.openxmlformats.org/officeDocument/2006/relationships/slide" Target="/ppt/slides/slide5.xml" Id="R7cea39eb8cd44ac1" /><Relationship Type="http://schemas.openxmlformats.org/officeDocument/2006/relationships/slide" Target="/ppt/slides/slide6.xml" Id="Rfa3964d51e514117" /><Relationship Type="http://schemas.openxmlformats.org/officeDocument/2006/relationships/slide" Target="/ppt/slides/slide7.xml" Id="R4e7d287d35c0476d" /><Relationship Type="http://schemas.openxmlformats.org/officeDocument/2006/relationships/slide" Target="/ppt/slides/slide8.xml" Id="Rc6f42f5f1b6741ba" /><Relationship Type="http://schemas.openxmlformats.org/officeDocument/2006/relationships/slide" Target="/ppt/slides/slide9.xml" Id="R12c11c0b46354e69" /><Relationship Type="http://schemas.openxmlformats.org/officeDocument/2006/relationships/slide" Target="/ppt/slides/slide10.xml" Id="R9785c71f3cb449d1" /><Relationship Type="http://schemas.openxmlformats.org/officeDocument/2006/relationships/slide" Target="/ppt/slides/slide11.xml" Id="R7fc5a7f6375f401e" /><Relationship Type="http://schemas.openxmlformats.org/officeDocument/2006/relationships/slide" Target="/ppt/slides/slide12.xml" Id="Ra5f5ea9c650b4f53" /><Relationship Type="http://schemas.openxmlformats.org/officeDocument/2006/relationships/slide" Target="/ppt/slides/slide13.xml" Id="R505b1750d1ca4745" /><Relationship Type="http://schemas.openxmlformats.org/officeDocument/2006/relationships/slide" Target="/ppt/slides/slide14.xml" Id="Reae3ee27c17f4161" /><Relationship Type="http://schemas.openxmlformats.org/officeDocument/2006/relationships/slide" Target="/ppt/slides/slide15.xml" Id="Rd17cf948407a4bcd" /><Relationship Type="http://schemas.openxmlformats.org/officeDocument/2006/relationships/slide" Target="/ppt/slides/slide16.xml" Id="Rf15d997d3dea4c95" /><Relationship Type="http://schemas.openxmlformats.org/officeDocument/2006/relationships/slide" Target="/ppt/slides/slide17.xml" Id="R3585fcdf446f4b2c" /><Relationship Type="http://schemas.openxmlformats.org/officeDocument/2006/relationships/slide" Target="/ppt/slides/slide18.xml" Id="Rd5127fcb004f4451" /><Relationship Type="http://schemas.openxmlformats.org/officeDocument/2006/relationships/slide" Target="/ppt/slides/slide19.xml" Id="R833e2200ef9a42dc" /><Relationship Type="http://schemas.openxmlformats.org/officeDocument/2006/relationships/slide" Target="/ppt/slides/slide20.xml" Id="R68c030517dec4a0f" /><Relationship Type="http://schemas.openxmlformats.org/officeDocument/2006/relationships/slide" Target="/ppt/slides/slide21.xml" Id="Rc0c22927787f45d0" /><Relationship Type="http://schemas.openxmlformats.org/officeDocument/2006/relationships/slide" Target="/ppt/slides/slide22.xml" Id="Ra45fda79968b463b" /><Relationship Type="http://schemas.openxmlformats.org/officeDocument/2006/relationships/slide" Target="/ppt/slides/slide23.xml" Id="R80ec2d94e6344b52" /><Relationship Type="http://schemas.openxmlformats.org/officeDocument/2006/relationships/slide" Target="/ppt/slides/slide24.xml" Id="R1e97268d560c415a" /><Relationship Type="http://schemas.openxmlformats.org/officeDocument/2006/relationships/slide" Target="/ppt/slides/slide25.xml" Id="Rb4f919c4dab14185" /><Relationship Type="http://schemas.openxmlformats.org/officeDocument/2006/relationships/slide" Target="/ppt/slides/slide26.xml" Id="R8fec4b8a4d1d4257" /><Relationship Type="http://schemas.openxmlformats.org/officeDocument/2006/relationships/slide" Target="/ppt/slides/slide27.xml" Id="R2e232f7e7f324fe1" /><Relationship Type="http://schemas.openxmlformats.org/officeDocument/2006/relationships/slide" Target="/ppt/slides/slide28.xml" Id="Rf0dbe418dd2f4445" /><Relationship Type="http://schemas.openxmlformats.org/officeDocument/2006/relationships/slide" Target="/ppt/slides/slide29.xml" Id="R3f7dd2ad1eb144b9" /><Relationship Type="http://schemas.openxmlformats.org/officeDocument/2006/relationships/slide" Target="/ppt/slides/slide30.xml" Id="R7baa9fa5c3104303" /><Relationship Type="http://schemas.openxmlformats.org/officeDocument/2006/relationships/slide" Target="/ppt/slides/slide31.xml" Id="R7293baa1a45e4f53" /><Relationship Type="http://schemas.openxmlformats.org/officeDocument/2006/relationships/slide" Target="/ppt/slides/slide32.xml" Id="R04ff9cf00c2a46ee" /><Relationship Type="http://schemas.openxmlformats.org/officeDocument/2006/relationships/slide" Target="/ppt/slides/slide33.xml" Id="Rbd4f36688c0a4526" /><Relationship Type="http://schemas.openxmlformats.org/officeDocument/2006/relationships/slide" Target="/ppt/slides/slide34.xml" Id="Ra387b4d0ef63474c" /><Relationship Type="http://schemas.openxmlformats.org/officeDocument/2006/relationships/slide" Target="/ppt/slides/slide35.xml" Id="R7119772379804a06" /><Relationship Type="http://schemas.openxmlformats.org/officeDocument/2006/relationships/slide" Target="/ppt/slides/slide36.xml" Id="Rcfaaefe82fd04700" /><Relationship Type="http://schemas.openxmlformats.org/officeDocument/2006/relationships/slide" Target="/ppt/slides/slide37.xml" Id="R1a0bb052994c47be" /><Relationship Type="http://schemas.openxmlformats.org/officeDocument/2006/relationships/slide" Target="/ppt/slides/slide38.xml" Id="Rbd6312adbfa9437d" /><Relationship Type="http://schemas.openxmlformats.org/officeDocument/2006/relationships/slide" Target="/ppt/slides/slide39.xml" Id="Ref75a1c67b654ce7" /><Relationship Type="http://schemas.openxmlformats.org/officeDocument/2006/relationships/slide" Target="/ppt/slides/slide40.xml" Id="Rdcfcee13c70140eb" /><Relationship Type="http://schemas.openxmlformats.org/officeDocument/2006/relationships/slide" Target="/ppt/slides/slide41.xml" Id="Ra228160d295b4770" /><Relationship Type="http://schemas.openxmlformats.org/officeDocument/2006/relationships/slide" Target="/ppt/slides/slide42.xml" Id="R6c66dfedbf2c4f0f" /><Relationship Type="http://schemas.openxmlformats.org/officeDocument/2006/relationships/slide" Target="/ppt/slides/slide43.xml" Id="R381b3291058f4faf" /><Relationship Type="http://schemas.openxmlformats.org/officeDocument/2006/relationships/slide" Target="/ppt/slides/slide44.xml" Id="R25b5e5d077bf4437" /><Relationship Type="http://schemas.openxmlformats.org/officeDocument/2006/relationships/slide" Target="/ppt/slides/slide45.xml" Id="Rd3206357f6794235" /><Relationship Type="http://schemas.openxmlformats.org/officeDocument/2006/relationships/slide" Target="/ppt/slides/slide46.xml" Id="Rb54f4b07ff554df3" /><Relationship Type="http://schemas.openxmlformats.org/officeDocument/2006/relationships/slide" Target="/ppt/slides/slide47.xml" Id="Reb41deb0eec4451d" /><Relationship Type="http://schemas.openxmlformats.org/officeDocument/2006/relationships/slide" Target="/ppt/slides/slide48.xml" Id="R6fc341af53b84485" /><Relationship Type="http://schemas.openxmlformats.org/officeDocument/2006/relationships/slide" Target="/ppt/slides/slide49.xml" Id="Rfebb8b4e53a24a82" /><Relationship Type="http://schemas.openxmlformats.org/officeDocument/2006/relationships/slide" Target="/ppt/slides/slide50.xml" Id="R38d680828cce4209" /><Relationship Type="http://schemas.openxmlformats.org/officeDocument/2006/relationships/slide" Target="/ppt/slides/slide51.xml" Id="Rb72e363f67b84933" /><Relationship Type="http://schemas.openxmlformats.org/officeDocument/2006/relationships/slide" Target="/ppt/slides/slide52.xml" Id="R9d3181007ef045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7bc09c9f9644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3a40559d274a59" /><Relationship Type="http://schemas.openxmlformats.org/officeDocument/2006/relationships/notesMaster" Target="/ppt/notesMasters/notesMaster1.xml" Id="Raf3d431e67764c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badb0ed78e4758" /><Relationship Type="http://schemas.openxmlformats.org/officeDocument/2006/relationships/notesMaster" Target="/ppt/notesMasters/notesMaster1.xml" Id="Raa67a6c71c3743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e321179d98484a" /><Relationship Type="http://schemas.openxmlformats.org/officeDocument/2006/relationships/notesMaster" Target="/ppt/notesMasters/notesMaster1.xml" Id="R2459cd48853d49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fab684ab194b80" /><Relationship Type="http://schemas.openxmlformats.org/officeDocument/2006/relationships/notesMaster" Target="/ppt/notesMasters/notesMaster1.xml" Id="R54fb9bf782a64d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daaa011a304a3f" /><Relationship Type="http://schemas.openxmlformats.org/officeDocument/2006/relationships/notesMaster" Target="/ppt/notesMasters/notesMaster1.xml" Id="Rd85c93c2554448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823c9653ad4970" /><Relationship Type="http://schemas.openxmlformats.org/officeDocument/2006/relationships/notesMaster" Target="/ppt/notesMasters/notesMaster1.xml" Id="R562d7f08c6c44a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ab67e660bd4871" /><Relationship Type="http://schemas.openxmlformats.org/officeDocument/2006/relationships/notesMaster" Target="/ppt/notesMasters/notesMaster1.xml" Id="Rc816f9ea96a949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3243c59dd944e6" /><Relationship Type="http://schemas.openxmlformats.org/officeDocument/2006/relationships/notesMaster" Target="/ppt/notesMasters/notesMaster1.xml" Id="R81a4a047c9174d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746019c9af4c07" /><Relationship Type="http://schemas.openxmlformats.org/officeDocument/2006/relationships/notesMaster" Target="/ppt/notesMasters/notesMaster1.xml" Id="Rf0b576b277e44f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bbe204975f4a16" /><Relationship Type="http://schemas.openxmlformats.org/officeDocument/2006/relationships/notesMaster" Target="/ppt/notesMasters/notesMaster1.xml" Id="R8bf1d7008e364b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5b54736d454634" /><Relationship Type="http://schemas.openxmlformats.org/officeDocument/2006/relationships/notesMaster" Target="/ppt/notesMasters/notesMaster1.xml" Id="R72128d08b4d343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43cec4fb224852" /><Relationship Type="http://schemas.openxmlformats.org/officeDocument/2006/relationships/notesMaster" Target="/ppt/notesMasters/notesMaster1.xml" Id="R92f67c2af99147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0a406c13004ce0" /><Relationship Type="http://schemas.openxmlformats.org/officeDocument/2006/relationships/notesMaster" Target="/ppt/notesMasters/notesMaster1.xml" Id="R72afd9cc7c8442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107c49d3064289" /><Relationship Type="http://schemas.openxmlformats.org/officeDocument/2006/relationships/notesMaster" Target="/ppt/notesMasters/notesMaster1.xml" Id="R9a93d77a00c04e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d1bee7a3fd4826" /><Relationship Type="http://schemas.openxmlformats.org/officeDocument/2006/relationships/notesMaster" Target="/ppt/notesMasters/notesMaster1.xml" Id="R4d9a670220cd46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338ce9b0a044afc" /><Relationship Type="http://schemas.openxmlformats.org/officeDocument/2006/relationships/notesMaster" Target="/ppt/notesMasters/notesMaster1.xml" Id="R6fd754a0b7c64a7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dcac6a89824ad9" /><Relationship Type="http://schemas.openxmlformats.org/officeDocument/2006/relationships/notesMaster" Target="/ppt/notesMasters/notesMaster1.xml" Id="R9c96d20bdb1645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84b0c23cb94a02" /><Relationship Type="http://schemas.openxmlformats.org/officeDocument/2006/relationships/notesMaster" Target="/ppt/notesMasters/notesMaster1.xml" Id="R77a2007fa06b45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5d0132d09c4d47" /><Relationship Type="http://schemas.openxmlformats.org/officeDocument/2006/relationships/notesMaster" Target="/ppt/notesMasters/notesMaster1.xml" Id="Ra8745c47a97148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48e5368c5bc4efc" /><Relationship Type="http://schemas.openxmlformats.org/officeDocument/2006/relationships/notesMaster" Target="/ppt/notesMasters/notesMaster1.xml" Id="R2521b49a9bd440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074aaa342c4f2b" /><Relationship Type="http://schemas.openxmlformats.org/officeDocument/2006/relationships/notesMaster" Target="/ppt/notesMasters/notesMaster1.xml" Id="R05f57ba60b3a45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98f860c998475a" /><Relationship Type="http://schemas.openxmlformats.org/officeDocument/2006/relationships/notesMaster" Target="/ppt/notesMasters/notesMaster1.xml" Id="R6b5f9258af594a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447c66abfd4607" /><Relationship Type="http://schemas.openxmlformats.org/officeDocument/2006/relationships/notesMaster" Target="/ppt/notesMasters/notesMaster1.xml" Id="Rd184d46f7e6741e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1a16f72a5f840dc" /><Relationship Type="http://schemas.openxmlformats.org/officeDocument/2006/relationships/notesMaster" Target="/ppt/notesMasters/notesMaster1.xml" Id="R7a9e6e92af5f44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d90155e3ca54bba" /><Relationship Type="http://schemas.openxmlformats.org/officeDocument/2006/relationships/notesMaster" Target="/ppt/notesMasters/notesMaster1.xml" Id="Raecab49847674a8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412c837cf3749cc" /><Relationship Type="http://schemas.openxmlformats.org/officeDocument/2006/relationships/notesMaster" Target="/ppt/notesMasters/notesMaster1.xml" Id="Rcb84c6e0a30d4d3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1b5d56826544c71" /><Relationship Type="http://schemas.openxmlformats.org/officeDocument/2006/relationships/notesMaster" Target="/ppt/notesMasters/notesMaster1.xml" Id="R42f47b4206874aa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30d8b88ced463b" /><Relationship Type="http://schemas.openxmlformats.org/officeDocument/2006/relationships/notesMaster" Target="/ppt/notesMasters/notesMaster1.xml" Id="Rb260a47ad9de404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abcc1c9302e4b07" /><Relationship Type="http://schemas.openxmlformats.org/officeDocument/2006/relationships/notesMaster" Target="/ppt/notesMasters/notesMaster1.xml" Id="Rb132dd7e3ba14c3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5fe097c5d84b46" /><Relationship Type="http://schemas.openxmlformats.org/officeDocument/2006/relationships/notesMaster" Target="/ppt/notesMasters/notesMaster1.xml" Id="R5c5872b58b2147f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e4ab4b6d5c14892" /><Relationship Type="http://schemas.openxmlformats.org/officeDocument/2006/relationships/notesMaster" Target="/ppt/notesMasters/notesMaster1.xml" Id="Re4f347d4bf77483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2a9b64a9ee24570" /><Relationship Type="http://schemas.openxmlformats.org/officeDocument/2006/relationships/notesMaster" Target="/ppt/notesMasters/notesMaster1.xml" Id="Rd52ef7eca8e5419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6c0f7a3f835456d" /><Relationship Type="http://schemas.openxmlformats.org/officeDocument/2006/relationships/notesMaster" Target="/ppt/notesMasters/notesMaster1.xml" Id="Rdd1658fb61cb4b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7e3ad0f5e0c4570" /><Relationship Type="http://schemas.openxmlformats.org/officeDocument/2006/relationships/notesMaster" Target="/ppt/notesMasters/notesMaster1.xml" Id="R6a3dcdb1321542d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61d03437dfd48c7" /><Relationship Type="http://schemas.openxmlformats.org/officeDocument/2006/relationships/notesMaster" Target="/ppt/notesMasters/notesMaster1.xml" Id="R6c3f60a8f0c7488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19748140f8e42c5" /><Relationship Type="http://schemas.openxmlformats.org/officeDocument/2006/relationships/notesMaster" Target="/ppt/notesMasters/notesMaster1.xml" Id="R8a7fad6e1efc4d8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d40c3f8c11840e7" /><Relationship Type="http://schemas.openxmlformats.org/officeDocument/2006/relationships/notesMaster" Target="/ppt/notesMasters/notesMaster1.xml" Id="R0d66907d36714c2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69b1ed1174c4d50" /><Relationship Type="http://schemas.openxmlformats.org/officeDocument/2006/relationships/notesMaster" Target="/ppt/notesMasters/notesMaster1.xml" Id="R543b516e47514f2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258b462a91243ec" /><Relationship Type="http://schemas.openxmlformats.org/officeDocument/2006/relationships/notesMaster" Target="/ppt/notesMasters/notesMaster1.xml" Id="R811e175ea399438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dc6db10c8e04779" /><Relationship Type="http://schemas.openxmlformats.org/officeDocument/2006/relationships/notesMaster" Target="/ppt/notesMasters/notesMaster1.xml" Id="R38f458c3e0064b2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5c8bffd8a934ecd" /><Relationship Type="http://schemas.openxmlformats.org/officeDocument/2006/relationships/notesMaster" Target="/ppt/notesMasters/notesMaster1.xml" Id="Ree6c32e00ef244f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2c3dde78817492f" /><Relationship Type="http://schemas.openxmlformats.org/officeDocument/2006/relationships/notesMaster" Target="/ppt/notesMasters/notesMaster1.xml" Id="R8836ff01169a465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4c669accaf44f8e" /><Relationship Type="http://schemas.openxmlformats.org/officeDocument/2006/relationships/notesMaster" Target="/ppt/notesMasters/notesMaster1.xml" Id="R513444576120408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274de6d58fb4943" /><Relationship Type="http://schemas.openxmlformats.org/officeDocument/2006/relationships/notesMaster" Target="/ppt/notesMasters/notesMaster1.xml" Id="R798cc427bbf2424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07e47e681fc4295" /><Relationship Type="http://schemas.openxmlformats.org/officeDocument/2006/relationships/notesMaster" Target="/ppt/notesMasters/notesMaster1.xml" Id="Re20518f7e44f47d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b66298605234d54" /><Relationship Type="http://schemas.openxmlformats.org/officeDocument/2006/relationships/notesMaster" Target="/ppt/notesMasters/notesMaster1.xml" Id="Rd1ba2c0061cf4a7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748b5c49a6d4a77" /><Relationship Type="http://schemas.openxmlformats.org/officeDocument/2006/relationships/notesMaster" Target="/ppt/notesMasters/notesMaster1.xml" Id="R3de332ca8ab1478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a83f994f5c24cc6" /><Relationship Type="http://schemas.openxmlformats.org/officeDocument/2006/relationships/notesMaster" Target="/ppt/notesMasters/notesMaster1.xml" Id="Re7cd1d7560b9469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fa8b6f1fbe94caf" /><Relationship Type="http://schemas.openxmlformats.org/officeDocument/2006/relationships/notesMaster" Target="/ppt/notesMasters/notesMaster1.xml" Id="R78a969110aa1481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5a4172616e442bd" /><Relationship Type="http://schemas.openxmlformats.org/officeDocument/2006/relationships/notesMaster" Target="/ppt/notesMasters/notesMaster1.xml" Id="R59b6b7e9420d423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86559d3f5f64c5f" /><Relationship Type="http://schemas.openxmlformats.org/officeDocument/2006/relationships/notesMaster" Target="/ppt/notesMasters/notesMaster1.xml" Id="R0b2963b1a15a447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e766095610d4680" /><Relationship Type="http://schemas.openxmlformats.org/officeDocument/2006/relationships/notesMaster" Target="/ppt/notesMasters/notesMaster1.xml" Id="Rafa4c4be80bd44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材料の係数と断面の形を分け、曲げ応力とたわみを比較します。幅を一定にする変更と、同じ断面積を保つ変更を区別し、与えられた強度・変形の両条件を満たす荷重を考えます。</a:t>
            </a:r>
          </a:p>
          <a:p xmlns:a="http://schemas.openxmlformats.org/drawingml/2006/main">
            <a:r>
              <a:t>第2回で材料の性質と部材の寸法を分け、第3回で荷重と支持から曲げモーメントを求めました。この回では、断面のどこに材料を配置するかが、応力と変形へどう関係するかを学びます。学校でよく扱う板の向きを変える活動にも、ここで学ぶ幾何学と力学の原理が働いてい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到達点を確認します。材料の係数と断面の形を分け、曲げ応力とたわみを比較します。幅を一定にする変更と、同じ断面積を保つ変更を区別し、与えられた強度・変形の両条件を満たす荷重を考えます。</a:t>
            </a:r>
          </a:p>
          <a:p xmlns:a="http://schemas.openxmlformats.org/drawingml/2006/main">
            <a:r>
              <a:t>途中の演習は自己確認用です。図と途中式をノートに残し、解説を聞く前に考える時間を取ります。正式な提出課題の締切や配点は別の指示に従ってください。</a:t>
            </a:r>
          </a:p>
          <a:p xmlns:a="http://schemas.openxmlformats.org/drawingml/2006/main">
            <a:r>
              <a:t>断面二次モーメントという名前を覚えるだけでなく、なぜ距離の二乗が入るか、どの軸まわりの量かを理解します。大学では、観察の結果を説明する背後の関係まで扱います。式を使う前に、断面の図と曲げる向きを示し、式がどのモデルに適用できるかを確認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の中央荷重の例を、断面の計算へつなぎます。まず外力と支持から最大曲げモーメントを求めます。この段階では、断面の形と材料のヤング率を使っていません。その後、断面の形を表す量で応力とたわみを計算します。外力から求まる量、形から求まる量、材料から与えられる量を色分けして整理しましょう。</a:t>
            </a:r>
          </a:p>
          <a:p xmlns:a="http://schemas.openxmlformats.org/drawingml/2006/main">
            <a:r>
              <a:t>この式は、中央に一つの荷重を載せた単純支持ばりでの最大の曲げモーメントです。荷重位置や支持を変えれば、前回のつり合いと切断面の式へ戻って求め直します。断面の形が同じでも、内部に生じるモーメントが変われば、応力や変形の結果も変わ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り内部のモーメントを断面の応力へつなぎます。正の曲げを受ける断面では、図の上側が圧縮、下側が引張りになります。中立軸からの距離で応力が変わり、表面で大きくなります。全体の外力からモーメントを求める段階と、断面の形から応力分布を読む段階を分けます。前回求めたモーメントを、次の計算への入力として使います。</a:t>
            </a:r>
          </a:p>
          <a:p xmlns:a="http://schemas.openxmlformats.org/drawingml/2006/main">
            <a:r>
              <a:t>上が圧縮され、下が引っ張られる図では、同じ断面の位置によって応力が異なります。軸方向に一様に引っ張る場合の平均応力とは、扱う分布が違います。中央付近の応力がゼロでも、その部分の材料が全く役に立たないという意味にはできません。せん断力を伝えることや、断面形状を保つことなども別に考える必要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曲げ応力の公式がなぜ使えるのか、その背後を見ます。細長いはりの曲げで、変形前に平面だった断面が、変形後も平面を保つと仮定します。曲がった部分の外側は長くなり、内側は短くなります。伸び縮みしない中立軸から離れるほど、元の長さに対する伸び縮みの割合は大きくなります。このひずみは、中立軸からの距離に比例します。さらに、断面内で同じヤング率を使える線形弾性を仮定すると、応力も距離に比例します。ここまでが変形と材料の性質による関係です。次に、この応力が各小面積に及ぼす力を考え、その力が中立軸まわりへ作るモーメントを足し合わせます。応力に距離が一回、モーメントの腕としてさらに距離が一回現れるので、距離の二乗と小面積を掛けた和が生まれます。これが断面二次モーメントです。最終的に最大応力は、曲げモーメントと最外縁までの距離を掛けて、断面二次モーメントで割った値になります。公式は、幾何学、材料の応力とひずみの関係、断面全体のつり合いを組み合わせた結果です。原理まで学ぶと、異なる材料を接合した断面や塑性域へ、同じ式をそのまま使えない理由も見えて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二次モーメントは、面積が中立軸からどれだけ離れて分布するかを表します。小さい面積へ距離の二乗を掛けて足す、という見方を使います。面積そのものと同じ量ではありません。同じ面積でも、軸から離れた位置へ多く分布させると値が変わります。単位は長さの四乗です。図の面積片と距離を対応させ、材料のヤング率とは別に、断面の形と軸から決まる量だと理解してください。</a:t>
            </a:r>
          </a:p>
          <a:p xmlns:a="http://schemas.openxmlformats.org/drawingml/2006/main">
            <a:r>
              <a:t>断面二次モーメントの距離は、中立軸から小さな面積までの垂直距離です。同じ小面積でも、軸から遠い所へ配置すれば寄与は大きくなります。量としては断面の幾何学的な性質なので、材料を鋼から木材へ変えただけでは、同じ形の断面二次モーメントそのものは変わりません。材料の性質は別の量として式に入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方形では、幅と高さを使って断面二次モーメントを表せます。高さは三乗に入りますが、どの寸法を高さとするかは中立軸と荷重方向を見て決めます。幅を固定して高さを二倍にする場合と、同じ断面積で幅を半分にし高さを二倍にする場合では、倍率が異なります。三乗という言葉だけで常に八倍と答えないようにします。まず何を一定にした比較かを図へ書いてください。</a:t>
            </a:r>
          </a:p>
          <a:p xmlns:a="http://schemas.openxmlformats.org/drawingml/2006/main">
            <a:r>
              <a:t>高さと幅は、製品を見たときの呼び方だけで決まるのではなく、選んだ軸との関係で決まります。水平な図心軸まわりを考えるときは、軸と平行な幅がビー、垂直な高さがエイチです。部材を九十度回せば、同じ二辺でも式へ入る役割が入れ替わります。図へ軸を描いてから数字を代入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方形の公式を、断面を薄い帯へ分けて確かめます。横方向に幅ビー、縦方向に高さエイチの長方形で、真ん中を通る水平な軸を選びます。軸から縦にワイだけ離れた、薄い水平の帯を考えます。帯の小面積は、幅とごく小さな高さを掛けたものです。この帯から断面二次モーメントへの寄与は、距離ワイの二乗と小面積の積になります。帯を下端から上端まで足し合わせる操作を、積分で表します。下端は負の高さの半分、上端は正の高さの半分です。ワイの二乗を積分するとワイの三乗を三で割る形になり、上下の端を代入して引き算すると、幅と高さの三乗を掛けて十二で割った式が得られます。上下どちらの帯も距離の二乗で寄与するので、軸の上と下が打ち消し合うことはありません。一方、距離そのものを掛ける面積一次モーメントなら、図心を通る軸の上下で相殺します。何を何乗して足しているかによって意味が変わります。微積分をまだ十分使えない場合は、小さな帯の寄与を表計算で足すことから始めてもよいですが、分割の細かさによる近似であることを確認します。学校で示す高さの効果を、その背後の足し合わせまで理解するための大学での学修です。</a:t>
            </a:r>
          </a:p>
          <a:p xmlns:a="http://schemas.openxmlformats.org/drawingml/2006/main">
            <a:r>
              <a:t>積分の結果を数字でも確かめます。幅二十、高さ四十ミリメートルでは、高さの半分は二十です。上半分の積分は、幅二十に、二十の三乗を三で割った値を掛けます。下半分も距離の二乗による寄与は同じなので、二倍すると、およそ十万六千六百六十七ミリメートルの四乗になります。この足し合わせを表計算で近似するなら、幅と小さい高さを掛けた各帯の面積へ、帯の中央の距離の二乗を掛けます。分割を細かくしたときに値がどう変わるかを、積分で求めた値と比較できます。この活動では、グラフや表を作る操作に加え、近似している対象と誤差を考えることが重要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複雑な断面は、長方形などへ分けて考えられます。ただし、それぞれの長方形の図心軸まわりの断面二次モーメントを、そのまま足すことはできません。全体で使う同じ軸へそろえる必要があります。部分の図心を通る軸と、それに平行な全体の軸の距離をディーとすると、部分の図心軸まわりの値へ、部分の面積と距離の二乗の積を加えます。これを平行軸の定理といいます。幅十、高さ二十ミリメートルの小さい長方形なら、図心軸まわりの値はおよそ六千六百六十七ミリメートルの四乗です。この図心が全体の軸から三十ミリメートル離れていれば、面積二百に三十の二乗を掛けた十八万を加え、およそ十八万六千六百六十七になります。同じ面積が軸から離れることで、寄与が大きくなることを数字で確認できます。なぜこの形になるかを、積分で考えることもできます。全体の軸からの距離を、部分の図心からの距離とディーの和で表して二乗します。二乗を展開すると、図心まわりの二乗の積分、距離とディーの積の項、面積とディーの二乗の項が現れます。このうち図心からの距離を一次で足した項は、図心の上下で相殺するのでゼロです。そのため、残る二つが平行軸の定理になります。巻末の任意参考資料のH形などを詳しく調べるときも、部分ごとの軸をそろえるという原理で理解できます。なお、断面の図形として値を足せることと、複数の部材が実物で一体として曲げを受けられることは、別の確認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長方形断面を九十度回転した二つを比べます。二十掛ける四十と、四十掛ける二十ミリメートルです。面積は両方八百平方ミリメートルですが、高さと幅が入れ替わります。三分間、二つの断面二次モーメントを式から求め、その比を書いてください。高さだけが二倍になったと考えず、幅も半分になっていることを計算へ含めます。</a:t>
            </a:r>
          </a:p>
          <a:p xmlns:a="http://schemas.openxmlformats.org/drawingml/2006/main">
            <a:r>
              <a:t>この比較では同じ部材を回しているため、断面積と材料の量は変わりません。長方形の高さだけを二倍にして幅を同じにする比較とは異なります。どの条件を一定にしたかを書いてから倍率を考えることが、実験の比較と数式の比較の共通の基本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ここで一分ほど休憩します。無理のない範囲で姿勢を変えましょう。再開したら、演習6の解答：面積は同じ、I は4倍へ進みます。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高さ四十の断面の断面二次モーメントは、約十万六千六百六十七立方ではなく、ミリメートルの四乗です。高さ二十では約二万六千六百六十七で、比は四です。面積は同じでも断面の向きで値が変わります。ただし、この四倍をそのまま材料の強度四倍や、最大応力四分の一と読み替えることはできません。次に、表面までの距離も使って、最大曲げ応力を求めます。</a:t>
            </a:r>
          </a:p>
          <a:p xmlns:a="http://schemas.openxmlformats.org/drawingml/2006/main">
            <a:r>
              <a:t>面積が等しくても、材料が軸からどの距離へ分布しているかは異なります。立てた断面は図心軸から遠い所にも材料が分布するため、断面二次モーメントが大きくなります。ただし、最大応力を比較するときは最も外側の位置までの距離も変わるので、断面二次モーメントの倍率だけから答えないように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大曲げ応力の大きさは、曲げモーメントに表面までの距離を掛け、断面二次モーメントで割ります。断面係数を使えばモーメント割る断面係数です。回転した断面では、断面二次モーメントだけでなく、表面までの距離も変わります。同じモーメントなら、画面の二つの断面の最大応力の比は二です。モーメントをニュートンメートルからニュートンミリメートルへ換算し、応力の単位を確かめます。</a:t>
            </a:r>
          </a:p>
          <a:p xmlns:a="http://schemas.openxmlformats.org/drawingml/2006/main">
            <a:r>
              <a:t>断面係数は、断面二次モーメントを最外縁までの距離で割った量です。二つの断面で曲げモーメントが同じなら、最大応力は断面係数に反比例します。断面二次モーメントが四倍でも、最外縁までの距離が二倍なら、断面係数は二倍です。最大応力は四分の一ではなく二分の一にな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太い部材は変形しにくいという説明にも、荷重のかかり方による違いがあります。円形の棒の直径を二倍にし、材料と長さ、加える荷重をそろえて比べます。断面積は直径の二乗に比例するので四倍です。軸方向の引張りなら、平均応力は荷重を面積で割るため四分の一になります。伸びも面積に反比例し、四分の一です。一方、曲げでは断面二次モーメントが直径の四乗に比例し、十六倍になります。最外縁までの距離は二倍なので、断面係数は八倍です。したがって、同じ曲げモーメントでの最大応力は八分の一、同じ中央荷重による最大たわみは十六分の一になります。同じ太さの変更でも、四分の一、八分の一、十六分の一という異なる結果が現れます。中学校で部材を比較する観察でも、何を測り、どの向きへ力を加えたかを明確にする必要があります。大学では軸方向と曲げのモデルを区別し、それぞれの式から寸法の効果を説明できる理解を目指します。なお、直径を二倍にすると材料の量も四倍になるため、同じ質量での性能比較ではありません。</a:t>
            </a:r>
          </a:p>
          <a:p xmlns:a="http://schemas.openxmlformats.org/drawingml/2006/main">
            <a:r>
              <a:t>この違いは、二つの部材の剛性の定義からも整理できます。軸方向の荷重と伸びの比は、ヤング率と面積の積を長さで割ったものです。中央荷重とたわみの比は、四十八とヤング率と断面二次モーメントの積を、長さの三乗で割ったものです。どちらも荷重を変位で割ったニュートン毎ミリメートルの量ですが、形と長さの効き方は異なります。同じ単位の剛性という言葉でも、どの荷重とどの変位の比かを指定する必要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のヤング率と、断面の形で決まる断面二次モーメントや断面係数を分けます。今回の静定ばりでは、同じ外力と支持なら反力やモーメントはこれらによらず求まります。たわみにはヤング率と断面二次モーメントの積、応力にはモーメントと断面係数が関わります。破壊や使用の判断では、さらに材料の強度や許容値、方向、状態が必要です。何を一定にして何を比べるかを、式へ戻って説明しましょう。</a:t>
            </a:r>
          </a:p>
          <a:p xmlns:a="http://schemas.openxmlformats.org/drawingml/2006/main">
            <a:r>
              <a:t>ヤング率は弾性域で応力とひずみを結ぶ材料の量です。断面二次モーメントと断面係数は形と軸から決まります。異なる材料で同じ形を比べる場合と、同じ材料で形を変える場合を分けると、どの要因が結果を変えたかを説明できます。ヤング率が大きいことから、破壊の強度も必ず大きいとは結論できません。</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純支持・中央集中荷重の最大たわみの公式を、使える条件とともに示します。荷重と長さの三乗に比例し、ヤング率と断面二次モーメントに反比例します。今回は公式を与えて使い、微積分による導出は行いません。自重を省いた、小変形・線形弾性の細長いはりを考えます。画面のヤング率は説明用の仮定値で、特定樹種の実測値ではありません。条件が同じなら、式の比から変化の方向と倍率を予想できます。</a:t>
            </a:r>
          </a:p>
          <a:p xmlns:a="http://schemas.openxmlformats.org/drawingml/2006/main">
            <a:r>
              <a:t>たわみの公式には荷重と長さだけでなく、支持と荷重位置が含まれています。中央集中荷重の単純支持で四十八という係数が現れるのは、曲率とモーメントの関係を、両端の変位の条件と結び付けた結果です。別の支持へ同じ係数を使えば、単位が正しくても結果を誤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たわみの公式には、支持条件が深く関係しています。同じ荷重、同じ長さ、同じヤング率と断面二次モーメントでも、両端で支えたはりの中央へ載せる場合と、片持ちばりの自由端へ載せる場合では、同じたわみになりません。前者の分母の係数は四十八、後者は三なので、この二つの理想モデルでは片持ちの最大たわみが十六倍です。この比較では支持と荷重位置を組として変えています。支持だけの効果として一般化せず、モデル全体の違いとして読んでください。式の背景では、曲げモーメントをヤング率と断面二次モーメントの積で割ると、曲率へ対応します。小さい傾きの近似では、曲率はたわみの二階の変化率と結び付きます。これを位置について二度積分して、支持点の変位がゼロであることや、固定端の回転がゼロであることを使うと、たわみの式が決まります。積分定数を決める条件が違えば、係数も変わるのです。AIが正しそうな長さの三乗の式を示しても、係数だけで確認を終えず、どの支持と荷重位置の式かを確かめます。実際の接合が十分に固定されているかも、理想モデルとは別に判断する必要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のつり合いと、今回のたわみの公式をつなげてみます。単純支持ばりの中央に荷重がある場合、反力は荷重の半分です。左半分で、左支点から位置エックスまでのモーメントは、荷重と位置の積の半分になります。断面と材料が一様で、小さい変形を仮定します。下向きのたわみを正と定義すると、たわみの二階の変化率は、曲げモーメントをヤング率と断面二次モーメントの積で割った値に負の符号を付けたものです。これを位置について積分すると、たわみの傾きは、負の荷重と位置の二乗の積を四イーアイで割った項と、積分定数になります。中央では左右対称なので傾きがゼロです。この条件を入れると、積分定数は荷重と長さの二乗の積を十六イーアイで割った値になります。さらに一度積分し、左支点でたわみがゼロという条件を入れると、たわみの式が得られます。中央の位置として長さの半分を代入すると、負の九十六分の一と、正の三十二分の一に相当する二つの項が残り、合わせて四十八分の一になります。これが中央たわみの係数です。微積分の計算に慣れていない場合も、つり合いでモーメントを求め、材料と断面の関係で曲率へ結び付け、変位と回転の条件を入れるという道筋を確認してください。高校までに学んだ関数と微積分が、材料や構造の理解にどう使われるかを知る具体例にもなります。係数は形だけの暗記対象ではなく、仮定と境界条件から導かれた値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授業用の仮想値です。幅三十、高さ六十、長さ千二百ミリメートルの板に、中央で二百四十ニュートンを加えます。ヤング率は一万二千メガパスカルと仮定します。特定の木材の実測値や製作の許容値ではありません。荷重と寸法の単位をそろえ、最初にモーメント、次に断面の量、最後に応力とたわみの順に求めます。</a:t>
            </a:r>
          </a:p>
          <a:p xmlns:a="http://schemas.openxmlformats.org/drawingml/2006/main">
            <a:r>
              <a:t>仮定のヤング率を使っているので、これは特定の樹種や製品の保証値ではありません。木材の繊維方向や含水率、金属の材種と状態、樹脂の温度と時間による違いは、実データを用いる段階で確認します。まず、同じ計算モデルの中で、各量がどうつながるかを学ぶための例題として扱い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ここで一分ほど休憩します。無理のない範囲で姿勢を変えましょう。再開したら、例題：モーメントと断面の量へ進みます。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央荷重のモーメントは荷重掛ける長さ割る四です。七万二千ニュートンミリメートル、つまり七十二ニュートンメートルになります。断面二次モーメントは幅掛ける高さの三乗割る十二で、五十四万ミリメートルの四乗です。表面までの距離は三十ミリメートルなので、断面係数は一万八千ミリメートルの三乗です。三つの断面の量は単位が異なるので、面積と混同しないようにします。</a:t>
            </a:r>
          </a:p>
          <a:p xmlns:a="http://schemas.openxmlformats.org/drawingml/2006/main">
            <a:r>
              <a:t>モーメントのニュートンメートルとニュートンミリメートルを混ぜないようにします。長さを全てミリメートルにそろえれば、モーメントはニュートンミリメートルになります。面積、断面二次モーメント、断面係数では長さのべきが違います。数値の桁を確認するときも、それぞれの単位から区別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曲げ応力はモーメントを断面係数で割り、四メガパスカルです。たわみの公式へ同じ条件を代入すると、約一・三三ミリメートルです。ここから、どの材料でも安全に使えると結論することはできません。応力を比較する許容値、使用可能なたわみ、接合、材料の方向や状態がまだ必要です。求めた量が何かと、その値だけでは何が分からないかを分けて説明してください。</a:t>
            </a:r>
          </a:p>
          <a:p xmlns:a="http://schemas.openxmlformats.org/drawingml/2006/main">
            <a:r>
              <a:t>応力が四メガパスカル、たわみがおよそ一・三三ミリメートルと求まりました。しかし、この二つの数値だけでは使用してよいかを判断できません。応力の許容値と、目的に応じて許すたわみの大きさを別に決めて比較します。破壊しないことと、使用中に十分な形を保つことを分けて考え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を表計算へ入れる前後で、二種類の確認を行います。一つは単位です。モーメントをニュートンミリメートル、断面係数を立方ミリメートルにそろえると、割り算の結果はニュートン毎平方ミリメートル、つまりメガパスカルです。たわみの分子は荷重に長さの三乗を掛けます。分母では、ヤング率のニュートン毎平方ミリメートルと、断面二次モーメントのミリメートルの四乗を掛けるため、最終的に長さのミリメートルが残ります。もし表計算でたわみの単位が応力になるなら、式や列の参照を取り違えています。もう一つはモデルの条件です。単位が合っていても、支持が違う公式を使ったり、ヤング率へ引張強さを入れたりすれば正しい計算にはなりません。この例は一様断面の小さい変形を扱い、接合の緩みや荷重点付近の局所的な破壊、長時間の変形を含めていません。計算した量の意味、式の適用範囲、入力値が測定された条件を一緒に記録します。正しい単位と、適切なモデルは両方必要です。</a:t>
            </a:r>
          </a:p>
          <a:p xmlns:a="http://schemas.openxmlformats.org/drawingml/2006/main">
            <a:r>
              <a:t>無次元の比で点検する方法もあります。荷重を二倍にしたとき、線形モデルなら応力とたわみはどちらも二倍です。ヤング率だけを二倍にしたとき、今回の静定ばりでは反力とモーメントは変わらず、たわみが半分になります。もし自動計算が反対の変化を示したなら、どの値をどの式へ入れたかを確認します。ただし、複数の材料や複雑な支持で力の配分が剛性にも依存する場合へ、そのまま広げることはできません。今回の計算の成立範囲を意識して検算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幅を固定したまま高さだけ二倍にします。材料の量も増える比較です。面積は二倍、断面二次モーメントは高さの三乗で八倍、断面係数は高さの二乗で四倍です。同じ外力と支持ならモーメントは同じなので、応力は四分の一です。たわみは断面二次モーメントに反比例するため八分の一です。応力とたわみが同じ倍率にならないことを式から確かめます。</a:t>
            </a:r>
          </a:p>
          <a:p xmlns:a="http://schemas.openxmlformats.org/drawingml/2006/main">
            <a:r>
              <a:t>幅を一定にして高さを二倍にした場合、断面積も二倍となるので、同じ材料と長さなら質量も二倍になります。改善した変形だけを見て、材料を増やさず性能が上がったと説明してはいけません。比較の目的に応じて、質量一定、寸法一定、費用一定などの条件を明示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断面積を保ちます。高さを二倍にしたら、幅を半分にする必要があります。断面二次モーメントは幅の半分と高さの八倍を合わせて四倍、断面係数は二倍です。同じモーメントなら応力は半分、たわみは四分の一になります。先ほどの幅一定の比較と違う理由は、幅も変えているからです。材料や長さが同じなら質量は同じと仮定できますが、製品としての安定や接合は別に確かめます。</a:t>
            </a:r>
          </a:p>
          <a:p xmlns:a="http://schemas.openxmlformats.org/drawingml/2006/main">
            <a:r>
              <a:t>断面積を一定にした比較では、同じ材料で長さも同じなら、理想的には質量も同じになります。その条件で高さを二倍、幅を半分にすると、断面二次モーメントは四倍です。幅一定の場合の八倍と区別してください。ただし、細く高くした部材が実物で横へ不安定になることなどは、この平面内の曲げ計算だけでは扱っていません。</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材料の量で形を変える例を、具体的な数値で見ます。幅三十、高さ六十ミリメートルの基準断面を、幅二十、高さ九十へ変えます。どちらも断面積は千八百平方ミリメートルです。同じ材料と長さなら、理想的な体積と質量は同じです。新しい高さは一・五倍、幅は三分の二なので、断面二次モーメントは二・二五倍、断面係数は一・五倍になります。基準の荷重二百四十ニュートン、長さ千二百ミリメートル、仮定したヤング率一万二千メガパスカルを使うと、新しい最大応力はおよそ二・六七メガパスカル、最大たわみはおよそ〇・五九三ミリメートルです。比較する目的が、たわみを一ミリメートル以下にし、材料の量を増やさないことなら、この平面内の計算では形を変える案が有利になります。ただし、高さを際限なく増やして幅を小さくすればよいという結論にはできません。横方向の不安定さ、接合の納まり、製作可能な寸法、設置空間なども制約になります。一つの指標を良くする操作を、製品全体の最適化と同一視しないように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分間、応力とたわみの倍率を予想します。力、長さ、ヤング率を一つずつ一・五倍にした場合です。長さの変更はモーメントにも、たわみの長さの三乗にも関係します。ヤング率の変更は今回の静定モデルの応力には直接入りません。全ての値を計算し直す前に、式のどこへ変えた量が入るかを書いてください。</a:t>
            </a:r>
          </a:p>
          <a:p xmlns:a="http://schemas.openxmlformats.org/drawingml/2006/main">
            <a:r>
              <a:t>倍率を予想してから計算すると、式を入力した後の結果を評価できます。長さが一・五倍の場合、モーメントには一次で、たわみには三乗で効きます。表計算で同じ式をコピーしても、参照する値や指数を誤れば、見た目の整った表に誤りが広がります。変化の向きとおよその大きさを先に確認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荷重だけ一・五倍なら、モーメント、応力、たわみが一・五倍になります。長さだけ一・五倍なら、モーメントと応力は一・五倍、たわみは三乗の三・三七五倍です。ヤング率だけ一・五倍なら、応力は同じで、たわみは三分の二です。この結果は、外力と支持からモーメントを決められる静定ばりのモデルです。材料を変えたときの強度の限界そのものは、ヤング率から決まりません。</a:t>
            </a:r>
          </a:p>
          <a:p xmlns:a="http://schemas.openxmlformats.org/drawingml/2006/main">
            <a:r>
              <a:t>長さの影響が大きいという結論は、荷重の大きさを同じにし、同じ支持と断面を保った比較です。長さを増やすと自重の総荷重も増える実物では、荷重も同時に変わる場合があります。式の比例関係を利用するときは、独立に一つだけ変える理想的な比較と、複数の量が連動する設計変更を分けて扱い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感度分析は、入力を変えたときに結果がどれほど変わるかを調べる考え方です。同じ支持と中央荷重の長方形断面では、たわみは荷重に比例し、長さの三乗に比例し、ヤング率と幅と高さの三乗に反比例します。表では一つだけ一割増やして比べています。荷重ならたわみも一割増えますが、長さなら一・三三一倍となり、およそ三十三パーセント増えます。幅を固定して高さを一割増やすと、およそ〇・七五一倍となり、約二十五パーセント減ります。三乗だから一割の三倍で三割変わるとするのは、小さい変化に対する近似です。一割の変更では、厳密な倍率との差も無視できるとは限りません。関係式で正確に計算できる場合は、それを使います。表計算やAIを使えば多くの候補を比較できますが、何を固定しているかが変われば感度も変わります。同じ断面積という条件では幅も同時に変わるので、高さの三乗だけの比較にはなりません。モデルの条件と連動する変数を明示してから、計算結果を読みます。</a:t>
            </a:r>
          </a:p>
          <a:p xmlns:a="http://schemas.openxmlformats.org/drawingml/2006/main">
            <a:r>
              <a:t>測定の誤差についても同じ関係を使って考えられます。高さの測定値が少し変わると、その三乗を通じてたわみの計算値へ影響します。これは、計算した値に多くの小数を表示しても、入力の寸法がその精度で分かっているとは限らないことを意味します。寸法をどの位置で何回測ったか、材料や製作のばらつきがあるかも記録します。式の指数を理解することは、測定のどこへ注意を向けるかを決めることにもつなが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ここで一分ほど休憩します。無理のない範囲で姿勢を変えましょう。再開したら、二つの制限を満たす荷重へ進みます。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例題の条件では、荷重二百四十ニュートンに対して応力四メガパスカル、たわみ一・三三ミリメートルです。荷重に比例するので、許容応力六と許容たわみ二を仮定すると、両方の上限が三百六十ニュートンになります。たまたま一致しただけで、一般に一致するわけではありません。次の問題では一方を変え、条件を重ねて判断します。これらの許容値も授業用の仮定であり、規格の設計値ではありません。</a:t>
            </a:r>
          </a:p>
          <a:p xmlns:a="http://schemas.openxmlformats.org/drawingml/2006/main">
            <a:r>
              <a:t>応力から求めた荷重の上限と、たわみから求めた上限が、この例ではたまたま一致しています。二つの制限が同じ物理的な意味になったのではありません。どちらか一方の許容値を変えれば、上限は分かれます。制約ごとに計算し、その共通の範囲を選ぶ手順を保っ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分間、たわみの許容値を一ミリメートルへ変えます。強度の条件を変えたのではありません。荷重とたわみの比例関係から、たわみによる荷重上限を求め、応力による上限と比べます。なぜ小さい上限を採用するか、今回の二条件を満たすという意味で説明してください。</a:t>
            </a:r>
          </a:p>
          <a:p xmlns:a="http://schemas.openxmlformats.org/drawingml/2006/main">
            <a:r>
              <a:t>許容たわみを半分にした条件を式のどこへ反映するかを確認します。材料のヤング率や断面の形が変わったのではありません。以前の数値の全てを半分にするのではなく、変更された入力だけを更新して計算します。比較条件を記録することは、計算の再現性のためにも必要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たわみを一ミリメートルへ抑える上限は、百八十ニュートンです。応力の上限は変わらず三百六十ニュートンなので、両方を満たす上限は百八十です。大きい方を選ぶと、たわみの条件に違反します。計算の結果を、実製品の保証荷重として掲示することはできません。材料のばらつき、欠点、長期の状態、接合や他の破壊の形も含めて別に判断が必要です。モデルを使う範囲を説明することも、演習の答えの一部です。</a:t>
            </a:r>
          </a:p>
          <a:p xmlns:a="http://schemas.openxmlformats.org/drawingml/2006/main">
            <a:r>
              <a:t>二つの上限の小さい方を選ぶのは、応力の条件とたわみの条件の両方を同時に満たすためです。平均を取ればよいのではありません。荷重百八十ニュートンを各式へ戻して、実際に応力とたわみがそれぞれの制限以下になるかを確認します。結論を出した後に入力へ戻す検算を習慣に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理論値と、実測を模した仮想データを比較します。実測を模した値は理論値よりわずかに大きくなっています。しかし、この四つの値だけから、差の原因が材料の劣化だ、あるいはヤング率が特定の値だと断定することはできません。測定のゼロ点、荷重装置、支えの変形、寸法の測定誤差、モデルが省いた変形など、複数の可能性があります。最初に、荷重とたわみの対応、単位、読み取り位置、測定前の基準位置を確認します。繰返し測定で値の変動を調べることや、支持条件を記録することも必要です。直線を当てはめる際は、切片をゼロと決めるかどうかで傾きが変わります。理論が荷重ゼロでたわみゼロを示していても、計測の表示に初期のずれが残る場合があります。回帰の方法を選ぶことには、測定過程の理解が関係します。また、四点でよく一致したことから、別の材料、別の長さ、大きな変形や長時間の使用へモデルを一般化することはできません。専門の知識は、データを式へ当てはめた後の結果の意味と、その限界を判断するためにも働きます。</a:t>
            </a:r>
          </a:p>
          <a:p xmlns:a="http://schemas.openxmlformats.org/drawingml/2006/main">
            <a:r>
              <a:t>一致の良さを表す一つの数値だけでは、差の現れ方まで分かりません。理論値を実測を模した値から引いた残差を、荷重の順に並べてみます。全てがほぼ同じだけずれている場合と、荷重に比例してずれが大きくなる場合では、次に確かめたい測定やモデルの項目が異なります。ここで例示した少数の点から原因を決めることはできませんが、残差を見ることで追加の確認を具体化できます。相関や予測精度と、原因の説明は分けて考え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の材料比較では、ヤング率、強度、密度を別の列として集めます。ヤング率が大きい材料が、どの破壊や使用の条件でも最良とは限りません。木材は方向や含水率、金属は材種や調質、樹脂はグレード、温度、使用時間などの情報を付けます。同じ断面で比べるのか、同じ質量で比べるのかも明示します。第11回では、物性表の出典と条件を読み、この回の式へつなぎます。</a:t>
            </a:r>
          </a:p>
          <a:p xmlns:a="http://schemas.openxmlformats.org/drawingml/2006/main">
            <a:r>
              <a:t>物性表の一行をデータとして使うには、その値が何の試験で、どの状態の材料について得られたかを読む必要があります。木材の密度やヤング率を比較する際も、繊維方向や含水率の異なる値を無条件に混ぜないようにします。この視点は木材及び木質材料学で扱う構造と性質の理解へつなが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板を立てると曲がりにくいことを確かめる活動は、観察だけなら短く実施できます。しかし、その結果を正しく理解するには、面積と材料の配置、曲げる軸、応力とたわみの違いが関係しています。大学では、学校で示す範囲を超え、断面二次モーメントの定義や曲げの式の導出まで学ぶことに意味があります。この背後の理解があれば、同じ面積の別の形、材料を変えた比較、支持を変えた状況についても根拠から考えられます。学校内容との接続は、専門の学修範囲の上限ではなく、原理が働く具体的な場面です。高校工業の機械設計では、力と材料の強さ、設計条件の計算へ直接つながります。情報科への題材提案では、仮定したモデルの感度を調べ、実測の差を解釈し、計算結果を検証する活動を考えられます。そこで必要な情報処理の理解も、式を入力する操作だけでは足りません。何をデータとして記録し、何を出力として評価し、どこまで結論してよいかを判断します。教員採用試験の準備も、専門的な関係を説明できる理解を土台に進め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が、軽くて丈夫な棚板にはこの材料が最適ですと回答した場面を考えます。まず、何を最適としたのかを確認します。質量、たわみ、強度、費用、加工のしやすさなど、目的によって比較の結果は変わります。次に、支持のモデル、荷重の位置、断面の向き、使ったヤング率と許容応力の出典を確認します。木材、金属、プラスチックという大きな分類だけでは、具体的な製品の物性値は決まりません。AIが示した出典の題名や数値が実際の資料に存在するかも、原資料へ戻って確かめます。計算では、単位、変更した条件、倍率の予想、二つの許容条件への代入を確認します。結果の数値が正しくても、長時間の使用や接合の状態などを計算から省いていれば、使用条件の判断にはその確認を残します。AIは候補整理や計算の手順の説明を助けますが、根拠を追えないまま最適という結論を採用することはできません。大学の専門学修によって、何を問い返し、どこを計算し直すかを具体的に判断できるようになることが重要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自己確認の問題です。長方形40×20 mmを、①b=40,h=20、②b=20,h=40で使う。F=120 N、L=1,000 mm、E=10,000 MPa。単純支持・中央荷重。I、Z、最大応力、最大たわみを比較する。図、途中式、条件と判断の理由を記録します。必要なら本編へ戻り、自分の説明を作ってから解説へ進んでください。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曲げモーメントの最大値は、百二十に千を掛けて四で割り、三万ニュートンミリメートルです。最初の向きでは、幅四十と高さ二十の三乗から、断面二次モーメントはおよそ二万六千六百六十七となります。最外縁まで十ミリメートルなので、断面係数はおよそ二千六百六十七立方ミリメートルです。向きを変えると、断面二次モーメントは四倍、断面係数は二倍になります。最大応力は最初が十一・二五、次が五・六二五メガパスカルです。たわみは最初が九・三七五、次がおよそ二・三四四ミリメートルです。同じ断面積と同じ材料の量であっても、向きによって結果が変わります。応力とたわみの倍率が同じではない理由を、最外縁までの距離が変わることを含めて説明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AIが「長方形の高さを2倍にすれば、たわみは必ず1/8」と説明した。①幅一定、②断面積一定で比較する。材料・長さ・荷重・支持は同じ。質量の違いも説明す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高さだけを二倍にして幅を変えないなら、断面二次モーメントは八倍で、同じ荷重によるたわみは八分の一です。しかし、面積を一定にする条件では、幅を半分にする必要があります。この幅の変化も含めると、断面二次モーメントは四倍、たわみは四分の一です。前者は断面積が二倍なので、同じ長さと密度なら質量も二倍になります。後者は面積と長さが同じで、理想的には質量が変わりません。AIの説明の問題は、固定した条件を書かずに必ずと一般化したことです。比べる目的が材料を増やした改善なのか、材料の量を変えずに形を工夫することなのかで、適切な比較が変わ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自己確認の問題です。F=240 N、L=1,200 mm、E=12,000 MPa。単純支持・中央荷重。①b30,h60、②b20,h90 mm。仮定した許容応力6 MPa、許容たわみ1 mmに対し、各案と荷重上限を評価する。図、途中式、条件と判断の理由を記録します。必要なら本編へ戻り、自分の説明を作ってから解説へ進んでください。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の断面は、最大応力が四メガパスカルなので六以下ですが、たわみがおよそ一・三三三ミリメートルとなり、一ミリメートルを超えます。二番目の断面は、応力がおよそ二・六六七、たわみがおよそ〇・五九三なので、この二つの仮定条件を満たします。荷重の上限を求めると、最初は応力から三百六十、たわみから百八十ニュートンとなり、小さい百八十を選びます。二番目は断面係数が一・五倍なので、応力の上限は五百四十です。断面二次モーメントが二・二五倍なので、たわみの上限は四百五ニュートンとなり、こちらが支配します。どちらも同じ面積という条件で形を変えた結果です。これを実物の使用可否まで広げるには、接合や材料の状態など、今回の計算に入れていない条件を追加して確認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自己確認の問題です。基準はb=30,h=60,L=1,200 mm。bを一定にしてh=72,L=1,440 mmへ変更する。同じ材料・荷重・支持で、最大応力、最大たわみ、質量の倍率を求める。自重は計算に入れない。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幅が同じで高さが一・二倍なので、断面積は一・二倍、断面二次モーメントは一・七二八倍、断面係数は一・四四倍です。長さも一・二倍なので、同じ中央荷重による最大のモーメントは一・二倍となります。最大応力の倍率は、一・二を一・四四で割って六分の五です。たわみでは長さの三乗による増加と、高さの三乗による減少が打ち消し合い、このモデルでは一倍となります。一方、材料の体積は断面積と長さの積なので、一・四四倍で、同じ密度なら質量も一・四四倍です。同じたわみだから同じ材料の量で済む、という結論にはなりません。また、自重を含める場合は質量の増加が荷重へ反映されるため、ここで固定した荷重という条件を変更する必要があります。式の倍率を読むだけでなく、実際に連動する入力を確認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4つの荷重で測ったたわみが理論値に近かった。AIは「この材料のEは全製品・全条件で同じ」と結論した。支持条件、材料状態、測定、適用範囲から問題を指摘し、次の確認を提案す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四点で近い結果が得られたことは、今回の条件でモデルと測定がおおむね整合したという情報です。その材料名に属する全製品や、全ての使用条件でヤング率が同じだと証明したわけではありません。寸法や支持の誤差、ゼロ点のずれ、測定位置なども確認します。さらに材種、方向、製造や処理の状態、温度、木材なら含水率などを記録します。同じ試料で繰り返すことと、異なる試料へ比較を広げることでは、確認できる変動の範囲も違います。AIがデータの範囲を超えた一般化をした場合には、主張を今回の条件へ限定し、どの追加情報が必要かを具体的に示してください。専門知識は、回帰や予測の数値を計算する前にも、その後の結論を吟味する場面にも必要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です。外力と支持からモーメントを求め、断面の形から断面二次モーメントと断面係数を求めました。応力とたわみは異なる式で比較しました。幅一定と面積一定の違いも説明できるようにします。ノートでは、図、条件、単位、途中式、最後の解釈を残してください。既存の提出課題の設問や解答は変更していません。今日の自己確認の解き方を、条件の異なる問題へ使っていきましょう。</a:t>
            </a:r>
          </a:p>
          <a:p xmlns:a="http://schemas.openxmlformats.org/drawingml/2006/main">
            <a:r>
              <a:t>結果には、何を一定とし、何を変えて比較したかを残します。さらに、この計算に含めていない接合、繰返し、環境、長時間の変形などを区別して書きます。計算モデルの理解を深めることと、そのモデルの外側を認識することは、両方とも大学の専門学修の一部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授業中の説明を必須としない任意参考。I_XはX-X軸、I_YはY-Y軸まわり。正方形と長方形の数値は記載寸法からの計算例で、mm⁴単位。</a:t>
            </a:r>
          </a:p>
          <a:p xmlns:a="http://schemas.openxmlformats.org/drawingml/2006/main">
            <a:r>
              <a:t/>
            </a:r>
          </a:p>
          <a:p xmlns:a="http://schemas.openxmlformats.org/drawingml/2006/main">
            <a:r>
              <a:t>[1] MIT Unified Handout M-13, Areas and Moments of Inertia (2009)</a:t>
            </a:r>
          </a:p>
          <a:p xmlns:a="http://schemas.openxmlformats.org/drawingml/2006/main">
            <a:r>
              <a:t>https://web.mit.edu/16.unified/www/SPRING/materials/Supplementary_Materials/HO-M-13(09)%20(2).pdf</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https://web.mit.edu/16.unified/www/SPRING/materials/Supplementary_Materials/HO-M-13(09</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任意参考。円の半径rの公式πr⁴/4を直径D=2rに換算してπD⁴/64とする。中空円は同心円で、内側円のIを差し引く。極断面二次モーメントの値とは区別する。</a:t>
            </a:r>
          </a:p>
          <a:p xmlns:a="http://schemas.openxmlformats.org/drawingml/2006/main">
            <a:r>
              <a:t/>
            </a:r>
          </a:p>
          <a:p xmlns:a="http://schemas.openxmlformats.org/drawingml/2006/main">
            <a:r>
              <a:t>[1] MIT Unified Handout M-13, Areas and Moments of Inertia (2009)</a:t>
            </a:r>
          </a:p>
          <a:p xmlns:a="http://schemas.openxmlformats.org/drawingml/2006/main">
            <a:r>
              <a:t>https://web.mit.edu/16.unified/www/SPRING/materials/Supplementary_Materials/HO-M-13(09)%20(2).pdf</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https://web.mit.edu/16.unified/www/SPRING/materials/Supplementary_Materials/HO-M-13(09</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任意参考。長方形の公式を同一の重心軸について用い、外側から内側を差し引く導出。製品の角部半径や製造公差を含む断面性能表の値ではない。数値は指定した理想形状の計算値。</a:t>
            </a:r>
          </a:p>
          <a:p xmlns:a="http://schemas.openxmlformats.org/drawingml/2006/main">
            <a:r>
              <a:t/>
            </a:r>
          </a:p>
          <a:p xmlns:a="http://schemas.openxmlformats.org/drawingml/2006/main">
            <a:r>
              <a:t>[1] MIT Unified Handout M-13, Areas and Moments of Inertia (2009)</a:t>
            </a:r>
          </a:p>
          <a:p xmlns:a="http://schemas.openxmlformats.org/drawingml/2006/main">
            <a:r>
              <a:t>https://web.mit.edu/16.unified/www/SPRING/materials/Supplementary_Materials/HO-M-13(09)%20(2).pdf</a:t>
            </a:r>
          </a:p>
          <a:p xmlns:a="http://schemas.openxmlformats.org/drawingml/2006/main">
            <a:r>
              <a:t/>
            </a:r>
          </a:p>
          <a:p xmlns:a="http://schemas.openxmlformats.org/drawingml/2006/main">
            <a:r>
              <a:t>[2] MIT OCW Structures - Experiment 3B, Appendix 1, p.9 (2006)</a:t>
            </a:r>
          </a:p>
          <a:p xmlns:a="http://schemas.openxmlformats.org/drawingml/2006/main">
            <a:r>
              <a:t>https://ocw.mit.edu/courses/1-101-introduction-to-civil-and-environmental-engineering-design-i-fall-2006/805ecbc0023c3ab7fb404b9d0c1aeaf1_exp3b.pdf</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https://web.mit.edu/16.unified/www/SPRING/materials/Supplementary_Materials/HO-M-13(09</a:t>
            </a:r>
          </a:p>
          <a:p xmlns:a="http://schemas.openxmlformats.org/drawingml/2006/main">
            <a:r>
              <a:t>https://ocw.mit.edu/courses/1-101-introduction-to-civil-and-environmental-engineering-design-i-fall-2006/805ecbc0023c3ab7fb404b9d0c1aeaf1_exp3b.pdf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任意参考。H形は角部を直角とする理想形。I_Xは外側長方形から左右の空白を差し引くと得られる。I_Yは上下のフランジと中央ウェブの長方形のI_Yを加算する。フランジが同じ厚さ、ウェブが中央にある上下左右対称断面に限る。実際のH形鋼はフィレット等を含む製品の断面性能表を参照する。幾何形状の説明であり、H形があらゆる条件で最適という比較はしていない。</a:t>
            </a:r>
          </a:p>
          <a:p xmlns:a="http://schemas.openxmlformats.org/drawingml/2006/main">
            <a:r>
              <a:t/>
            </a:r>
          </a:p>
          <a:p xmlns:a="http://schemas.openxmlformats.org/drawingml/2006/main">
            <a:r>
              <a:t>[1] MIT Unified Handout M-13, Areas and Moments of Inertia (2009)</a:t>
            </a:r>
          </a:p>
          <a:p xmlns:a="http://schemas.openxmlformats.org/drawingml/2006/main">
            <a:r>
              <a:t>https://web.mit.edu/16.unified/www/SPRING/materials/Supplementary_Materials/HO-M-13(09)%20(2).pdf</a:t>
            </a:r>
          </a:p>
          <a:p xmlns:a="http://schemas.openxmlformats.org/drawingml/2006/main">
            <a:r>
              <a:t/>
            </a:r>
          </a:p>
          <a:p xmlns:a="http://schemas.openxmlformats.org/drawingml/2006/main">
            <a:r>
              <a:t>[2] MIT OCW Structures - Experiment 3B, Appendix 1, p.9 (2006)</a:t>
            </a:r>
          </a:p>
          <a:p xmlns:a="http://schemas.openxmlformats.org/drawingml/2006/main">
            <a:r>
              <a:t>https://ocw.mit.edu/courses/1-101-introduction-to-civil-and-environmental-engineering-design-i-fall-2006/805ecbc0023c3ab7fb404b9d0c1aeaf1_exp3b.pdf</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https://web.mit.edu/16.unified/www/SPRING/materials/Supplementary_Materials/HO-M-13(09</a:t>
            </a:r>
          </a:p>
          <a:p xmlns:a="http://schemas.openxmlformats.org/drawingml/2006/main">
            <a:r>
              <a:t>https://ocw.mit.edu/courses/1-101-introduction-to-civil-and-environmental-engineering-design-i-fall-2006/805ecbc0023c3ab7fb404b9d0c1aeaf1_exp3b.pdf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3b2e1060774c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809341a85f4c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8f6eab156642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f9531f10cb45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47800c4a9f45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fb520f963249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f1ee507eed47ae" /><Relationship Type="http://schemas.openxmlformats.org/officeDocument/2006/relationships/slideLayout" Target="/ppt/slideLayouts/slideLayout1.xml" Id="Ra9b9137c360643ec" /><Relationship Type="http://schemas.openxmlformats.org/officeDocument/2006/relationships/slideLayout" Target="/ppt/slideLayouts/slideLayout2.xml" Id="R01562b1a64b146c4" /><Relationship Type="http://schemas.openxmlformats.org/officeDocument/2006/relationships/slideLayout" Target="/ppt/slideLayouts/slideLayout3.xml" Id="R92f8dbe3b51840b9" /><Relationship Type="http://schemas.openxmlformats.org/officeDocument/2006/relationships/slideLayout" Target="/ppt/slideLayouts/slideLayout4.xml" Id="R8c836b044c074abf" /><Relationship Type="http://schemas.openxmlformats.org/officeDocument/2006/relationships/slideLayout" Target="/ppt/slideLayouts/slideLayout5.xml" Id="Rb0a70fc6a1b34eb9" /><Relationship Type="http://schemas.openxmlformats.org/officeDocument/2006/relationships/slideLayout" Target="/ppt/slideLayouts/slideLayout6.xml" Id="R17099357a61c4e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b9137c360643ec"/>
    <p:sldLayoutId xmlns:r="http://schemas.openxmlformats.org/officeDocument/2006/relationships" id="2147483650" r:id="R01562b1a64b146c4"/>
    <p:sldLayoutId xmlns:r="http://schemas.openxmlformats.org/officeDocument/2006/relationships" id="2147483651" r:id="R92f8dbe3b51840b9"/>
    <p:sldLayoutId xmlns:r="http://schemas.openxmlformats.org/officeDocument/2006/relationships" id="2147483652" r:id="R8c836b044c074abf"/>
    <p:sldLayoutId xmlns:r="http://schemas.openxmlformats.org/officeDocument/2006/relationships" id="2147483653" r:id="Rb0a70fc6a1b34eb9"/>
    <p:sldLayoutId xmlns:r="http://schemas.openxmlformats.org/officeDocument/2006/relationships" id="2147483654" r:id="R17099357a61c4e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cd2fdd17034715" /><Relationship Type="http://schemas.openxmlformats.org/officeDocument/2006/relationships/notesSlide" Target="/ppt/notesSlides/notesSlide1.xml" Id="R3af616d267364e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356792aadc4e96" /><Relationship Type="http://schemas.openxmlformats.org/officeDocument/2006/relationships/notesSlide" Target="/ppt/notesSlides/notesSlide2.xml" Id="R26ee431fe98a44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4088cde29b4a5c" /><Relationship Type="http://schemas.openxmlformats.org/officeDocument/2006/relationships/notesSlide" Target="/ppt/notesSlides/notesSlide3.xml" Id="Rd7359e407ef943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d853a648f5b48e0" /><Relationship Type="http://schemas.openxmlformats.org/officeDocument/2006/relationships/notesSlide" Target="/ppt/notesSlides/notesSlide4.xml" Id="R477858e4c15b41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0c2096e87745fb" /><Relationship Type="http://schemas.openxmlformats.org/officeDocument/2006/relationships/notesSlide" Target="/ppt/notesSlides/notesSlide5.xml" Id="R3215daea34aa48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3d0f91c60d4030" /><Relationship Type="http://schemas.openxmlformats.org/officeDocument/2006/relationships/notesSlide" Target="/ppt/notesSlides/notesSlide6.xml" Id="Rba08cf16f4f54f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070d7215c004c02" /><Relationship Type="http://schemas.openxmlformats.org/officeDocument/2006/relationships/notesSlide" Target="/ppt/notesSlides/notesSlide7.xml" Id="R64c33950989b45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a46b2190c14af8" /><Relationship Type="http://schemas.openxmlformats.org/officeDocument/2006/relationships/notesSlide" Target="/ppt/notesSlides/notesSlide8.xml" Id="R6d2b3aea139848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529aa3a0364b2f" /><Relationship Type="http://schemas.openxmlformats.org/officeDocument/2006/relationships/notesSlide" Target="/ppt/notesSlides/notesSlide9.xml" Id="Ra1f1f7cade0c4a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21353dcb8e432a" /><Relationship Type="http://schemas.openxmlformats.org/officeDocument/2006/relationships/notesSlide" Target="/ppt/notesSlides/notesSlide10.xml" Id="R9709dc4ed73449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5712706ff364611" /><Relationship Type="http://schemas.openxmlformats.org/officeDocument/2006/relationships/notesSlide" Target="/ppt/notesSlides/notesSlide11.xml" Id="Rf884a4ebf00c41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3f63baea6f4901" /><Relationship Type="http://schemas.openxmlformats.org/officeDocument/2006/relationships/notesSlide" Target="/ppt/notesSlides/notesSlide12.xml" Id="Rcf4817b74aa94d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a42a7d7a4ae43ba" /><Relationship Type="http://schemas.openxmlformats.org/officeDocument/2006/relationships/notesSlide" Target="/ppt/notesSlides/notesSlide13.xml" Id="Re009c57e316745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80bdd7e89ce4c9e" /><Relationship Type="http://schemas.openxmlformats.org/officeDocument/2006/relationships/notesSlide" Target="/ppt/notesSlides/notesSlide14.xml" Id="R9f761dd72b804a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23a7b6651b74ddd" /><Relationship Type="http://schemas.openxmlformats.org/officeDocument/2006/relationships/notesSlide" Target="/ppt/notesSlides/notesSlide15.xml" Id="R38e145609a494f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a45a0a73b994f3b" /><Relationship Type="http://schemas.openxmlformats.org/officeDocument/2006/relationships/notesSlide" Target="/ppt/notesSlides/notesSlide16.xml" Id="R5376c3ecd27e45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8599165a92045a4" /><Relationship Type="http://schemas.openxmlformats.org/officeDocument/2006/relationships/notesSlide" Target="/ppt/notesSlides/notesSlide17.xml" Id="R78e0389137c7417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a236438100e4c24" /><Relationship Type="http://schemas.openxmlformats.org/officeDocument/2006/relationships/notesSlide" Target="/ppt/notesSlides/notesSlide18.xml" Id="R02cee8f091f54f4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17f4dec34754c4b" /><Relationship Type="http://schemas.openxmlformats.org/officeDocument/2006/relationships/notesSlide" Target="/ppt/notesSlides/notesSlide19.xml" Id="R82db5280e1d043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801edd65a2a4faa" /><Relationship Type="http://schemas.openxmlformats.org/officeDocument/2006/relationships/notesSlide" Target="/ppt/notesSlides/notesSlide20.xml" Id="Rb8d37dc523244dd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dfd22f661a94a47" /><Relationship Type="http://schemas.openxmlformats.org/officeDocument/2006/relationships/notesSlide" Target="/ppt/notesSlides/notesSlide21.xml" Id="R9e74b1b4a9db44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7853325f1254303" /><Relationship Type="http://schemas.openxmlformats.org/officeDocument/2006/relationships/notesSlide" Target="/ppt/notesSlides/notesSlide22.xml" Id="Rcea92272f9a7495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4bf094a1e484832" /><Relationship Type="http://schemas.openxmlformats.org/officeDocument/2006/relationships/notesSlide" Target="/ppt/notesSlides/notesSlide23.xml" Id="Rae35a4bee9634f5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d93bc828220431a" /><Relationship Type="http://schemas.openxmlformats.org/officeDocument/2006/relationships/notesSlide" Target="/ppt/notesSlides/notesSlide24.xml" Id="R70a3f708488c4d6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38fe0d63470445c" /><Relationship Type="http://schemas.openxmlformats.org/officeDocument/2006/relationships/notesSlide" Target="/ppt/notesSlides/notesSlide25.xml" Id="R917e026ff7064c1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89f9cd91a924885" /><Relationship Type="http://schemas.openxmlformats.org/officeDocument/2006/relationships/notesSlide" Target="/ppt/notesSlides/notesSlide26.xml" Id="Rcfd6e7ddfd38401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3bf9ae3d6504050" /><Relationship Type="http://schemas.openxmlformats.org/officeDocument/2006/relationships/notesSlide" Target="/ppt/notesSlides/notesSlide27.xml" Id="R8cb47c53de694ef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0f184ecf7544e41" /><Relationship Type="http://schemas.openxmlformats.org/officeDocument/2006/relationships/notesSlide" Target="/ppt/notesSlides/notesSlide28.xml" Id="Rb402d77cf2e3472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d1f3e0a1c204bac" /><Relationship Type="http://schemas.openxmlformats.org/officeDocument/2006/relationships/notesSlide" Target="/ppt/notesSlides/notesSlide29.xml" Id="Rd3136d0d36eb4de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47a64fa31384946" /><Relationship Type="http://schemas.openxmlformats.org/officeDocument/2006/relationships/notesSlide" Target="/ppt/notesSlides/notesSlide30.xml" Id="Re23a37013aa94f6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5dbe43f1cb14ce0" /><Relationship Type="http://schemas.openxmlformats.org/officeDocument/2006/relationships/notesSlide" Target="/ppt/notesSlides/notesSlide31.xml" Id="R531f906156f6461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b538bfb5e7248be" /><Relationship Type="http://schemas.openxmlformats.org/officeDocument/2006/relationships/notesSlide" Target="/ppt/notesSlides/notesSlide32.xml" Id="R3d8e16a9cc8840d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3075975cf254133" /><Relationship Type="http://schemas.openxmlformats.org/officeDocument/2006/relationships/notesSlide" Target="/ppt/notesSlides/notesSlide33.xml" Id="Rfbd687cce943494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54ce90ee93a4e28" /><Relationship Type="http://schemas.openxmlformats.org/officeDocument/2006/relationships/notesSlide" Target="/ppt/notesSlides/notesSlide34.xml" Id="R2a5f9e77c4044f2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a0fad13ad804730" /><Relationship Type="http://schemas.openxmlformats.org/officeDocument/2006/relationships/notesSlide" Target="/ppt/notesSlides/notesSlide35.xml" Id="R02cf740bc8af4b6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d7dc538cce8409c" /><Relationship Type="http://schemas.openxmlformats.org/officeDocument/2006/relationships/notesSlide" Target="/ppt/notesSlides/notesSlide36.xml" Id="Rb42055b574984c7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05cbbb88a334d7a" /><Relationship Type="http://schemas.openxmlformats.org/officeDocument/2006/relationships/notesSlide" Target="/ppt/notesSlides/notesSlide37.xml" Id="Ref3d3c6d4a1b413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5a6d7f5249440bb" /><Relationship Type="http://schemas.openxmlformats.org/officeDocument/2006/relationships/notesSlide" Target="/ppt/notesSlides/notesSlide38.xml" Id="R89b2633bec964c4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e2a9ca9a7a5479c" /><Relationship Type="http://schemas.openxmlformats.org/officeDocument/2006/relationships/notesSlide" Target="/ppt/notesSlides/notesSlide39.xml" Id="Rc3f81d71e76e432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d41cbc13aad40ce" /><Relationship Type="http://schemas.openxmlformats.org/officeDocument/2006/relationships/notesSlide" Target="/ppt/notesSlides/notesSlide40.xml" Id="R90c74a744c0b448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a05508ecbd04a38" /><Relationship Type="http://schemas.openxmlformats.org/officeDocument/2006/relationships/notesSlide" Target="/ppt/notesSlides/notesSlide41.xml" Id="R4e4abadd25db465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69f9a470b354c05" /><Relationship Type="http://schemas.openxmlformats.org/officeDocument/2006/relationships/notesSlide" Target="/ppt/notesSlides/notesSlide42.xml" Id="Re6af369a65dc4bf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d05f808d7384471" /><Relationship Type="http://schemas.openxmlformats.org/officeDocument/2006/relationships/notesSlide" Target="/ppt/notesSlides/notesSlide43.xml" Id="R616f05fee0c342b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3c0c2e31c9a94e2d" /><Relationship Type="http://schemas.openxmlformats.org/officeDocument/2006/relationships/notesSlide" Target="/ppt/notesSlides/notesSlide44.xml" Id="Rf0caeee973aa410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a10dfe395884ad4" /><Relationship Type="http://schemas.openxmlformats.org/officeDocument/2006/relationships/notesSlide" Target="/ppt/notesSlides/notesSlide45.xml" Id="R5444a0b7d3b2479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1efb058fbe349ec" /><Relationship Type="http://schemas.openxmlformats.org/officeDocument/2006/relationships/notesSlide" Target="/ppt/notesSlides/notesSlide46.xml" Id="Read7c95cb86544c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c52309bdcf24d75" /><Relationship Type="http://schemas.openxmlformats.org/officeDocument/2006/relationships/notesSlide" Target="/ppt/notesSlides/notesSlide47.xml" Id="R4e89a21ccc144b8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293d5f579e147e0" /><Relationship Type="http://schemas.openxmlformats.org/officeDocument/2006/relationships/notesSlide" Target="/ppt/notesSlides/notesSlide48.xml" Id="R4ddb28f632654c3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5517fea326c04e3a" /><Relationship Type="http://schemas.openxmlformats.org/officeDocument/2006/relationships/notesSlide" Target="/ppt/notesSlides/notesSlide49.xml" Id="R0ecb07e44b324ca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ded5251bdf94429" /><Relationship Type="http://schemas.openxmlformats.org/officeDocument/2006/relationships/notesSlide" Target="/ppt/notesSlides/notesSlide50.xml" Id="R744301420a43474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e409d4a4c07549a1" /><Relationship Type="http://schemas.openxmlformats.org/officeDocument/2006/relationships/notesSlide" Target="/ppt/notesSlides/notesSlide51.xml" Id="Rc362364dfe3a499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2b07ab5a10aa4edd" /><Relationship Type="http://schemas.openxmlformats.org/officeDocument/2006/relationships/notesSlide" Target="/ppt/notesSlides/notesSlide52.xml" Id="R14587faf50494b5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D31FF9-5D7F-4938-AFDB-7D7FACA91923}"/>
              </a:ext>
            </a:extLst>
          </p:cNvPr>
          <p:cNvSpPr>
            <a:spLocks xmlns:a="http://schemas.openxmlformats.org/drawingml/2006/main" noGrp="1"/>
          </p:cNvSpPr>
          <p:nvPr/>
        </p:nvSpPr>
        <p:spPr>
          <a:xfrm xmlns:a="http://schemas.openxmlformats.org/drawingml/2006/main">
            <a:off x="742950" y="7048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第4回</a:t>
            </a:r>
          </a:p>
        </p:txBody>
      </p:sp>
      <p:sp>
        <p:nvSpPr>
          <p:cNvPr id="2" name="">
            <a:extLst xmlns:a="http://schemas.openxmlformats.org/drawingml/2006/main">
              <a:ext uri="{FF2B5EF4-FFF2-40B4-BE49-F238E27FC236}">
                <a16:creationId xmlns:a16="http://schemas.microsoft.com/office/drawing/2014/main" id="{26F88A20-995D-4951-A7CC-738DE369B8B1}"/>
              </a:ext>
            </a:extLst>
          </p:cNvPr>
          <p:cNvSpPr>
            <a:spLocks xmlns:a="http://schemas.openxmlformats.org/drawingml/2006/main" noGrp="1"/>
          </p:cNvSpPr>
          <p:nvPr/>
        </p:nvSpPr>
        <p:spPr>
          <a:xfrm xmlns:a="http://schemas.openxmlformats.org/drawingml/2006/main">
            <a:off x="74295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750" b="1">
                <a:solidFill>
                  <a:srgbClr val="193B59"/>
                </a:solidFill>
                <a:latin typeface="Yu Gothic"/>
                <a:ea typeface="Yu Gothic"/>
                <a:cs typeface="Yu Gothic"/>
              </a:defRPr>
            </a:defPPr>
            <a:lvl1pPr>
              <a:buNone/>
              <a:defRPr sz="3750" b="1">
                <a:solidFill>
                  <a:srgbClr val="193B59"/>
                </a:solidFill>
                <a:latin typeface="Yu Gothic"/>
                <a:ea typeface="Yu Gothic"/>
                <a:cs typeface="Yu Gothic"/>
              </a:defRPr>
            </a:lvl1pPr>
            <a:lvl2pPr>
              <a:buNone/>
              <a:defRPr sz="3750" b="1">
                <a:solidFill>
                  <a:srgbClr val="193B59"/>
                </a:solidFill>
                <a:latin typeface="Yu Gothic"/>
                <a:ea typeface="Yu Gothic"/>
                <a:cs typeface="Yu Gothic"/>
              </a:defRPr>
            </a:lvl2pPr>
            <a:lvl3pPr>
              <a:buNone/>
              <a:defRPr sz="3750" b="1">
                <a:solidFill>
                  <a:srgbClr val="193B59"/>
                </a:solidFill>
                <a:latin typeface="Yu Gothic"/>
                <a:ea typeface="Yu Gothic"/>
                <a:cs typeface="Yu Gothic"/>
              </a:defRPr>
            </a:lvl3pPr>
            <a:lvl4pPr>
              <a:buNone/>
              <a:defRPr sz="3750" b="1">
                <a:solidFill>
                  <a:srgbClr val="193B59"/>
                </a:solidFill>
                <a:latin typeface="Yu Gothic"/>
                <a:ea typeface="Yu Gothic"/>
                <a:cs typeface="Yu Gothic"/>
              </a:defRPr>
            </a:lvl4pPr>
            <a:lvl5pPr>
              <a:buNone/>
              <a:defRPr sz="3750" b="1">
                <a:solidFill>
                  <a:srgbClr val="193B59"/>
                </a:solidFill>
                <a:latin typeface="Yu Gothic"/>
                <a:ea typeface="Yu Gothic"/>
                <a:cs typeface="Yu Gothic"/>
              </a:defRPr>
            </a:lvl5pPr>
            <a:lvl6pPr>
              <a:buNone/>
              <a:defRPr sz="3750" b="1">
                <a:solidFill>
                  <a:srgbClr val="193B59"/>
                </a:solidFill>
                <a:latin typeface="Yu Gothic"/>
                <a:ea typeface="Yu Gothic"/>
                <a:cs typeface="Yu Gothic"/>
              </a:defRPr>
            </a:lvl6pPr>
            <a:lvl7pPr>
              <a:buNone/>
              <a:defRPr sz="3750" b="1">
                <a:solidFill>
                  <a:srgbClr val="193B59"/>
                </a:solidFill>
                <a:latin typeface="Yu Gothic"/>
                <a:ea typeface="Yu Gothic"/>
                <a:cs typeface="Yu Gothic"/>
              </a:defRPr>
            </a:lvl7pPr>
            <a:lvl8pPr>
              <a:buNone/>
              <a:defRPr sz="3750" b="1">
                <a:solidFill>
                  <a:srgbClr val="193B59"/>
                </a:solidFill>
                <a:latin typeface="Yu Gothic"/>
                <a:ea typeface="Yu Gothic"/>
                <a:cs typeface="Yu Gothic"/>
              </a:defRPr>
            </a:lvl8pPr>
            <a:lvl9pPr>
              <a:buNone/>
              <a:defRPr sz="3750" b="1">
                <a:solidFill>
                  <a:srgbClr val="193B59"/>
                </a:solidFill>
                <a:latin typeface="Yu Gothic"/>
                <a:ea typeface="Yu Gothic"/>
                <a:cs typeface="Yu Gothic"/>
              </a:defRPr>
            </a:lvl9pPr>
          </a:lstStyle>
          <a:p xmlns:a="http://schemas.openxmlformats.org/drawingml/2006/main">
            <a:pPr>
              <a:buNone/>
              <a:defRPr sz="3750" b="1">
                <a:solidFill>
                  <a:srgbClr val="193B59"/>
                </a:solidFill>
                <a:latin typeface="Yu Gothic"/>
                <a:ea typeface="Yu Gothic"/>
                <a:cs typeface="Yu Gothic"/>
              </a:defRPr>
            </a:pPr>
            <a:r>
              <a:rPr sz="3750" b="1">
                <a:solidFill>
                  <a:srgbClr val="193B59"/>
                </a:solidFill>
                <a:latin typeface="Yu Gothic"/>
                <a:ea typeface="Yu Gothic"/>
                <a:cs typeface="Yu Gothic"/>
              </a:rPr>
              <a:t>断面の形と応力・たわみ</a:t>
            </a:r>
          </a:p>
        </p:txBody>
      </p:sp>
      <p:sp>
        <p:nvSpPr>
          <p:cNvPr id="3" name="">
            <a:extLst xmlns:a="http://schemas.openxmlformats.org/drawingml/2006/main">
              <a:ext uri="{FF2B5EF4-FFF2-40B4-BE49-F238E27FC236}">
                <a16:creationId xmlns:a16="http://schemas.microsoft.com/office/drawing/2014/main" id="{581F1E6A-94A4-4153-81F9-8C875824A380}"/>
              </a:ext>
            </a:extLst>
          </p:cNvPr>
          <p:cNvSpPr>
            <a:spLocks xmlns:a="http://schemas.openxmlformats.org/drawingml/2006/main" noGrp="1"/>
          </p:cNvSpPr>
          <p:nvPr/>
        </p:nvSpPr>
        <p:spPr>
          <a:xfrm xmlns:a="http://schemas.openxmlformats.org/drawingml/2006/main">
            <a:off x="809625" y="3762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43845"/>
                </a:solidFill>
                <a:latin typeface="Yu Gothic"/>
                <a:ea typeface="Yu Gothic"/>
                <a:cs typeface="Yu Gothic"/>
              </a:defRPr>
            </a:defPPr>
            <a:lvl1pPr>
              <a:buNone/>
              <a:defRPr sz="2250" b="0">
                <a:solidFill>
                  <a:srgbClr val="243845"/>
                </a:solidFill>
                <a:latin typeface="Yu Gothic"/>
                <a:ea typeface="Yu Gothic"/>
                <a:cs typeface="Yu Gothic"/>
              </a:defRPr>
            </a:lvl1pPr>
            <a:lvl2pPr>
              <a:buNone/>
              <a:defRPr sz="2250" b="0">
                <a:solidFill>
                  <a:srgbClr val="243845"/>
                </a:solidFill>
                <a:latin typeface="Yu Gothic"/>
                <a:ea typeface="Yu Gothic"/>
                <a:cs typeface="Yu Gothic"/>
              </a:defRPr>
            </a:lvl2pPr>
            <a:lvl3pPr>
              <a:buNone/>
              <a:defRPr sz="2250" b="0">
                <a:solidFill>
                  <a:srgbClr val="243845"/>
                </a:solidFill>
                <a:latin typeface="Yu Gothic"/>
                <a:ea typeface="Yu Gothic"/>
                <a:cs typeface="Yu Gothic"/>
              </a:defRPr>
            </a:lvl3pPr>
            <a:lvl4pPr>
              <a:buNone/>
              <a:defRPr sz="2250" b="0">
                <a:solidFill>
                  <a:srgbClr val="243845"/>
                </a:solidFill>
                <a:latin typeface="Yu Gothic"/>
                <a:ea typeface="Yu Gothic"/>
                <a:cs typeface="Yu Gothic"/>
              </a:defRPr>
            </a:lvl4pPr>
            <a:lvl5pPr>
              <a:buNone/>
              <a:defRPr sz="2250" b="0">
                <a:solidFill>
                  <a:srgbClr val="243845"/>
                </a:solidFill>
                <a:latin typeface="Yu Gothic"/>
                <a:ea typeface="Yu Gothic"/>
                <a:cs typeface="Yu Gothic"/>
              </a:defRPr>
            </a:lvl5pPr>
            <a:lvl6pPr>
              <a:buNone/>
              <a:defRPr sz="2250" b="0">
                <a:solidFill>
                  <a:srgbClr val="243845"/>
                </a:solidFill>
                <a:latin typeface="Yu Gothic"/>
                <a:ea typeface="Yu Gothic"/>
                <a:cs typeface="Yu Gothic"/>
              </a:defRPr>
            </a:lvl6pPr>
            <a:lvl7pPr>
              <a:buNone/>
              <a:defRPr sz="2250" b="0">
                <a:solidFill>
                  <a:srgbClr val="243845"/>
                </a:solidFill>
                <a:latin typeface="Yu Gothic"/>
                <a:ea typeface="Yu Gothic"/>
                <a:cs typeface="Yu Gothic"/>
              </a:defRPr>
            </a:lvl7pPr>
            <a:lvl8pPr>
              <a:buNone/>
              <a:defRPr sz="2250" b="0">
                <a:solidFill>
                  <a:srgbClr val="243845"/>
                </a:solidFill>
                <a:latin typeface="Yu Gothic"/>
                <a:ea typeface="Yu Gothic"/>
                <a:cs typeface="Yu Gothic"/>
              </a:defRPr>
            </a:lvl8pPr>
            <a:lvl9pPr>
              <a:buNone/>
              <a:defRPr sz="2250" b="0">
                <a:solidFill>
                  <a:srgbClr val="243845"/>
                </a:solidFill>
                <a:latin typeface="Yu Gothic"/>
                <a:ea typeface="Yu Gothic"/>
                <a:cs typeface="Yu Gothic"/>
              </a:defRPr>
            </a:lvl9pPr>
          </a:lstStyle>
          <a:p xmlns:a="http://schemas.openxmlformats.org/drawingml/2006/main">
            <a:pPr>
              <a:buNone/>
              <a:defRPr sz="2250" b="0">
                <a:solidFill>
                  <a:srgbClr val="243845"/>
                </a:solidFill>
                <a:latin typeface="Yu Gothic"/>
                <a:ea typeface="Yu Gothic"/>
                <a:cs typeface="Yu Gothic"/>
              </a:defRPr>
            </a:pPr>
            <a:r>
              <a:rPr sz="2250" b="0">
                <a:solidFill>
                  <a:srgbClr val="243845"/>
                </a:solidFill>
                <a:latin typeface="Yu Gothic"/>
                <a:ea typeface="Yu Gothic"/>
                <a:cs typeface="Yu Gothic"/>
              </a:rPr>
              <a:t>図・式・単位をつないで説明する</a:t>
            </a:r>
          </a:p>
        </p:txBody>
      </p:sp>
      <p:sp>
        <p:nvSpPr>
          <p:cNvPr id="4" name="">
            <a:extLst xmlns:a="http://schemas.openxmlformats.org/drawingml/2006/main">
              <a:ext uri="{FF2B5EF4-FFF2-40B4-BE49-F238E27FC236}">
                <a16:creationId xmlns:a16="http://schemas.microsoft.com/office/drawing/2014/main" id="{D3C77093-D8F8-44D5-BE32-D6B95F3B1B1B}"/>
              </a:ext>
            </a:extLst>
          </p:cNvPr>
          <p:cNvSpPr>
            <a:spLocks xmlns:a="http://schemas.openxmlformats.org/drawingml/2006/main" noGrp="1"/>
          </p:cNvSpPr>
          <p:nvPr/>
        </p:nvSpPr>
        <p:spPr>
          <a:xfrm xmlns:a="http://schemas.openxmlformats.org/drawingml/2006/main">
            <a:off x="809625" y="5238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米延 仁志</a:t>
            </a:r>
          </a:p>
        </p:txBody>
      </p:sp>
      <p:sp>
        <p:nvSpPr>
          <p:cNvPr id="5" name="">
            <a:extLst xmlns:a="http://schemas.openxmlformats.org/drawingml/2006/main">
              <a:ext uri="{FF2B5EF4-FFF2-40B4-BE49-F238E27FC236}">
                <a16:creationId xmlns:a16="http://schemas.microsoft.com/office/drawing/2014/main" id="{78D72B93-274A-4F4D-8D45-4EB03C858FE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6" name="">
            <a:extLst xmlns:a="http://schemas.openxmlformats.org/drawingml/2006/main">
              <a:ext uri="{FF2B5EF4-FFF2-40B4-BE49-F238E27FC236}">
                <a16:creationId xmlns:a16="http://schemas.microsoft.com/office/drawing/2014/main" id="{2C55E1CC-D3E8-4ED4-B7C0-5F96083227F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52</a:t>
            </a:r>
          </a:p>
        </p:txBody>
      </p:sp>
    </p:spTree>
    <p:extLst>
      <p:ext uri="{BB962C8B-B14F-4D97-AF65-F5344CB8AC3E}">
        <p14:creationId xmlns:p14="http://schemas.microsoft.com/office/powerpoint/2010/main" val="6815548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4D9DEB-DF88-4626-A172-20EEF3D9961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
            <a:extLst xmlns:a="http://schemas.openxmlformats.org/drawingml/2006/main">
              <a:ext uri="{FF2B5EF4-FFF2-40B4-BE49-F238E27FC236}">
                <a16:creationId xmlns:a16="http://schemas.microsoft.com/office/drawing/2014/main" id="{30CA8803-A699-459B-9E27-FF2B066B865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1C7DEDE-9221-48C3-AFCE-2F2E9669EC0E}"/>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I・Zを面積と区別する</a:t>
            </a:r>
          </a:p>
        </p:txBody>
      </p:sp>
      <p:sp>
        <p:nvSpPr>
          <p:cNvPr id="4" name="">
            <a:extLst xmlns:a="http://schemas.openxmlformats.org/drawingml/2006/main">
              <a:ext uri="{FF2B5EF4-FFF2-40B4-BE49-F238E27FC236}">
                <a16:creationId xmlns:a16="http://schemas.microsoft.com/office/drawing/2014/main" id="{BF47007C-CC43-4EAB-83F5-B8D89D1DA2DD}"/>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同じ面積と幅一定で倍率を説明する</a:t>
            </a:r>
          </a:p>
        </p:txBody>
      </p:sp>
      <p:sp>
        <p:nvSpPr>
          <p:cNvPr id="5" name="">
            <a:extLst xmlns:a="http://schemas.openxmlformats.org/drawingml/2006/main">
              <a:ext uri="{FF2B5EF4-FFF2-40B4-BE49-F238E27FC236}">
                <a16:creationId xmlns:a16="http://schemas.microsoft.com/office/drawing/2014/main" id="{F8CA6BBA-2C0B-48B8-8AC7-1F31077366A0}"/>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応力とたわみを別々に求める</a:t>
            </a:r>
          </a:p>
        </p:txBody>
      </p:sp>
      <p:sp>
        <p:nvSpPr>
          <p:cNvPr id="6" name="">
            <a:extLst xmlns:a="http://schemas.openxmlformats.org/drawingml/2006/main">
              <a:ext uri="{FF2B5EF4-FFF2-40B4-BE49-F238E27FC236}">
                <a16:creationId xmlns:a16="http://schemas.microsoft.com/office/drawing/2014/main" id="{2A78DB44-963E-407C-B624-F394144CD849}"/>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物性値・使用条件・計算モデルを区別する</a:t>
            </a:r>
          </a:p>
        </p:txBody>
      </p:sp>
      <p:sp>
        <p:nvSpPr>
          <p:cNvPr id="7" name="">
            <a:extLst xmlns:a="http://schemas.openxmlformats.org/drawingml/2006/main">
              <a:ext uri="{FF2B5EF4-FFF2-40B4-BE49-F238E27FC236}">
                <a16:creationId xmlns:a16="http://schemas.microsoft.com/office/drawing/2014/main" id="{2D0F20F8-529F-4150-8E34-5313056F21D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7B151968-FF7A-4DBE-89F2-016B288B2E3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52</a:t>
            </a:r>
          </a:p>
        </p:txBody>
      </p:sp>
    </p:spTree>
    <p:extLst>
      <p:ext uri="{BB962C8B-B14F-4D97-AF65-F5344CB8AC3E}">
        <p14:creationId xmlns:p14="http://schemas.microsoft.com/office/powerpoint/2010/main" val="771965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4071598-656C-42B3-9F48-2E6F01B44C8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前回のモーメントを使う</a:t>
            </a:r>
          </a:p>
        </p:txBody>
      </p:sp>
      <p:sp>
        <p:nvSpPr>
          <p:cNvPr id="2" name="">
            <a:extLst xmlns:a="http://schemas.openxmlformats.org/drawingml/2006/main">
              <a:ext uri="{FF2B5EF4-FFF2-40B4-BE49-F238E27FC236}">
                <a16:creationId xmlns:a16="http://schemas.microsoft.com/office/drawing/2014/main" id="{25266CC5-5022-4328-9510-A4FADD38E43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2" name="">
            <a:extLst xmlns:a="http://schemas.openxmlformats.org/drawingml/2006/main">
              <a:ext uri="{FF2B5EF4-FFF2-40B4-BE49-F238E27FC236}">
                <a16:creationId xmlns:a16="http://schemas.microsoft.com/office/drawing/2014/main" id="{FD117E9A-E4BC-4B93-98ED-A19707723DF6}"/>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13" name="">
            <a:extLst xmlns:a="http://schemas.openxmlformats.org/drawingml/2006/main">
              <a:ext uri="{FF2B5EF4-FFF2-40B4-BE49-F238E27FC236}">
                <a16:creationId xmlns:a16="http://schemas.microsoft.com/office/drawing/2014/main" id="{20E34E22-A3A5-42BD-9FFB-5EFA8CCED168}"/>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52</a:t>
            </a:r>
          </a:p>
        </p:txBody>
      </p:sp>
      <p:sp>
        <p:nvSpPr>
          <p:cNvPr id="15" name="">
            <a:extLst xmlns:a="http://schemas.openxmlformats.org/drawingml/2006/main">
              <a:ext uri="{FF2B5EF4-FFF2-40B4-BE49-F238E27FC236}">
                <a16:creationId xmlns:a16="http://schemas.microsoft.com/office/drawing/2014/main" id="{BD2E7880-D377-4EFE-BF1F-F381228CB606}"/>
              </a:ext>
            </a:extLst>
          </p:cNvPr>
          <p:cNvSpPr>
            <a:spLocks xmlns:a="http://schemas.openxmlformats.org/drawingml/2006/main" noGrp="1"/>
          </p:cNvSpPr>
          <p:nvPr/>
        </p:nvSpPr>
        <p:spPr>
          <a:xfrm xmlns:a="http://schemas.openxmlformats.org/drawingml/2006/main">
            <a:off x="809625" y="15240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荷重・支持・長さから、Mを求める</a:t>
            </a:r>
          </a:p>
        </p:txBody>
      </p:sp>
      <p:sp>
        <p:nvSpPr>
          <p:cNvPr id="16" name="">
            <a:extLst xmlns:a="http://schemas.openxmlformats.org/drawingml/2006/main">
              <a:ext uri="{FF2B5EF4-FFF2-40B4-BE49-F238E27FC236}">
                <a16:creationId xmlns:a16="http://schemas.microsoft.com/office/drawing/2014/main" id="{9F54251E-CB5D-49C7-A3AC-F3231A0AF96A}"/>
              </a:ext>
            </a:extLst>
          </p:cNvPr>
          <p:cNvSpPr>
            <a:spLocks xmlns:a="http://schemas.openxmlformats.org/drawingml/2006/main" noGrp="1"/>
          </p:cNvSpPr>
          <p:nvPr/>
        </p:nvSpPr>
        <p:spPr>
          <a:xfrm xmlns:a="http://schemas.openxmlformats.org/drawingml/2006/main">
            <a:off x="1619250" y="3143250"/>
            <a:ext cx="54292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7" name="">
            <a:extLst xmlns:a="http://schemas.openxmlformats.org/drawingml/2006/main">
              <a:ext uri="{FF2B5EF4-FFF2-40B4-BE49-F238E27FC236}">
                <a16:creationId xmlns:a16="http://schemas.microsoft.com/office/drawing/2014/main" id="{6B0A6344-F489-4F36-B627-104A85B63F02}"/>
              </a:ext>
            </a:extLst>
          </p:cNvPr>
          <p:cNvSpPr>
            <a:spLocks xmlns:a="http://schemas.openxmlformats.org/drawingml/2006/main" noGrp="1"/>
          </p:cNvSpPr>
          <p:nvPr/>
        </p:nvSpPr>
        <p:spPr>
          <a:xfrm xmlns:a="http://schemas.openxmlformats.org/drawingml/2006/main">
            <a:off x="1457325" y="33147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8" name="">
            <a:extLst xmlns:a="http://schemas.openxmlformats.org/drawingml/2006/main">
              <a:ext uri="{FF2B5EF4-FFF2-40B4-BE49-F238E27FC236}">
                <a16:creationId xmlns:a16="http://schemas.microsoft.com/office/drawing/2014/main" id="{C844E652-2CA1-4770-A898-9509F4D28B7A}"/>
              </a:ext>
            </a:extLst>
          </p:cNvPr>
          <p:cNvSpPr>
            <a:spLocks xmlns:a="http://schemas.openxmlformats.org/drawingml/2006/main" noGrp="1"/>
          </p:cNvSpPr>
          <p:nvPr/>
        </p:nvSpPr>
        <p:spPr>
          <a:xfrm xmlns:a="http://schemas.openxmlformats.org/drawingml/2006/main">
            <a:off x="1343025" y="36099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5A4CE2F6-5DEE-43B8-BE69-917A2A81C684}"/>
              </a:ext>
            </a:extLst>
          </p:cNvPr>
          <p:cNvSpPr>
            <a:spLocks xmlns:a="http://schemas.openxmlformats.org/drawingml/2006/main" noGrp="1"/>
          </p:cNvSpPr>
          <p:nvPr/>
        </p:nvSpPr>
        <p:spPr>
          <a:xfrm xmlns:a="http://schemas.openxmlformats.org/drawingml/2006/main">
            <a:off x="6886575" y="33147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7BE7C2ED-C9AF-442F-8879-138385D7FE6F}"/>
              </a:ext>
            </a:extLst>
          </p:cNvPr>
          <p:cNvSpPr>
            <a:spLocks xmlns:a="http://schemas.openxmlformats.org/drawingml/2006/main" noGrp="1"/>
          </p:cNvSpPr>
          <p:nvPr/>
        </p:nvSpPr>
        <p:spPr>
          <a:xfrm xmlns:a="http://schemas.openxmlformats.org/drawingml/2006/main">
            <a:off x="6924675" y="3571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1" name="">
            <a:extLst xmlns:a="http://schemas.openxmlformats.org/drawingml/2006/main">
              <a:ext uri="{FF2B5EF4-FFF2-40B4-BE49-F238E27FC236}">
                <a16:creationId xmlns:a16="http://schemas.microsoft.com/office/drawing/2014/main" id="{7A6B3A6B-9260-4384-BF7C-AE6248EAC185}"/>
              </a:ext>
            </a:extLst>
          </p:cNvPr>
          <p:cNvSpPr>
            <a:spLocks xmlns:a="http://schemas.openxmlformats.org/drawingml/2006/main" noGrp="1"/>
          </p:cNvSpPr>
          <p:nvPr/>
        </p:nvSpPr>
        <p:spPr>
          <a:xfrm xmlns:a="http://schemas.openxmlformats.org/drawingml/2006/main">
            <a:off x="7077075" y="3571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2" name="">
            <a:extLst xmlns:a="http://schemas.openxmlformats.org/drawingml/2006/main">
              <a:ext uri="{FF2B5EF4-FFF2-40B4-BE49-F238E27FC236}">
                <a16:creationId xmlns:a16="http://schemas.microsoft.com/office/drawing/2014/main" id="{DE83762B-A121-4F26-B608-16BB8134BBB8}"/>
              </a:ext>
            </a:extLst>
          </p:cNvPr>
          <p:cNvSpPr>
            <a:spLocks xmlns:a="http://schemas.openxmlformats.org/drawingml/2006/main" noGrp="1"/>
          </p:cNvSpPr>
          <p:nvPr/>
        </p:nvSpPr>
        <p:spPr>
          <a:xfrm xmlns:a="http://schemas.openxmlformats.org/drawingml/2006/main">
            <a:off x="6772275" y="36861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23" name="">
            <a:extLst xmlns:a="http://schemas.openxmlformats.org/drawingml/2006/main">
              <a:ext uri="{FF2B5EF4-FFF2-40B4-BE49-F238E27FC236}">
                <a16:creationId xmlns:a16="http://schemas.microsoft.com/office/drawing/2014/main" id="{B0ACA503-8506-4A9A-A4F9-B34D875E977A}"/>
              </a:ext>
            </a:extLst>
          </p:cNvPr>
          <p:cNvSpPr>
            <a:spLocks xmlns:a="http://schemas.openxmlformats.org/drawingml/2006/main" noGrp="1"/>
          </p:cNvSpPr>
          <p:nvPr/>
        </p:nvSpPr>
        <p:spPr>
          <a:xfrm xmlns:a="http://schemas.openxmlformats.org/drawingml/2006/main">
            <a:off x="4333875" y="252412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24" name="">
            <a:extLst xmlns:a="http://schemas.openxmlformats.org/drawingml/2006/main">
              <a:ext uri="{FF2B5EF4-FFF2-40B4-BE49-F238E27FC236}">
                <a16:creationId xmlns:a16="http://schemas.microsoft.com/office/drawing/2014/main" id="{0AD9A845-AB6B-492A-881E-AD08C314C73D}"/>
              </a:ext>
            </a:extLst>
          </p:cNvPr>
          <p:cNvSpPr>
            <a:spLocks xmlns:a="http://schemas.openxmlformats.org/drawingml/2006/main" noGrp="1"/>
          </p:cNvSpPr>
          <p:nvPr/>
        </p:nvSpPr>
        <p:spPr>
          <a:xfrm xmlns:a="http://schemas.openxmlformats.org/drawingml/2006/main">
            <a:off x="4293870" y="300990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5" name="">
            <a:extLst xmlns:a="http://schemas.openxmlformats.org/drawingml/2006/main">
              <a:ext uri="{FF2B5EF4-FFF2-40B4-BE49-F238E27FC236}">
                <a16:creationId xmlns:a16="http://schemas.microsoft.com/office/drawing/2014/main" id="{A55A4D3C-65CD-4E50-AE61-162E72C40618}"/>
              </a:ext>
            </a:extLst>
          </p:cNvPr>
          <p:cNvSpPr>
            <a:spLocks xmlns:a="http://schemas.openxmlformats.org/drawingml/2006/main" noGrp="1"/>
          </p:cNvSpPr>
          <p:nvPr/>
        </p:nvSpPr>
        <p:spPr>
          <a:xfrm xmlns:a="http://schemas.openxmlformats.org/drawingml/2006/main">
            <a:off x="1000125" y="343852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26" name="">
            <a:extLst xmlns:a="http://schemas.openxmlformats.org/drawingml/2006/main">
              <a:ext uri="{FF2B5EF4-FFF2-40B4-BE49-F238E27FC236}">
                <a16:creationId xmlns:a16="http://schemas.microsoft.com/office/drawing/2014/main" id="{33E31ABF-E0F6-49BF-968E-D957A21ABDCE}"/>
              </a:ext>
            </a:extLst>
          </p:cNvPr>
          <p:cNvSpPr>
            <a:spLocks xmlns:a="http://schemas.openxmlformats.org/drawingml/2006/main" noGrp="1"/>
          </p:cNvSpPr>
          <p:nvPr/>
        </p:nvSpPr>
        <p:spPr>
          <a:xfrm xmlns:a="http://schemas.openxmlformats.org/drawingml/2006/main">
            <a:off x="7362825" y="35052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27" name="">
            <a:extLst xmlns:a="http://schemas.openxmlformats.org/drawingml/2006/main">
              <a:ext uri="{FF2B5EF4-FFF2-40B4-BE49-F238E27FC236}">
                <a16:creationId xmlns:a16="http://schemas.microsoft.com/office/drawing/2014/main" id="{CC78F38B-6FD3-44AE-8C85-CE43C4003599}"/>
              </a:ext>
            </a:extLst>
          </p:cNvPr>
          <p:cNvSpPr>
            <a:spLocks xmlns:a="http://schemas.openxmlformats.org/drawingml/2006/main" noGrp="1"/>
          </p:cNvSpPr>
          <p:nvPr/>
        </p:nvSpPr>
        <p:spPr>
          <a:xfrm xmlns:a="http://schemas.openxmlformats.org/drawingml/2006/main">
            <a:off x="4333875" y="2095500"/>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28575">
            <a:solidFill>
              <a:srgbClr val="C4483C"/>
            </a:solidFill>
          </a:ln>
        </p:spPr>
      </p:sp>
      <p:sp>
        <p:nvSpPr>
          <p:cNvPr id="28" name="">
            <a:extLst xmlns:a="http://schemas.openxmlformats.org/drawingml/2006/main">
              <a:ext uri="{FF2B5EF4-FFF2-40B4-BE49-F238E27FC236}">
                <a16:creationId xmlns:a16="http://schemas.microsoft.com/office/drawing/2014/main" id="{6C2AC22D-33BB-482E-BB8D-75F178C320DB}"/>
              </a:ext>
            </a:extLst>
          </p:cNvPr>
          <p:cNvSpPr>
            <a:spLocks xmlns:a="http://schemas.openxmlformats.org/drawingml/2006/main" noGrp="1"/>
          </p:cNvSpPr>
          <p:nvPr/>
        </p:nvSpPr>
        <p:spPr>
          <a:xfrm xmlns:a="http://schemas.openxmlformats.org/drawingml/2006/main">
            <a:off x="4285869" y="2981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9" name="">
            <a:extLst xmlns:a="http://schemas.openxmlformats.org/drawingml/2006/main">
              <a:ext uri="{FF2B5EF4-FFF2-40B4-BE49-F238E27FC236}">
                <a16:creationId xmlns:a16="http://schemas.microsoft.com/office/drawing/2014/main" id="{96D14BDC-3A4B-4968-8EC5-1BC1150E065C}"/>
              </a:ext>
            </a:extLst>
          </p:cNvPr>
          <p:cNvSpPr>
            <a:spLocks xmlns:a="http://schemas.openxmlformats.org/drawingml/2006/main" noGrp="1"/>
          </p:cNvSpPr>
          <p:nvPr/>
        </p:nvSpPr>
        <p:spPr>
          <a:xfrm xmlns:a="http://schemas.openxmlformats.org/drawingml/2006/main">
            <a:off x="4572000" y="22860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buNone/>
              <a:defRPr sz="2250" b="1">
                <a:solidFill>
                  <a:srgbClr val="C4483C"/>
                </a:solidFill>
                <a:latin typeface="Yu Gothic"/>
                <a:ea typeface="Yu Gothic"/>
                <a:cs typeface="Yu Gothic"/>
              </a:defRPr>
            </a:lvl1pPr>
            <a:lvl2pPr>
              <a:buNone/>
              <a:defRPr sz="2250" b="1">
                <a:solidFill>
                  <a:srgbClr val="C4483C"/>
                </a:solidFill>
                <a:latin typeface="Yu Gothic"/>
                <a:ea typeface="Yu Gothic"/>
                <a:cs typeface="Yu Gothic"/>
              </a:defRPr>
            </a:lvl2pPr>
            <a:lvl3pPr>
              <a:buNone/>
              <a:defRPr sz="2250" b="1">
                <a:solidFill>
                  <a:srgbClr val="C4483C"/>
                </a:solidFill>
                <a:latin typeface="Yu Gothic"/>
                <a:ea typeface="Yu Gothic"/>
                <a:cs typeface="Yu Gothic"/>
              </a:defRPr>
            </a:lvl3pPr>
            <a:lvl4pPr>
              <a:buNone/>
              <a:defRPr sz="2250" b="1">
                <a:solidFill>
                  <a:srgbClr val="C4483C"/>
                </a:solidFill>
                <a:latin typeface="Yu Gothic"/>
                <a:ea typeface="Yu Gothic"/>
                <a:cs typeface="Yu Gothic"/>
              </a:defRPr>
            </a:lvl4pPr>
            <a:lvl5pPr>
              <a:buNone/>
              <a:defRPr sz="2250" b="1">
                <a:solidFill>
                  <a:srgbClr val="C4483C"/>
                </a:solidFill>
                <a:latin typeface="Yu Gothic"/>
                <a:ea typeface="Yu Gothic"/>
                <a:cs typeface="Yu Gothic"/>
              </a:defRPr>
            </a:lvl5pPr>
            <a:lvl6pPr>
              <a:buNone/>
              <a:defRPr sz="2250" b="1">
                <a:solidFill>
                  <a:srgbClr val="C4483C"/>
                </a:solidFill>
                <a:latin typeface="Yu Gothic"/>
                <a:ea typeface="Yu Gothic"/>
                <a:cs typeface="Yu Gothic"/>
              </a:defRPr>
            </a:lvl6pPr>
            <a:lvl7pPr>
              <a:buNone/>
              <a:defRPr sz="2250" b="1">
                <a:solidFill>
                  <a:srgbClr val="C4483C"/>
                </a:solidFill>
                <a:latin typeface="Yu Gothic"/>
                <a:ea typeface="Yu Gothic"/>
                <a:cs typeface="Yu Gothic"/>
              </a:defRPr>
            </a:lvl7pPr>
            <a:lvl8pPr>
              <a:buNone/>
              <a:defRPr sz="2250" b="1">
                <a:solidFill>
                  <a:srgbClr val="C4483C"/>
                </a:solidFill>
                <a:latin typeface="Yu Gothic"/>
                <a:ea typeface="Yu Gothic"/>
                <a:cs typeface="Yu Gothic"/>
              </a:defRPr>
            </a:lvl8pPr>
            <a:lvl9pPr>
              <a:buNone/>
              <a:defRPr sz="2250" b="1">
                <a:solidFill>
                  <a:srgbClr val="C4483C"/>
                </a:solidFill>
                <a:latin typeface="Yu Gothic"/>
                <a:ea typeface="Yu Gothic"/>
                <a:cs typeface="Yu Gothic"/>
              </a:defRPr>
            </a:lvl9pPr>
          </a:lstStyle>
          <a:p xmlns:a="http://schemas.openxmlformats.org/drawingml/2006/main">
            <a:pPr>
              <a:buNone/>
              <a:defRPr sz="2250" b="1">
                <a:solidFill>
                  <a:srgbClr val="C4483C"/>
                </a:solidFill>
                <a:latin typeface="Yu Gothic"/>
                <a:ea typeface="Yu Gothic"/>
                <a:cs typeface="Yu Gothic"/>
              </a:defRPr>
            </a:pPr>
            <a:r>
              <a:rPr sz="2250" b="1">
                <a:solidFill>
                  <a:srgbClr val="C4483C"/>
                </a:solidFill>
                <a:latin typeface="Yu Gothic"/>
                <a:ea typeface="Yu Gothic"/>
                <a:cs typeface="Yu Gothic"/>
              </a:rPr>
              <a:t>F</a:t>
            </a:r>
          </a:p>
        </p:txBody>
      </p:sp>
      <p:sp>
        <p:nvSpPr>
          <p:cNvPr id="30" name="">
            <a:extLst xmlns:a="http://schemas.openxmlformats.org/drawingml/2006/main">
              <a:ext uri="{FF2B5EF4-FFF2-40B4-BE49-F238E27FC236}">
                <a16:creationId xmlns:a16="http://schemas.microsoft.com/office/drawing/2014/main" id="{FD3FBA52-5FA3-4552-8BED-6ECE2EA7ED74}"/>
              </a:ext>
            </a:extLst>
          </p:cNvPr>
          <p:cNvSpPr>
            <a:spLocks xmlns:a="http://schemas.openxmlformats.org/drawingml/2006/main" noGrp="1"/>
          </p:cNvSpPr>
          <p:nvPr/>
        </p:nvSpPr>
        <p:spPr>
          <a:xfrm xmlns:a="http://schemas.openxmlformats.org/drawingml/2006/main">
            <a:off x="1619250" y="4191000"/>
            <a:ext cx="5429250" cy="9525"/>
          </a:xfrm>
          <a:custGeom xmlns:a="http://schemas.openxmlformats.org/drawingml/2006/main">
            <a:pathLst>
              <a:path w="5429250" h="9525">
                <a:moveTo>
                  <a:pt x="0" y="0"/>
                </a:moveTo>
                <a:lnTo>
                  <a:pt x="5429250" y="0"/>
                </a:lnTo>
              </a:path>
            </a:pathLst>
          </a:custGeom>
          <a:noFill xmlns:a="http://schemas.openxmlformats.org/drawingml/2006/main"/>
          <a:ln xmlns:a="http://schemas.openxmlformats.org/drawingml/2006/main" w="13335">
            <a:solidFill>
              <a:srgbClr val="71818B"/>
            </a:solidFill>
          </a:ln>
        </p:spPr>
      </p:sp>
      <p:sp>
        <p:nvSpPr>
          <p:cNvPr id="31" name="">
            <a:extLst xmlns:a="http://schemas.openxmlformats.org/drawingml/2006/main">
              <a:ext uri="{FF2B5EF4-FFF2-40B4-BE49-F238E27FC236}">
                <a16:creationId xmlns:a16="http://schemas.microsoft.com/office/drawing/2014/main" id="{B38871A8-A769-4C6E-B746-4E700076935C}"/>
              </a:ext>
            </a:extLst>
          </p:cNvPr>
          <p:cNvSpPr>
            <a:spLocks xmlns:a="http://schemas.openxmlformats.org/drawingml/2006/main" noGrp="1"/>
          </p:cNvSpPr>
          <p:nvPr/>
        </p:nvSpPr>
        <p:spPr>
          <a:xfrm xmlns:a="http://schemas.openxmlformats.org/drawingml/2006/main">
            <a:off x="6981825" y="41629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32" name="">
            <a:extLst xmlns:a="http://schemas.openxmlformats.org/drawingml/2006/main">
              <a:ext uri="{FF2B5EF4-FFF2-40B4-BE49-F238E27FC236}">
                <a16:creationId xmlns:a16="http://schemas.microsoft.com/office/drawing/2014/main" id="{5B327DFB-E8C6-479A-86D1-96899ABF0929}"/>
              </a:ext>
            </a:extLst>
          </p:cNvPr>
          <p:cNvSpPr>
            <a:spLocks xmlns:a="http://schemas.openxmlformats.org/drawingml/2006/main" noGrp="1"/>
          </p:cNvSpPr>
          <p:nvPr/>
        </p:nvSpPr>
        <p:spPr>
          <a:xfrm xmlns:a="http://schemas.openxmlformats.org/drawingml/2006/main">
            <a:off x="1619250" y="4191000"/>
            <a:ext cx="5429250" cy="9525"/>
          </a:xfrm>
          <a:custGeom xmlns:a="http://schemas.openxmlformats.org/drawingml/2006/main">
            <a:pathLst>
              <a:path w="5429250" h="9525">
                <a:moveTo>
                  <a:pt x="5429250" y="0"/>
                </a:moveTo>
                <a:lnTo>
                  <a:pt x="0" y="0"/>
                </a:lnTo>
              </a:path>
            </a:pathLst>
          </a:custGeom>
          <a:noFill xmlns:a="http://schemas.openxmlformats.org/drawingml/2006/main"/>
          <a:ln xmlns:a="http://schemas.openxmlformats.org/drawingml/2006/main" w="13335">
            <a:solidFill>
              <a:srgbClr val="71818B"/>
            </a:solidFill>
          </a:ln>
        </p:spPr>
      </p:sp>
      <p:sp>
        <p:nvSpPr>
          <p:cNvPr id="33" name="">
            <a:extLst xmlns:a="http://schemas.openxmlformats.org/drawingml/2006/main">
              <a:ext uri="{FF2B5EF4-FFF2-40B4-BE49-F238E27FC236}">
                <a16:creationId xmlns:a16="http://schemas.microsoft.com/office/drawing/2014/main" id="{50519469-1934-4262-AB15-374BF024A186}"/>
              </a:ext>
            </a:extLst>
          </p:cNvPr>
          <p:cNvSpPr>
            <a:spLocks xmlns:a="http://schemas.openxmlformats.org/drawingml/2006/main" noGrp="1"/>
          </p:cNvSpPr>
          <p:nvPr/>
        </p:nvSpPr>
        <p:spPr>
          <a:xfrm xmlns:a="http://schemas.openxmlformats.org/drawingml/2006/main">
            <a:off x="1619250" y="41629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34" name="">
            <a:extLst xmlns:a="http://schemas.openxmlformats.org/drawingml/2006/main">
              <a:ext uri="{FF2B5EF4-FFF2-40B4-BE49-F238E27FC236}">
                <a16:creationId xmlns:a16="http://schemas.microsoft.com/office/drawing/2014/main" id="{E0B59629-24DF-4FE1-BE78-CB3C8DD77184}"/>
              </a:ext>
            </a:extLst>
          </p:cNvPr>
          <p:cNvSpPr>
            <a:spLocks xmlns:a="http://schemas.openxmlformats.org/drawingml/2006/main" noGrp="1"/>
          </p:cNvSpPr>
          <p:nvPr/>
        </p:nvSpPr>
        <p:spPr>
          <a:xfrm xmlns:a="http://schemas.openxmlformats.org/drawingml/2006/main">
            <a:off x="1619250" y="423862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L</a:t>
            </a:r>
          </a:p>
        </p:txBody>
      </p:sp>
      <p:sp>
        <p:nvSpPr>
          <p:cNvPr id="35" name="">
            <a:extLst xmlns:a="http://schemas.openxmlformats.org/drawingml/2006/main">
              <a:ext uri="{FF2B5EF4-FFF2-40B4-BE49-F238E27FC236}">
                <a16:creationId xmlns:a16="http://schemas.microsoft.com/office/drawing/2014/main" id="{08A2E455-BF41-4B87-8CD2-8249EE8E884B}"/>
              </a:ext>
            </a:extLst>
          </p:cNvPr>
          <p:cNvSpPr>
            <a:spLocks xmlns:a="http://schemas.openxmlformats.org/drawingml/2006/main" noGrp="1"/>
          </p:cNvSpPr>
          <p:nvPr/>
        </p:nvSpPr>
        <p:spPr>
          <a:xfrm xmlns:a="http://schemas.openxmlformats.org/drawingml/2006/main">
            <a:off x="4333875" y="3190875"/>
            <a:ext cx="9525" cy="73342"/>
          </a:xfrm>
          <a:custGeom xmlns:a="http://schemas.openxmlformats.org/drawingml/2006/main">
            <a:pathLst>
              <a:path w="9525" h="73342">
                <a:moveTo>
                  <a:pt x="0" y="0"/>
                </a:moveTo>
                <a:lnTo>
                  <a:pt x="0" y="73342"/>
                </a:lnTo>
              </a:path>
            </a:pathLst>
          </a:custGeom>
          <a:noFill xmlns:a="http://schemas.openxmlformats.org/drawingml/2006/main"/>
          <a:ln xmlns:a="http://schemas.openxmlformats.org/drawingml/2006/main" w="11430">
            <a:solidFill>
              <a:srgbClr val="087E8B"/>
            </a:solidFill>
          </a:ln>
        </p:spPr>
      </p:sp>
      <p:sp>
        <p:nvSpPr>
          <p:cNvPr id="36" name="">
            <a:extLst xmlns:a="http://schemas.openxmlformats.org/drawingml/2006/main">
              <a:ext uri="{FF2B5EF4-FFF2-40B4-BE49-F238E27FC236}">
                <a16:creationId xmlns:a16="http://schemas.microsoft.com/office/drawing/2014/main" id="{E7B845BE-C6F5-4F18-A35C-327FC311A11B}"/>
              </a:ext>
            </a:extLst>
          </p:cNvPr>
          <p:cNvSpPr>
            <a:spLocks xmlns:a="http://schemas.openxmlformats.org/drawingml/2006/main" noGrp="1"/>
          </p:cNvSpPr>
          <p:nvPr/>
        </p:nvSpPr>
        <p:spPr>
          <a:xfrm xmlns:a="http://schemas.openxmlformats.org/drawingml/2006/main">
            <a:off x="4333875" y="3324225"/>
            <a:ext cx="9525" cy="73342"/>
          </a:xfrm>
          <a:custGeom xmlns:a="http://schemas.openxmlformats.org/drawingml/2006/main">
            <a:pathLst>
              <a:path w="9525" h="73342">
                <a:moveTo>
                  <a:pt x="0" y="0"/>
                </a:moveTo>
                <a:lnTo>
                  <a:pt x="0" y="73342"/>
                </a:lnTo>
              </a:path>
            </a:pathLst>
          </a:custGeom>
          <a:noFill xmlns:a="http://schemas.openxmlformats.org/drawingml/2006/main"/>
          <a:ln xmlns:a="http://schemas.openxmlformats.org/drawingml/2006/main" w="11430">
            <a:solidFill>
              <a:srgbClr val="087E8B"/>
            </a:solidFill>
          </a:ln>
        </p:spPr>
      </p:sp>
      <p:sp>
        <p:nvSpPr>
          <p:cNvPr id="37" name="">
            <a:extLst xmlns:a="http://schemas.openxmlformats.org/drawingml/2006/main">
              <a:ext uri="{FF2B5EF4-FFF2-40B4-BE49-F238E27FC236}">
                <a16:creationId xmlns:a16="http://schemas.microsoft.com/office/drawing/2014/main" id="{179AA918-38F0-43BF-8981-921F45C11D94}"/>
              </a:ext>
            </a:extLst>
          </p:cNvPr>
          <p:cNvSpPr>
            <a:spLocks xmlns:a="http://schemas.openxmlformats.org/drawingml/2006/main" noGrp="1"/>
          </p:cNvSpPr>
          <p:nvPr/>
        </p:nvSpPr>
        <p:spPr>
          <a:xfrm xmlns:a="http://schemas.openxmlformats.org/drawingml/2006/main">
            <a:off x="4333875" y="3457575"/>
            <a:ext cx="9525" cy="73342"/>
          </a:xfrm>
          <a:custGeom xmlns:a="http://schemas.openxmlformats.org/drawingml/2006/main">
            <a:pathLst>
              <a:path w="9525" h="73342">
                <a:moveTo>
                  <a:pt x="0" y="0"/>
                </a:moveTo>
                <a:lnTo>
                  <a:pt x="0" y="73342"/>
                </a:lnTo>
              </a:path>
            </a:pathLst>
          </a:custGeom>
          <a:noFill xmlns:a="http://schemas.openxmlformats.org/drawingml/2006/main"/>
          <a:ln xmlns:a="http://schemas.openxmlformats.org/drawingml/2006/main" w="11430">
            <a:solidFill>
              <a:srgbClr val="087E8B"/>
            </a:solidFill>
          </a:ln>
        </p:spPr>
      </p:sp>
      <p:sp>
        <p:nvSpPr>
          <p:cNvPr id="38" name="">
            <a:extLst xmlns:a="http://schemas.openxmlformats.org/drawingml/2006/main">
              <a:ext uri="{FF2B5EF4-FFF2-40B4-BE49-F238E27FC236}">
                <a16:creationId xmlns:a16="http://schemas.microsoft.com/office/drawing/2014/main" id="{9D0C1FE7-9295-4BB7-BD11-8E4AA03878F2}"/>
              </a:ext>
            </a:extLst>
          </p:cNvPr>
          <p:cNvSpPr>
            <a:spLocks xmlns:a="http://schemas.openxmlformats.org/drawingml/2006/main" noGrp="1"/>
          </p:cNvSpPr>
          <p:nvPr/>
        </p:nvSpPr>
        <p:spPr>
          <a:xfrm xmlns:a="http://schemas.openxmlformats.org/drawingml/2006/main">
            <a:off x="4333875" y="3590925"/>
            <a:ext cx="9525" cy="73342"/>
          </a:xfrm>
          <a:custGeom xmlns:a="http://schemas.openxmlformats.org/drawingml/2006/main">
            <a:pathLst>
              <a:path w="9525" h="73342">
                <a:moveTo>
                  <a:pt x="0" y="0"/>
                </a:moveTo>
                <a:lnTo>
                  <a:pt x="0" y="73342"/>
                </a:lnTo>
              </a:path>
            </a:pathLst>
          </a:custGeom>
          <a:noFill xmlns:a="http://schemas.openxmlformats.org/drawingml/2006/main"/>
          <a:ln xmlns:a="http://schemas.openxmlformats.org/drawingml/2006/main" w="11430">
            <a:solidFill>
              <a:srgbClr val="087E8B"/>
            </a:solidFill>
          </a:ln>
        </p:spPr>
      </p:sp>
      <p:sp>
        <p:nvSpPr>
          <p:cNvPr id="39" name="">
            <a:extLst xmlns:a="http://schemas.openxmlformats.org/drawingml/2006/main">
              <a:ext uri="{FF2B5EF4-FFF2-40B4-BE49-F238E27FC236}">
                <a16:creationId xmlns:a16="http://schemas.microsoft.com/office/drawing/2014/main" id="{F05A366B-3F92-40F7-8C1A-789B768F2462}"/>
              </a:ext>
            </a:extLst>
          </p:cNvPr>
          <p:cNvSpPr>
            <a:spLocks xmlns:a="http://schemas.openxmlformats.org/drawingml/2006/main" noGrp="1"/>
          </p:cNvSpPr>
          <p:nvPr/>
        </p:nvSpPr>
        <p:spPr>
          <a:xfrm xmlns:a="http://schemas.openxmlformats.org/drawingml/2006/main">
            <a:off x="4333875" y="3724275"/>
            <a:ext cx="9525" cy="73342"/>
          </a:xfrm>
          <a:custGeom xmlns:a="http://schemas.openxmlformats.org/drawingml/2006/main">
            <a:pathLst>
              <a:path w="9525" h="73342">
                <a:moveTo>
                  <a:pt x="0" y="0"/>
                </a:moveTo>
                <a:lnTo>
                  <a:pt x="0" y="73342"/>
                </a:lnTo>
              </a:path>
            </a:pathLst>
          </a:custGeom>
          <a:noFill xmlns:a="http://schemas.openxmlformats.org/drawingml/2006/main"/>
          <a:ln xmlns:a="http://schemas.openxmlformats.org/drawingml/2006/main" w="11430">
            <a:solidFill>
              <a:srgbClr val="087E8B"/>
            </a:solidFill>
          </a:ln>
        </p:spPr>
      </p:sp>
      <p:sp>
        <p:nvSpPr>
          <p:cNvPr id="40" name="">
            <a:extLst xmlns:a="http://schemas.openxmlformats.org/drawingml/2006/main">
              <a:ext uri="{FF2B5EF4-FFF2-40B4-BE49-F238E27FC236}">
                <a16:creationId xmlns:a16="http://schemas.microsoft.com/office/drawing/2014/main" id="{B589575B-D286-4CB7-ACAB-CB211599A8AB}"/>
              </a:ext>
            </a:extLst>
          </p:cNvPr>
          <p:cNvSpPr>
            <a:spLocks xmlns:a="http://schemas.openxmlformats.org/drawingml/2006/main" noGrp="1"/>
          </p:cNvSpPr>
          <p:nvPr/>
        </p:nvSpPr>
        <p:spPr>
          <a:xfrm xmlns:a="http://schemas.openxmlformats.org/drawingml/2006/main">
            <a:off x="3381375" y="44767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087E8B"/>
                </a:solidFill>
                <a:latin typeface="Yu Gothic"/>
                <a:ea typeface="Yu Gothic"/>
                <a:cs typeface="Yu Gothic"/>
              </a:defRPr>
            </a:defPPr>
            <a:lvl1pPr>
              <a:buNone/>
              <a:defRPr sz="1950" b="1">
                <a:solidFill>
                  <a:srgbClr val="087E8B"/>
                </a:solidFill>
                <a:latin typeface="Yu Gothic"/>
                <a:ea typeface="Yu Gothic"/>
                <a:cs typeface="Yu Gothic"/>
              </a:defRPr>
            </a:lvl1pPr>
            <a:lvl2pPr>
              <a:buNone/>
              <a:defRPr sz="1950" b="1">
                <a:solidFill>
                  <a:srgbClr val="087E8B"/>
                </a:solidFill>
                <a:latin typeface="Yu Gothic"/>
                <a:ea typeface="Yu Gothic"/>
                <a:cs typeface="Yu Gothic"/>
              </a:defRPr>
            </a:lvl2pPr>
            <a:lvl3pPr>
              <a:buNone/>
              <a:defRPr sz="1950" b="1">
                <a:solidFill>
                  <a:srgbClr val="087E8B"/>
                </a:solidFill>
                <a:latin typeface="Yu Gothic"/>
                <a:ea typeface="Yu Gothic"/>
                <a:cs typeface="Yu Gothic"/>
              </a:defRPr>
            </a:lvl3pPr>
            <a:lvl4pPr>
              <a:buNone/>
              <a:defRPr sz="1950" b="1">
                <a:solidFill>
                  <a:srgbClr val="087E8B"/>
                </a:solidFill>
                <a:latin typeface="Yu Gothic"/>
                <a:ea typeface="Yu Gothic"/>
                <a:cs typeface="Yu Gothic"/>
              </a:defRPr>
            </a:lvl4pPr>
            <a:lvl5pPr>
              <a:buNone/>
              <a:defRPr sz="1950" b="1">
                <a:solidFill>
                  <a:srgbClr val="087E8B"/>
                </a:solidFill>
                <a:latin typeface="Yu Gothic"/>
                <a:ea typeface="Yu Gothic"/>
                <a:cs typeface="Yu Gothic"/>
              </a:defRPr>
            </a:lvl5pPr>
            <a:lvl6pPr>
              <a:buNone/>
              <a:defRPr sz="1950" b="1">
                <a:solidFill>
                  <a:srgbClr val="087E8B"/>
                </a:solidFill>
                <a:latin typeface="Yu Gothic"/>
                <a:ea typeface="Yu Gothic"/>
                <a:cs typeface="Yu Gothic"/>
              </a:defRPr>
            </a:lvl6pPr>
            <a:lvl7pPr>
              <a:buNone/>
              <a:defRPr sz="1950" b="1">
                <a:solidFill>
                  <a:srgbClr val="087E8B"/>
                </a:solidFill>
                <a:latin typeface="Yu Gothic"/>
                <a:ea typeface="Yu Gothic"/>
                <a:cs typeface="Yu Gothic"/>
              </a:defRPr>
            </a:lvl7pPr>
            <a:lvl8pPr>
              <a:buNone/>
              <a:defRPr sz="1950" b="1">
                <a:solidFill>
                  <a:srgbClr val="087E8B"/>
                </a:solidFill>
                <a:latin typeface="Yu Gothic"/>
                <a:ea typeface="Yu Gothic"/>
                <a:cs typeface="Yu Gothic"/>
              </a:defRPr>
            </a:lvl8pPr>
            <a:lvl9pPr>
              <a:buNone/>
              <a:defRPr sz="1950" b="1">
                <a:solidFill>
                  <a:srgbClr val="087E8B"/>
                </a:solidFill>
                <a:latin typeface="Yu Gothic"/>
                <a:ea typeface="Yu Gothic"/>
                <a:cs typeface="Yu Gothic"/>
              </a:defRPr>
            </a:lvl9pPr>
          </a:lstStyle>
          <a:p xmlns:a="http://schemas.openxmlformats.org/drawingml/2006/main">
            <a:pPr>
              <a:buNone/>
              <a:defRPr sz="1950" b="1">
                <a:solidFill>
                  <a:srgbClr val="087E8B"/>
                </a:solidFill>
                <a:latin typeface="Yu Gothic"/>
                <a:ea typeface="Yu Gothic"/>
                <a:cs typeface="Yu Gothic"/>
              </a:defRPr>
            </a:pPr>
            <a:r>
              <a:rPr sz="1950" b="1">
                <a:solidFill>
                  <a:srgbClr val="087E8B"/>
                </a:solidFill>
                <a:latin typeface="Yu Gothic"/>
                <a:ea typeface="Yu Gothic"/>
                <a:cs typeface="Yu Gothic"/>
              </a:rPr>
              <a:t>中央断面</a:t>
            </a:r>
          </a:p>
        </p:txBody>
      </p:sp>
      <p:sp>
        <p:nvSpPr>
          <p:cNvPr id="41" name="">
            <a:extLst xmlns:a="http://schemas.openxmlformats.org/drawingml/2006/main">
              <a:ext uri="{FF2B5EF4-FFF2-40B4-BE49-F238E27FC236}">
                <a16:creationId xmlns:a16="http://schemas.microsoft.com/office/drawing/2014/main" id="{E74C5A5D-D109-4D6D-A25B-29C12B3C8BA3}"/>
              </a:ext>
            </a:extLst>
          </p:cNvPr>
          <p:cNvSpPr>
            <a:spLocks xmlns:a="http://schemas.openxmlformats.org/drawingml/2006/main" noGrp="1"/>
          </p:cNvSpPr>
          <p:nvPr/>
        </p:nvSpPr>
        <p:spPr>
          <a:xfrm xmlns:a="http://schemas.openxmlformats.org/drawingml/2006/main">
            <a:off x="8191500" y="209550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2876A8"/>
                </a:solidFill>
                <a:latin typeface="Yu Gothic"/>
                <a:ea typeface="Yu Gothic"/>
                <a:cs typeface="Yu Gothic"/>
              </a:defRPr>
            </a:defPPr>
            <a:lvl1pPr>
              <a:buNone/>
              <a:defRPr sz="2850" b="1">
                <a:solidFill>
                  <a:srgbClr val="2876A8"/>
                </a:solidFill>
                <a:latin typeface="Yu Gothic"/>
                <a:ea typeface="Yu Gothic"/>
                <a:cs typeface="Yu Gothic"/>
              </a:defRPr>
            </a:lvl1pPr>
            <a:lvl2pPr>
              <a:buNone/>
              <a:defRPr sz="2850" b="1">
                <a:solidFill>
                  <a:srgbClr val="2876A8"/>
                </a:solidFill>
                <a:latin typeface="Yu Gothic"/>
                <a:ea typeface="Yu Gothic"/>
                <a:cs typeface="Yu Gothic"/>
              </a:defRPr>
            </a:lvl2pPr>
            <a:lvl3pPr>
              <a:buNone/>
              <a:defRPr sz="2850" b="1">
                <a:solidFill>
                  <a:srgbClr val="2876A8"/>
                </a:solidFill>
                <a:latin typeface="Yu Gothic"/>
                <a:ea typeface="Yu Gothic"/>
                <a:cs typeface="Yu Gothic"/>
              </a:defRPr>
            </a:lvl3pPr>
            <a:lvl4pPr>
              <a:buNone/>
              <a:defRPr sz="2850" b="1">
                <a:solidFill>
                  <a:srgbClr val="2876A8"/>
                </a:solidFill>
                <a:latin typeface="Yu Gothic"/>
                <a:ea typeface="Yu Gothic"/>
                <a:cs typeface="Yu Gothic"/>
              </a:defRPr>
            </a:lvl4pPr>
            <a:lvl5pPr>
              <a:buNone/>
              <a:defRPr sz="2850" b="1">
                <a:solidFill>
                  <a:srgbClr val="2876A8"/>
                </a:solidFill>
                <a:latin typeface="Yu Gothic"/>
                <a:ea typeface="Yu Gothic"/>
                <a:cs typeface="Yu Gothic"/>
              </a:defRPr>
            </a:lvl5pPr>
            <a:lvl6pPr>
              <a:buNone/>
              <a:defRPr sz="2850" b="1">
                <a:solidFill>
                  <a:srgbClr val="2876A8"/>
                </a:solidFill>
                <a:latin typeface="Yu Gothic"/>
                <a:ea typeface="Yu Gothic"/>
                <a:cs typeface="Yu Gothic"/>
              </a:defRPr>
            </a:lvl6pPr>
            <a:lvl7pPr>
              <a:buNone/>
              <a:defRPr sz="2850" b="1">
                <a:solidFill>
                  <a:srgbClr val="2876A8"/>
                </a:solidFill>
                <a:latin typeface="Yu Gothic"/>
                <a:ea typeface="Yu Gothic"/>
                <a:cs typeface="Yu Gothic"/>
              </a:defRPr>
            </a:lvl7pPr>
            <a:lvl8pPr>
              <a:buNone/>
              <a:defRPr sz="2850" b="1">
                <a:solidFill>
                  <a:srgbClr val="2876A8"/>
                </a:solidFill>
                <a:latin typeface="Yu Gothic"/>
                <a:ea typeface="Yu Gothic"/>
                <a:cs typeface="Yu Gothic"/>
              </a:defRPr>
            </a:lvl8pPr>
            <a:lvl9pPr>
              <a:buNone/>
              <a:defRPr sz="2850" b="1">
                <a:solidFill>
                  <a:srgbClr val="2876A8"/>
                </a:solidFill>
                <a:latin typeface="Yu Gothic"/>
                <a:ea typeface="Yu Gothic"/>
                <a:cs typeface="Yu Gothic"/>
              </a:defRPr>
            </a:lvl9pPr>
          </a:lstStyle>
          <a:p xmlns:a="http://schemas.openxmlformats.org/drawingml/2006/main">
            <a:pPr>
              <a:buNone/>
              <a:defRPr sz="2850" b="1">
                <a:solidFill>
                  <a:srgbClr val="2876A8"/>
                </a:solidFill>
                <a:latin typeface="Yu Gothic"/>
                <a:ea typeface="Yu Gothic"/>
                <a:cs typeface="Yu Gothic"/>
              </a:defRPr>
            </a:pPr>
            <a:r>
              <a:rPr sz="2850" b="1">
                <a:solidFill>
                  <a:srgbClr val="2876A8"/>
                </a:solidFill>
                <a:latin typeface="Yu Gothic"/>
                <a:ea typeface="Yu Gothic"/>
                <a:cs typeface="Yu Gothic"/>
              </a:rPr>
              <a:t>M最大 = FL/4</a:t>
            </a:r>
          </a:p>
        </p:txBody>
      </p:sp>
      <p:sp>
        <p:nvSpPr>
          <p:cNvPr id="42" name="">
            <a:extLst xmlns:a="http://schemas.openxmlformats.org/drawingml/2006/main">
              <a:ext uri="{FF2B5EF4-FFF2-40B4-BE49-F238E27FC236}">
                <a16:creationId xmlns:a16="http://schemas.microsoft.com/office/drawing/2014/main" id="{FC6E70A2-E940-4101-B69B-1947ED8A4B75}"/>
              </a:ext>
            </a:extLst>
          </p:cNvPr>
          <p:cNvSpPr>
            <a:spLocks xmlns:a="http://schemas.openxmlformats.org/drawingml/2006/main" noGrp="1"/>
          </p:cNvSpPr>
          <p:nvPr/>
        </p:nvSpPr>
        <p:spPr>
          <a:xfrm xmlns:a="http://schemas.openxmlformats.org/drawingml/2006/main">
            <a:off x="9072563" y="3143250"/>
            <a:ext cx="809625" cy="1428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43" name="">
            <a:extLst xmlns:a="http://schemas.openxmlformats.org/drawingml/2006/main">
              <a:ext uri="{FF2B5EF4-FFF2-40B4-BE49-F238E27FC236}">
                <a16:creationId xmlns:a16="http://schemas.microsoft.com/office/drawing/2014/main" id="{8B4B17B6-5CD2-4401-BD93-5D54BBFA1D74}"/>
              </a:ext>
            </a:extLst>
          </p:cNvPr>
          <p:cNvSpPr>
            <a:spLocks xmlns:a="http://schemas.openxmlformats.org/drawingml/2006/main" noGrp="1"/>
          </p:cNvSpPr>
          <p:nvPr/>
        </p:nvSpPr>
        <p:spPr>
          <a:xfrm xmlns:a="http://schemas.openxmlformats.org/drawingml/2006/main">
            <a:off x="8643938"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40617582-1433-4CCC-BC5A-C0B4EE9362A8}"/>
              </a:ext>
            </a:extLst>
          </p:cNvPr>
          <p:cNvSpPr>
            <a:spLocks xmlns:a="http://schemas.openxmlformats.org/drawingml/2006/main" noGrp="1"/>
          </p:cNvSpPr>
          <p:nvPr/>
        </p:nvSpPr>
        <p:spPr>
          <a:xfrm xmlns:a="http://schemas.openxmlformats.org/drawingml/2006/main">
            <a:off x="8772159"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30A131A2-E49F-4A29-A4CE-71D333FFAD23}"/>
              </a:ext>
            </a:extLst>
          </p:cNvPr>
          <p:cNvSpPr>
            <a:spLocks xmlns:a="http://schemas.openxmlformats.org/drawingml/2006/main" noGrp="1"/>
          </p:cNvSpPr>
          <p:nvPr/>
        </p:nvSpPr>
        <p:spPr>
          <a:xfrm xmlns:a="http://schemas.openxmlformats.org/drawingml/2006/main">
            <a:off x="8900380"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307C9FEA-1000-4B5F-B97C-2031A04C1102}"/>
              </a:ext>
            </a:extLst>
          </p:cNvPr>
          <p:cNvSpPr>
            <a:spLocks xmlns:a="http://schemas.openxmlformats.org/drawingml/2006/main" noGrp="1"/>
          </p:cNvSpPr>
          <p:nvPr/>
        </p:nvSpPr>
        <p:spPr>
          <a:xfrm xmlns:a="http://schemas.openxmlformats.org/drawingml/2006/main">
            <a:off x="9028601"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AAC0FB74-51A5-4C50-89F2-C661B71C81E2}"/>
              </a:ext>
            </a:extLst>
          </p:cNvPr>
          <p:cNvSpPr>
            <a:spLocks xmlns:a="http://schemas.openxmlformats.org/drawingml/2006/main" noGrp="1"/>
          </p:cNvSpPr>
          <p:nvPr/>
        </p:nvSpPr>
        <p:spPr>
          <a:xfrm xmlns:a="http://schemas.openxmlformats.org/drawingml/2006/main">
            <a:off x="9156822"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A30FFC91-957D-4B5D-84C5-083993812494}"/>
              </a:ext>
            </a:extLst>
          </p:cNvPr>
          <p:cNvSpPr>
            <a:spLocks xmlns:a="http://schemas.openxmlformats.org/drawingml/2006/main" noGrp="1"/>
          </p:cNvSpPr>
          <p:nvPr/>
        </p:nvSpPr>
        <p:spPr>
          <a:xfrm xmlns:a="http://schemas.openxmlformats.org/drawingml/2006/main">
            <a:off x="9285043"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E677FC5B-8749-4AC5-97CB-13C64ACDB9EC}"/>
              </a:ext>
            </a:extLst>
          </p:cNvPr>
          <p:cNvSpPr>
            <a:spLocks xmlns:a="http://schemas.openxmlformats.org/drawingml/2006/main" noGrp="1"/>
          </p:cNvSpPr>
          <p:nvPr/>
        </p:nvSpPr>
        <p:spPr>
          <a:xfrm xmlns:a="http://schemas.openxmlformats.org/drawingml/2006/main">
            <a:off x="9413264"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50" name="">
            <a:extLst xmlns:a="http://schemas.openxmlformats.org/drawingml/2006/main">
              <a:ext uri="{FF2B5EF4-FFF2-40B4-BE49-F238E27FC236}">
                <a16:creationId xmlns:a16="http://schemas.microsoft.com/office/drawing/2014/main" id="{54423EC0-17C8-4913-9B9A-5FF6ED38FC78}"/>
              </a:ext>
            </a:extLst>
          </p:cNvPr>
          <p:cNvSpPr>
            <a:spLocks xmlns:a="http://schemas.openxmlformats.org/drawingml/2006/main" noGrp="1"/>
          </p:cNvSpPr>
          <p:nvPr/>
        </p:nvSpPr>
        <p:spPr>
          <a:xfrm xmlns:a="http://schemas.openxmlformats.org/drawingml/2006/main">
            <a:off x="9541486"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51" name="">
            <a:extLst xmlns:a="http://schemas.openxmlformats.org/drawingml/2006/main">
              <a:ext uri="{FF2B5EF4-FFF2-40B4-BE49-F238E27FC236}">
                <a16:creationId xmlns:a16="http://schemas.microsoft.com/office/drawing/2014/main" id="{44908C9F-7D36-4336-8316-A019D0F9D00F}"/>
              </a:ext>
            </a:extLst>
          </p:cNvPr>
          <p:cNvSpPr>
            <a:spLocks xmlns:a="http://schemas.openxmlformats.org/drawingml/2006/main" noGrp="1"/>
          </p:cNvSpPr>
          <p:nvPr/>
        </p:nvSpPr>
        <p:spPr>
          <a:xfrm xmlns:a="http://schemas.openxmlformats.org/drawingml/2006/main">
            <a:off x="9669707"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52" name="">
            <a:extLst xmlns:a="http://schemas.openxmlformats.org/drawingml/2006/main">
              <a:ext uri="{FF2B5EF4-FFF2-40B4-BE49-F238E27FC236}">
                <a16:creationId xmlns:a16="http://schemas.microsoft.com/office/drawing/2014/main" id="{0A80118E-1F9A-49E8-9E50-CAA9496EFF5C}"/>
              </a:ext>
            </a:extLst>
          </p:cNvPr>
          <p:cNvSpPr>
            <a:spLocks xmlns:a="http://schemas.openxmlformats.org/drawingml/2006/main" noGrp="1"/>
          </p:cNvSpPr>
          <p:nvPr/>
        </p:nvSpPr>
        <p:spPr>
          <a:xfrm xmlns:a="http://schemas.openxmlformats.org/drawingml/2006/main">
            <a:off x="9797928"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9C650306-2075-4981-B705-A915B7D91270}"/>
              </a:ext>
            </a:extLst>
          </p:cNvPr>
          <p:cNvSpPr>
            <a:spLocks xmlns:a="http://schemas.openxmlformats.org/drawingml/2006/main" noGrp="1"/>
          </p:cNvSpPr>
          <p:nvPr/>
        </p:nvSpPr>
        <p:spPr>
          <a:xfrm xmlns:a="http://schemas.openxmlformats.org/drawingml/2006/main">
            <a:off x="9926149"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96BDE1B0-B8F4-42C6-BBDA-F8CA146554C2}"/>
              </a:ext>
            </a:extLst>
          </p:cNvPr>
          <p:cNvSpPr>
            <a:spLocks xmlns:a="http://schemas.openxmlformats.org/drawingml/2006/main" noGrp="1"/>
          </p:cNvSpPr>
          <p:nvPr/>
        </p:nvSpPr>
        <p:spPr>
          <a:xfrm xmlns:a="http://schemas.openxmlformats.org/drawingml/2006/main">
            <a:off x="10054370"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55" name="">
            <a:extLst xmlns:a="http://schemas.openxmlformats.org/drawingml/2006/main">
              <a:ext uri="{FF2B5EF4-FFF2-40B4-BE49-F238E27FC236}">
                <a16:creationId xmlns:a16="http://schemas.microsoft.com/office/drawing/2014/main" id="{23AC6487-860A-4BAB-94AE-5D5A226930A0}"/>
              </a:ext>
            </a:extLst>
          </p:cNvPr>
          <p:cNvSpPr>
            <a:spLocks xmlns:a="http://schemas.openxmlformats.org/drawingml/2006/main" noGrp="1"/>
          </p:cNvSpPr>
          <p:nvPr/>
        </p:nvSpPr>
        <p:spPr>
          <a:xfrm xmlns:a="http://schemas.openxmlformats.org/drawingml/2006/main">
            <a:off x="10182591" y="3857625"/>
            <a:ext cx="70522" cy="9525"/>
          </a:xfrm>
          <a:custGeom xmlns:a="http://schemas.openxmlformats.org/drawingml/2006/main">
            <a:pathLst>
              <a:path w="70522" h="9525">
                <a:moveTo>
                  <a:pt x="0" y="0"/>
                </a:moveTo>
                <a:lnTo>
                  <a:pt x="70522" y="0"/>
                </a:lnTo>
              </a:path>
            </a:pathLst>
          </a:custGeom>
          <a:noFill xmlns:a="http://schemas.openxmlformats.org/drawingml/2006/main"/>
          <a:ln xmlns:a="http://schemas.openxmlformats.org/drawingml/2006/main" w="11430">
            <a:solidFill>
              <a:srgbClr val="71818B"/>
            </a:solidFill>
          </a:ln>
        </p:spPr>
      </p:sp>
      <p:sp>
        <p:nvSpPr>
          <p:cNvPr id="56" name="">
            <a:extLst xmlns:a="http://schemas.openxmlformats.org/drawingml/2006/main">
              <a:ext uri="{FF2B5EF4-FFF2-40B4-BE49-F238E27FC236}">
                <a16:creationId xmlns:a16="http://schemas.microsoft.com/office/drawing/2014/main" id="{7782054A-3E0B-4EE4-8BD7-5FCDEEC4BA8B}"/>
              </a:ext>
            </a:extLst>
          </p:cNvPr>
          <p:cNvSpPr>
            <a:spLocks xmlns:a="http://schemas.openxmlformats.org/drawingml/2006/main" noGrp="1"/>
          </p:cNvSpPr>
          <p:nvPr/>
        </p:nvSpPr>
        <p:spPr>
          <a:xfrm xmlns:a="http://schemas.openxmlformats.org/drawingml/2006/main">
            <a:off x="9072563" y="4876800"/>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13335">
            <a:solidFill>
              <a:srgbClr val="2876A8"/>
            </a:solidFill>
          </a:ln>
        </p:spPr>
      </p:sp>
      <p:sp>
        <p:nvSpPr>
          <p:cNvPr id="57" name="">
            <a:extLst xmlns:a="http://schemas.openxmlformats.org/drawingml/2006/main">
              <a:ext uri="{FF2B5EF4-FFF2-40B4-BE49-F238E27FC236}">
                <a16:creationId xmlns:a16="http://schemas.microsoft.com/office/drawing/2014/main" id="{5ED08F0F-8588-4D4F-9855-B06B093D4CAB}"/>
              </a:ext>
            </a:extLst>
          </p:cNvPr>
          <p:cNvSpPr>
            <a:spLocks xmlns:a="http://schemas.openxmlformats.org/drawingml/2006/main" noGrp="1"/>
          </p:cNvSpPr>
          <p:nvPr/>
        </p:nvSpPr>
        <p:spPr>
          <a:xfrm xmlns:a="http://schemas.openxmlformats.org/drawingml/2006/main">
            <a:off x="9815513" y="48487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58" name="">
            <a:extLst xmlns:a="http://schemas.openxmlformats.org/drawingml/2006/main">
              <a:ext uri="{FF2B5EF4-FFF2-40B4-BE49-F238E27FC236}">
                <a16:creationId xmlns:a16="http://schemas.microsoft.com/office/drawing/2014/main" id="{59886305-DDC7-41A6-AA3E-7C8237009C99}"/>
              </a:ext>
            </a:extLst>
          </p:cNvPr>
          <p:cNvSpPr>
            <a:spLocks xmlns:a="http://schemas.openxmlformats.org/drawingml/2006/main" noGrp="1"/>
          </p:cNvSpPr>
          <p:nvPr/>
        </p:nvSpPr>
        <p:spPr>
          <a:xfrm xmlns:a="http://schemas.openxmlformats.org/drawingml/2006/main">
            <a:off x="9072563" y="4876800"/>
            <a:ext cx="809625" cy="9525"/>
          </a:xfrm>
          <a:custGeom xmlns:a="http://schemas.openxmlformats.org/drawingml/2006/main">
            <a:pathLst>
              <a:path w="809625" h="9525">
                <a:moveTo>
                  <a:pt x="809625" y="0"/>
                </a:moveTo>
                <a:lnTo>
                  <a:pt x="0" y="0"/>
                </a:lnTo>
              </a:path>
            </a:pathLst>
          </a:custGeom>
          <a:noFill xmlns:a="http://schemas.openxmlformats.org/drawingml/2006/main"/>
          <a:ln xmlns:a="http://schemas.openxmlformats.org/drawingml/2006/main" w="13335">
            <a:solidFill>
              <a:srgbClr val="2876A8"/>
            </a:solidFill>
          </a:ln>
        </p:spPr>
      </p:sp>
      <p:sp>
        <p:nvSpPr>
          <p:cNvPr id="59" name="">
            <a:extLst xmlns:a="http://schemas.openxmlformats.org/drawingml/2006/main">
              <a:ext uri="{FF2B5EF4-FFF2-40B4-BE49-F238E27FC236}">
                <a16:creationId xmlns:a16="http://schemas.microsoft.com/office/drawing/2014/main" id="{855B6CF5-02C4-4A13-AA4B-C6C1872A213B}"/>
              </a:ext>
            </a:extLst>
          </p:cNvPr>
          <p:cNvSpPr>
            <a:spLocks xmlns:a="http://schemas.openxmlformats.org/drawingml/2006/main" noGrp="1"/>
          </p:cNvSpPr>
          <p:nvPr/>
        </p:nvSpPr>
        <p:spPr>
          <a:xfrm xmlns:a="http://schemas.openxmlformats.org/drawingml/2006/main">
            <a:off x="9072563" y="48487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60" name="">
            <a:extLst xmlns:a="http://schemas.openxmlformats.org/drawingml/2006/main">
              <a:ext uri="{FF2B5EF4-FFF2-40B4-BE49-F238E27FC236}">
                <a16:creationId xmlns:a16="http://schemas.microsoft.com/office/drawing/2014/main" id="{9C9FB854-B085-44AE-80FA-6B0DF461DBD2}"/>
              </a:ext>
            </a:extLst>
          </p:cNvPr>
          <p:cNvSpPr>
            <a:spLocks xmlns:a="http://schemas.openxmlformats.org/drawingml/2006/main" noGrp="1"/>
          </p:cNvSpPr>
          <p:nvPr/>
        </p:nvSpPr>
        <p:spPr>
          <a:xfrm xmlns:a="http://schemas.openxmlformats.org/drawingml/2006/main">
            <a:off x="9072563" y="4924425"/>
            <a:ext cx="809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b</a:t>
            </a:r>
          </a:p>
        </p:txBody>
      </p:sp>
      <p:sp>
        <p:nvSpPr>
          <p:cNvPr id="61" name="">
            <a:extLst xmlns:a="http://schemas.openxmlformats.org/drawingml/2006/main">
              <a:ext uri="{FF2B5EF4-FFF2-40B4-BE49-F238E27FC236}">
                <a16:creationId xmlns:a16="http://schemas.microsoft.com/office/drawing/2014/main" id="{73F064C7-4A65-4D38-AC58-FA44432C477E}"/>
              </a:ext>
            </a:extLst>
          </p:cNvPr>
          <p:cNvSpPr>
            <a:spLocks xmlns:a="http://schemas.openxmlformats.org/drawingml/2006/main" noGrp="1"/>
          </p:cNvSpPr>
          <p:nvPr/>
        </p:nvSpPr>
        <p:spPr>
          <a:xfrm xmlns:a="http://schemas.openxmlformats.org/drawingml/2006/main">
            <a:off x="10215563" y="3143250"/>
            <a:ext cx="9525" cy="1428750"/>
          </a:xfrm>
          <a:custGeom xmlns:a="http://schemas.openxmlformats.org/drawingml/2006/main">
            <a:pathLst>
              <a:path w="9525" h="1428750">
                <a:moveTo>
                  <a:pt x="0" y="0"/>
                </a:moveTo>
                <a:lnTo>
                  <a:pt x="0" y="1428750"/>
                </a:lnTo>
              </a:path>
            </a:pathLst>
          </a:custGeom>
          <a:noFill xmlns:a="http://schemas.openxmlformats.org/drawingml/2006/main"/>
          <a:ln xmlns:a="http://schemas.openxmlformats.org/drawingml/2006/main" w="14288">
            <a:solidFill>
              <a:srgbClr val="2876A8"/>
            </a:solidFill>
          </a:ln>
        </p:spPr>
      </p:sp>
      <p:sp>
        <p:nvSpPr>
          <p:cNvPr id="62" name="">
            <a:extLst xmlns:a="http://schemas.openxmlformats.org/drawingml/2006/main">
              <a:ext uri="{FF2B5EF4-FFF2-40B4-BE49-F238E27FC236}">
                <a16:creationId xmlns:a16="http://schemas.microsoft.com/office/drawing/2014/main" id="{85869550-E324-4B61-8D64-A83B7DE2C435}"/>
              </a:ext>
            </a:extLst>
          </p:cNvPr>
          <p:cNvSpPr>
            <a:spLocks xmlns:a="http://schemas.openxmlformats.org/drawingml/2006/main" noGrp="1"/>
          </p:cNvSpPr>
          <p:nvPr/>
        </p:nvSpPr>
        <p:spPr>
          <a:xfrm xmlns:a="http://schemas.openxmlformats.org/drawingml/2006/main">
            <a:off x="10187559" y="450532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63" name="">
            <a:extLst xmlns:a="http://schemas.openxmlformats.org/drawingml/2006/main">
              <a:ext uri="{FF2B5EF4-FFF2-40B4-BE49-F238E27FC236}">
                <a16:creationId xmlns:a16="http://schemas.microsoft.com/office/drawing/2014/main" id="{E4A51C72-5BB8-4BAE-90CC-8487F747D606}"/>
              </a:ext>
            </a:extLst>
          </p:cNvPr>
          <p:cNvSpPr>
            <a:spLocks xmlns:a="http://schemas.openxmlformats.org/drawingml/2006/main" noGrp="1"/>
          </p:cNvSpPr>
          <p:nvPr/>
        </p:nvSpPr>
        <p:spPr>
          <a:xfrm xmlns:a="http://schemas.openxmlformats.org/drawingml/2006/main">
            <a:off x="10215563" y="3143250"/>
            <a:ext cx="9525" cy="1428750"/>
          </a:xfrm>
          <a:custGeom xmlns:a="http://schemas.openxmlformats.org/drawingml/2006/main">
            <a:pathLst>
              <a:path w="9525" h="1428750">
                <a:moveTo>
                  <a:pt x="0" y="1428750"/>
                </a:moveTo>
                <a:lnTo>
                  <a:pt x="0" y="0"/>
                </a:lnTo>
              </a:path>
            </a:pathLst>
          </a:custGeom>
          <a:noFill xmlns:a="http://schemas.openxmlformats.org/drawingml/2006/main"/>
          <a:ln xmlns:a="http://schemas.openxmlformats.org/drawingml/2006/main" w="14288">
            <a:solidFill>
              <a:srgbClr val="2876A8"/>
            </a:solidFill>
          </a:ln>
        </p:spPr>
      </p:sp>
      <p:sp>
        <p:nvSpPr>
          <p:cNvPr id="64" name="">
            <a:extLst xmlns:a="http://schemas.openxmlformats.org/drawingml/2006/main">
              <a:ext uri="{FF2B5EF4-FFF2-40B4-BE49-F238E27FC236}">
                <a16:creationId xmlns:a16="http://schemas.microsoft.com/office/drawing/2014/main" id="{FB9A2C2C-9F83-4616-A798-E769B201B61C}"/>
              </a:ext>
            </a:extLst>
          </p:cNvPr>
          <p:cNvSpPr>
            <a:spLocks xmlns:a="http://schemas.openxmlformats.org/drawingml/2006/main" noGrp="1"/>
          </p:cNvSpPr>
          <p:nvPr/>
        </p:nvSpPr>
        <p:spPr>
          <a:xfrm xmlns:a="http://schemas.openxmlformats.org/drawingml/2006/main">
            <a:off x="10187559" y="314325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65" name="">
            <a:extLst xmlns:a="http://schemas.openxmlformats.org/drawingml/2006/main">
              <a:ext uri="{FF2B5EF4-FFF2-40B4-BE49-F238E27FC236}">
                <a16:creationId xmlns:a16="http://schemas.microsoft.com/office/drawing/2014/main" id="{1BE06B18-1608-40BE-9A87-C6BDA232D8B8}"/>
              </a:ext>
            </a:extLst>
          </p:cNvPr>
          <p:cNvSpPr>
            <a:spLocks xmlns:a="http://schemas.openxmlformats.org/drawingml/2006/main" noGrp="1"/>
          </p:cNvSpPr>
          <p:nvPr/>
        </p:nvSpPr>
        <p:spPr>
          <a:xfrm xmlns:a="http://schemas.openxmlformats.org/drawingml/2006/main">
            <a:off x="10329863" y="36576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h</a:t>
            </a:r>
          </a:p>
        </p:txBody>
      </p:sp>
      <p:sp>
        <p:nvSpPr>
          <p:cNvPr id="66" name="">
            <a:extLst xmlns:a="http://schemas.openxmlformats.org/drawingml/2006/main">
              <a:ext uri="{FF2B5EF4-FFF2-40B4-BE49-F238E27FC236}">
                <a16:creationId xmlns:a16="http://schemas.microsoft.com/office/drawing/2014/main" id="{6AA4DDE4-BE15-4ED5-9528-0D18575CD7D0}"/>
              </a:ext>
            </a:extLst>
          </p:cNvPr>
          <p:cNvSpPr>
            <a:spLocks xmlns:a="http://schemas.openxmlformats.org/drawingml/2006/main" noGrp="1"/>
          </p:cNvSpPr>
          <p:nvPr/>
        </p:nvSpPr>
        <p:spPr>
          <a:xfrm xmlns:a="http://schemas.openxmlformats.org/drawingml/2006/main">
            <a:off x="7524750" y="52863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断面のI・Zから応力・たわみへ</a:t>
            </a:r>
          </a:p>
        </p:txBody>
      </p:sp>
      <p:sp>
        <p:nvSpPr>
          <p:cNvPr id="67" name="">
            <a:extLst xmlns:a="http://schemas.openxmlformats.org/drawingml/2006/main">
              <a:ext uri="{FF2B5EF4-FFF2-40B4-BE49-F238E27FC236}">
                <a16:creationId xmlns:a16="http://schemas.microsoft.com/office/drawing/2014/main" id="{28ED3DEB-A6B7-45E0-85F4-3638E78F7A75}"/>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単純支持・中央集中荷重のモデル。第3回で求めたMと、断面の計算を結び付ける。</a:t>
            </a:r>
          </a:p>
        </p:txBody>
      </p:sp>
    </p:spTree>
    <p:extLst>
      <p:ext uri="{BB962C8B-B14F-4D97-AF65-F5344CB8AC3E}">
        <p14:creationId xmlns:p14="http://schemas.microsoft.com/office/powerpoint/2010/main" val="19956274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D625DB8-ACAB-413D-BC8F-84ADDB95A528}"/>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M から、断面の応力へ</a:t>
            </a:r>
          </a:p>
        </p:txBody>
      </p:sp>
      <p:cxnSp>
        <p:nvCxnSpPr>
          <p:cNvPr id="2" name="">
            <a:extLst xmlns:a="http://schemas.openxmlformats.org/drawingml/2006/main">
              <a:ext uri="{FF2B5EF4-FFF2-40B4-BE49-F238E27FC236}">
                <a16:creationId xmlns:a16="http://schemas.microsoft.com/office/drawing/2014/main" id="{A4689B38-1DA7-4DF0-83E1-281396EBE3F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E206C2C8-64E5-474E-BB83-729478372C78}"/>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第4回</a:t>
            </a:r>
          </a:p>
        </p:txBody>
      </p:sp>
      <p:sp>
        <p:nvSpPr>
          <p:cNvPr id="4" name="">
            <a:extLst xmlns:a="http://schemas.openxmlformats.org/drawingml/2006/main">
              <a:ext uri="{FF2B5EF4-FFF2-40B4-BE49-F238E27FC236}">
                <a16:creationId xmlns:a16="http://schemas.microsoft.com/office/drawing/2014/main" id="{F76F40DA-AAB4-4203-B7E4-85854315B191}"/>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 / 52</a:t>
            </a:r>
          </a:p>
        </p:txBody>
      </p:sp>
      <p:sp>
        <p:nvSpPr>
          <p:cNvPr id="17" name="">
            <a:extLst xmlns:a="http://schemas.openxmlformats.org/drawingml/2006/main">
              <a:ext uri="{FF2B5EF4-FFF2-40B4-BE49-F238E27FC236}">
                <a16:creationId xmlns:a16="http://schemas.microsoft.com/office/drawing/2014/main" id="{60483E10-C0DF-416A-948E-8F8FF49491E6}"/>
              </a:ext>
            </a:extLst>
          </p:cNvPr>
          <p:cNvSpPr>
            <a:spLocks xmlns:a="http://schemas.openxmlformats.org/drawingml/2006/main" noGrp="1"/>
          </p:cNvSpPr>
          <p:nvPr/>
        </p:nvSpPr>
        <p:spPr>
          <a:xfrm xmlns:a="http://schemas.openxmlformats.org/drawingml/2006/main">
            <a:off x="809625" y="15716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63D4D"/>
                </a:solidFill>
                <a:latin typeface="Yu Gothic"/>
                <a:ea typeface="Yu Gothic"/>
                <a:cs typeface="Yu Gothic"/>
              </a:defRPr>
            </a:defPPr>
            <a:lvl1pPr>
              <a:buNone/>
              <a:defRPr sz="2475" b="1">
                <a:solidFill>
                  <a:srgbClr val="263D4D"/>
                </a:solidFill>
                <a:latin typeface="Yu Gothic"/>
                <a:ea typeface="Yu Gothic"/>
                <a:cs typeface="Yu Gothic"/>
              </a:defRPr>
            </a:lvl1pPr>
            <a:lvl2pPr>
              <a:buNone/>
              <a:defRPr sz="2475" b="1">
                <a:solidFill>
                  <a:srgbClr val="263D4D"/>
                </a:solidFill>
                <a:latin typeface="Yu Gothic"/>
                <a:ea typeface="Yu Gothic"/>
                <a:cs typeface="Yu Gothic"/>
              </a:defRPr>
            </a:lvl2pPr>
            <a:lvl3pPr>
              <a:buNone/>
              <a:defRPr sz="2475" b="1">
                <a:solidFill>
                  <a:srgbClr val="263D4D"/>
                </a:solidFill>
                <a:latin typeface="Yu Gothic"/>
                <a:ea typeface="Yu Gothic"/>
                <a:cs typeface="Yu Gothic"/>
              </a:defRPr>
            </a:lvl3pPr>
            <a:lvl4pPr>
              <a:buNone/>
              <a:defRPr sz="2475" b="1">
                <a:solidFill>
                  <a:srgbClr val="263D4D"/>
                </a:solidFill>
                <a:latin typeface="Yu Gothic"/>
                <a:ea typeface="Yu Gothic"/>
                <a:cs typeface="Yu Gothic"/>
              </a:defRPr>
            </a:lvl4pPr>
            <a:lvl5pPr>
              <a:buNone/>
              <a:defRPr sz="2475" b="1">
                <a:solidFill>
                  <a:srgbClr val="263D4D"/>
                </a:solidFill>
                <a:latin typeface="Yu Gothic"/>
                <a:ea typeface="Yu Gothic"/>
                <a:cs typeface="Yu Gothic"/>
              </a:defRPr>
            </a:lvl5pPr>
            <a:lvl6pPr>
              <a:buNone/>
              <a:defRPr sz="2475" b="1">
                <a:solidFill>
                  <a:srgbClr val="263D4D"/>
                </a:solidFill>
                <a:latin typeface="Yu Gothic"/>
                <a:ea typeface="Yu Gothic"/>
                <a:cs typeface="Yu Gothic"/>
              </a:defRPr>
            </a:lvl6pPr>
            <a:lvl7pPr>
              <a:buNone/>
              <a:defRPr sz="2475" b="1">
                <a:solidFill>
                  <a:srgbClr val="263D4D"/>
                </a:solidFill>
                <a:latin typeface="Yu Gothic"/>
                <a:ea typeface="Yu Gothic"/>
                <a:cs typeface="Yu Gothic"/>
              </a:defRPr>
            </a:lvl7pPr>
            <a:lvl8pPr>
              <a:buNone/>
              <a:defRPr sz="2475" b="1">
                <a:solidFill>
                  <a:srgbClr val="263D4D"/>
                </a:solidFill>
                <a:latin typeface="Yu Gothic"/>
                <a:ea typeface="Yu Gothic"/>
                <a:cs typeface="Yu Gothic"/>
              </a:defRPr>
            </a:lvl8pPr>
            <a:lvl9pPr>
              <a:buNone/>
              <a:defRPr sz="2475" b="1">
                <a:solidFill>
                  <a:srgbClr val="263D4D"/>
                </a:solidFill>
                <a:latin typeface="Yu Gothic"/>
                <a:ea typeface="Yu Gothic"/>
                <a:cs typeface="Yu Gothic"/>
              </a:defRPr>
            </a:lvl9pPr>
          </a:lstStyle>
          <a:p xmlns:a="http://schemas.openxmlformats.org/drawingml/2006/main">
            <a:pPr>
              <a:buNone/>
              <a:defRPr sz="2475" b="1">
                <a:solidFill>
                  <a:srgbClr val="263D4D"/>
                </a:solidFill>
                <a:latin typeface="Yu Gothic"/>
                <a:ea typeface="Yu Gothic"/>
                <a:cs typeface="Yu Gothic"/>
              </a:defRPr>
            </a:pPr>
            <a:r>
              <a:rPr sz="2475" b="1">
                <a:solidFill>
                  <a:srgbClr val="263D4D"/>
                </a:solidFill>
                <a:latin typeface="Yu Gothic"/>
                <a:ea typeface="Yu Gothic"/>
                <a:cs typeface="Yu Gothic"/>
              </a:rPr>
              <a:t>＋Mの曲げでは、断面内の応力が位置で変わる</a:t>
            </a:r>
          </a:p>
        </p:txBody>
      </p:sp>
      <p:sp>
        <p:nvSpPr>
          <p:cNvPr id="18" name="">
            <a:extLst xmlns:a="http://schemas.openxmlformats.org/drawingml/2006/main">
              <a:ext uri="{FF2B5EF4-FFF2-40B4-BE49-F238E27FC236}">
                <a16:creationId xmlns:a16="http://schemas.microsoft.com/office/drawing/2014/main" id="{5A795B54-A679-412A-8BAB-2BF34D5E37FE}"/>
              </a:ext>
            </a:extLst>
          </p:cNvPr>
          <p:cNvSpPr>
            <a:spLocks xmlns:a="http://schemas.openxmlformats.org/drawingml/2006/main" noGrp="1"/>
          </p:cNvSpPr>
          <p:nvPr/>
        </p:nvSpPr>
        <p:spPr>
          <a:xfrm xmlns:a="http://schemas.openxmlformats.org/drawingml/2006/main">
            <a:off x="1809750" y="2667000"/>
            <a:ext cx="1619250" cy="22860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9D406DDE-2AD0-4EDF-B51D-9092F353EC0E}"/>
              </a:ext>
            </a:extLst>
          </p:cNvPr>
          <p:cNvSpPr>
            <a:spLocks xmlns:a="http://schemas.openxmlformats.org/drawingml/2006/main" noGrp="1"/>
          </p:cNvSpPr>
          <p:nvPr/>
        </p:nvSpPr>
        <p:spPr>
          <a:xfrm xmlns:a="http://schemas.openxmlformats.org/drawingml/2006/main">
            <a:off x="1571625"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B0DE36D3-640E-4A37-85DE-F069293F3784}"/>
              </a:ext>
            </a:extLst>
          </p:cNvPr>
          <p:cNvSpPr>
            <a:spLocks xmlns:a="http://schemas.openxmlformats.org/drawingml/2006/main" noGrp="1"/>
          </p:cNvSpPr>
          <p:nvPr/>
        </p:nvSpPr>
        <p:spPr>
          <a:xfrm xmlns:a="http://schemas.openxmlformats.org/drawingml/2006/main">
            <a:off x="1703510"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A1E902D3-54C5-456A-A331-AFB273C33F27}"/>
              </a:ext>
            </a:extLst>
          </p:cNvPr>
          <p:cNvSpPr>
            <a:spLocks xmlns:a="http://schemas.openxmlformats.org/drawingml/2006/main" noGrp="1"/>
          </p:cNvSpPr>
          <p:nvPr/>
        </p:nvSpPr>
        <p:spPr>
          <a:xfrm xmlns:a="http://schemas.openxmlformats.org/drawingml/2006/main">
            <a:off x="1835394"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5767C1CF-53C3-4314-8836-20B1C973BF55}"/>
              </a:ext>
            </a:extLst>
          </p:cNvPr>
          <p:cNvSpPr>
            <a:spLocks xmlns:a="http://schemas.openxmlformats.org/drawingml/2006/main" noGrp="1"/>
          </p:cNvSpPr>
          <p:nvPr/>
        </p:nvSpPr>
        <p:spPr>
          <a:xfrm xmlns:a="http://schemas.openxmlformats.org/drawingml/2006/main">
            <a:off x="1967279"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6F88DB9D-01B3-422A-9E26-3E98B0BC16FD}"/>
              </a:ext>
            </a:extLst>
          </p:cNvPr>
          <p:cNvSpPr>
            <a:spLocks xmlns:a="http://schemas.openxmlformats.org/drawingml/2006/main" noGrp="1"/>
          </p:cNvSpPr>
          <p:nvPr/>
        </p:nvSpPr>
        <p:spPr>
          <a:xfrm xmlns:a="http://schemas.openxmlformats.org/drawingml/2006/main">
            <a:off x="2099163"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D83A003F-C5C1-4102-A3C2-F604A336FD75}"/>
              </a:ext>
            </a:extLst>
          </p:cNvPr>
          <p:cNvSpPr>
            <a:spLocks xmlns:a="http://schemas.openxmlformats.org/drawingml/2006/main" noGrp="1"/>
          </p:cNvSpPr>
          <p:nvPr/>
        </p:nvSpPr>
        <p:spPr>
          <a:xfrm xmlns:a="http://schemas.openxmlformats.org/drawingml/2006/main">
            <a:off x="2231048"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23FA3F47-63DC-4577-9C07-61DA0A5486A9}"/>
              </a:ext>
            </a:extLst>
          </p:cNvPr>
          <p:cNvSpPr>
            <a:spLocks xmlns:a="http://schemas.openxmlformats.org/drawingml/2006/main" noGrp="1"/>
          </p:cNvSpPr>
          <p:nvPr/>
        </p:nvSpPr>
        <p:spPr>
          <a:xfrm xmlns:a="http://schemas.openxmlformats.org/drawingml/2006/main">
            <a:off x="2362933"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2CB5D5AC-D152-4D3D-B850-AFC6101E28F6}"/>
              </a:ext>
            </a:extLst>
          </p:cNvPr>
          <p:cNvSpPr>
            <a:spLocks xmlns:a="http://schemas.openxmlformats.org/drawingml/2006/main" noGrp="1"/>
          </p:cNvSpPr>
          <p:nvPr/>
        </p:nvSpPr>
        <p:spPr>
          <a:xfrm xmlns:a="http://schemas.openxmlformats.org/drawingml/2006/main">
            <a:off x="2494817"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FEE2BFB6-0172-4A47-9773-4CA2F7F1AD1A}"/>
              </a:ext>
            </a:extLst>
          </p:cNvPr>
          <p:cNvSpPr>
            <a:spLocks xmlns:a="http://schemas.openxmlformats.org/drawingml/2006/main" noGrp="1"/>
          </p:cNvSpPr>
          <p:nvPr/>
        </p:nvSpPr>
        <p:spPr>
          <a:xfrm xmlns:a="http://schemas.openxmlformats.org/drawingml/2006/main">
            <a:off x="2626702"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61E63550-C4A3-4D4D-B032-5AFCD16E7001}"/>
              </a:ext>
            </a:extLst>
          </p:cNvPr>
          <p:cNvSpPr>
            <a:spLocks xmlns:a="http://schemas.openxmlformats.org/drawingml/2006/main" noGrp="1"/>
          </p:cNvSpPr>
          <p:nvPr/>
        </p:nvSpPr>
        <p:spPr>
          <a:xfrm xmlns:a="http://schemas.openxmlformats.org/drawingml/2006/main">
            <a:off x="2758587"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44003813-BC5E-4E36-BBD7-8B33132CEBC7}"/>
              </a:ext>
            </a:extLst>
          </p:cNvPr>
          <p:cNvSpPr>
            <a:spLocks xmlns:a="http://schemas.openxmlformats.org/drawingml/2006/main" noGrp="1"/>
          </p:cNvSpPr>
          <p:nvPr/>
        </p:nvSpPr>
        <p:spPr>
          <a:xfrm xmlns:a="http://schemas.openxmlformats.org/drawingml/2006/main">
            <a:off x="2890471"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85FF5A36-4C23-4641-8F86-84CBA8FB35A6}"/>
              </a:ext>
            </a:extLst>
          </p:cNvPr>
          <p:cNvSpPr>
            <a:spLocks xmlns:a="http://schemas.openxmlformats.org/drawingml/2006/main" noGrp="1"/>
          </p:cNvSpPr>
          <p:nvPr/>
        </p:nvSpPr>
        <p:spPr>
          <a:xfrm xmlns:a="http://schemas.openxmlformats.org/drawingml/2006/main">
            <a:off x="3022356"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FBF4AEB1-DEB9-4585-A361-97F798D1071A}"/>
              </a:ext>
            </a:extLst>
          </p:cNvPr>
          <p:cNvSpPr>
            <a:spLocks xmlns:a="http://schemas.openxmlformats.org/drawingml/2006/main" noGrp="1"/>
          </p:cNvSpPr>
          <p:nvPr/>
        </p:nvSpPr>
        <p:spPr>
          <a:xfrm xmlns:a="http://schemas.openxmlformats.org/drawingml/2006/main">
            <a:off x="3154240"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6BB304B2-C9EF-4630-B47B-F503527CE434}"/>
              </a:ext>
            </a:extLst>
          </p:cNvPr>
          <p:cNvSpPr>
            <a:spLocks xmlns:a="http://schemas.openxmlformats.org/drawingml/2006/main" noGrp="1"/>
          </p:cNvSpPr>
          <p:nvPr/>
        </p:nvSpPr>
        <p:spPr>
          <a:xfrm xmlns:a="http://schemas.openxmlformats.org/drawingml/2006/main">
            <a:off x="3286125"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6E6CEEDC-FCC4-41CB-AEF4-5D24B421A17D}"/>
              </a:ext>
            </a:extLst>
          </p:cNvPr>
          <p:cNvSpPr>
            <a:spLocks xmlns:a="http://schemas.openxmlformats.org/drawingml/2006/main" noGrp="1"/>
          </p:cNvSpPr>
          <p:nvPr/>
        </p:nvSpPr>
        <p:spPr>
          <a:xfrm xmlns:a="http://schemas.openxmlformats.org/drawingml/2006/main">
            <a:off x="3418010"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24B9AB82-2234-4748-95D8-2537DA6B4723}"/>
              </a:ext>
            </a:extLst>
          </p:cNvPr>
          <p:cNvSpPr>
            <a:spLocks xmlns:a="http://schemas.openxmlformats.org/drawingml/2006/main" noGrp="1"/>
          </p:cNvSpPr>
          <p:nvPr/>
        </p:nvSpPr>
        <p:spPr>
          <a:xfrm xmlns:a="http://schemas.openxmlformats.org/drawingml/2006/main">
            <a:off x="3549894"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91494077-258E-463B-A999-0A380382A738}"/>
              </a:ext>
            </a:extLst>
          </p:cNvPr>
          <p:cNvSpPr>
            <a:spLocks xmlns:a="http://schemas.openxmlformats.org/drawingml/2006/main" noGrp="1"/>
          </p:cNvSpPr>
          <p:nvPr/>
        </p:nvSpPr>
        <p:spPr>
          <a:xfrm xmlns:a="http://schemas.openxmlformats.org/drawingml/2006/main">
            <a:off x="3681779"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802AC4F3-4113-444F-8350-AF794278F873}"/>
              </a:ext>
            </a:extLst>
          </p:cNvPr>
          <p:cNvSpPr>
            <a:spLocks xmlns:a="http://schemas.openxmlformats.org/drawingml/2006/main" noGrp="1"/>
          </p:cNvSpPr>
          <p:nvPr/>
        </p:nvSpPr>
        <p:spPr>
          <a:xfrm xmlns:a="http://schemas.openxmlformats.org/drawingml/2006/main">
            <a:off x="3813663"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E4E97494-E5FE-460C-9AE4-D277A2D88C97}"/>
              </a:ext>
            </a:extLst>
          </p:cNvPr>
          <p:cNvSpPr>
            <a:spLocks xmlns:a="http://schemas.openxmlformats.org/drawingml/2006/main" noGrp="1"/>
          </p:cNvSpPr>
          <p:nvPr/>
        </p:nvSpPr>
        <p:spPr>
          <a:xfrm xmlns:a="http://schemas.openxmlformats.org/drawingml/2006/main">
            <a:off x="3945548"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11CEEDF6-114B-4839-A7CA-299BB79A46F0}"/>
              </a:ext>
            </a:extLst>
          </p:cNvPr>
          <p:cNvSpPr>
            <a:spLocks xmlns:a="http://schemas.openxmlformats.org/drawingml/2006/main" noGrp="1"/>
          </p:cNvSpPr>
          <p:nvPr/>
        </p:nvSpPr>
        <p:spPr>
          <a:xfrm xmlns:a="http://schemas.openxmlformats.org/drawingml/2006/main">
            <a:off x="4077433"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D82032BE-DB53-4D9E-AD85-18845FCD6884}"/>
              </a:ext>
            </a:extLst>
          </p:cNvPr>
          <p:cNvSpPr>
            <a:spLocks xmlns:a="http://schemas.openxmlformats.org/drawingml/2006/main" noGrp="1"/>
          </p:cNvSpPr>
          <p:nvPr/>
        </p:nvSpPr>
        <p:spPr>
          <a:xfrm xmlns:a="http://schemas.openxmlformats.org/drawingml/2006/main">
            <a:off x="4209317"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BDD4C21D-3585-4E9A-A840-9859813E3303}"/>
              </a:ext>
            </a:extLst>
          </p:cNvPr>
          <p:cNvSpPr>
            <a:spLocks xmlns:a="http://schemas.openxmlformats.org/drawingml/2006/main" noGrp="1"/>
          </p:cNvSpPr>
          <p:nvPr/>
        </p:nvSpPr>
        <p:spPr>
          <a:xfrm xmlns:a="http://schemas.openxmlformats.org/drawingml/2006/main">
            <a:off x="4341202"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30811168-973F-4DD6-9902-16DBA7A9D1CE}"/>
              </a:ext>
            </a:extLst>
          </p:cNvPr>
          <p:cNvSpPr>
            <a:spLocks xmlns:a="http://schemas.openxmlformats.org/drawingml/2006/main" noGrp="1"/>
          </p:cNvSpPr>
          <p:nvPr/>
        </p:nvSpPr>
        <p:spPr>
          <a:xfrm xmlns:a="http://schemas.openxmlformats.org/drawingml/2006/main">
            <a:off x="4473087"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58EE8CDC-8DFE-474F-92FF-F4FD077F6846}"/>
              </a:ext>
            </a:extLst>
          </p:cNvPr>
          <p:cNvSpPr>
            <a:spLocks xmlns:a="http://schemas.openxmlformats.org/drawingml/2006/main" noGrp="1"/>
          </p:cNvSpPr>
          <p:nvPr/>
        </p:nvSpPr>
        <p:spPr>
          <a:xfrm xmlns:a="http://schemas.openxmlformats.org/drawingml/2006/main">
            <a:off x="4604971"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82B659BC-D7B5-453A-ABA8-BDFE896CC3DA}"/>
              </a:ext>
            </a:extLst>
          </p:cNvPr>
          <p:cNvSpPr>
            <a:spLocks xmlns:a="http://schemas.openxmlformats.org/drawingml/2006/main" noGrp="1"/>
          </p:cNvSpPr>
          <p:nvPr/>
        </p:nvSpPr>
        <p:spPr>
          <a:xfrm xmlns:a="http://schemas.openxmlformats.org/drawingml/2006/main">
            <a:off x="4736856"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4D265DE7-BA4E-49EF-9D67-D8B7A5643FAE}"/>
              </a:ext>
            </a:extLst>
          </p:cNvPr>
          <p:cNvSpPr>
            <a:spLocks xmlns:a="http://schemas.openxmlformats.org/drawingml/2006/main" noGrp="1"/>
          </p:cNvSpPr>
          <p:nvPr/>
        </p:nvSpPr>
        <p:spPr>
          <a:xfrm xmlns:a="http://schemas.openxmlformats.org/drawingml/2006/main">
            <a:off x="4868740" y="3810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61160936-09F1-41A5-A85C-66BE3CEBBC22}"/>
              </a:ext>
            </a:extLst>
          </p:cNvPr>
          <p:cNvSpPr>
            <a:spLocks xmlns:a="http://schemas.openxmlformats.org/drawingml/2006/main" noGrp="1"/>
          </p:cNvSpPr>
          <p:nvPr/>
        </p:nvSpPr>
        <p:spPr>
          <a:xfrm xmlns:a="http://schemas.openxmlformats.org/drawingml/2006/main">
            <a:off x="3429000" y="2667000"/>
            <a:ext cx="1333500" cy="9525"/>
          </a:xfrm>
          <a:custGeom xmlns:a="http://schemas.openxmlformats.org/drawingml/2006/main">
            <a:pathLst>
              <a:path w="1333500" h="9525">
                <a:moveTo>
                  <a:pt x="1333500" y="0"/>
                </a:moveTo>
                <a:lnTo>
                  <a:pt x="0" y="0"/>
                </a:lnTo>
              </a:path>
            </a:pathLst>
          </a:custGeom>
          <a:noFill xmlns:a="http://schemas.openxmlformats.org/drawingml/2006/main"/>
          <a:ln xmlns:a="http://schemas.openxmlformats.org/drawingml/2006/main" w="28575">
            <a:solidFill>
              <a:srgbClr val="AD8760"/>
            </a:solidFill>
          </a:ln>
        </p:spPr>
      </p:sp>
      <p:sp>
        <p:nvSpPr>
          <p:cNvPr id="46" name="">
            <a:extLst xmlns:a="http://schemas.openxmlformats.org/drawingml/2006/main">
              <a:ext uri="{FF2B5EF4-FFF2-40B4-BE49-F238E27FC236}">
                <a16:creationId xmlns:a16="http://schemas.microsoft.com/office/drawing/2014/main" id="{222D8213-32E1-4F79-914B-CDB15FCC3FE0}"/>
              </a:ext>
            </a:extLst>
          </p:cNvPr>
          <p:cNvSpPr>
            <a:spLocks xmlns:a="http://schemas.openxmlformats.org/drawingml/2006/main" noGrp="1"/>
          </p:cNvSpPr>
          <p:nvPr/>
        </p:nvSpPr>
        <p:spPr>
          <a:xfrm xmlns:a="http://schemas.openxmlformats.org/drawingml/2006/main">
            <a:off x="3429000" y="2626995"/>
            <a:ext cx="95250" cy="80010"/>
          </a:xfrm>
          <a:custGeom xmlns:a="http://schemas.openxmlformats.org/drawingml/2006/main">
            <a:pathLst>
              <a:path w="95250" h="80010">
                <a:moveTo>
                  <a:pt x="0" y="40005"/>
                </a:moveTo>
                <a:lnTo>
                  <a:pt x="95250" y="80010"/>
                </a:lnTo>
                <a:lnTo>
                  <a:pt x="95250" y="0"/>
                </a:lnTo>
                <a:close/>
              </a:path>
            </a:pathLst>
          </a:custGeom>
          <a:solidFill xmlns:a="http://schemas.openxmlformats.org/drawingml/2006/main">
            <a:srgbClr val="AD8760"/>
          </a:solidFill>
          <a:ln xmlns:a="http://schemas.openxmlformats.org/drawingml/2006/main" w="4763">
            <a:solidFill>
              <a:srgbClr val="AD8760"/>
            </a:solidFill>
          </a:ln>
        </p:spPr>
      </p:sp>
      <p:sp>
        <p:nvSpPr>
          <p:cNvPr id="47" name="">
            <a:extLst xmlns:a="http://schemas.openxmlformats.org/drawingml/2006/main">
              <a:ext uri="{FF2B5EF4-FFF2-40B4-BE49-F238E27FC236}">
                <a16:creationId xmlns:a16="http://schemas.microsoft.com/office/drawing/2014/main" id="{36BE95AA-6D2F-4032-BDCE-DED9CDD4A655}"/>
              </a:ext>
            </a:extLst>
          </p:cNvPr>
          <p:cNvSpPr>
            <a:spLocks xmlns:a="http://schemas.openxmlformats.org/drawingml/2006/main" noGrp="1"/>
          </p:cNvSpPr>
          <p:nvPr/>
        </p:nvSpPr>
        <p:spPr>
          <a:xfrm xmlns:a="http://schemas.openxmlformats.org/drawingml/2006/main">
            <a:off x="3429000" y="3238500"/>
            <a:ext cx="666750" cy="9525"/>
          </a:xfrm>
          <a:custGeom xmlns:a="http://schemas.openxmlformats.org/drawingml/2006/main">
            <a:pathLst>
              <a:path w="666750" h="9525">
                <a:moveTo>
                  <a:pt x="666750" y="0"/>
                </a:moveTo>
                <a:lnTo>
                  <a:pt x="0" y="0"/>
                </a:lnTo>
              </a:path>
            </a:pathLst>
          </a:custGeom>
          <a:noFill xmlns:a="http://schemas.openxmlformats.org/drawingml/2006/main"/>
          <a:ln xmlns:a="http://schemas.openxmlformats.org/drawingml/2006/main" w="28575">
            <a:solidFill>
              <a:srgbClr val="AD8760"/>
            </a:solidFill>
          </a:ln>
        </p:spPr>
      </p:sp>
      <p:sp>
        <p:nvSpPr>
          <p:cNvPr id="48" name="">
            <a:extLst xmlns:a="http://schemas.openxmlformats.org/drawingml/2006/main">
              <a:ext uri="{FF2B5EF4-FFF2-40B4-BE49-F238E27FC236}">
                <a16:creationId xmlns:a16="http://schemas.microsoft.com/office/drawing/2014/main" id="{80E88718-0A48-4C74-855F-A86F77D9E9F3}"/>
              </a:ext>
            </a:extLst>
          </p:cNvPr>
          <p:cNvSpPr>
            <a:spLocks xmlns:a="http://schemas.openxmlformats.org/drawingml/2006/main" noGrp="1"/>
          </p:cNvSpPr>
          <p:nvPr/>
        </p:nvSpPr>
        <p:spPr>
          <a:xfrm xmlns:a="http://schemas.openxmlformats.org/drawingml/2006/main">
            <a:off x="3429000" y="3198495"/>
            <a:ext cx="95250" cy="80010"/>
          </a:xfrm>
          <a:custGeom xmlns:a="http://schemas.openxmlformats.org/drawingml/2006/main">
            <a:pathLst>
              <a:path w="95250" h="80010">
                <a:moveTo>
                  <a:pt x="0" y="40005"/>
                </a:moveTo>
                <a:lnTo>
                  <a:pt x="95250" y="80010"/>
                </a:lnTo>
                <a:lnTo>
                  <a:pt x="95250" y="0"/>
                </a:lnTo>
                <a:close/>
              </a:path>
            </a:pathLst>
          </a:custGeom>
          <a:solidFill xmlns:a="http://schemas.openxmlformats.org/drawingml/2006/main">
            <a:srgbClr val="AD8760"/>
          </a:solidFill>
          <a:ln xmlns:a="http://schemas.openxmlformats.org/drawingml/2006/main" w="4763">
            <a:solidFill>
              <a:srgbClr val="AD8760"/>
            </a:solidFill>
          </a:ln>
        </p:spPr>
      </p:sp>
      <p:sp>
        <p:nvSpPr>
          <p:cNvPr id="49" name="">
            <a:extLst xmlns:a="http://schemas.openxmlformats.org/drawingml/2006/main">
              <a:ext uri="{FF2B5EF4-FFF2-40B4-BE49-F238E27FC236}">
                <a16:creationId xmlns:a16="http://schemas.microsoft.com/office/drawing/2014/main" id="{09EA552A-E539-4CAE-8A14-FA07D9C6D84B}"/>
              </a:ext>
            </a:extLst>
          </p:cNvPr>
          <p:cNvSpPr>
            <a:spLocks xmlns:a="http://schemas.openxmlformats.org/drawingml/2006/main" noGrp="1"/>
          </p:cNvSpPr>
          <p:nvPr/>
        </p:nvSpPr>
        <p:spPr>
          <a:xfrm xmlns:a="http://schemas.openxmlformats.org/drawingml/2006/main">
            <a:off x="3429000" y="438150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087E8B"/>
            </a:solidFill>
          </a:ln>
        </p:spPr>
      </p:sp>
      <p:sp>
        <p:nvSpPr>
          <p:cNvPr id="50" name="">
            <a:extLst xmlns:a="http://schemas.openxmlformats.org/drawingml/2006/main">
              <a:ext uri="{FF2B5EF4-FFF2-40B4-BE49-F238E27FC236}">
                <a16:creationId xmlns:a16="http://schemas.microsoft.com/office/drawing/2014/main" id="{B0B5EEEF-7F59-485C-97E0-75FE911D4A73}"/>
              </a:ext>
            </a:extLst>
          </p:cNvPr>
          <p:cNvSpPr>
            <a:spLocks xmlns:a="http://schemas.openxmlformats.org/drawingml/2006/main" noGrp="1"/>
          </p:cNvSpPr>
          <p:nvPr/>
        </p:nvSpPr>
        <p:spPr>
          <a:xfrm xmlns:a="http://schemas.openxmlformats.org/drawingml/2006/main">
            <a:off x="4000500" y="4341495"/>
            <a:ext cx="95250" cy="80010"/>
          </a:xfrm>
          <a:custGeom xmlns:a="http://schemas.openxmlformats.org/drawingml/2006/main">
            <a:pathLst>
              <a:path w="95250" h="80010">
                <a:moveTo>
                  <a:pt x="95250" y="40005"/>
                </a:moveTo>
                <a:lnTo>
                  <a:pt x="0" y="0"/>
                </a:lnTo>
                <a:lnTo>
                  <a:pt x="0" y="80010"/>
                </a:lnTo>
                <a:close/>
              </a:path>
            </a:pathLst>
          </a:custGeom>
          <a:solidFill xmlns:a="http://schemas.openxmlformats.org/drawingml/2006/main">
            <a:srgbClr val="087E8B"/>
          </a:solidFill>
          <a:ln xmlns:a="http://schemas.openxmlformats.org/drawingml/2006/main" w="4763">
            <a:solidFill>
              <a:srgbClr val="087E8B"/>
            </a:solidFill>
          </a:ln>
        </p:spPr>
      </p:sp>
      <p:sp>
        <p:nvSpPr>
          <p:cNvPr id="51" name="">
            <a:extLst xmlns:a="http://schemas.openxmlformats.org/drawingml/2006/main">
              <a:ext uri="{FF2B5EF4-FFF2-40B4-BE49-F238E27FC236}">
                <a16:creationId xmlns:a16="http://schemas.microsoft.com/office/drawing/2014/main" id="{98077A17-F43B-4192-B8AB-83DE862B9615}"/>
              </a:ext>
            </a:extLst>
          </p:cNvPr>
          <p:cNvSpPr>
            <a:spLocks xmlns:a="http://schemas.openxmlformats.org/drawingml/2006/main" noGrp="1"/>
          </p:cNvSpPr>
          <p:nvPr/>
        </p:nvSpPr>
        <p:spPr>
          <a:xfrm xmlns:a="http://schemas.openxmlformats.org/drawingml/2006/main">
            <a:off x="3429000" y="4953000"/>
            <a:ext cx="1333500" cy="9525"/>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28575">
            <a:solidFill>
              <a:srgbClr val="087E8B"/>
            </a:solidFill>
          </a:ln>
        </p:spPr>
      </p:sp>
      <p:sp>
        <p:nvSpPr>
          <p:cNvPr id="52" name="">
            <a:extLst xmlns:a="http://schemas.openxmlformats.org/drawingml/2006/main">
              <a:ext uri="{FF2B5EF4-FFF2-40B4-BE49-F238E27FC236}">
                <a16:creationId xmlns:a16="http://schemas.microsoft.com/office/drawing/2014/main" id="{6713BDBA-1985-4F22-92BC-A90726E7ED7D}"/>
              </a:ext>
            </a:extLst>
          </p:cNvPr>
          <p:cNvSpPr>
            <a:spLocks xmlns:a="http://schemas.openxmlformats.org/drawingml/2006/main" noGrp="1"/>
          </p:cNvSpPr>
          <p:nvPr/>
        </p:nvSpPr>
        <p:spPr>
          <a:xfrm xmlns:a="http://schemas.openxmlformats.org/drawingml/2006/main">
            <a:off x="4667250" y="4912995"/>
            <a:ext cx="95250" cy="80010"/>
          </a:xfrm>
          <a:custGeom xmlns:a="http://schemas.openxmlformats.org/drawingml/2006/main">
            <a:pathLst>
              <a:path w="95250" h="80010">
                <a:moveTo>
                  <a:pt x="95250" y="40005"/>
                </a:moveTo>
                <a:lnTo>
                  <a:pt x="0" y="0"/>
                </a:lnTo>
                <a:lnTo>
                  <a:pt x="0" y="80010"/>
                </a:lnTo>
                <a:close/>
              </a:path>
            </a:pathLst>
          </a:custGeom>
          <a:solidFill xmlns:a="http://schemas.openxmlformats.org/drawingml/2006/main">
            <a:srgbClr val="087E8B"/>
          </a:solidFill>
          <a:ln xmlns:a="http://schemas.openxmlformats.org/drawingml/2006/main" w="4763">
            <a:solidFill>
              <a:srgbClr val="087E8B"/>
            </a:solidFill>
          </a:ln>
        </p:spPr>
      </p:sp>
      <p:sp>
        <p:nvSpPr>
          <p:cNvPr id="53" name="">
            <a:extLst xmlns:a="http://schemas.openxmlformats.org/drawingml/2006/main">
              <a:ext uri="{FF2B5EF4-FFF2-40B4-BE49-F238E27FC236}">
                <a16:creationId xmlns:a16="http://schemas.microsoft.com/office/drawing/2014/main" id="{B06ADD74-7953-480E-B021-BA4C7F303018}"/>
              </a:ext>
            </a:extLst>
          </p:cNvPr>
          <p:cNvSpPr>
            <a:spLocks xmlns:a="http://schemas.openxmlformats.org/drawingml/2006/main" noGrp="1"/>
          </p:cNvSpPr>
          <p:nvPr/>
        </p:nvSpPr>
        <p:spPr>
          <a:xfrm xmlns:a="http://schemas.openxmlformats.org/drawingml/2006/main">
            <a:off x="5000625" y="2647950"/>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AD8760"/>
                </a:solidFill>
                <a:latin typeface="Yu Gothic"/>
                <a:ea typeface="Yu Gothic"/>
                <a:cs typeface="Yu Gothic"/>
              </a:defRPr>
            </a:defPPr>
            <a:lvl1pPr>
              <a:buNone/>
              <a:defRPr sz="1875" b="1">
                <a:solidFill>
                  <a:srgbClr val="AD8760"/>
                </a:solidFill>
                <a:latin typeface="Yu Gothic"/>
                <a:ea typeface="Yu Gothic"/>
                <a:cs typeface="Yu Gothic"/>
              </a:defRPr>
            </a:lvl1pPr>
            <a:lvl2pPr>
              <a:buNone/>
              <a:defRPr sz="1875" b="1">
                <a:solidFill>
                  <a:srgbClr val="AD8760"/>
                </a:solidFill>
                <a:latin typeface="Yu Gothic"/>
                <a:ea typeface="Yu Gothic"/>
                <a:cs typeface="Yu Gothic"/>
              </a:defRPr>
            </a:lvl2pPr>
            <a:lvl3pPr>
              <a:buNone/>
              <a:defRPr sz="1875" b="1">
                <a:solidFill>
                  <a:srgbClr val="AD8760"/>
                </a:solidFill>
                <a:latin typeface="Yu Gothic"/>
                <a:ea typeface="Yu Gothic"/>
                <a:cs typeface="Yu Gothic"/>
              </a:defRPr>
            </a:lvl3pPr>
            <a:lvl4pPr>
              <a:buNone/>
              <a:defRPr sz="1875" b="1">
                <a:solidFill>
                  <a:srgbClr val="AD8760"/>
                </a:solidFill>
                <a:latin typeface="Yu Gothic"/>
                <a:ea typeface="Yu Gothic"/>
                <a:cs typeface="Yu Gothic"/>
              </a:defRPr>
            </a:lvl4pPr>
            <a:lvl5pPr>
              <a:buNone/>
              <a:defRPr sz="1875" b="1">
                <a:solidFill>
                  <a:srgbClr val="AD8760"/>
                </a:solidFill>
                <a:latin typeface="Yu Gothic"/>
                <a:ea typeface="Yu Gothic"/>
                <a:cs typeface="Yu Gothic"/>
              </a:defRPr>
            </a:lvl5pPr>
            <a:lvl6pPr>
              <a:buNone/>
              <a:defRPr sz="1875" b="1">
                <a:solidFill>
                  <a:srgbClr val="AD8760"/>
                </a:solidFill>
                <a:latin typeface="Yu Gothic"/>
                <a:ea typeface="Yu Gothic"/>
                <a:cs typeface="Yu Gothic"/>
              </a:defRPr>
            </a:lvl6pPr>
            <a:lvl7pPr>
              <a:buNone/>
              <a:defRPr sz="1875" b="1">
                <a:solidFill>
                  <a:srgbClr val="AD8760"/>
                </a:solidFill>
                <a:latin typeface="Yu Gothic"/>
                <a:ea typeface="Yu Gothic"/>
                <a:cs typeface="Yu Gothic"/>
              </a:defRPr>
            </a:lvl7pPr>
            <a:lvl8pPr>
              <a:buNone/>
              <a:defRPr sz="1875" b="1">
                <a:solidFill>
                  <a:srgbClr val="AD8760"/>
                </a:solidFill>
                <a:latin typeface="Yu Gothic"/>
                <a:ea typeface="Yu Gothic"/>
                <a:cs typeface="Yu Gothic"/>
              </a:defRPr>
            </a:lvl8pPr>
            <a:lvl9pPr>
              <a:buNone/>
              <a:defRPr sz="1875" b="1">
                <a:solidFill>
                  <a:srgbClr val="AD8760"/>
                </a:solidFill>
                <a:latin typeface="Yu Gothic"/>
                <a:ea typeface="Yu Gothic"/>
                <a:cs typeface="Yu Gothic"/>
              </a:defRPr>
            </a:lvl9pPr>
          </a:lstStyle>
          <a:p xmlns:a="http://schemas.openxmlformats.org/drawingml/2006/main">
            <a:pPr>
              <a:buNone/>
              <a:defRPr sz="1875" b="1">
                <a:solidFill>
                  <a:srgbClr val="AD8760"/>
                </a:solidFill>
                <a:latin typeface="Yu Gothic"/>
                <a:ea typeface="Yu Gothic"/>
                <a:cs typeface="Yu Gothic"/>
              </a:defRPr>
            </a:pPr>
            <a:r>
              <a:rPr sz="1875" b="1">
                <a:solidFill>
                  <a:srgbClr val="AD8760"/>
                </a:solidFill>
                <a:latin typeface="Yu Gothic"/>
                <a:ea typeface="Yu Gothic"/>
                <a:cs typeface="Yu Gothic"/>
              </a:rPr>
              <a:t>圧縮</a:t>
            </a:r>
          </a:p>
        </p:txBody>
      </p:sp>
      <p:sp>
        <p:nvSpPr>
          <p:cNvPr id="54" name="">
            <a:extLst xmlns:a="http://schemas.openxmlformats.org/drawingml/2006/main">
              <a:ext uri="{FF2B5EF4-FFF2-40B4-BE49-F238E27FC236}">
                <a16:creationId xmlns:a16="http://schemas.microsoft.com/office/drawing/2014/main" id="{DD8450FB-2311-45ED-937E-19A4C8ACE042}"/>
              </a:ext>
            </a:extLst>
          </p:cNvPr>
          <p:cNvSpPr>
            <a:spLocks xmlns:a="http://schemas.openxmlformats.org/drawingml/2006/main" noGrp="1"/>
          </p:cNvSpPr>
          <p:nvPr/>
        </p:nvSpPr>
        <p:spPr>
          <a:xfrm xmlns:a="http://schemas.openxmlformats.org/drawingml/2006/main">
            <a:off x="5000625" y="461962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引張り</a:t>
            </a:r>
          </a:p>
        </p:txBody>
      </p:sp>
      <p:sp>
        <p:nvSpPr>
          <p:cNvPr id="55" name="">
            <a:extLst xmlns:a="http://schemas.openxmlformats.org/drawingml/2006/main">
              <a:ext uri="{FF2B5EF4-FFF2-40B4-BE49-F238E27FC236}">
                <a16:creationId xmlns:a16="http://schemas.microsoft.com/office/drawing/2014/main" id="{16BAE35B-CAFA-4DDA-9038-5E7B38987DF6}"/>
              </a:ext>
            </a:extLst>
          </p:cNvPr>
          <p:cNvSpPr>
            <a:spLocks xmlns:a="http://schemas.openxmlformats.org/drawingml/2006/main" noGrp="1"/>
          </p:cNvSpPr>
          <p:nvPr/>
        </p:nvSpPr>
        <p:spPr>
          <a:xfrm xmlns:a="http://schemas.openxmlformats.org/drawingml/2006/main">
            <a:off x="809625" y="39052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中立軸</a:t>
            </a:r>
          </a:p>
        </p:txBody>
      </p:sp>
      <p:sp>
        <p:nvSpPr>
          <p:cNvPr id="56" name="">
            <a:extLst xmlns:a="http://schemas.openxmlformats.org/drawingml/2006/main">
              <a:ext uri="{FF2B5EF4-FFF2-40B4-BE49-F238E27FC236}">
                <a16:creationId xmlns:a16="http://schemas.microsoft.com/office/drawing/2014/main" id="{9B593136-434C-4E85-A96E-1C1A860C2743}"/>
              </a:ext>
            </a:extLst>
          </p:cNvPr>
          <p:cNvSpPr>
            <a:spLocks xmlns:a="http://schemas.openxmlformats.org/drawingml/2006/main" noGrp="1"/>
          </p:cNvSpPr>
          <p:nvPr/>
        </p:nvSpPr>
        <p:spPr>
          <a:xfrm xmlns:a="http://schemas.openxmlformats.org/drawingml/2006/main">
            <a:off x="5381625" y="36195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σ = 0</a:t>
            </a:r>
          </a:p>
        </p:txBody>
      </p:sp>
      <p:sp>
        <p:nvSpPr>
          <p:cNvPr id="57" name="">
            <a:extLst xmlns:a="http://schemas.openxmlformats.org/drawingml/2006/main">
              <a:ext uri="{FF2B5EF4-FFF2-40B4-BE49-F238E27FC236}">
                <a16:creationId xmlns:a16="http://schemas.microsoft.com/office/drawing/2014/main" id="{E39343F9-8920-4CF5-95D1-8C5C2B509E8C}"/>
              </a:ext>
            </a:extLst>
          </p:cNvPr>
          <p:cNvSpPr>
            <a:spLocks xmlns:a="http://schemas.openxmlformats.org/drawingml/2006/main" noGrp="1"/>
          </p:cNvSpPr>
          <p:nvPr/>
        </p:nvSpPr>
        <p:spPr>
          <a:xfrm xmlns:a="http://schemas.openxmlformats.org/drawingml/2006/main">
            <a:off x="1381125" y="2667000"/>
            <a:ext cx="9525" cy="1143000"/>
          </a:xfrm>
          <a:custGeom xmlns:a="http://schemas.openxmlformats.org/drawingml/2006/main">
            <a:pathLst>
              <a:path w="9525" h="1143000">
                <a:moveTo>
                  <a:pt x="0" y="0"/>
                </a:moveTo>
                <a:lnTo>
                  <a:pt x="0" y="1143000"/>
                </a:lnTo>
              </a:path>
            </a:pathLst>
          </a:custGeom>
          <a:noFill xmlns:a="http://schemas.openxmlformats.org/drawingml/2006/main"/>
          <a:ln xmlns:a="http://schemas.openxmlformats.org/drawingml/2006/main" w="14288">
            <a:solidFill>
              <a:srgbClr val="2876A8"/>
            </a:solidFill>
          </a:ln>
        </p:spPr>
      </p:sp>
      <p:sp>
        <p:nvSpPr>
          <p:cNvPr id="58" name="">
            <a:extLst xmlns:a="http://schemas.openxmlformats.org/drawingml/2006/main">
              <a:ext uri="{FF2B5EF4-FFF2-40B4-BE49-F238E27FC236}">
                <a16:creationId xmlns:a16="http://schemas.microsoft.com/office/drawing/2014/main" id="{4A4A39DF-8645-4982-9CE0-9C1B70756080}"/>
              </a:ext>
            </a:extLst>
          </p:cNvPr>
          <p:cNvSpPr>
            <a:spLocks xmlns:a="http://schemas.openxmlformats.org/drawingml/2006/main" noGrp="1"/>
          </p:cNvSpPr>
          <p:nvPr/>
        </p:nvSpPr>
        <p:spPr>
          <a:xfrm xmlns:a="http://schemas.openxmlformats.org/drawingml/2006/main">
            <a:off x="1353122" y="3743325"/>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59" name="">
            <a:extLst xmlns:a="http://schemas.openxmlformats.org/drawingml/2006/main">
              <a:ext uri="{FF2B5EF4-FFF2-40B4-BE49-F238E27FC236}">
                <a16:creationId xmlns:a16="http://schemas.microsoft.com/office/drawing/2014/main" id="{B4931733-8EFD-4117-B943-84F83383CFE9}"/>
              </a:ext>
            </a:extLst>
          </p:cNvPr>
          <p:cNvSpPr>
            <a:spLocks xmlns:a="http://schemas.openxmlformats.org/drawingml/2006/main" noGrp="1"/>
          </p:cNvSpPr>
          <p:nvPr/>
        </p:nvSpPr>
        <p:spPr>
          <a:xfrm xmlns:a="http://schemas.openxmlformats.org/drawingml/2006/main">
            <a:off x="1381125" y="2667000"/>
            <a:ext cx="9525" cy="1143000"/>
          </a:xfrm>
          <a:custGeom xmlns:a="http://schemas.openxmlformats.org/drawingml/2006/main">
            <a:pathLst>
              <a:path w="9525" h="1143000">
                <a:moveTo>
                  <a:pt x="0" y="1143000"/>
                </a:moveTo>
                <a:lnTo>
                  <a:pt x="0" y="0"/>
                </a:lnTo>
              </a:path>
            </a:pathLst>
          </a:custGeom>
          <a:noFill xmlns:a="http://schemas.openxmlformats.org/drawingml/2006/main"/>
          <a:ln xmlns:a="http://schemas.openxmlformats.org/drawingml/2006/main" w="14288">
            <a:solidFill>
              <a:srgbClr val="2876A8"/>
            </a:solidFill>
          </a:ln>
        </p:spPr>
      </p:sp>
      <p:sp>
        <p:nvSpPr>
          <p:cNvPr id="60" name="">
            <a:extLst xmlns:a="http://schemas.openxmlformats.org/drawingml/2006/main">
              <a:ext uri="{FF2B5EF4-FFF2-40B4-BE49-F238E27FC236}">
                <a16:creationId xmlns:a16="http://schemas.microsoft.com/office/drawing/2014/main" id="{5801A732-9A23-4D3C-8320-FD0D9C7A9925}"/>
              </a:ext>
            </a:extLst>
          </p:cNvPr>
          <p:cNvSpPr>
            <a:spLocks xmlns:a="http://schemas.openxmlformats.org/drawingml/2006/main" noGrp="1"/>
          </p:cNvSpPr>
          <p:nvPr/>
        </p:nvSpPr>
        <p:spPr>
          <a:xfrm xmlns:a="http://schemas.openxmlformats.org/drawingml/2006/main">
            <a:off x="1353122" y="2667000"/>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61" name="">
            <a:extLst xmlns:a="http://schemas.openxmlformats.org/drawingml/2006/main">
              <a:ext uri="{FF2B5EF4-FFF2-40B4-BE49-F238E27FC236}">
                <a16:creationId xmlns:a16="http://schemas.microsoft.com/office/drawing/2014/main" id="{EB4AAC5C-1F88-4413-A839-2659A165CB5E}"/>
              </a:ext>
            </a:extLst>
          </p:cNvPr>
          <p:cNvSpPr>
            <a:spLocks xmlns:a="http://schemas.openxmlformats.org/drawingml/2006/main" noGrp="1"/>
          </p:cNvSpPr>
          <p:nvPr/>
        </p:nvSpPr>
        <p:spPr>
          <a:xfrm xmlns:a="http://schemas.openxmlformats.org/drawingml/2006/main">
            <a:off x="1495425" y="303847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876A8"/>
                </a:solidFill>
                <a:latin typeface="Yu Gothic"/>
                <a:ea typeface="Yu Gothic"/>
                <a:cs typeface="Yu Gothic"/>
              </a:defRPr>
            </a:defPPr>
            <a:lvl1pPr>
              <a:buNone/>
              <a:defRPr sz="2025" b="0">
                <a:solidFill>
                  <a:srgbClr val="2876A8"/>
                </a:solidFill>
                <a:latin typeface="Yu Gothic"/>
                <a:ea typeface="Yu Gothic"/>
                <a:cs typeface="Yu Gothic"/>
              </a:defRPr>
            </a:lvl1pPr>
            <a:lvl2pPr>
              <a:buNone/>
              <a:defRPr sz="2025" b="0">
                <a:solidFill>
                  <a:srgbClr val="2876A8"/>
                </a:solidFill>
                <a:latin typeface="Yu Gothic"/>
                <a:ea typeface="Yu Gothic"/>
                <a:cs typeface="Yu Gothic"/>
              </a:defRPr>
            </a:lvl2pPr>
            <a:lvl3pPr>
              <a:buNone/>
              <a:defRPr sz="2025" b="0">
                <a:solidFill>
                  <a:srgbClr val="2876A8"/>
                </a:solidFill>
                <a:latin typeface="Yu Gothic"/>
                <a:ea typeface="Yu Gothic"/>
                <a:cs typeface="Yu Gothic"/>
              </a:defRPr>
            </a:lvl3pPr>
            <a:lvl4pPr>
              <a:buNone/>
              <a:defRPr sz="2025" b="0">
                <a:solidFill>
                  <a:srgbClr val="2876A8"/>
                </a:solidFill>
                <a:latin typeface="Yu Gothic"/>
                <a:ea typeface="Yu Gothic"/>
                <a:cs typeface="Yu Gothic"/>
              </a:defRPr>
            </a:lvl4pPr>
            <a:lvl5pPr>
              <a:buNone/>
              <a:defRPr sz="2025" b="0">
                <a:solidFill>
                  <a:srgbClr val="2876A8"/>
                </a:solidFill>
                <a:latin typeface="Yu Gothic"/>
                <a:ea typeface="Yu Gothic"/>
                <a:cs typeface="Yu Gothic"/>
              </a:defRPr>
            </a:lvl5pPr>
            <a:lvl6pPr>
              <a:buNone/>
              <a:defRPr sz="2025" b="0">
                <a:solidFill>
                  <a:srgbClr val="2876A8"/>
                </a:solidFill>
                <a:latin typeface="Yu Gothic"/>
                <a:ea typeface="Yu Gothic"/>
                <a:cs typeface="Yu Gothic"/>
              </a:defRPr>
            </a:lvl6pPr>
            <a:lvl7pPr>
              <a:buNone/>
              <a:defRPr sz="2025" b="0">
                <a:solidFill>
                  <a:srgbClr val="2876A8"/>
                </a:solidFill>
                <a:latin typeface="Yu Gothic"/>
                <a:ea typeface="Yu Gothic"/>
                <a:cs typeface="Yu Gothic"/>
              </a:defRPr>
            </a:lvl7pPr>
            <a:lvl8pPr>
              <a:buNone/>
              <a:defRPr sz="2025" b="0">
                <a:solidFill>
                  <a:srgbClr val="2876A8"/>
                </a:solidFill>
                <a:latin typeface="Yu Gothic"/>
                <a:ea typeface="Yu Gothic"/>
                <a:cs typeface="Yu Gothic"/>
              </a:defRPr>
            </a:lvl8pPr>
            <a:lvl9pPr>
              <a:buNone/>
              <a:defRPr sz="2025" b="0">
                <a:solidFill>
                  <a:srgbClr val="2876A8"/>
                </a:solidFill>
                <a:latin typeface="Yu Gothic"/>
                <a:ea typeface="Yu Gothic"/>
                <a:cs typeface="Yu Gothic"/>
              </a:defRPr>
            </a:lvl9pPr>
          </a:lstStyle>
          <a:p xmlns:a="http://schemas.openxmlformats.org/drawingml/2006/main">
            <a:pPr>
              <a:buNone/>
              <a:defRPr sz="2025" b="0">
                <a:solidFill>
                  <a:srgbClr val="2876A8"/>
                </a:solidFill>
                <a:latin typeface="Yu Gothic"/>
                <a:ea typeface="Yu Gothic"/>
                <a:cs typeface="Yu Gothic"/>
              </a:defRPr>
            </a:pPr>
            <a:r>
              <a:rPr sz="2025" b="0">
                <a:solidFill>
                  <a:srgbClr val="2876A8"/>
                </a:solidFill>
                <a:latin typeface="Yu Gothic"/>
                <a:ea typeface="Yu Gothic"/>
                <a:cs typeface="Yu Gothic"/>
              </a:rPr>
              <a:t>c</a:t>
            </a:r>
          </a:p>
        </p:txBody>
      </p:sp>
      <p:sp>
        <p:nvSpPr>
          <p:cNvPr id="62" name="">
            <a:extLst xmlns:a="http://schemas.openxmlformats.org/drawingml/2006/main">
              <a:ext uri="{FF2B5EF4-FFF2-40B4-BE49-F238E27FC236}">
                <a16:creationId xmlns:a16="http://schemas.microsoft.com/office/drawing/2014/main" id="{62A2277C-80CB-42EF-BBBA-37BEE82B0B18}"/>
              </a:ext>
            </a:extLst>
          </p:cNvPr>
          <p:cNvSpPr>
            <a:spLocks xmlns:a="http://schemas.openxmlformats.org/drawingml/2006/main" noGrp="1"/>
          </p:cNvSpPr>
          <p:nvPr/>
        </p:nvSpPr>
        <p:spPr>
          <a:xfrm xmlns:a="http://schemas.openxmlformats.org/drawingml/2006/main">
            <a:off x="8096250" y="25241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AD8760"/>
                </a:solidFill>
                <a:latin typeface="Yu Gothic"/>
                <a:ea typeface="Yu Gothic"/>
                <a:cs typeface="Yu Gothic"/>
              </a:defRPr>
            </a:defPPr>
            <a:lvl1pPr>
              <a:buNone/>
              <a:defRPr sz="2250" b="1">
                <a:solidFill>
                  <a:srgbClr val="AD8760"/>
                </a:solidFill>
                <a:latin typeface="Yu Gothic"/>
                <a:ea typeface="Yu Gothic"/>
                <a:cs typeface="Yu Gothic"/>
              </a:defRPr>
            </a:lvl1pPr>
            <a:lvl2pPr>
              <a:buNone/>
              <a:defRPr sz="2250" b="1">
                <a:solidFill>
                  <a:srgbClr val="AD8760"/>
                </a:solidFill>
                <a:latin typeface="Yu Gothic"/>
                <a:ea typeface="Yu Gothic"/>
                <a:cs typeface="Yu Gothic"/>
              </a:defRPr>
            </a:lvl2pPr>
            <a:lvl3pPr>
              <a:buNone/>
              <a:defRPr sz="2250" b="1">
                <a:solidFill>
                  <a:srgbClr val="AD8760"/>
                </a:solidFill>
                <a:latin typeface="Yu Gothic"/>
                <a:ea typeface="Yu Gothic"/>
                <a:cs typeface="Yu Gothic"/>
              </a:defRPr>
            </a:lvl3pPr>
            <a:lvl4pPr>
              <a:buNone/>
              <a:defRPr sz="2250" b="1">
                <a:solidFill>
                  <a:srgbClr val="AD8760"/>
                </a:solidFill>
                <a:latin typeface="Yu Gothic"/>
                <a:ea typeface="Yu Gothic"/>
                <a:cs typeface="Yu Gothic"/>
              </a:defRPr>
            </a:lvl4pPr>
            <a:lvl5pPr>
              <a:buNone/>
              <a:defRPr sz="2250" b="1">
                <a:solidFill>
                  <a:srgbClr val="AD8760"/>
                </a:solidFill>
                <a:latin typeface="Yu Gothic"/>
                <a:ea typeface="Yu Gothic"/>
                <a:cs typeface="Yu Gothic"/>
              </a:defRPr>
            </a:lvl5pPr>
            <a:lvl6pPr>
              <a:buNone/>
              <a:defRPr sz="2250" b="1">
                <a:solidFill>
                  <a:srgbClr val="AD8760"/>
                </a:solidFill>
                <a:latin typeface="Yu Gothic"/>
                <a:ea typeface="Yu Gothic"/>
                <a:cs typeface="Yu Gothic"/>
              </a:defRPr>
            </a:lvl6pPr>
            <a:lvl7pPr>
              <a:buNone/>
              <a:defRPr sz="2250" b="1">
                <a:solidFill>
                  <a:srgbClr val="AD8760"/>
                </a:solidFill>
                <a:latin typeface="Yu Gothic"/>
                <a:ea typeface="Yu Gothic"/>
                <a:cs typeface="Yu Gothic"/>
              </a:defRPr>
            </a:lvl7pPr>
            <a:lvl8pPr>
              <a:buNone/>
              <a:defRPr sz="2250" b="1">
                <a:solidFill>
                  <a:srgbClr val="AD8760"/>
                </a:solidFill>
                <a:latin typeface="Yu Gothic"/>
                <a:ea typeface="Yu Gothic"/>
                <a:cs typeface="Yu Gothic"/>
              </a:defRPr>
            </a:lvl8pPr>
            <a:lvl9pPr>
              <a:buNone/>
              <a:defRPr sz="2250" b="1">
                <a:solidFill>
                  <a:srgbClr val="AD8760"/>
                </a:solidFill>
                <a:latin typeface="Yu Gothic"/>
                <a:ea typeface="Yu Gothic"/>
                <a:cs typeface="Yu Gothic"/>
              </a:defRPr>
            </a:lvl9pPr>
          </a:lstStyle>
          <a:p xmlns:a="http://schemas.openxmlformats.org/drawingml/2006/main">
            <a:pPr>
              <a:buNone/>
              <a:defRPr sz="2250" b="1">
                <a:solidFill>
                  <a:srgbClr val="AD8760"/>
                </a:solidFill>
                <a:latin typeface="Yu Gothic"/>
                <a:ea typeface="Yu Gothic"/>
                <a:cs typeface="Yu Gothic"/>
              </a:defRPr>
            </a:pPr>
            <a:r>
              <a:rPr sz="2250" b="1">
                <a:solidFill>
                  <a:srgbClr val="AD8760"/>
                </a:solidFill>
                <a:latin typeface="Yu Gothic"/>
                <a:ea typeface="Yu Gothic"/>
                <a:cs typeface="Yu Gothic"/>
              </a:rPr>
              <a:t>上側：圧縮</a:t>
            </a:r>
          </a:p>
        </p:txBody>
      </p:sp>
      <p:sp>
        <p:nvSpPr>
          <p:cNvPr id="63" name="">
            <a:extLst xmlns:a="http://schemas.openxmlformats.org/drawingml/2006/main">
              <a:ext uri="{FF2B5EF4-FFF2-40B4-BE49-F238E27FC236}">
                <a16:creationId xmlns:a16="http://schemas.microsoft.com/office/drawing/2014/main" id="{02D8B840-28BF-41C8-9BD7-F047CF6EE153}"/>
              </a:ext>
            </a:extLst>
          </p:cNvPr>
          <p:cNvSpPr>
            <a:spLocks xmlns:a="http://schemas.openxmlformats.org/drawingml/2006/main" noGrp="1"/>
          </p:cNvSpPr>
          <p:nvPr/>
        </p:nvSpPr>
        <p:spPr>
          <a:xfrm xmlns:a="http://schemas.openxmlformats.org/drawingml/2006/main">
            <a:off x="8096250" y="3381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中立軸から離れるほど</a:t>
            </a:r>
          </a:p>
        </p:txBody>
      </p:sp>
      <p:sp>
        <p:nvSpPr>
          <p:cNvPr id="64" name="">
            <a:extLst xmlns:a="http://schemas.openxmlformats.org/drawingml/2006/main">
              <a:ext uri="{FF2B5EF4-FFF2-40B4-BE49-F238E27FC236}">
                <a16:creationId xmlns:a16="http://schemas.microsoft.com/office/drawing/2014/main" id="{1169AEEB-038F-4939-9535-C3615DB181E4}"/>
              </a:ext>
            </a:extLst>
          </p:cNvPr>
          <p:cNvSpPr>
            <a:spLocks xmlns:a="http://schemas.openxmlformats.org/drawingml/2006/main" noGrp="1"/>
          </p:cNvSpPr>
          <p:nvPr/>
        </p:nvSpPr>
        <p:spPr>
          <a:xfrm xmlns:a="http://schemas.openxmlformats.org/drawingml/2006/main">
            <a:off x="8096250" y="40005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|σ| が大きくなる</a:t>
            </a:r>
          </a:p>
        </p:txBody>
      </p:sp>
      <p:sp>
        <p:nvSpPr>
          <p:cNvPr id="65" name="">
            <a:extLst xmlns:a="http://schemas.openxmlformats.org/drawingml/2006/main">
              <a:ext uri="{FF2B5EF4-FFF2-40B4-BE49-F238E27FC236}">
                <a16:creationId xmlns:a16="http://schemas.microsoft.com/office/drawing/2014/main" id="{35426A47-CD39-4D5D-8F3C-CA3262A55EDB}"/>
              </a:ext>
            </a:extLst>
          </p:cNvPr>
          <p:cNvSpPr>
            <a:spLocks xmlns:a="http://schemas.openxmlformats.org/drawingml/2006/main" noGrp="1"/>
          </p:cNvSpPr>
          <p:nvPr/>
        </p:nvSpPr>
        <p:spPr>
          <a:xfrm xmlns:a="http://schemas.openxmlformats.org/drawingml/2006/main">
            <a:off x="8096250" y="47148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表面で最大</a:t>
            </a:r>
          </a:p>
        </p:txBody>
      </p:sp>
      <p:sp>
        <p:nvSpPr>
          <p:cNvPr id="66" name="">
            <a:extLst xmlns:a="http://schemas.openxmlformats.org/drawingml/2006/main">
              <a:ext uri="{FF2B5EF4-FFF2-40B4-BE49-F238E27FC236}">
                <a16:creationId xmlns:a16="http://schemas.microsoft.com/office/drawing/2014/main" id="{8C6234E1-EF2D-4CA2-A57B-5C9BF07028C9}"/>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均質な断面の線形弾性・平面保持を仮定。上図は応力の模式表示で、たわみの形ではない。</a:t>
            </a:r>
          </a:p>
        </p:txBody>
      </p:sp>
    </p:spTree>
    <p:extLst>
      <p:ext uri="{BB962C8B-B14F-4D97-AF65-F5344CB8AC3E}">
        <p14:creationId xmlns:p14="http://schemas.microsoft.com/office/powerpoint/2010/main" val="21202164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BFF5F0-E31A-4B45-BF59-FB65522AEFC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曲げ応力の式の背後：変形とつり合い</a:t>
            </a:r>
          </a:p>
        </p:txBody>
      </p:sp>
      <p:sp>
        <p:nvSpPr>
          <p:cNvPr id="2" name="">
            <a:extLst xmlns:a="http://schemas.openxmlformats.org/drawingml/2006/main">
              <a:ext uri="{FF2B5EF4-FFF2-40B4-BE49-F238E27FC236}">
                <a16:creationId xmlns:a16="http://schemas.microsoft.com/office/drawing/2014/main" id="{4DE4459D-5B91-4149-8626-92140EB3557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EA40CAC-0CB3-435A-8458-23E704A1E53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B4AD5D7D-6028-4D7C-A260-5539F8B9A786}"/>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関係</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考え方</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平面保持</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曲げた後も断面は平面を保つと仮定</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ひずみ</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中立軸からの距離yに比例</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線形弾性</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応力もyに比例：σ=Eε</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モーメント</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断面の応力が作る回す作用を足す</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7E4864A-B364-47D1-91C9-99F7378423A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均質な線形弾性・平面保持などを仮定した曲げの基礎。</a:t>
            </a:r>
          </a:p>
        </p:txBody>
      </p:sp>
      <p:sp>
        <p:nvSpPr>
          <p:cNvPr id="6" name="">
            <a:extLst xmlns:a="http://schemas.openxmlformats.org/drawingml/2006/main">
              <a:ext uri="{FF2B5EF4-FFF2-40B4-BE49-F238E27FC236}">
                <a16:creationId xmlns:a16="http://schemas.microsoft.com/office/drawing/2014/main" id="{94EF4F2C-C05C-4B00-8692-6A944F44876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52</a:t>
            </a:r>
          </a:p>
        </p:txBody>
      </p:sp>
    </p:spTree>
    <p:extLst>
      <p:ext uri="{BB962C8B-B14F-4D97-AF65-F5344CB8AC3E}">
        <p14:creationId xmlns:p14="http://schemas.microsoft.com/office/powerpoint/2010/main" val="8343535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34C2D75-9F53-4CFD-AB95-FDDDCCC224B0}"/>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断面二次モーメント I の意味</a:t>
            </a:r>
          </a:p>
        </p:txBody>
      </p:sp>
      <p:cxnSp>
        <p:nvCxnSpPr>
          <p:cNvPr id="2" name="">
            <a:extLst xmlns:a="http://schemas.openxmlformats.org/drawingml/2006/main">
              <a:ext uri="{FF2B5EF4-FFF2-40B4-BE49-F238E27FC236}">
                <a16:creationId xmlns:a16="http://schemas.microsoft.com/office/drawing/2014/main" id="{E48E5E8C-5B96-4665-BE7E-D6CD77A22E3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3B589B61-0B75-4F28-AB55-0627EF375695}"/>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第4回</a:t>
            </a:r>
          </a:p>
        </p:txBody>
      </p:sp>
      <p:sp>
        <p:nvSpPr>
          <p:cNvPr id="4" name="">
            <a:extLst xmlns:a="http://schemas.openxmlformats.org/drawingml/2006/main">
              <a:ext uri="{FF2B5EF4-FFF2-40B4-BE49-F238E27FC236}">
                <a16:creationId xmlns:a16="http://schemas.microsoft.com/office/drawing/2014/main" id="{C6381C21-7124-49E5-A817-0E30F7CA4D17}"/>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6 / 52</a:t>
            </a:r>
          </a:p>
        </p:txBody>
      </p:sp>
      <p:sp>
        <p:nvSpPr>
          <p:cNvPr id="15" name="">
            <a:extLst xmlns:a="http://schemas.openxmlformats.org/drawingml/2006/main">
              <a:ext uri="{FF2B5EF4-FFF2-40B4-BE49-F238E27FC236}">
                <a16:creationId xmlns:a16="http://schemas.microsoft.com/office/drawing/2014/main" id="{EB79B39F-E87D-48A6-B66D-A2D278C03FC8}"/>
              </a:ext>
            </a:extLst>
          </p:cNvPr>
          <p:cNvSpPr>
            <a:spLocks xmlns:a="http://schemas.openxmlformats.org/drawingml/2006/main" noGrp="1"/>
          </p:cNvSpPr>
          <p:nvPr/>
        </p:nvSpPr>
        <p:spPr>
          <a:xfrm xmlns:a="http://schemas.openxmlformats.org/drawingml/2006/main">
            <a:off x="809625" y="157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263D4D"/>
                </a:solidFill>
                <a:latin typeface="Yu Gothic"/>
                <a:ea typeface="Yu Gothic"/>
                <a:cs typeface="Yu Gothic"/>
              </a:defRPr>
            </a:defPPr>
            <a:lvl1pPr>
              <a:buNone/>
              <a:defRPr sz="2850" b="1">
                <a:solidFill>
                  <a:srgbClr val="263D4D"/>
                </a:solidFill>
                <a:latin typeface="Yu Gothic"/>
                <a:ea typeface="Yu Gothic"/>
                <a:cs typeface="Yu Gothic"/>
              </a:defRPr>
            </a:lvl1pPr>
            <a:lvl2pPr>
              <a:buNone/>
              <a:defRPr sz="2850" b="1">
                <a:solidFill>
                  <a:srgbClr val="263D4D"/>
                </a:solidFill>
                <a:latin typeface="Yu Gothic"/>
                <a:ea typeface="Yu Gothic"/>
                <a:cs typeface="Yu Gothic"/>
              </a:defRPr>
            </a:lvl2pPr>
            <a:lvl3pPr>
              <a:buNone/>
              <a:defRPr sz="2850" b="1">
                <a:solidFill>
                  <a:srgbClr val="263D4D"/>
                </a:solidFill>
                <a:latin typeface="Yu Gothic"/>
                <a:ea typeface="Yu Gothic"/>
                <a:cs typeface="Yu Gothic"/>
              </a:defRPr>
            </a:lvl3pPr>
            <a:lvl4pPr>
              <a:buNone/>
              <a:defRPr sz="2850" b="1">
                <a:solidFill>
                  <a:srgbClr val="263D4D"/>
                </a:solidFill>
                <a:latin typeface="Yu Gothic"/>
                <a:ea typeface="Yu Gothic"/>
                <a:cs typeface="Yu Gothic"/>
              </a:defRPr>
            </a:lvl4pPr>
            <a:lvl5pPr>
              <a:buNone/>
              <a:defRPr sz="2850" b="1">
                <a:solidFill>
                  <a:srgbClr val="263D4D"/>
                </a:solidFill>
                <a:latin typeface="Yu Gothic"/>
                <a:ea typeface="Yu Gothic"/>
                <a:cs typeface="Yu Gothic"/>
              </a:defRPr>
            </a:lvl5pPr>
            <a:lvl6pPr>
              <a:buNone/>
              <a:defRPr sz="2850" b="1">
                <a:solidFill>
                  <a:srgbClr val="263D4D"/>
                </a:solidFill>
                <a:latin typeface="Yu Gothic"/>
                <a:ea typeface="Yu Gothic"/>
                <a:cs typeface="Yu Gothic"/>
              </a:defRPr>
            </a:lvl6pPr>
            <a:lvl7pPr>
              <a:buNone/>
              <a:defRPr sz="2850" b="1">
                <a:solidFill>
                  <a:srgbClr val="263D4D"/>
                </a:solidFill>
                <a:latin typeface="Yu Gothic"/>
                <a:ea typeface="Yu Gothic"/>
                <a:cs typeface="Yu Gothic"/>
              </a:defRPr>
            </a:lvl7pPr>
            <a:lvl8pPr>
              <a:buNone/>
              <a:defRPr sz="2850" b="1">
                <a:solidFill>
                  <a:srgbClr val="263D4D"/>
                </a:solidFill>
                <a:latin typeface="Yu Gothic"/>
                <a:ea typeface="Yu Gothic"/>
                <a:cs typeface="Yu Gothic"/>
              </a:defRPr>
            </a:lvl8pPr>
            <a:lvl9pPr>
              <a:buNone/>
              <a:defRPr sz="2850" b="1">
                <a:solidFill>
                  <a:srgbClr val="263D4D"/>
                </a:solidFill>
                <a:latin typeface="Yu Gothic"/>
                <a:ea typeface="Yu Gothic"/>
                <a:cs typeface="Yu Gothic"/>
              </a:defRPr>
            </a:lvl9pPr>
          </a:lstStyle>
          <a:p xmlns:a="http://schemas.openxmlformats.org/drawingml/2006/main">
            <a:pPr>
              <a:buNone/>
              <a:defRPr sz="2850" b="1">
                <a:solidFill>
                  <a:srgbClr val="263D4D"/>
                </a:solidFill>
                <a:latin typeface="Yu Gothic"/>
                <a:ea typeface="Yu Gothic"/>
                <a:cs typeface="Yu Gothic"/>
              </a:defRPr>
            </a:pPr>
            <a:r>
              <a:rPr sz="2850" b="1">
                <a:solidFill>
                  <a:srgbClr val="263D4D"/>
                </a:solidFill>
                <a:latin typeface="Yu Gothic"/>
                <a:ea typeface="Yu Gothic"/>
                <a:cs typeface="Yu Gothic"/>
              </a:rPr>
              <a:t>I ≈（距離² × 小さな面積）の合計</a:t>
            </a:r>
          </a:p>
        </p:txBody>
      </p:sp>
      <p:sp>
        <p:nvSpPr>
          <p:cNvPr id="16" name="">
            <a:extLst xmlns:a="http://schemas.openxmlformats.org/drawingml/2006/main">
              <a:ext uri="{FF2B5EF4-FFF2-40B4-BE49-F238E27FC236}">
                <a16:creationId xmlns:a16="http://schemas.microsoft.com/office/drawing/2014/main" id="{D28026A2-2713-452E-BE5F-FC7E13D35088}"/>
              </a:ext>
            </a:extLst>
          </p:cNvPr>
          <p:cNvSpPr>
            <a:spLocks xmlns:a="http://schemas.openxmlformats.org/drawingml/2006/main" noGrp="1"/>
          </p:cNvSpPr>
          <p:nvPr/>
        </p:nvSpPr>
        <p:spPr>
          <a:xfrm xmlns:a="http://schemas.openxmlformats.org/drawingml/2006/main">
            <a:off x="1714500" y="2714625"/>
            <a:ext cx="2476500" cy="2381250"/>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17" name="">
            <a:extLst xmlns:a="http://schemas.openxmlformats.org/drawingml/2006/main">
              <a:ext uri="{FF2B5EF4-FFF2-40B4-BE49-F238E27FC236}">
                <a16:creationId xmlns:a16="http://schemas.microsoft.com/office/drawing/2014/main" id="{94982A5F-5188-43A4-9504-5C482B586ADA}"/>
              </a:ext>
            </a:extLst>
          </p:cNvPr>
          <p:cNvSpPr>
            <a:spLocks xmlns:a="http://schemas.openxmlformats.org/drawingml/2006/main" noGrp="1"/>
          </p:cNvSpPr>
          <p:nvPr/>
        </p:nvSpPr>
        <p:spPr>
          <a:xfrm xmlns:a="http://schemas.openxmlformats.org/drawingml/2006/main">
            <a:off x="1095375"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18" name="">
            <a:extLst xmlns:a="http://schemas.openxmlformats.org/drawingml/2006/main">
              <a:ext uri="{FF2B5EF4-FFF2-40B4-BE49-F238E27FC236}">
                <a16:creationId xmlns:a16="http://schemas.microsoft.com/office/drawing/2014/main" id="{3C48ADEF-9EDF-4512-974B-A29A5CC10FEF}"/>
              </a:ext>
            </a:extLst>
          </p:cNvPr>
          <p:cNvSpPr>
            <a:spLocks xmlns:a="http://schemas.openxmlformats.org/drawingml/2006/main" noGrp="1"/>
          </p:cNvSpPr>
          <p:nvPr/>
        </p:nvSpPr>
        <p:spPr>
          <a:xfrm xmlns:a="http://schemas.openxmlformats.org/drawingml/2006/main">
            <a:off x="1225777"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19" name="">
            <a:extLst xmlns:a="http://schemas.openxmlformats.org/drawingml/2006/main">
              <a:ext uri="{FF2B5EF4-FFF2-40B4-BE49-F238E27FC236}">
                <a16:creationId xmlns:a16="http://schemas.microsoft.com/office/drawing/2014/main" id="{1EE049E4-1E37-4711-A7FE-E56407738F16}"/>
              </a:ext>
            </a:extLst>
          </p:cNvPr>
          <p:cNvSpPr>
            <a:spLocks xmlns:a="http://schemas.openxmlformats.org/drawingml/2006/main" noGrp="1"/>
          </p:cNvSpPr>
          <p:nvPr/>
        </p:nvSpPr>
        <p:spPr>
          <a:xfrm xmlns:a="http://schemas.openxmlformats.org/drawingml/2006/main">
            <a:off x="1356179"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C06D1CF5-5B8B-4D86-A52B-0CB2F15DA2BA}"/>
              </a:ext>
            </a:extLst>
          </p:cNvPr>
          <p:cNvSpPr>
            <a:spLocks xmlns:a="http://schemas.openxmlformats.org/drawingml/2006/main" noGrp="1"/>
          </p:cNvSpPr>
          <p:nvPr/>
        </p:nvSpPr>
        <p:spPr>
          <a:xfrm xmlns:a="http://schemas.openxmlformats.org/drawingml/2006/main">
            <a:off x="1486580"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B253357E-765E-4FD0-8A4D-DF65326E7900}"/>
              </a:ext>
            </a:extLst>
          </p:cNvPr>
          <p:cNvSpPr>
            <a:spLocks xmlns:a="http://schemas.openxmlformats.org/drawingml/2006/main" noGrp="1"/>
          </p:cNvSpPr>
          <p:nvPr/>
        </p:nvSpPr>
        <p:spPr>
          <a:xfrm xmlns:a="http://schemas.openxmlformats.org/drawingml/2006/main">
            <a:off x="1616982"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C433AF49-AD97-4297-A048-41D40DAF90EA}"/>
              </a:ext>
            </a:extLst>
          </p:cNvPr>
          <p:cNvSpPr>
            <a:spLocks xmlns:a="http://schemas.openxmlformats.org/drawingml/2006/main" noGrp="1"/>
          </p:cNvSpPr>
          <p:nvPr/>
        </p:nvSpPr>
        <p:spPr>
          <a:xfrm xmlns:a="http://schemas.openxmlformats.org/drawingml/2006/main">
            <a:off x="1747384"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B4558372-A9A5-4713-A2CB-54450CD567F9}"/>
              </a:ext>
            </a:extLst>
          </p:cNvPr>
          <p:cNvSpPr>
            <a:spLocks xmlns:a="http://schemas.openxmlformats.org/drawingml/2006/main" noGrp="1"/>
          </p:cNvSpPr>
          <p:nvPr/>
        </p:nvSpPr>
        <p:spPr>
          <a:xfrm xmlns:a="http://schemas.openxmlformats.org/drawingml/2006/main">
            <a:off x="1877786"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898FFF7D-CDE9-4B75-AC83-0580B6F5652D}"/>
              </a:ext>
            </a:extLst>
          </p:cNvPr>
          <p:cNvSpPr>
            <a:spLocks xmlns:a="http://schemas.openxmlformats.org/drawingml/2006/main" noGrp="1"/>
          </p:cNvSpPr>
          <p:nvPr/>
        </p:nvSpPr>
        <p:spPr>
          <a:xfrm xmlns:a="http://schemas.openxmlformats.org/drawingml/2006/main">
            <a:off x="2008187"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DD0BE1F6-99D2-440B-8558-A5FBBA27F6DE}"/>
              </a:ext>
            </a:extLst>
          </p:cNvPr>
          <p:cNvSpPr>
            <a:spLocks xmlns:a="http://schemas.openxmlformats.org/drawingml/2006/main" noGrp="1"/>
          </p:cNvSpPr>
          <p:nvPr/>
        </p:nvSpPr>
        <p:spPr>
          <a:xfrm xmlns:a="http://schemas.openxmlformats.org/drawingml/2006/main">
            <a:off x="2138589"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A2737FF4-7581-44A6-9D57-A7AE517E2ABC}"/>
              </a:ext>
            </a:extLst>
          </p:cNvPr>
          <p:cNvSpPr>
            <a:spLocks xmlns:a="http://schemas.openxmlformats.org/drawingml/2006/main" noGrp="1"/>
          </p:cNvSpPr>
          <p:nvPr/>
        </p:nvSpPr>
        <p:spPr>
          <a:xfrm xmlns:a="http://schemas.openxmlformats.org/drawingml/2006/main">
            <a:off x="2268991"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A569BDF4-B213-40D5-9952-FCC20484EA52}"/>
              </a:ext>
            </a:extLst>
          </p:cNvPr>
          <p:cNvSpPr>
            <a:spLocks xmlns:a="http://schemas.openxmlformats.org/drawingml/2006/main" noGrp="1"/>
          </p:cNvSpPr>
          <p:nvPr/>
        </p:nvSpPr>
        <p:spPr>
          <a:xfrm xmlns:a="http://schemas.openxmlformats.org/drawingml/2006/main">
            <a:off x="2399393"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AB18EFA6-3984-4E75-B370-F7DB31AF53D7}"/>
              </a:ext>
            </a:extLst>
          </p:cNvPr>
          <p:cNvSpPr>
            <a:spLocks xmlns:a="http://schemas.openxmlformats.org/drawingml/2006/main" noGrp="1"/>
          </p:cNvSpPr>
          <p:nvPr/>
        </p:nvSpPr>
        <p:spPr>
          <a:xfrm xmlns:a="http://schemas.openxmlformats.org/drawingml/2006/main">
            <a:off x="2529795"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60B4141C-CCA0-4523-B4F2-BD88877A8736}"/>
              </a:ext>
            </a:extLst>
          </p:cNvPr>
          <p:cNvSpPr>
            <a:spLocks xmlns:a="http://schemas.openxmlformats.org/drawingml/2006/main" noGrp="1"/>
          </p:cNvSpPr>
          <p:nvPr/>
        </p:nvSpPr>
        <p:spPr>
          <a:xfrm xmlns:a="http://schemas.openxmlformats.org/drawingml/2006/main">
            <a:off x="2660196"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8017428D-8A25-4F62-A4B1-3598E5B7A373}"/>
              </a:ext>
            </a:extLst>
          </p:cNvPr>
          <p:cNvSpPr>
            <a:spLocks xmlns:a="http://schemas.openxmlformats.org/drawingml/2006/main" noGrp="1"/>
          </p:cNvSpPr>
          <p:nvPr/>
        </p:nvSpPr>
        <p:spPr>
          <a:xfrm xmlns:a="http://schemas.openxmlformats.org/drawingml/2006/main">
            <a:off x="2790598"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E2801D08-EBB8-4D7B-897D-00CA96DADDC7}"/>
              </a:ext>
            </a:extLst>
          </p:cNvPr>
          <p:cNvSpPr>
            <a:spLocks xmlns:a="http://schemas.openxmlformats.org/drawingml/2006/main" noGrp="1"/>
          </p:cNvSpPr>
          <p:nvPr/>
        </p:nvSpPr>
        <p:spPr>
          <a:xfrm xmlns:a="http://schemas.openxmlformats.org/drawingml/2006/main">
            <a:off x="2921000"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384BA05F-36D3-447D-B7FF-C90793E3AB88}"/>
              </a:ext>
            </a:extLst>
          </p:cNvPr>
          <p:cNvSpPr>
            <a:spLocks xmlns:a="http://schemas.openxmlformats.org/drawingml/2006/main" noGrp="1"/>
          </p:cNvSpPr>
          <p:nvPr/>
        </p:nvSpPr>
        <p:spPr>
          <a:xfrm xmlns:a="http://schemas.openxmlformats.org/drawingml/2006/main">
            <a:off x="3051402"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4B0053AD-D05D-490D-8C11-19D5417EEE4E}"/>
              </a:ext>
            </a:extLst>
          </p:cNvPr>
          <p:cNvSpPr>
            <a:spLocks xmlns:a="http://schemas.openxmlformats.org/drawingml/2006/main" noGrp="1"/>
          </p:cNvSpPr>
          <p:nvPr/>
        </p:nvSpPr>
        <p:spPr>
          <a:xfrm xmlns:a="http://schemas.openxmlformats.org/drawingml/2006/main">
            <a:off x="3181804"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E5DC1317-A975-4930-B82A-B391164ADC59}"/>
              </a:ext>
            </a:extLst>
          </p:cNvPr>
          <p:cNvSpPr>
            <a:spLocks xmlns:a="http://schemas.openxmlformats.org/drawingml/2006/main" noGrp="1"/>
          </p:cNvSpPr>
          <p:nvPr/>
        </p:nvSpPr>
        <p:spPr>
          <a:xfrm xmlns:a="http://schemas.openxmlformats.org/drawingml/2006/main">
            <a:off x="3312205"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23D51EE6-81BB-4AF4-A2F8-CF1088DA767A}"/>
              </a:ext>
            </a:extLst>
          </p:cNvPr>
          <p:cNvSpPr>
            <a:spLocks xmlns:a="http://schemas.openxmlformats.org/drawingml/2006/main" noGrp="1"/>
          </p:cNvSpPr>
          <p:nvPr/>
        </p:nvSpPr>
        <p:spPr>
          <a:xfrm xmlns:a="http://schemas.openxmlformats.org/drawingml/2006/main">
            <a:off x="3442607"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B57A0F33-330C-474D-96F5-9CBFF97A8CB1}"/>
              </a:ext>
            </a:extLst>
          </p:cNvPr>
          <p:cNvSpPr>
            <a:spLocks xmlns:a="http://schemas.openxmlformats.org/drawingml/2006/main" noGrp="1"/>
          </p:cNvSpPr>
          <p:nvPr/>
        </p:nvSpPr>
        <p:spPr>
          <a:xfrm xmlns:a="http://schemas.openxmlformats.org/drawingml/2006/main">
            <a:off x="3573009"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648F22A2-2B0B-4A5A-86BA-677BF7B8AD9A}"/>
              </a:ext>
            </a:extLst>
          </p:cNvPr>
          <p:cNvSpPr>
            <a:spLocks xmlns:a="http://schemas.openxmlformats.org/drawingml/2006/main" noGrp="1"/>
          </p:cNvSpPr>
          <p:nvPr/>
        </p:nvSpPr>
        <p:spPr>
          <a:xfrm xmlns:a="http://schemas.openxmlformats.org/drawingml/2006/main">
            <a:off x="3703411"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CA7EF454-B83A-4DE5-96D6-D3EF65AFA2DA}"/>
              </a:ext>
            </a:extLst>
          </p:cNvPr>
          <p:cNvSpPr>
            <a:spLocks xmlns:a="http://schemas.openxmlformats.org/drawingml/2006/main" noGrp="1"/>
          </p:cNvSpPr>
          <p:nvPr/>
        </p:nvSpPr>
        <p:spPr>
          <a:xfrm xmlns:a="http://schemas.openxmlformats.org/drawingml/2006/main">
            <a:off x="3833813"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40D77E1E-221D-4329-8555-AA7049F51DE0}"/>
              </a:ext>
            </a:extLst>
          </p:cNvPr>
          <p:cNvSpPr>
            <a:spLocks xmlns:a="http://schemas.openxmlformats.org/drawingml/2006/main" noGrp="1"/>
          </p:cNvSpPr>
          <p:nvPr/>
        </p:nvSpPr>
        <p:spPr>
          <a:xfrm xmlns:a="http://schemas.openxmlformats.org/drawingml/2006/main">
            <a:off x="3964214"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F3B504A4-909A-4C90-85E4-9E3B6295FD12}"/>
              </a:ext>
            </a:extLst>
          </p:cNvPr>
          <p:cNvSpPr>
            <a:spLocks xmlns:a="http://schemas.openxmlformats.org/drawingml/2006/main" noGrp="1"/>
          </p:cNvSpPr>
          <p:nvPr/>
        </p:nvSpPr>
        <p:spPr>
          <a:xfrm xmlns:a="http://schemas.openxmlformats.org/drawingml/2006/main">
            <a:off x="4094616"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0BDDD1FA-CC1D-4F33-8825-0FCB7469A417}"/>
              </a:ext>
            </a:extLst>
          </p:cNvPr>
          <p:cNvSpPr>
            <a:spLocks xmlns:a="http://schemas.openxmlformats.org/drawingml/2006/main" noGrp="1"/>
          </p:cNvSpPr>
          <p:nvPr/>
        </p:nvSpPr>
        <p:spPr>
          <a:xfrm xmlns:a="http://schemas.openxmlformats.org/drawingml/2006/main">
            <a:off x="4225018"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36A4A132-CA6C-4F5C-AC75-C0901BC104C1}"/>
              </a:ext>
            </a:extLst>
          </p:cNvPr>
          <p:cNvSpPr>
            <a:spLocks xmlns:a="http://schemas.openxmlformats.org/drawingml/2006/main" noGrp="1"/>
          </p:cNvSpPr>
          <p:nvPr/>
        </p:nvSpPr>
        <p:spPr>
          <a:xfrm xmlns:a="http://schemas.openxmlformats.org/drawingml/2006/main">
            <a:off x="4355420"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C590FDF4-301A-4EA9-A1B8-8C59D1735DB8}"/>
              </a:ext>
            </a:extLst>
          </p:cNvPr>
          <p:cNvSpPr>
            <a:spLocks xmlns:a="http://schemas.openxmlformats.org/drawingml/2006/main" noGrp="1"/>
          </p:cNvSpPr>
          <p:nvPr/>
        </p:nvSpPr>
        <p:spPr>
          <a:xfrm xmlns:a="http://schemas.openxmlformats.org/drawingml/2006/main">
            <a:off x="4485821"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0323DF80-87C5-4A99-A86E-44951A63B265}"/>
              </a:ext>
            </a:extLst>
          </p:cNvPr>
          <p:cNvSpPr>
            <a:spLocks xmlns:a="http://schemas.openxmlformats.org/drawingml/2006/main" noGrp="1"/>
          </p:cNvSpPr>
          <p:nvPr/>
        </p:nvSpPr>
        <p:spPr>
          <a:xfrm xmlns:a="http://schemas.openxmlformats.org/drawingml/2006/main">
            <a:off x="4616223"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C7BC803B-3613-441A-AF6B-7B124C12D433}"/>
              </a:ext>
            </a:extLst>
          </p:cNvPr>
          <p:cNvSpPr>
            <a:spLocks xmlns:a="http://schemas.openxmlformats.org/drawingml/2006/main" noGrp="1"/>
          </p:cNvSpPr>
          <p:nvPr/>
        </p:nvSpPr>
        <p:spPr>
          <a:xfrm xmlns:a="http://schemas.openxmlformats.org/drawingml/2006/main">
            <a:off x="4746625"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A4A412CE-21BD-4725-A15E-862FF73891F9}"/>
              </a:ext>
            </a:extLst>
          </p:cNvPr>
          <p:cNvSpPr>
            <a:spLocks xmlns:a="http://schemas.openxmlformats.org/drawingml/2006/main" noGrp="1"/>
          </p:cNvSpPr>
          <p:nvPr/>
        </p:nvSpPr>
        <p:spPr>
          <a:xfrm xmlns:a="http://schemas.openxmlformats.org/drawingml/2006/main">
            <a:off x="4877027"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50DE73E6-5E9E-41F7-9F3F-B499B5C66E92}"/>
              </a:ext>
            </a:extLst>
          </p:cNvPr>
          <p:cNvSpPr>
            <a:spLocks xmlns:a="http://schemas.openxmlformats.org/drawingml/2006/main" noGrp="1"/>
          </p:cNvSpPr>
          <p:nvPr/>
        </p:nvSpPr>
        <p:spPr>
          <a:xfrm xmlns:a="http://schemas.openxmlformats.org/drawingml/2006/main">
            <a:off x="5007429"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DDD6EC4D-4E97-43EF-8209-C693B9FB666D}"/>
              </a:ext>
            </a:extLst>
          </p:cNvPr>
          <p:cNvSpPr>
            <a:spLocks xmlns:a="http://schemas.openxmlformats.org/drawingml/2006/main" noGrp="1"/>
          </p:cNvSpPr>
          <p:nvPr/>
        </p:nvSpPr>
        <p:spPr>
          <a:xfrm xmlns:a="http://schemas.openxmlformats.org/drawingml/2006/main">
            <a:off x="5137830"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2CFB1F5C-9418-4971-B527-118540E06AE5}"/>
              </a:ext>
            </a:extLst>
          </p:cNvPr>
          <p:cNvSpPr>
            <a:spLocks xmlns:a="http://schemas.openxmlformats.org/drawingml/2006/main" noGrp="1"/>
          </p:cNvSpPr>
          <p:nvPr/>
        </p:nvSpPr>
        <p:spPr>
          <a:xfrm xmlns:a="http://schemas.openxmlformats.org/drawingml/2006/main">
            <a:off x="5268232"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0" name="">
            <a:extLst xmlns:a="http://schemas.openxmlformats.org/drawingml/2006/main">
              <a:ext uri="{FF2B5EF4-FFF2-40B4-BE49-F238E27FC236}">
                <a16:creationId xmlns:a16="http://schemas.microsoft.com/office/drawing/2014/main" id="{3577D0E7-56C4-4EF3-B68B-E85E3B4E0C24}"/>
              </a:ext>
            </a:extLst>
          </p:cNvPr>
          <p:cNvSpPr>
            <a:spLocks xmlns:a="http://schemas.openxmlformats.org/drawingml/2006/main" noGrp="1"/>
          </p:cNvSpPr>
          <p:nvPr/>
        </p:nvSpPr>
        <p:spPr>
          <a:xfrm xmlns:a="http://schemas.openxmlformats.org/drawingml/2006/main">
            <a:off x="5398634"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1" name="">
            <a:extLst xmlns:a="http://schemas.openxmlformats.org/drawingml/2006/main">
              <a:ext uri="{FF2B5EF4-FFF2-40B4-BE49-F238E27FC236}">
                <a16:creationId xmlns:a16="http://schemas.microsoft.com/office/drawing/2014/main" id="{1B71B53F-CE1D-4267-BA44-F8404F1193D4}"/>
              </a:ext>
            </a:extLst>
          </p:cNvPr>
          <p:cNvSpPr>
            <a:spLocks xmlns:a="http://schemas.openxmlformats.org/drawingml/2006/main" noGrp="1"/>
          </p:cNvSpPr>
          <p:nvPr/>
        </p:nvSpPr>
        <p:spPr>
          <a:xfrm xmlns:a="http://schemas.openxmlformats.org/drawingml/2006/main">
            <a:off x="5529036"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2" name="">
            <a:extLst xmlns:a="http://schemas.openxmlformats.org/drawingml/2006/main">
              <a:ext uri="{FF2B5EF4-FFF2-40B4-BE49-F238E27FC236}">
                <a16:creationId xmlns:a16="http://schemas.microsoft.com/office/drawing/2014/main" id="{1679E49E-E2C1-414D-A8BA-D3298D06D0AF}"/>
              </a:ext>
            </a:extLst>
          </p:cNvPr>
          <p:cNvSpPr>
            <a:spLocks xmlns:a="http://schemas.openxmlformats.org/drawingml/2006/main" noGrp="1"/>
          </p:cNvSpPr>
          <p:nvPr/>
        </p:nvSpPr>
        <p:spPr>
          <a:xfrm xmlns:a="http://schemas.openxmlformats.org/drawingml/2006/main">
            <a:off x="5659438"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45502A22-8EB4-46F8-AF54-5B309A239FD0}"/>
              </a:ext>
            </a:extLst>
          </p:cNvPr>
          <p:cNvSpPr>
            <a:spLocks xmlns:a="http://schemas.openxmlformats.org/drawingml/2006/main" noGrp="1"/>
          </p:cNvSpPr>
          <p:nvPr/>
        </p:nvSpPr>
        <p:spPr>
          <a:xfrm xmlns:a="http://schemas.openxmlformats.org/drawingml/2006/main">
            <a:off x="5789839"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DF775795-F6B1-4679-BD22-7CDC13CF480F}"/>
              </a:ext>
            </a:extLst>
          </p:cNvPr>
          <p:cNvSpPr>
            <a:spLocks xmlns:a="http://schemas.openxmlformats.org/drawingml/2006/main" noGrp="1"/>
          </p:cNvSpPr>
          <p:nvPr/>
        </p:nvSpPr>
        <p:spPr>
          <a:xfrm xmlns:a="http://schemas.openxmlformats.org/drawingml/2006/main">
            <a:off x="5920241"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5" name="">
            <a:extLst xmlns:a="http://schemas.openxmlformats.org/drawingml/2006/main">
              <a:ext uri="{FF2B5EF4-FFF2-40B4-BE49-F238E27FC236}">
                <a16:creationId xmlns:a16="http://schemas.microsoft.com/office/drawing/2014/main" id="{724DF964-1EBA-4319-8BE1-7B5633ED98CB}"/>
              </a:ext>
            </a:extLst>
          </p:cNvPr>
          <p:cNvSpPr>
            <a:spLocks xmlns:a="http://schemas.openxmlformats.org/drawingml/2006/main" noGrp="1"/>
          </p:cNvSpPr>
          <p:nvPr/>
        </p:nvSpPr>
        <p:spPr>
          <a:xfrm xmlns:a="http://schemas.openxmlformats.org/drawingml/2006/main">
            <a:off x="6050643"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6" name="">
            <a:extLst xmlns:a="http://schemas.openxmlformats.org/drawingml/2006/main">
              <a:ext uri="{FF2B5EF4-FFF2-40B4-BE49-F238E27FC236}">
                <a16:creationId xmlns:a16="http://schemas.microsoft.com/office/drawing/2014/main" id="{48644E60-91FB-4E8D-9FC8-F592BB6DAA91}"/>
              </a:ext>
            </a:extLst>
          </p:cNvPr>
          <p:cNvSpPr>
            <a:spLocks xmlns:a="http://schemas.openxmlformats.org/drawingml/2006/main" noGrp="1"/>
          </p:cNvSpPr>
          <p:nvPr/>
        </p:nvSpPr>
        <p:spPr>
          <a:xfrm xmlns:a="http://schemas.openxmlformats.org/drawingml/2006/main">
            <a:off x="6181045"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7" name="">
            <a:extLst xmlns:a="http://schemas.openxmlformats.org/drawingml/2006/main">
              <a:ext uri="{FF2B5EF4-FFF2-40B4-BE49-F238E27FC236}">
                <a16:creationId xmlns:a16="http://schemas.microsoft.com/office/drawing/2014/main" id="{98EB8836-5781-4783-ADD1-8F98DF3098E3}"/>
              </a:ext>
            </a:extLst>
          </p:cNvPr>
          <p:cNvSpPr>
            <a:spLocks xmlns:a="http://schemas.openxmlformats.org/drawingml/2006/main" noGrp="1"/>
          </p:cNvSpPr>
          <p:nvPr/>
        </p:nvSpPr>
        <p:spPr>
          <a:xfrm xmlns:a="http://schemas.openxmlformats.org/drawingml/2006/main">
            <a:off x="6311446"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8" name="">
            <a:extLst xmlns:a="http://schemas.openxmlformats.org/drawingml/2006/main">
              <a:ext uri="{FF2B5EF4-FFF2-40B4-BE49-F238E27FC236}">
                <a16:creationId xmlns:a16="http://schemas.microsoft.com/office/drawing/2014/main" id="{6EE4020E-A447-41F2-888F-A58BCE416EF6}"/>
              </a:ext>
            </a:extLst>
          </p:cNvPr>
          <p:cNvSpPr>
            <a:spLocks xmlns:a="http://schemas.openxmlformats.org/drawingml/2006/main" noGrp="1"/>
          </p:cNvSpPr>
          <p:nvPr/>
        </p:nvSpPr>
        <p:spPr>
          <a:xfrm xmlns:a="http://schemas.openxmlformats.org/drawingml/2006/main">
            <a:off x="6441848" y="3905250"/>
            <a:ext cx="71721" cy="9525"/>
          </a:xfrm>
          <a:custGeom xmlns:a="http://schemas.openxmlformats.org/drawingml/2006/main">
            <a:pathLst>
              <a:path w="71721" h="9525">
                <a:moveTo>
                  <a:pt x="0" y="0"/>
                </a:moveTo>
                <a:lnTo>
                  <a:pt x="71721" y="0"/>
                </a:lnTo>
              </a:path>
            </a:pathLst>
          </a:custGeom>
          <a:noFill xmlns:a="http://schemas.openxmlformats.org/drawingml/2006/main"/>
          <a:ln xmlns:a="http://schemas.openxmlformats.org/drawingml/2006/main" w="11430">
            <a:solidFill>
              <a:srgbClr val="71818B"/>
            </a:solidFill>
          </a:ln>
        </p:spPr>
      </p:sp>
      <p:sp>
        <p:nvSpPr>
          <p:cNvPr id="59" name="">
            <a:extLst xmlns:a="http://schemas.openxmlformats.org/drawingml/2006/main">
              <a:ext uri="{FF2B5EF4-FFF2-40B4-BE49-F238E27FC236}">
                <a16:creationId xmlns:a16="http://schemas.microsoft.com/office/drawing/2014/main" id="{A024A856-1582-4669-8B22-FE112F503B14}"/>
              </a:ext>
            </a:extLst>
          </p:cNvPr>
          <p:cNvSpPr>
            <a:spLocks xmlns:a="http://schemas.openxmlformats.org/drawingml/2006/main" noGrp="1"/>
          </p:cNvSpPr>
          <p:nvPr/>
        </p:nvSpPr>
        <p:spPr>
          <a:xfrm xmlns:a="http://schemas.openxmlformats.org/drawingml/2006/main">
            <a:off x="809625" y="404812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中立軸</a:t>
            </a:r>
          </a:p>
        </p:txBody>
      </p:sp>
      <p:sp>
        <p:nvSpPr>
          <p:cNvPr id="60" name="">
            <a:extLst xmlns:a="http://schemas.openxmlformats.org/drawingml/2006/main">
              <a:ext uri="{FF2B5EF4-FFF2-40B4-BE49-F238E27FC236}">
                <a16:creationId xmlns:a16="http://schemas.microsoft.com/office/drawing/2014/main" id="{92169964-1E78-4B26-9F98-56BBE672E7F7}"/>
              </a:ext>
            </a:extLst>
          </p:cNvPr>
          <p:cNvSpPr>
            <a:spLocks xmlns:a="http://schemas.openxmlformats.org/drawingml/2006/main" noGrp="1"/>
          </p:cNvSpPr>
          <p:nvPr/>
        </p:nvSpPr>
        <p:spPr>
          <a:xfrm xmlns:a="http://schemas.openxmlformats.org/drawingml/2006/main">
            <a:off x="2095500" y="3286125"/>
            <a:ext cx="428625" cy="190500"/>
          </a:xfrm>
          <a:prstGeom xmlns:a="http://schemas.openxmlformats.org/drawingml/2006/main" prst="rect">
            <a:avLst/>
          </a:prstGeom>
          <a:solidFill xmlns:a="http://schemas.openxmlformats.org/drawingml/2006/main">
            <a:srgbClr val="B8D4E2"/>
          </a:solidFill>
          <a:ln xmlns:a="http://schemas.openxmlformats.org/drawingml/2006/main" w="16193">
            <a:solidFill>
              <a:srgbClr val="2876A8"/>
            </a:solidFill>
          </a:ln>
        </p:spPr>
      </p:sp>
      <p:sp>
        <p:nvSpPr>
          <p:cNvPr id="61" name="">
            <a:extLst xmlns:a="http://schemas.openxmlformats.org/drawingml/2006/main">
              <a:ext uri="{FF2B5EF4-FFF2-40B4-BE49-F238E27FC236}">
                <a16:creationId xmlns:a16="http://schemas.microsoft.com/office/drawing/2014/main" id="{DD0A1A0D-BDB9-4C3E-B6D5-FC54A883E766}"/>
              </a:ext>
            </a:extLst>
          </p:cNvPr>
          <p:cNvSpPr>
            <a:spLocks xmlns:a="http://schemas.openxmlformats.org/drawingml/2006/main" noGrp="1"/>
          </p:cNvSpPr>
          <p:nvPr/>
        </p:nvSpPr>
        <p:spPr>
          <a:xfrm xmlns:a="http://schemas.openxmlformats.org/drawingml/2006/main">
            <a:off x="3381375" y="2762250"/>
            <a:ext cx="428625" cy="190500"/>
          </a:xfrm>
          <a:prstGeom xmlns:a="http://schemas.openxmlformats.org/drawingml/2006/main" prst="rect">
            <a:avLst/>
          </a:prstGeom>
          <a:solidFill xmlns:a="http://schemas.openxmlformats.org/drawingml/2006/main">
            <a:srgbClr val="B8D4E2"/>
          </a:solidFill>
          <a:ln xmlns:a="http://schemas.openxmlformats.org/drawingml/2006/main" w="16193">
            <a:solidFill>
              <a:srgbClr val="2876A8"/>
            </a:solidFill>
          </a:ln>
        </p:spPr>
      </p:sp>
      <p:sp>
        <p:nvSpPr>
          <p:cNvPr id="62" name="">
            <a:extLst xmlns:a="http://schemas.openxmlformats.org/drawingml/2006/main">
              <a:ext uri="{FF2B5EF4-FFF2-40B4-BE49-F238E27FC236}">
                <a16:creationId xmlns:a16="http://schemas.microsoft.com/office/drawing/2014/main" id="{BF3939E0-5FD3-4999-8572-CF25A14A11C3}"/>
              </a:ext>
            </a:extLst>
          </p:cNvPr>
          <p:cNvSpPr>
            <a:spLocks xmlns:a="http://schemas.openxmlformats.org/drawingml/2006/main" noGrp="1"/>
          </p:cNvSpPr>
          <p:nvPr/>
        </p:nvSpPr>
        <p:spPr>
          <a:xfrm xmlns:a="http://schemas.openxmlformats.org/drawingml/2006/main">
            <a:off x="1952625" y="22860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同じΔA</a:t>
            </a:r>
          </a:p>
        </p:txBody>
      </p:sp>
      <p:sp>
        <p:nvSpPr>
          <p:cNvPr id="63" name="">
            <a:extLst xmlns:a="http://schemas.openxmlformats.org/drawingml/2006/main">
              <a:ext uri="{FF2B5EF4-FFF2-40B4-BE49-F238E27FC236}">
                <a16:creationId xmlns:a16="http://schemas.microsoft.com/office/drawing/2014/main" id="{A6D539D3-EFB8-4833-8932-D633F246A3D7}"/>
              </a:ext>
            </a:extLst>
          </p:cNvPr>
          <p:cNvSpPr>
            <a:spLocks xmlns:a="http://schemas.openxmlformats.org/drawingml/2006/main" noGrp="1"/>
          </p:cNvSpPr>
          <p:nvPr/>
        </p:nvSpPr>
        <p:spPr>
          <a:xfrm xmlns:a="http://schemas.openxmlformats.org/drawingml/2006/main">
            <a:off x="4619625" y="3381375"/>
            <a:ext cx="9525" cy="523875"/>
          </a:xfrm>
          <a:custGeom xmlns:a="http://schemas.openxmlformats.org/drawingml/2006/main">
            <a:pathLst>
              <a:path w="9525" h="523875">
                <a:moveTo>
                  <a:pt x="0" y="0"/>
                </a:moveTo>
                <a:lnTo>
                  <a:pt x="0" y="523875"/>
                </a:lnTo>
              </a:path>
            </a:pathLst>
          </a:custGeom>
          <a:noFill xmlns:a="http://schemas.openxmlformats.org/drawingml/2006/main"/>
          <a:ln xmlns:a="http://schemas.openxmlformats.org/drawingml/2006/main" w="14288">
            <a:solidFill>
              <a:srgbClr val="2876A8"/>
            </a:solidFill>
          </a:ln>
        </p:spPr>
      </p:sp>
      <p:sp>
        <p:nvSpPr>
          <p:cNvPr id="64" name="">
            <a:extLst xmlns:a="http://schemas.openxmlformats.org/drawingml/2006/main">
              <a:ext uri="{FF2B5EF4-FFF2-40B4-BE49-F238E27FC236}">
                <a16:creationId xmlns:a16="http://schemas.microsoft.com/office/drawing/2014/main" id="{24409634-9CB8-44A3-882E-16F74F66CC7B}"/>
              </a:ext>
            </a:extLst>
          </p:cNvPr>
          <p:cNvSpPr>
            <a:spLocks xmlns:a="http://schemas.openxmlformats.org/drawingml/2006/main" noGrp="1"/>
          </p:cNvSpPr>
          <p:nvPr/>
        </p:nvSpPr>
        <p:spPr>
          <a:xfrm xmlns:a="http://schemas.openxmlformats.org/drawingml/2006/main">
            <a:off x="4591622" y="3838575"/>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65" name="">
            <a:extLst xmlns:a="http://schemas.openxmlformats.org/drawingml/2006/main">
              <a:ext uri="{FF2B5EF4-FFF2-40B4-BE49-F238E27FC236}">
                <a16:creationId xmlns:a16="http://schemas.microsoft.com/office/drawing/2014/main" id="{ABB7B995-EA2A-41D0-A2BC-FEFCA225FB12}"/>
              </a:ext>
            </a:extLst>
          </p:cNvPr>
          <p:cNvSpPr>
            <a:spLocks xmlns:a="http://schemas.openxmlformats.org/drawingml/2006/main" noGrp="1"/>
          </p:cNvSpPr>
          <p:nvPr/>
        </p:nvSpPr>
        <p:spPr>
          <a:xfrm xmlns:a="http://schemas.openxmlformats.org/drawingml/2006/main">
            <a:off x="4619625" y="3381375"/>
            <a:ext cx="9525" cy="523875"/>
          </a:xfrm>
          <a:custGeom xmlns:a="http://schemas.openxmlformats.org/drawingml/2006/main">
            <a:pathLst>
              <a:path w="9525" h="523875">
                <a:moveTo>
                  <a:pt x="0" y="523875"/>
                </a:moveTo>
                <a:lnTo>
                  <a:pt x="0" y="0"/>
                </a:lnTo>
              </a:path>
            </a:pathLst>
          </a:custGeom>
          <a:noFill xmlns:a="http://schemas.openxmlformats.org/drawingml/2006/main"/>
          <a:ln xmlns:a="http://schemas.openxmlformats.org/drawingml/2006/main" w="14288">
            <a:solidFill>
              <a:srgbClr val="2876A8"/>
            </a:solidFill>
          </a:ln>
        </p:spPr>
      </p:sp>
      <p:sp>
        <p:nvSpPr>
          <p:cNvPr id="66" name="">
            <a:extLst xmlns:a="http://schemas.openxmlformats.org/drawingml/2006/main">
              <a:ext uri="{FF2B5EF4-FFF2-40B4-BE49-F238E27FC236}">
                <a16:creationId xmlns:a16="http://schemas.microsoft.com/office/drawing/2014/main" id="{69806588-036E-4ED0-9631-C0846372EEC2}"/>
              </a:ext>
            </a:extLst>
          </p:cNvPr>
          <p:cNvSpPr>
            <a:spLocks xmlns:a="http://schemas.openxmlformats.org/drawingml/2006/main" noGrp="1"/>
          </p:cNvSpPr>
          <p:nvPr/>
        </p:nvSpPr>
        <p:spPr>
          <a:xfrm xmlns:a="http://schemas.openxmlformats.org/drawingml/2006/main">
            <a:off x="4591622" y="338137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67" name="">
            <a:extLst xmlns:a="http://schemas.openxmlformats.org/drawingml/2006/main">
              <a:ext uri="{FF2B5EF4-FFF2-40B4-BE49-F238E27FC236}">
                <a16:creationId xmlns:a16="http://schemas.microsoft.com/office/drawing/2014/main" id="{F351A8F5-842E-4CFE-B465-6C1E07712498}"/>
              </a:ext>
            </a:extLst>
          </p:cNvPr>
          <p:cNvSpPr>
            <a:spLocks xmlns:a="http://schemas.openxmlformats.org/drawingml/2006/main" noGrp="1"/>
          </p:cNvSpPr>
          <p:nvPr/>
        </p:nvSpPr>
        <p:spPr>
          <a:xfrm xmlns:a="http://schemas.openxmlformats.org/drawingml/2006/main">
            <a:off x="4733925" y="3443288"/>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r</a:t>
            </a:r>
          </a:p>
        </p:txBody>
      </p:sp>
      <p:sp>
        <p:nvSpPr>
          <p:cNvPr id="68" name="">
            <a:extLst xmlns:a="http://schemas.openxmlformats.org/drawingml/2006/main">
              <a:ext uri="{FF2B5EF4-FFF2-40B4-BE49-F238E27FC236}">
                <a16:creationId xmlns:a16="http://schemas.microsoft.com/office/drawing/2014/main" id="{38D2CA22-F005-4918-9A75-F21C202393C2}"/>
              </a:ext>
            </a:extLst>
          </p:cNvPr>
          <p:cNvSpPr>
            <a:spLocks xmlns:a="http://schemas.openxmlformats.org/drawingml/2006/main" noGrp="1"/>
          </p:cNvSpPr>
          <p:nvPr/>
        </p:nvSpPr>
        <p:spPr>
          <a:xfrm xmlns:a="http://schemas.openxmlformats.org/drawingml/2006/main">
            <a:off x="5857875" y="2857500"/>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14288">
            <a:solidFill>
              <a:srgbClr val="2876A8"/>
            </a:solidFill>
          </a:ln>
        </p:spPr>
      </p:sp>
      <p:sp>
        <p:nvSpPr>
          <p:cNvPr id="69" name="">
            <a:extLst xmlns:a="http://schemas.openxmlformats.org/drawingml/2006/main">
              <a:ext uri="{FF2B5EF4-FFF2-40B4-BE49-F238E27FC236}">
                <a16:creationId xmlns:a16="http://schemas.microsoft.com/office/drawing/2014/main" id="{8F2C80E5-BCBD-4952-A834-84D5CE1C1FB0}"/>
              </a:ext>
            </a:extLst>
          </p:cNvPr>
          <p:cNvSpPr>
            <a:spLocks xmlns:a="http://schemas.openxmlformats.org/drawingml/2006/main" noGrp="1"/>
          </p:cNvSpPr>
          <p:nvPr/>
        </p:nvSpPr>
        <p:spPr>
          <a:xfrm xmlns:a="http://schemas.openxmlformats.org/drawingml/2006/main">
            <a:off x="5829871" y="383857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70" name="">
            <a:extLst xmlns:a="http://schemas.openxmlformats.org/drawingml/2006/main">
              <a:ext uri="{FF2B5EF4-FFF2-40B4-BE49-F238E27FC236}">
                <a16:creationId xmlns:a16="http://schemas.microsoft.com/office/drawing/2014/main" id="{C80AEB6E-414E-443B-9F67-B0E81AC8D03F}"/>
              </a:ext>
            </a:extLst>
          </p:cNvPr>
          <p:cNvSpPr>
            <a:spLocks xmlns:a="http://schemas.openxmlformats.org/drawingml/2006/main" noGrp="1"/>
          </p:cNvSpPr>
          <p:nvPr/>
        </p:nvSpPr>
        <p:spPr>
          <a:xfrm xmlns:a="http://schemas.openxmlformats.org/drawingml/2006/main">
            <a:off x="5857875" y="2857500"/>
            <a:ext cx="9525" cy="1047750"/>
          </a:xfrm>
          <a:custGeom xmlns:a="http://schemas.openxmlformats.org/drawingml/2006/main">
            <a:pathLst>
              <a:path w="9525" h="1047750">
                <a:moveTo>
                  <a:pt x="0" y="1047750"/>
                </a:moveTo>
                <a:lnTo>
                  <a:pt x="0" y="0"/>
                </a:lnTo>
              </a:path>
            </a:pathLst>
          </a:custGeom>
          <a:noFill xmlns:a="http://schemas.openxmlformats.org/drawingml/2006/main"/>
          <a:ln xmlns:a="http://schemas.openxmlformats.org/drawingml/2006/main" w="14288">
            <a:solidFill>
              <a:srgbClr val="2876A8"/>
            </a:solidFill>
          </a:ln>
        </p:spPr>
      </p:sp>
      <p:sp>
        <p:nvSpPr>
          <p:cNvPr id="71" name="">
            <a:extLst xmlns:a="http://schemas.openxmlformats.org/drawingml/2006/main">
              <a:ext uri="{FF2B5EF4-FFF2-40B4-BE49-F238E27FC236}">
                <a16:creationId xmlns:a16="http://schemas.microsoft.com/office/drawing/2014/main" id="{8933EE18-AF4B-43F4-B01C-83A04E25B83B}"/>
              </a:ext>
            </a:extLst>
          </p:cNvPr>
          <p:cNvSpPr>
            <a:spLocks xmlns:a="http://schemas.openxmlformats.org/drawingml/2006/main" noGrp="1"/>
          </p:cNvSpPr>
          <p:nvPr/>
        </p:nvSpPr>
        <p:spPr>
          <a:xfrm xmlns:a="http://schemas.openxmlformats.org/drawingml/2006/main">
            <a:off x="5829871" y="285750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72" name="">
            <a:extLst xmlns:a="http://schemas.openxmlformats.org/drawingml/2006/main">
              <a:ext uri="{FF2B5EF4-FFF2-40B4-BE49-F238E27FC236}">
                <a16:creationId xmlns:a16="http://schemas.microsoft.com/office/drawing/2014/main" id="{B0AD0E1E-7867-45C9-9ED3-362D0DBF8FD7}"/>
              </a:ext>
            </a:extLst>
          </p:cNvPr>
          <p:cNvSpPr>
            <a:spLocks xmlns:a="http://schemas.openxmlformats.org/drawingml/2006/main" noGrp="1"/>
          </p:cNvSpPr>
          <p:nvPr/>
        </p:nvSpPr>
        <p:spPr>
          <a:xfrm xmlns:a="http://schemas.openxmlformats.org/drawingml/2006/main">
            <a:off x="5972175" y="31813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2r</a:t>
            </a:r>
          </a:p>
        </p:txBody>
      </p:sp>
      <p:sp>
        <p:nvSpPr>
          <p:cNvPr id="73" name="">
            <a:extLst xmlns:a="http://schemas.openxmlformats.org/drawingml/2006/main">
              <a:ext uri="{FF2B5EF4-FFF2-40B4-BE49-F238E27FC236}">
                <a16:creationId xmlns:a16="http://schemas.microsoft.com/office/drawing/2014/main" id="{2C09690C-B8C1-49DB-92D3-0F9449670FEF}"/>
              </a:ext>
            </a:extLst>
          </p:cNvPr>
          <p:cNvSpPr>
            <a:spLocks xmlns:a="http://schemas.openxmlformats.org/drawingml/2006/main" noGrp="1"/>
          </p:cNvSpPr>
          <p:nvPr/>
        </p:nvSpPr>
        <p:spPr>
          <a:xfrm xmlns:a="http://schemas.openxmlformats.org/drawingml/2006/main">
            <a:off x="7667625" y="27622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同じΔAの寄与を比較</a:t>
            </a:r>
          </a:p>
        </p:txBody>
      </p:sp>
      <p:sp>
        <p:nvSpPr>
          <p:cNvPr id="74" name="">
            <a:extLst xmlns:a="http://schemas.openxmlformats.org/drawingml/2006/main">
              <a:ext uri="{FF2B5EF4-FFF2-40B4-BE49-F238E27FC236}">
                <a16:creationId xmlns:a16="http://schemas.microsoft.com/office/drawing/2014/main" id="{1C5FE2D4-9D66-46D8-A3C0-4BE5D15E25A5}"/>
              </a:ext>
            </a:extLst>
          </p:cNvPr>
          <p:cNvSpPr>
            <a:spLocks xmlns:a="http://schemas.openxmlformats.org/drawingml/2006/main" noGrp="1"/>
          </p:cNvSpPr>
          <p:nvPr/>
        </p:nvSpPr>
        <p:spPr>
          <a:xfrm xmlns:a="http://schemas.openxmlformats.org/drawingml/2006/main">
            <a:off x="7667625" y="347662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2876A8"/>
                </a:solidFill>
                <a:latin typeface="Yu Gothic"/>
                <a:ea typeface="Yu Gothic"/>
                <a:cs typeface="Yu Gothic"/>
              </a:defRPr>
            </a:defPPr>
            <a:lvl1pPr>
              <a:buNone/>
              <a:defRPr sz="2700" b="1">
                <a:solidFill>
                  <a:srgbClr val="2876A8"/>
                </a:solidFill>
                <a:latin typeface="Yu Gothic"/>
                <a:ea typeface="Yu Gothic"/>
                <a:cs typeface="Yu Gothic"/>
              </a:defRPr>
            </a:lvl1pPr>
            <a:lvl2pPr>
              <a:buNone/>
              <a:defRPr sz="2700" b="1">
                <a:solidFill>
                  <a:srgbClr val="2876A8"/>
                </a:solidFill>
                <a:latin typeface="Yu Gothic"/>
                <a:ea typeface="Yu Gothic"/>
                <a:cs typeface="Yu Gothic"/>
              </a:defRPr>
            </a:lvl2pPr>
            <a:lvl3pPr>
              <a:buNone/>
              <a:defRPr sz="2700" b="1">
                <a:solidFill>
                  <a:srgbClr val="2876A8"/>
                </a:solidFill>
                <a:latin typeface="Yu Gothic"/>
                <a:ea typeface="Yu Gothic"/>
                <a:cs typeface="Yu Gothic"/>
              </a:defRPr>
            </a:lvl3pPr>
            <a:lvl4pPr>
              <a:buNone/>
              <a:defRPr sz="2700" b="1">
                <a:solidFill>
                  <a:srgbClr val="2876A8"/>
                </a:solidFill>
                <a:latin typeface="Yu Gothic"/>
                <a:ea typeface="Yu Gothic"/>
                <a:cs typeface="Yu Gothic"/>
              </a:defRPr>
            </a:lvl4pPr>
            <a:lvl5pPr>
              <a:buNone/>
              <a:defRPr sz="2700" b="1">
                <a:solidFill>
                  <a:srgbClr val="2876A8"/>
                </a:solidFill>
                <a:latin typeface="Yu Gothic"/>
                <a:ea typeface="Yu Gothic"/>
                <a:cs typeface="Yu Gothic"/>
              </a:defRPr>
            </a:lvl5pPr>
            <a:lvl6pPr>
              <a:buNone/>
              <a:defRPr sz="2700" b="1">
                <a:solidFill>
                  <a:srgbClr val="2876A8"/>
                </a:solidFill>
                <a:latin typeface="Yu Gothic"/>
                <a:ea typeface="Yu Gothic"/>
                <a:cs typeface="Yu Gothic"/>
              </a:defRPr>
            </a:lvl6pPr>
            <a:lvl7pPr>
              <a:buNone/>
              <a:defRPr sz="2700" b="1">
                <a:solidFill>
                  <a:srgbClr val="2876A8"/>
                </a:solidFill>
                <a:latin typeface="Yu Gothic"/>
                <a:ea typeface="Yu Gothic"/>
                <a:cs typeface="Yu Gothic"/>
              </a:defRPr>
            </a:lvl7pPr>
            <a:lvl8pPr>
              <a:buNone/>
              <a:defRPr sz="2700" b="1">
                <a:solidFill>
                  <a:srgbClr val="2876A8"/>
                </a:solidFill>
                <a:latin typeface="Yu Gothic"/>
                <a:ea typeface="Yu Gothic"/>
                <a:cs typeface="Yu Gothic"/>
              </a:defRPr>
            </a:lvl8pPr>
            <a:lvl9pPr>
              <a:buNone/>
              <a:defRPr sz="2700" b="1">
                <a:solidFill>
                  <a:srgbClr val="2876A8"/>
                </a:solidFill>
                <a:latin typeface="Yu Gothic"/>
                <a:ea typeface="Yu Gothic"/>
                <a:cs typeface="Yu Gothic"/>
              </a:defRPr>
            </a:lvl9pPr>
          </a:lstStyle>
          <a:p xmlns:a="http://schemas.openxmlformats.org/drawingml/2006/main">
            <a:pPr>
              <a:buNone/>
              <a:defRPr sz="2700" b="1">
                <a:solidFill>
                  <a:srgbClr val="2876A8"/>
                </a:solidFill>
                <a:latin typeface="Yu Gothic"/>
                <a:ea typeface="Yu Gothic"/>
                <a:cs typeface="Yu Gothic"/>
              </a:defRPr>
            </a:pPr>
            <a:r>
              <a:rPr sz="2700" b="1">
                <a:solidFill>
                  <a:srgbClr val="2876A8"/>
                </a:solidFill>
                <a:latin typeface="Yu Gothic"/>
                <a:ea typeface="Yu Gothic"/>
                <a:cs typeface="Yu Gothic"/>
              </a:rPr>
              <a:t>r²ΔA</a:t>
            </a:r>
          </a:p>
        </p:txBody>
      </p:sp>
      <p:sp>
        <p:nvSpPr>
          <p:cNvPr id="75" name="">
            <a:extLst xmlns:a="http://schemas.openxmlformats.org/drawingml/2006/main">
              <a:ext uri="{FF2B5EF4-FFF2-40B4-BE49-F238E27FC236}">
                <a16:creationId xmlns:a16="http://schemas.microsoft.com/office/drawing/2014/main" id="{8F282B83-B121-4BA5-B5A8-3333FFC215AB}"/>
              </a:ext>
            </a:extLst>
          </p:cNvPr>
          <p:cNvSpPr>
            <a:spLocks xmlns:a="http://schemas.openxmlformats.org/drawingml/2006/main" noGrp="1"/>
          </p:cNvSpPr>
          <p:nvPr/>
        </p:nvSpPr>
        <p:spPr>
          <a:xfrm xmlns:a="http://schemas.openxmlformats.org/drawingml/2006/main">
            <a:off x="7667625" y="419100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xmlns:a="http://schemas.openxmlformats.org/drawingml/2006/main">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(2r)²ΔA = 4r²ΔA</a:t>
            </a:r>
          </a:p>
        </p:txBody>
      </p:sp>
      <p:sp>
        <p:nvSpPr>
          <p:cNvPr id="76" name="">
            <a:extLst xmlns:a="http://schemas.openxmlformats.org/drawingml/2006/main">
              <a:ext uri="{FF2B5EF4-FFF2-40B4-BE49-F238E27FC236}">
                <a16:creationId xmlns:a16="http://schemas.microsoft.com/office/drawing/2014/main" id="{86D95479-430F-45AC-BE66-F3C82AB4D900}"/>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Iの単位はmm⁴。面積A（mm²）と区別し、どの軸まわりの値かを指定する。</a:t>
            </a:r>
          </a:p>
        </p:txBody>
      </p:sp>
    </p:spTree>
    <p:extLst>
      <p:ext uri="{BB962C8B-B14F-4D97-AF65-F5344CB8AC3E}">
        <p14:creationId xmlns:p14="http://schemas.microsoft.com/office/powerpoint/2010/main" val="1004491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3248A6A-C72C-4152-84D7-96D9F89340E9}"/>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長方形断面：高さ h が3乗で効く</a:t>
            </a:r>
          </a:p>
        </p:txBody>
      </p:sp>
      <p:cxnSp>
        <p:nvCxnSpPr>
          <p:cNvPr id="2" name="">
            <a:extLst xmlns:a="http://schemas.openxmlformats.org/drawingml/2006/main">
              <a:ext uri="{FF2B5EF4-FFF2-40B4-BE49-F238E27FC236}">
                <a16:creationId xmlns:a16="http://schemas.microsoft.com/office/drawing/2014/main" id="{65FA925E-73C4-4284-A7F1-64E56E6CFF0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CBB6C4F1-EA4E-434B-8BC7-FB12ED2253DE}"/>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第4回</a:t>
            </a:r>
          </a:p>
        </p:txBody>
      </p:sp>
      <p:sp>
        <p:nvSpPr>
          <p:cNvPr id="4" name="">
            <a:extLst xmlns:a="http://schemas.openxmlformats.org/drawingml/2006/main">
              <a:ext uri="{FF2B5EF4-FFF2-40B4-BE49-F238E27FC236}">
                <a16:creationId xmlns:a16="http://schemas.microsoft.com/office/drawing/2014/main" id="{F66A9D83-946C-4D12-AC75-8A7B1356024C}"/>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7 / 52</a:t>
            </a:r>
          </a:p>
        </p:txBody>
      </p:sp>
      <p:sp>
        <p:nvSpPr>
          <p:cNvPr id="19" name="">
            <a:extLst xmlns:a="http://schemas.openxmlformats.org/drawingml/2006/main">
              <a:ext uri="{FF2B5EF4-FFF2-40B4-BE49-F238E27FC236}">
                <a16:creationId xmlns:a16="http://schemas.microsoft.com/office/drawing/2014/main" id="{FE119959-ABC7-4D48-9AEB-726C631CA116}"/>
              </a:ext>
            </a:extLst>
          </p:cNvPr>
          <p:cNvSpPr>
            <a:spLocks xmlns:a="http://schemas.openxmlformats.org/drawingml/2006/main" noGrp="1"/>
          </p:cNvSpPr>
          <p:nvPr/>
        </p:nvSpPr>
        <p:spPr>
          <a:xfrm xmlns:a="http://schemas.openxmlformats.org/drawingml/2006/main">
            <a:off x="809625" y="1524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図心を通る水平な軸まわり</a:t>
            </a:r>
          </a:p>
        </p:txBody>
      </p:sp>
      <p:sp>
        <p:nvSpPr>
          <p:cNvPr id="20" name="">
            <a:extLst xmlns:a="http://schemas.openxmlformats.org/drawingml/2006/main">
              <a:ext uri="{FF2B5EF4-FFF2-40B4-BE49-F238E27FC236}">
                <a16:creationId xmlns:a16="http://schemas.microsoft.com/office/drawing/2014/main" id="{C53689A9-4A54-446E-A5AA-8398EE63CB61}"/>
              </a:ext>
            </a:extLst>
          </p:cNvPr>
          <p:cNvSpPr>
            <a:spLocks xmlns:a="http://schemas.openxmlformats.org/drawingml/2006/main" noGrp="1"/>
          </p:cNvSpPr>
          <p:nvPr/>
        </p:nvSpPr>
        <p:spPr>
          <a:xfrm xmlns:a="http://schemas.openxmlformats.org/drawingml/2006/main">
            <a:off x="2190750" y="2619375"/>
            <a:ext cx="1333500" cy="2190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1" name="">
            <a:extLst xmlns:a="http://schemas.openxmlformats.org/drawingml/2006/main">
              <a:ext uri="{FF2B5EF4-FFF2-40B4-BE49-F238E27FC236}">
                <a16:creationId xmlns:a16="http://schemas.microsoft.com/office/drawing/2014/main" id="{75C32A87-C60B-4AD8-B8FC-13BC2147CC4C}"/>
              </a:ext>
            </a:extLst>
          </p:cNvPr>
          <p:cNvSpPr>
            <a:spLocks xmlns:a="http://schemas.openxmlformats.org/drawingml/2006/main" noGrp="1"/>
          </p:cNvSpPr>
          <p:nvPr/>
        </p:nvSpPr>
        <p:spPr>
          <a:xfrm xmlns:a="http://schemas.openxmlformats.org/drawingml/2006/main">
            <a:off x="1762125"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DC899635-56A0-4D33-BF24-DEFD5C5C42D8}"/>
              </a:ext>
            </a:extLst>
          </p:cNvPr>
          <p:cNvSpPr>
            <a:spLocks xmlns:a="http://schemas.openxmlformats.org/drawingml/2006/main" noGrp="1"/>
          </p:cNvSpPr>
          <p:nvPr/>
        </p:nvSpPr>
        <p:spPr>
          <a:xfrm xmlns:a="http://schemas.openxmlformats.org/drawingml/2006/main">
            <a:off x="1890993"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3455BB96-DD3C-4E4A-A75B-2B34A0C050DA}"/>
              </a:ext>
            </a:extLst>
          </p:cNvPr>
          <p:cNvSpPr>
            <a:spLocks xmlns:a="http://schemas.openxmlformats.org/drawingml/2006/main" noGrp="1"/>
          </p:cNvSpPr>
          <p:nvPr/>
        </p:nvSpPr>
        <p:spPr>
          <a:xfrm xmlns:a="http://schemas.openxmlformats.org/drawingml/2006/main">
            <a:off x="2019860"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1C42C02B-0CC5-4D4D-B350-BBF57BA086AB}"/>
              </a:ext>
            </a:extLst>
          </p:cNvPr>
          <p:cNvSpPr>
            <a:spLocks xmlns:a="http://schemas.openxmlformats.org/drawingml/2006/main" noGrp="1"/>
          </p:cNvSpPr>
          <p:nvPr/>
        </p:nvSpPr>
        <p:spPr>
          <a:xfrm xmlns:a="http://schemas.openxmlformats.org/drawingml/2006/main">
            <a:off x="2148728"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090062D7-D213-468F-B4C4-F8FF4333A0AA}"/>
              </a:ext>
            </a:extLst>
          </p:cNvPr>
          <p:cNvSpPr>
            <a:spLocks xmlns:a="http://schemas.openxmlformats.org/drawingml/2006/main" noGrp="1"/>
          </p:cNvSpPr>
          <p:nvPr/>
        </p:nvSpPr>
        <p:spPr>
          <a:xfrm xmlns:a="http://schemas.openxmlformats.org/drawingml/2006/main">
            <a:off x="2277596"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7FF026DD-15F2-43AF-9794-04E9728DDF49}"/>
              </a:ext>
            </a:extLst>
          </p:cNvPr>
          <p:cNvSpPr>
            <a:spLocks xmlns:a="http://schemas.openxmlformats.org/drawingml/2006/main" noGrp="1"/>
          </p:cNvSpPr>
          <p:nvPr/>
        </p:nvSpPr>
        <p:spPr>
          <a:xfrm xmlns:a="http://schemas.openxmlformats.org/drawingml/2006/main">
            <a:off x="2406463"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0B7A08A0-687A-4F41-B4BF-8E4607D13F8F}"/>
              </a:ext>
            </a:extLst>
          </p:cNvPr>
          <p:cNvSpPr>
            <a:spLocks xmlns:a="http://schemas.openxmlformats.org/drawingml/2006/main" noGrp="1"/>
          </p:cNvSpPr>
          <p:nvPr/>
        </p:nvSpPr>
        <p:spPr>
          <a:xfrm xmlns:a="http://schemas.openxmlformats.org/drawingml/2006/main">
            <a:off x="2535331"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DBD60321-2EA7-44A6-9344-200CCE0C0715}"/>
              </a:ext>
            </a:extLst>
          </p:cNvPr>
          <p:cNvSpPr>
            <a:spLocks xmlns:a="http://schemas.openxmlformats.org/drawingml/2006/main" noGrp="1"/>
          </p:cNvSpPr>
          <p:nvPr/>
        </p:nvSpPr>
        <p:spPr>
          <a:xfrm xmlns:a="http://schemas.openxmlformats.org/drawingml/2006/main">
            <a:off x="2664199"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90434E41-5306-4831-BF64-F0F947C315E6}"/>
              </a:ext>
            </a:extLst>
          </p:cNvPr>
          <p:cNvSpPr>
            <a:spLocks xmlns:a="http://schemas.openxmlformats.org/drawingml/2006/main" noGrp="1"/>
          </p:cNvSpPr>
          <p:nvPr/>
        </p:nvSpPr>
        <p:spPr>
          <a:xfrm xmlns:a="http://schemas.openxmlformats.org/drawingml/2006/main">
            <a:off x="2793066"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BAD1E412-A2DD-4A4C-8EEE-6062D7CAF5FA}"/>
              </a:ext>
            </a:extLst>
          </p:cNvPr>
          <p:cNvSpPr>
            <a:spLocks xmlns:a="http://schemas.openxmlformats.org/drawingml/2006/main" noGrp="1"/>
          </p:cNvSpPr>
          <p:nvPr/>
        </p:nvSpPr>
        <p:spPr>
          <a:xfrm xmlns:a="http://schemas.openxmlformats.org/drawingml/2006/main">
            <a:off x="2921934"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4B1C12C1-B08B-47A8-8728-162EE6FBDAC5}"/>
              </a:ext>
            </a:extLst>
          </p:cNvPr>
          <p:cNvSpPr>
            <a:spLocks xmlns:a="http://schemas.openxmlformats.org/drawingml/2006/main" noGrp="1"/>
          </p:cNvSpPr>
          <p:nvPr/>
        </p:nvSpPr>
        <p:spPr>
          <a:xfrm xmlns:a="http://schemas.openxmlformats.org/drawingml/2006/main">
            <a:off x="3050801"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9278A327-CC70-4B58-A7B0-0CD5BD7F62C9}"/>
              </a:ext>
            </a:extLst>
          </p:cNvPr>
          <p:cNvSpPr>
            <a:spLocks xmlns:a="http://schemas.openxmlformats.org/drawingml/2006/main" noGrp="1"/>
          </p:cNvSpPr>
          <p:nvPr/>
        </p:nvSpPr>
        <p:spPr>
          <a:xfrm xmlns:a="http://schemas.openxmlformats.org/drawingml/2006/main">
            <a:off x="3179669"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5F1D0EE4-FFEA-4D8E-9BD3-059C11A48087}"/>
              </a:ext>
            </a:extLst>
          </p:cNvPr>
          <p:cNvSpPr>
            <a:spLocks xmlns:a="http://schemas.openxmlformats.org/drawingml/2006/main" noGrp="1"/>
          </p:cNvSpPr>
          <p:nvPr/>
        </p:nvSpPr>
        <p:spPr>
          <a:xfrm xmlns:a="http://schemas.openxmlformats.org/drawingml/2006/main">
            <a:off x="3308537"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3906B354-7631-4EBB-806B-97F44B4B2F78}"/>
              </a:ext>
            </a:extLst>
          </p:cNvPr>
          <p:cNvSpPr>
            <a:spLocks xmlns:a="http://schemas.openxmlformats.org/drawingml/2006/main" noGrp="1"/>
          </p:cNvSpPr>
          <p:nvPr/>
        </p:nvSpPr>
        <p:spPr>
          <a:xfrm xmlns:a="http://schemas.openxmlformats.org/drawingml/2006/main">
            <a:off x="3437404"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0EE5069C-7C11-440B-8D13-A55EB3D147E9}"/>
              </a:ext>
            </a:extLst>
          </p:cNvPr>
          <p:cNvSpPr>
            <a:spLocks xmlns:a="http://schemas.openxmlformats.org/drawingml/2006/main" noGrp="1"/>
          </p:cNvSpPr>
          <p:nvPr/>
        </p:nvSpPr>
        <p:spPr>
          <a:xfrm xmlns:a="http://schemas.openxmlformats.org/drawingml/2006/main">
            <a:off x="3566272"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56FD4351-BBEA-4CD4-B3E9-7B9875975E2F}"/>
              </a:ext>
            </a:extLst>
          </p:cNvPr>
          <p:cNvSpPr>
            <a:spLocks xmlns:a="http://schemas.openxmlformats.org/drawingml/2006/main" noGrp="1"/>
          </p:cNvSpPr>
          <p:nvPr/>
        </p:nvSpPr>
        <p:spPr>
          <a:xfrm xmlns:a="http://schemas.openxmlformats.org/drawingml/2006/main">
            <a:off x="3695140"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E817B41F-EF9C-4D68-9487-66727DFB26FC}"/>
              </a:ext>
            </a:extLst>
          </p:cNvPr>
          <p:cNvSpPr>
            <a:spLocks xmlns:a="http://schemas.openxmlformats.org/drawingml/2006/main" noGrp="1"/>
          </p:cNvSpPr>
          <p:nvPr/>
        </p:nvSpPr>
        <p:spPr>
          <a:xfrm xmlns:a="http://schemas.openxmlformats.org/drawingml/2006/main">
            <a:off x="3824007" y="3714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14615D7E-332A-450B-803C-F66D7C97D78F}"/>
              </a:ext>
            </a:extLst>
          </p:cNvPr>
          <p:cNvSpPr>
            <a:spLocks xmlns:a="http://schemas.openxmlformats.org/drawingml/2006/main" noGrp="1"/>
          </p:cNvSpPr>
          <p:nvPr/>
        </p:nvSpPr>
        <p:spPr>
          <a:xfrm xmlns:a="http://schemas.openxmlformats.org/drawingml/2006/main">
            <a:off x="2190750" y="5114925"/>
            <a:ext cx="1333500" cy="9525"/>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13335">
            <a:solidFill>
              <a:srgbClr val="2876A8"/>
            </a:solidFill>
          </a:ln>
        </p:spPr>
      </p:sp>
      <p:sp>
        <p:nvSpPr>
          <p:cNvPr id="39" name="">
            <a:extLst xmlns:a="http://schemas.openxmlformats.org/drawingml/2006/main">
              <a:ext uri="{FF2B5EF4-FFF2-40B4-BE49-F238E27FC236}">
                <a16:creationId xmlns:a16="http://schemas.microsoft.com/office/drawing/2014/main" id="{92CC61EA-9C45-4FD8-8AB0-37DFF4A8A900}"/>
              </a:ext>
            </a:extLst>
          </p:cNvPr>
          <p:cNvSpPr>
            <a:spLocks xmlns:a="http://schemas.openxmlformats.org/drawingml/2006/main" noGrp="1"/>
          </p:cNvSpPr>
          <p:nvPr/>
        </p:nvSpPr>
        <p:spPr>
          <a:xfrm xmlns:a="http://schemas.openxmlformats.org/drawingml/2006/main">
            <a:off x="3457575" y="5086921"/>
            <a:ext cx="66675" cy="56007"/>
          </a:xfrm>
          <a:custGeom xmlns:a="http://schemas.openxmlformats.org/drawingml/2006/main">
            <a:pathLst>
              <a:path w="66675" h="56007">
                <a:moveTo>
                  <a:pt x="66675" y="28004"/>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40" name="">
            <a:extLst xmlns:a="http://schemas.openxmlformats.org/drawingml/2006/main">
              <a:ext uri="{FF2B5EF4-FFF2-40B4-BE49-F238E27FC236}">
                <a16:creationId xmlns:a16="http://schemas.microsoft.com/office/drawing/2014/main" id="{6B4AC718-4622-407D-8072-4C29CF545EB5}"/>
              </a:ext>
            </a:extLst>
          </p:cNvPr>
          <p:cNvSpPr>
            <a:spLocks xmlns:a="http://schemas.openxmlformats.org/drawingml/2006/main" noGrp="1"/>
          </p:cNvSpPr>
          <p:nvPr/>
        </p:nvSpPr>
        <p:spPr>
          <a:xfrm xmlns:a="http://schemas.openxmlformats.org/drawingml/2006/main">
            <a:off x="2190750" y="5114925"/>
            <a:ext cx="1333500" cy="9525"/>
          </a:xfrm>
          <a:custGeom xmlns:a="http://schemas.openxmlformats.org/drawingml/2006/main">
            <a:pathLst>
              <a:path w="1333500" h="9525">
                <a:moveTo>
                  <a:pt x="1333500" y="0"/>
                </a:moveTo>
                <a:lnTo>
                  <a:pt x="0" y="0"/>
                </a:lnTo>
              </a:path>
            </a:pathLst>
          </a:custGeom>
          <a:noFill xmlns:a="http://schemas.openxmlformats.org/drawingml/2006/main"/>
          <a:ln xmlns:a="http://schemas.openxmlformats.org/drawingml/2006/main" w="13335">
            <a:solidFill>
              <a:srgbClr val="2876A8"/>
            </a:solidFill>
          </a:ln>
        </p:spPr>
      </p:sp>
      <p:sp>
        <p:nvSpPr>
          <p:cNvPr id="41" name="">
            <a:extLst xmlns:a="http://schemas.openxmlformats.org/drawingml/2006/main">
              <a:ext uri="{FF2B5EF4-FFF2-40B4-BE49-F238E27FC236}">
                <a16:creationId xmlns:a16="http://schemas.microsoft.com/office/drawing/2014/main" id="{306E40AA-BB8C-4F1B-87A5-9B9B2402838D}"/>
              </a:ext>
            </a:extLst>
          </p:cNvPr>
          <p:cNvSpPr>
            <a:spLocks xmlns:a="http://schemas.openxmlformats.org/drawingml/2006/main" noGrp="1"/>
          </p:cNvSpPr>
          <p:nvPr/>
        </p:nvSpPr>
        <p:spPr>
          <a:xfrm xmlns:a="http://schemas.openxmlformats.org/drawingml/2006/main">
            <a:off x="2190750" y="5086921"/>
            <a:ext cx="66675" cy="56007"/>
          </a:xfrm>
          <a:custGeom xmlns:a="http://schemas.openxmlformats.org/drawingml/2006/main">
            <a:pathLst>
              <a:path w="66675" h="56007">
                <a:moveTo>
                  <a:pt x="0" y="28004"/>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42" name="">
            <a:extLst xmlns:a="http://schemas.openxmlformats.org/drawingml/2006/main">
              <a:ext uri="{FF2B5EF4-FFF2-40B4-BE49-F238E27FC236}">
                <a16:creationId xmlns:a16="http://schemas.microsoft.com/office/drawing/2014/main" id="{57FAF8F0-5422-4798-AC26-C088D91E9441}"/>
              </a:ext>
            </a:extLst>
          </p:cNvPr>
          <p:cNvSpPr>
            <a:spLocks xmlns:a="http://schemas.openxmlformats.org/drawingml/2006/main" noGrp="1"/>
          </p:cNvSpPr>
          <p:nvPr/>
        </p:nvSpPr>
        <p:spPr>
          <a:xfrm xmlns:a="http://schemas.openxmlformats.org/drawingml/2006/main">
            <a:off x="2190750" y="516255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b</a:t>
            </a:r>
          </a:p>
        </p:txBody>
      </p:sp>
      <p:sp>
        <p:nvSpPr>
          <p:cNvPr id="43" name="">
            <a:extLst xmlns:a="http://schemas.openxmlformats.org/drawingml/2006/main">
              <a:ext uri="{FF2B5EF4-FFF2-40B4-BE49-F238E27FC236}">
                <a16:creationId xmlns:a16="http://schemas.microsoft.com/office/drawing/2014/main" id="{1A5EA7A8-ECE8-4C0B-B1C3-353592771208}"/>
              </a:ext>
            </a:extLst>
          </p:cNvPr>
          <p:cNvSpPr>
            <a:spLocks xmlns:a="http://schemas.openxmlformats.org/drawingml/2006/main" noGrp="1"/>
          </p:cNvSpPr>
          <p:nvPr/>
        </p:nvSpPr>
        <p:spPr>
          <a:xfrm xmlns:a="http://schemas.openxmlformats.org/drawingml/2006/main">
            <a:off x="3857625" y="2619375"/>
            <a:ext cx="9525" cy="2190750"/>
          </a:xfrm>
          <a:custGeom xmlns:a="http://schemas.openxmlformats.org/drawingml/2006/main">
            <a:pathLst>
              <a:path w="9525" h="2190750">
                <a:moveTo>
                  <a:pt x="0" y="0"/>
                </a:moveTo>
                <a:lnTo>
                  <a:pt x="0" y="2190750"/>
                </a:lnTo>
              </a:path>
            </a:pathLst>
          </a:custGeom>
          <a:noFill xmlns:a="http://schemas.openxmlformats.org/drawingml/2006/main"/>
          <a:ln xmlns:a="http://schemas.openxmlformats.org/drawingml/2006/main" w="14288">
            <a:solidFill>
              <a:srgbClr val="2876A8"/>
            </a:solidFill>
          </a:ln>
        </p:spPr>
      </p:sp>
      <p:sp>
        <p:nvSpPr>
          <p:cNvPr id="44" name="">
            <a:extLst xmlns:a="http://schemas.openxmlformats.org/drawingml/2006/main">
              <a:ext uri="{FF2B5EF4-FFF2-40B4-BE49-F238E27FC236}">
                <a16:creationId xmlns:a16="http://schemas.microsoft.com/office/drawing/2014/main" id="{7B00AF71-D28C-40D9-B05E-864898C3CEC6}"/>
              </a:ext>
            </a:extLst>
          </p:cNvPr>
          <p:cNvSpPr>
            <a:spLocks xmlns:a="http://schemas.openxmlformats.org/drawingml/2006/main" noGrp="1"/>
          </p:cNvSpPr>
          <p:nvPr/>
        </p:nvSpPr>
        <p:spPr>
          <a:xfrm xmlns:a="http://schemas.openxmlformats.org/drawingml/2006/main">
            <a:off x="3829622" y="474345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45" name="">
            <a:extLst xmlns:a="http://schemas.openxmlformats.org/drawingml/2006/main">
              <a:ext uri="{FF2B5EF4-FFF2-40B4-BE49-F238E27FC236}">
                <a16:creationId xmlns:a16="http://schemas.microsoft.com/office/drawing/2014/main" id="{C11F7B07-D9FA-4841-85ED-ABA441A00044}"/>
              </a:ext>
            </a:extLst>
          </p:cNvPr>
          <p:cNvSpPr>
            <a:spLocks xmlns:a="http://schemas.openxmlformats.org/drawingml/2006/main" noGrp="1"/>
          </p:cNvSpPr>
          <p:nvPr/>
        </p:nvSpPr>
        <p:spPr>
          <a:xfrm xmlns:a="http://schemas.openxmlformats.org/drawingml/2006/main">
            <a:off x="3857625" y="2619375"/>
            <a:ext cx="9525" cy="2190750"/>
          </a:xfrm>
          <a:custGeom xmlns:a="http://schemas.openxmlformats.org/drawingml/2006/main">
            <a:pathLst>
              <a:path w="9525" h="2190750">
                <a:moveTo>
                  <a:pt x="0" y="2190750"/>
                </a:moveTo>
                <a:lnTo>
                  <a:pt x="0" y="0"/>
                </a:lnTo>
              </a:path>
            </a:pathLst>
          </a:custGeom>
          <a:noFill xmlns:a="http://schemas.openxmlformats.org/drawingml/2006/main"/>
          <a:ln xmlns:a="http://schemas.openxmlformats.org/drawingml/2006/main" w="14288">
            <a:solidFill>
              <a:srgbClr val="2876A8"/>
            </a:solidFill>
          </a:ln>
        </p:spPr>
      </p:sp>
      <p:sp>
        <p:nvSpPr>
          <p:cNvPr id="46" name="">
            <a:extLst xmlns:a="http://schemas.openxmlformats.org/drawingml/2006/main">
              <a:ext uri="{FF2B5EF4-FFF2-40B4-BE49-F238E27FC236}">
                <a16:creationId xmlns:a16="http://schemas.microsoft.com/office/drawing/2014/main" id="{C464EC17-EC36-4C3B-87DD-A44831BFBABE}"/>
              </a:ext>
            </a:extLst>
          </p:cNvPr>
          <p:cNvSpPr>
            <a:spLocks xmlns:a="http://schemas.openxmlformats.org/drawingml/2006/main" noGrp="1"/>
          </p:cNvSpPr>
          <p:nvPr/>
        </p:nvSpPr>
        <p:spPr>
          <a:xfrm xmlns:a="http://schemas.openxmlformats.org/drawingml/2006/main">
            <a:off x="3829622" y="261937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47" name="">
            <a:extLst xmlns:a="http://schemas.openxmlformats.org/drawingml/2006/main">
              <a:ext uri="{FF2B5EF4-FFF2-40B4-BE49-F238E27FC236}">
                <a16:creationId xmlns:a16="http://schemas.microsoft.com/office/drawing/2014/main" id="{A18D50AC-843C-48C4-84F1-2A1353B0D3B9}"/>
              </a:ext>
            </a:extLst>
          </p:cNvPr>
          <p:cNvSpPr>
            <a:spLocks xmlns:a="http://schemas.openxmlformats.org/drawingml/2006/main" noGrp="1"/>
          </p:cNvSpPr>
          <p:nvPr/>
        </p:nvSpPr>
        <p:spPr>
          <a:xfrm xmlns:a="http://schemas.openxmlformats.org/drawingml/2006/main">
            <a:off x="3971925" y="3514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h</a:t>
            </a:r>
          </a:p>
        </p:txBody>
      </p:sp>
      <p:sp>
        <p:nvSpPr>
          <p:cNvPr id="48" name="">
            <a:extLst xmlns:a="http://schemas.openxmlformats.org/drawingml/2006/main">
              <a:ext uri="{FF2B5EF4-FFF2-40B4-BE49-F238E27FC236}">
                <a16:creationId xmlns:a16="http://schemas.microsoft.com/office/drawing/2014/main" id="{BCBD6A3F-7E5F-46B9-A6B3-7871F8FBA619}"/>
              </a:ext>
            </a:extLst>
          </p:cNvPr>
          <p:cNvSpPr>
            <a:spLocks xmlns:a="http://schemas.openxmlformats.org/drawingml/2006/main" noGrp="1"/>
          </p:cNvSpPr>
          <p:nvPr/>
        </p:nvSpPr>
        <p:spPr>
          <a:xfrm xmlns:a="http://schemas.openxmlformats.org/drawingml/2006/main">
            <a:off x="809625" y="3476625"/>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図心</a:t>
            </a:r>
          </a:p>
        </p:txBody>
      </p:sp>
      <p:sp>
        <p:nvSpPr>
          <p:cNvPr id="49" name="">
            <a:extLst xmlns:a="http://schemas.openxmlformats.org/drawingml/2006/main">
              <a:ext uri="{FF2B5EF4-FFF2-40B4-BE49-F238E27FC236}">
                <a16:creationId xmlns:a16="http://schemas.microsoft.com/office/drawing/2014/main" id="{A43F6BE5-4290-4C2D-A2ED-C51ADD132F92}"/>
              </a:ext>
            </a:extLst>
          </p:cNvPr>
          <p:cNvSpPr>
            <a:spLocks xmlns:a="http://schemas.openxmlformats.org/drawingml/2006/main" noGrp="1"/>
          </p:cNvSpPr>
          <p:nvPr/>
        </p:nvSpPr>
        <p:spPr>
          <a:xfrm xmlns:a="http://schemas.openxmlformats.org/drawingml/2006/main">
            <a:off x="6858000" y="2428875"/>
            <a:ext cx="4524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675" b="1">
                <a:solidFill>
                  <a:srgbClr val="263D4D"/>
                </a:solidFill>
                <a:latin typeface="Yu Gothic"/>
                <a:ea typeface="Yu Gothic"/>
                <a:cs typeface="Yu Gothic"/>
              </a:defRPr>
            </a:defPPr>
            <a:lvl1pPr>
              <a:buNone/>
              <a:defRPr sz="3675" b="1">
                <a:solidFill>
                  <a:srgbClr val="263D4D"/>
                </a:solidFill>
                <a:latin typeface="Yu Gothic"/>
                <a:ea typeface="Yu Gothic"/>
                <a:cs typeface="Yu Gothic"/>
              </a:defRPr>
            </a:lvl1pPr>
            <a:lvl2pPr>
              <a:buNone/>
              <a:defRPr sz="3675" b="1">
                <a:solidFill>
                  <a:srgbClr val="263D4D"/>
                </a:solidFill>
                <a:latin typeface="Yu Gothic"/>
                <a:ea typeface="Yu Gothic"/>
                <a:cs typeface="Yu Gothic"/>
              </a:defRPr>
            </a:lvl2pPr>
            <a:lvl3pPr>
              <a:buNone/>
              <a:defRPr sz="3675" b="1">
                <a:solidFill>
                  <a:srgbClr val="263D4D"/>
                </a:solidFill>
                <a:latin typeface="Yu Gothic"/>
                <a:ea typeface="Yu Gothic"/>
                <a:cs typeface="Yu Gothic"/>
              </a:defRPr>
            </a:lvl3pPr>
            <a:lvl4pPr>
              <a:buNone/>
              <a:defRPr sz="3675" b="1">
                <a:solidFill>
                  <a:srgbClr val="263D4D"/>
                </a:solidFill>
                <a:latin typeface="Yu Gothic"/>
                <a:ea typeface="Yu Gothic"/>
                <a:cs typeface="Yu Gothic"/>
              </a:defRPr>
            </a:lvl4pPr>
            <a:lvl5pPr>
              <a:buNone/>
              <a:defRPr sz="3675" b="1">
                <a:solidFill>
                  <a:srgbClr val="263D4D"/>
                </a:solidFill>
                <a:latin typeface="Yu Gothic"/>
                <a:ea typeface="Yu Gothic"/>
                <a:cs typeface="Yu Gothic"/>
              </a:defRPr>
            </a:lvl5pPr>
            <a:lvl6pPr>
              <a:buNone/>
              <a:defRPr sz="3675" b="1">
                <a:solidFill>
                  <a:srgbClr val="263D4D"/>
                </a:solidFill>
                <a:latin typeface="Yu Gothic"/>
                <a:ea typeface="Yu Gothic"/>
                <a:cs typeface="Yu Gothic"/>
              </a:defRPr>
            </a:lvl6pPr>
            <a:lvl7pPr>
              <a:buNone/>
              <a:defRPr sz="3675" b="1">
                <a:solidFill>
                  <a:srgbClr val="263D4D"/>
                </a:solidFill>
                <a:latin typeface="Yu Gothic"/>
                <a:ea typeface="Yu Gothic"/>
                <a:cs typeface="Yu Gothic"/>
              </a:defRPr>
            </a:lvl7pPr>
            <a:lvl8pPr>
              <a:buNone/>
              <a:defRPr sz="3675" b="1">
                <a:solidFill>
                  <a:srgbClr val="263D4D"/>
                </a:solidFill>
                <a:latin typeface="Yu Gothic"/>
                <a:ea typeface="Yu Gothic"/>
                <a:cs typeface="Yu Gothic"/>
              </a:defRPr>
            </a:lvl8pPr>
            <a:lvl9pPr>
              <a:buNone/>
              <a:defRPr sz="3675" b="1">
                <a:solidFill>
                  <a:srgbClr val="263D4D"/>
                </a:solidFill>
                <a:latin typeface="Yu Gothic"/>
                <a:ea typeface="Yu Gothic"/>
                <a:cs typeface="Yu Gothic"/>
              </a:defRPr>
            </a:lvl9pPr>
          </a:lstStyle>
          <a:p xmlns:a="http://schemas.openxmlformats.org/drawingml/2006/main">
            <a:pPr>
              <a:buNone/>
              <a:defRPr sz="3675" b="1">
                <a:solidFill>
                  <a:srgbClr val="263D4D"/>
                </a:solidFill>
                <a:latin typeface="Yu Gothic"/>
                <a:ea typeface="Yu Gothic"/>
                <a:cs typeface="Yu Gothic"/>
              </a:defRPr>
            </a:pPr>
            <a:r>
              <a:rPr sz="3675" b="1">
                <a:solidFill>
                  <a:srgbClr val="263D4D"/>
                </a:solidFill>
                <a:latin typeface="Yu Gothic"/>
                <a:ea typeface="Yu Gothic"/>
                <a:cs typeface="Yu Gothic"/>
              </a:rPr>
              <a:t>I = bh³/12</a:t>
            </a:r>
          </a:p>
        </p:txBody>
      </p:sp>
      <p:sp>
        <p:nvSpPr>
          <p:cNvPr id="50" name="">
            <a:extLst xmlns:a="http://schemas.openxmlformats.org/drawingml/2006/main">
              <a:ext uri="{FF2B5EF4-FFF2-40B4-BE49-F238E27FC236}">
                <a16:creationId xmlns:a16="http://schemas.microsoft.com/office/drawing/2014/main" id="{FA7DFA27-7D3D-492C-9DB4-6526A8BD712E}"/>
              </a:ext>
            </a:extLst>
          </p:cNvPr>
          <p:cNvSpPr>
            <a:spLocks xmlns:a="http://schemas.openxmlformats.org/drawingml/2006/main" noGrp="1"/>
          </p:cNvSpPr>
          <p:nvPr/>
        </p:nvSpPr>
        <p:spPr>
          <a:xfrm xmlns:a="http://schemas.openxmlformats.org/drawingml/2006/main">
            <a:off x="6858000" y="37147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b：軸と平行な幅</a:t>
            </a:r>
          </a:p>
        </p:txBody>
      </p:sp>
      <p:sp>
        <p:nvSpPr>
          <p:cNvPr id="51" name="">
            <a:extLst xmlns:a="http://schemas.openxmlformats.org/drawingml/2006/main">
              <a:ext uri="{FF2B5EF4-FFF2-40B4-BE49-F238E27FC236}">
                <a16:creationId xmlns:a16="http://schemas.microsoft.com/office/drawing/2014/main" id="{21C69483-62BE-49AE-A1E5-2960307ECA2A}"/>
              </a:ext>
            </a:extLst>
          </p:cNvPr>
          <p:cNvSpPr>
            <a:spLocks xmlns:a="http://schemas.openxmlformats.org/drawingml/2006/main" noGrp="1"/>
          </p:cNvSpPr>
          <p:nvPr/>
        </p:nvSpPr>
        <p:spPr>
          <a:xfrm xmlns:a="http://schemas.openxmlformats.org/drawingml/2006/main">
            <a:off x="6858000" y="42862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h：軸に垂直な高さ</a:t>
            </a:r>
          </a:p>
        </p:txBody>
      </p:sp>
      <p:sp>
        <p:nvSpPr>
          <p:cNvPr id="52" name="">
            <a:extLst xmlns:a="http://schemas.openxmlformats.org/drawingml/2006/main">
              <a:ext uri="{FF2B5EF4-FFF2-40B4-BE49-F238E27FC236}">
                <a16:creationId xmlns:a16="http://schemas.microsoft.com/office/drawing/2014/main" id="{FC7C1E85-4552-4A16-B1B9-52F3CBC031C6}"/>
              </a:ext>
            </a:extLst>
          </p:cNvPr>
          <p:cNvSpPr>
            <a:spLocks xmlns:a="http://schemas.openxmlformats.org/drawingml/2006/main" noGrp="1"/>
          </p:cNvSpPr>
          <p:nvPr/>
        </p:nvSpPr>
        <p:spPr>
          <a:xfrm xmlns:a="http://schemas.openxmlformats.org/drawingml/2006/main">
            <a:off x="6858000" y="50482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まず軸と向きを図で決める</a:t>
            </a:r>
          </a:p>
        </p:txBody>
      </p:sp>
      <p:sp>
        <p:nvSpPr>
          <p:cNvPr id="53" name="">
            <a:extLst xmlns:a="http://schemas.openxmlformats.org/drawingml/2006/main">
              <a:ext uri="{FF2B5EF4-FFF2-40B4-BE49-F238E27FC236}">
                <a16:creationId xmlns:a16="http://schemas.microsoft.com/office/drawing/2014/main" id="{1917C806-748C-4250-AA7D-41AB54A8E871}"/>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同じ長方形でも、水平に置く向きと縦に置く向きではIが変わる。</a:t>
            </a:r>
          </a:p>
        </p:txBody>
      </p:sp>
    </p:spTree>
    <p:extLst>
      <p:ext uri="{BB962C8B-B14F-4D97-AF65-F5344CB8AC3E}">
        <p14:creationId xmlns:p14="http://schemas.microsoft.com/office/powerpoint/2010/main" val="15774456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C40AE6-DEEA-4411-B5B1-1272C80DC62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長方形のIを、積分の意味から理解する</a:t>
            </a:r>
          </a:p>
        </p:txBody>
      </p:sp>
      <p:sp>
        <p:nvSpPr>
          <p:cNvPr id="2" name="">
            <a:extLst xmlns:a="http://schemas.openxmlformats.org/drawingml/2006/main">
              <a:ext uri="{FF2B5EF4-FFF2-40B4-BE49-F238E27FC236}">
                <a16:creationId xmlns:a16="http://schemas.microsoft.com/office/drawing/2014/main" id="{D363D1D8-F2B8-4E1C-AE36-232E0D01417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BD537DD-BF81-47AE-ACD2-4C2391CFAD8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83D27390-CD07-4F3D-970D-D55E7C16123F}"/>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手順</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図心を通る水平軸まわり</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薄い帯の面積</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dA = b dy</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帯の寄与</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y² dA = y² b dy</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断面全体を足す</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I = ∫ y² b dy（−h/2 ≦ y ≦ h/2）</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積分した結果</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I = b{(h/2)³ − (−h/2)³}/3 = bh³/12</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2A642DC-D9DC-458C-A45F-0963B22DC7A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yの単位がmm、dAがmm²なら、Iはmm⁴。図心軸を指定する。</a:t>
            </a:r>
          </a:p>
        </p:txBody>
      </p:sp>
      <p:sp>
        <p:nvSpPr>
          <p:cNvPr id="6" name="">
            <a:extLst xmlns:a="http://schemas.openxmlformats.org/drawingml/2006/main">
              <a:ext uri="{FF2B5EF4-FFF2-40B4-BE49-F238E27FC236}">
                <a16:creationId xmlns:a16="http://schemas.microsoft.com/office/drawing/2014/main" id="{5DC9027A-2AFA-4A99-87D6-B412D59EF330}"/>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52</a:t>
            </a:r>
          </a:p>
        </p:txBody>
      </p:sp>
    </p:spTree>
    <p:extLst>
      <p:ext uri="{BB962C8B-B14F-4D97-AF65-F5344CB8AC3E}">
        <p14:creationId xmlns:p14="http://schemas.microsoft.com/office/powerpoint/2010/main" val="17775893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93E710-F1EA-4CC1-A558-D8F6B2522440}"/>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断面を分けて足す：平行軸の定理</a:t>
            </a:r>
          </a:p>
        </p:txBody>
      </p:sp>
      <p:sp>
        <p:nvSpPr>
          <p:cNvPr id="2" name="">
            <a:extLst xmlns:a="http://schemas.openxmlformats.org/drawingml/2006/main">
              <a:ext uri="{FF2B5EF4-FFF2-40B4-BE49-F238E27FC236}">
                <a16:creationId xmlns:a16="http://schemas.microsoft.com/office/drawing/2014/main" id="{56766116-A683-49EA-A1EB-42E63DD4716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D90B864-E239-49E5-80C7-864CC2F4714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8864F2A1-C66F-4944-A78C-601A53E15B96}"/>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軸をそろえる手順</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式と例</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各部分の図心軸</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I_G</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全体で使う平行な軸へ移す</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I = I_G + Ad²</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例：b10,h20 mm、d=30 mm</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I_G≈6,667 mm⁴、A=200 mm²</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同じ軸への寄与</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6,667+200×30²≈186,667 mm⁴</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FA5E663-A416-4453-9976-F011B1E9094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dは平行な2軸間の垂直距離。部材同士が一体として働く条件は別に確認する。</a:t>
            </a:r>
          </a:p>
        </p:txBody>
      </p:sp>
      <p:sp>
        <p:nvSpPr>
          <p:cNvPr id="6" name="">
            <a:extLst xmlns:a="http://schemas.openxmlformats.org/drawingml/2006/main">
              <a:ext uri="{FF2B5EF4-FFF2-40B4-BE49-F238E27FC236}">
                <a16:creationId xmlns:a16="http://schemas.microsoft.com/office/drawing/2014/main" id="{02936E7D-1EC0-4358-B147-056FAD22FF7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52</a:t>
            </a:r>
          </a:p>
        </p:txBody>
      </p:sp>
    </p:spTree>
    <p:extLst>
      <p:ext uri="{BB962C8B-B14F-4D97-AF65-F5344CB8AC3E}">
        <p14:creationId xmlns:p14="http://schemas.microsoft.com/office/powerpoint/2010/main" val="12532342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6EBEA57-E374-4130-8C2D-9E3C74CA3383}"/>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演習1　棚板を立てると、何倍変わるか</a:t>
            </a:r>
          </a:p>
        </p:txBody>
      </p:sp>
      <p:cxnSp>
        <p:nvCxnSpPr>
          <p:cNvPr id="2" name="">
            <a:extLst xmlns:a="http://schemas.openxmlformats.org/drawingml/2006/main">
              <a:ext uri="{FF2B5EF4-FFF2-40B4-BE49-F238E27FC236}">
                <a16:creationId xmlns:a16="http://schemas.microsoft.com/office/drawing/2014/main" id="{53B9F657-9AFB-49C1-AD77-166A0D66905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4F09E907-D955-435D-9879-E74FDF382D86}"/>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第4回</a:t>
            </a:r>
          </a:p>
        </p:txBody>
      </p:sp>
      <p:sp>
        <p:nvSpPr>
          <p:cNvPr id="4" name="">
            <a:extLst xmlns:a="http://schemas.openxmlformats.org/drawingml/2006/main">
              <a:ext uri="{FF2B5EF4-FFF2-40B4-BE49-F238E27FC236}">
                <a16:creationId xmlns:a16="http://schemas.microsoft.com/office/drawing/2014/main" id="{3C6BE969-BF7F-4093-AF4B-52D5BBB18F27}"/>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 / 52</a:t>
            </a:r>
          </a:p>
        </p:txBody>
      </p:sp>
      <p:sp>
        <p:nvSpPr>
          <p:cNvPr id="15" name="">
            <a:extLst xmlns:a="http://schemas.openxmlformats.org/drawingml/2006/main">
              <a:ext uri="{FF2B5EF4-FFF2-40B4-BE49-F238E27FC236}">
                <a16:creationId xmlns:a16="http://schemas.microsoft.com/office/drawing/2014/main" id="{B57EFBF8-6688-4A6D-ABAD-EE0B8EA1F9B7}"/>
              </a:ext>
            </a:extLst>
          </p:cNvPr>
          <p:cNvSpPr>
            <a:spLocks xmlns:a="http://schemas.openxmlformats.org/drawingml/2006/main" noGrp="1"/>
          </p:cNvSpPr>
          <p:nvPr/>
        </p:nvSpPr>
        <p:spPr>
          <a:xfrm xmlns:a="http://schemas.openxmlformats.org/drawingml/2006/main">
            <a:off x="809625" y="1524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同じ材料・長さ。断面を90°回転する</a:t>
            </a:r>
          </a:p>
        </p:txBody>
      </p:sp>
      <p:sp>
        <p:nvSpPr>
          <p:cNvPr id="16" name="">
            <a:extLst xmlns:a="http://schemas.openxmlformats.org/drawingml/2006/main">
              <a:ext uri="{FF2B5EF4-FFF2-40B4-BE49-F238E27FC236}">
                <a16:creationId xmlns:a16="http://schemas.microsoft.com/office/drawing/2014/main" id="{060F96AD-FE63-415F-9FFD-1586E056871C}"/>
              </a:ext>
            </a:extLst>
          </p:cNvPr>
          <p:cNvSpPr>
            <a:spLocks xmlns:a="http://schemas.openxmlformats.org/drawingml/2006/main" noGrp="1"/>
          </p:cNvSpPr>
          <p:nvPr/>
        </p:nvSpPr>
        <p:spPr>
          <a:xfrm xmlns:a="http://schemas.openxmlformats.org/drawingml/2006/main">
            <a:off x="2381250" y="2619375"/>
            <a:ext cx="952500" cy="19050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7" name="">
            <a:extLst xmlns:a="http://schemas.openxmlformats.org/drawingml/2006/main">
              <a:ext uri="{FF2B5EF4-FFF2-40B4-BE49-F238E27FC236}">
                <a16:creationId xmlns:a16="http://schemas.microsoft.com/office/drawing/2014/main" id="{878242A4-88B9-4C3C-8A82-1E4B9372AFA4}"/>
              </a:ext>
            </a:extLst>
          </p:cNvPr>
          <p:cNvSpPr>
            <a:spLocks xmlns:a="http://schemas.openxmlformats.org/drawingml/2006/main" noGrp="1"/>
          </p:cNvSpPr>
          <p:nvPr/>
        </p:nvSpPr>
        <p:spPr>
          <a:xfrm xmlns:a="http://schemas.openxmlformats.org/drawingml/2006/main">
            <a:off x="1952625"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18" name="">
            <a:extLst xmlns:a="http://schemas.openxmlformats.org/drawingml/2006/main">
              <a:ext uri="{FF2B5EF4-FFF2-40B4-BE49-F238E27FC236}">
                <a16:creationId xmlns:a16="http://schemas.microsoft.com/office/drawing/2014/main" id="{9E9EDD93-7B7D-4ED6-86D6-A9C199626B99}"/>
              </a:ext>
            </a:extLst>
          </p:cNvPr>
          <p:cNvSpPr>
            <a:spLocks xmlns:a="http://schemas.openxmlformats.org/drawingml/2006/main" noGrp="1"/>
          </p:cNvSpPr>
          <p:nvPr/>
        </p:nvSpPr>
        <p:spPr>
          <a:xfrm xmlns:a="http://schemas.openxmlformats.org/drawingml/2006/main">
            <a:off x="2081893"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19" name="">
            <a:extLst xmlns:a="http://schemas.openxmlformats.org/drawingml/2006/main">
              <a:ext uri="{FF2B5EF4-FFF2-40B4-BE49-F238E27FC236}">
                <a16:creationId xmlns:a16="http://schemas.microsoft.com/office/drawing/2014/main" id="{85015D05-4016-44CA-AB42-735DD9AC36B8}"/>
              </a:ext>
            </a:extLst>
          </p:cNvPr>
          <p:cNvSpPr>
            <a:spLocks xmlns:a="http://schemas.openxmlformats.org/drawingml/2006/main" noGrp="1"/>
          </p:cNvSpPr>
          <p:nvPr/>
        </p:nvSpPr>
        <p:spPr>
          <a:xfrm xmlns:a="http://schemas.openxmlformats.org/drawingml/2006/main">
            <a:off x="2211161"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43771A35-2713-4AF1-AF4E-79F85C24BC5D}"/>
              </a:ext>
            </a:extLst>
          </p:cNvPr>
          <p:cNvSpPr>
            <a:spLocks xmlns:a="http://schemas.openxmlformats.org/drawingml/2006/main" noGrp="1"/>
          </p:cNvSpPr>
          <p:nvPr/>
        </p:nvSpPr>
        <p:spPr>
          <a:xfrm xmlns:a="http://schemas.openxmlformats.org/drawingml/2006/main">
            <a:off x="2340429"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37BC0057-F731-4E7E-9F6F-0DE5EF55A71A}"/>
              </a:ext>
            </a:extLst>
          </p:cNvPr>
          <p:cNvSpPr>
            <a:spLocks xmlns:a="http://schemas.openxmlformats.org/drawingml/2006/main" noGrp="1"/>
          </p:cNvSpPr>
          <p:nvPr/>
        </p:nvSpPr>
        <p:spPr>
          <a:xfrm xmlns:a="http://schemas.openxmlformats.org/drawingml/2006/main">
            <a:off x="2469696"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8C79A214-7570-4D37-8ECB-1D9A8DA819A7}"/>
              </a:ext>
            </a:extLst>
          </p:cNvPr>
          <p:cNvSpPr>
            <a:spLocks xmlns:a="http://schemas.openxmlformats.org/drawingml/2006/main" noGrp="1"/>
          </p:cNvSpPr>
          <p:nvPr/>
        </p:nvSpPr>
        <p:spPr>
          <a:xfrm xmlns:a="http://schemas.openxmlformats.org/drawingml/2006/main">
            <a:off x="2598964"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6143DCF8-28DC-4F84-BB75-04994A236EA8}"/>
              </a:ext>
            </a:extLst>
          </p:cNvPr>
          <p:cNvSpPr>
            <a:spLocks xmlns:a="http://schemas.openxmlformats.org/drawingml/2006/main" noGrp="1"/>
          </p:cNvSpPr>
          <p:nvPr/>
        </p:nvSpPr>
        <p:spPr>
          <a:xfrm xmlns:a="http://schemas.openxmlformats.org/drawingml/2006/main">
            <a:off x="2728232"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2AC2DD9D-A00F-47DB-8AB8-4A1D6A5E6D16}"/>
              </a:ext>
            </a:extLst>
          </p:cNvPr>
          <p:cNvSpPr>
            <a:spLocks xmlns:a="http://schemas.openxmlformats.org/drawingml/2006/main" noGrp="1"/>
          </p:cNvSpPr>
          <p:nvPr/>
        </p:nvSpPr>
        <p:spPr>
          <a:xfrm xmlns:a="http://schemas.openxmlformats.org/drawingml/2006/main">
            <a:off x="2857500"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0F2BA73E-FEC8-479F-82FA-9E7306AB9547}"/>
              </a:ext>
            </a:extLst>
          </p:cNvPr>
          <p:cNvSpPr>
            <a:spLocks xmlns:a="http://schemas.openxmlformats.org/drawingml/2006/main" noGrp="1"/>
          </p:cNvSpPr>
          <p:nvPr/>
        </p:nvSpPr>
        <p:spPr>
          <a:xfrm xmlns:a="http://schemas.openxmlformats.org/drawingml/2006/main">
            <a:off x="2986768"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B4EB9165-DE73-4E2E-8932-C1CA1754B71D}"/>
              </a:ext>
            </a:extLst>
          </p:cNvPr>
          <p:cNvSpPr>
            <a:spLocks xmlns:a="http://schemas.openxmlformats.org/drawingml/2006/main" noGrp="1"/>
          </p:cNvSpPr>
          <p:nvPr/>
        </p:nvSpPr>
        <p:spPr>
          <a:xfrm xmlns:a="http://schemas.openxmlformats.org/drawingml/2006/main">
            <a:off x="3116036"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A2E08FC0-E9D4-4BC4-BE10-1440C3435EDD}"/>
              </a:ext>
            </a:extLst>
          </p:cNvPr>
          <p:cNvSpPr>
            <a:spLocks xmlns:a="http://schemas.openxmlformats.org/drawingml/2006/main" noGrp="1"/>
          </p:cNvSpPr>
          <p:nvPr/>
        </p:nvSpPr>
        <p:spPr>
          <a:xfrm xmlns:a="http://schemas.openxmlformats.org/drawingml/2006/main">
            <a:off x="3245304"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6429D1EE-B380-49BB-BEB4-956490EF2F48}"/>
              </a:ext>
            </a:extLst>
          </p:cNvPr>
          <p:cNvSpPr>
            <a:spLocks xmlns:a="http://schemas.openxmlformats.org/drawingml/2006/main" noGrp="1"/>
          </p:cNvSpPr>
          <p:nvPr/>
        </p:nvSpPr>
        <p:spPr>
          <a:xfrm xmlns:a="http://schemas.openxmlformats.org/drawingml/2006/main">
            <a:off x="3374571"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9BC5FBAA-B1AE-499D-9468-7A570C8031F3}"/>
              </a:ext>
            </a:extLst>
          </p:cNvPr>
          <p:cNvSpPr>
            <a:spLocks xmlns:a="http://schemas.openxmlformats.org/drawingml/2006/main" noGrp="1"/>
          </p:cNvSpPr>
          <p:nvPr/>
        </p:nvSpPr>
        <p:spPr>
          <a:xfrm xmlns:a="http://schemas.openxmlformats.org/drawingml/2006/main">
            <a:off x="3503839"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2E1834D3-83CA-4B4A-8D50-803BB830FE5F}"/>
              </a:ext>
            </a:extLst>
          </p:cNvPr>
          <p:cNvSpPr>
            <a:spLocks xmlns:a="http://schemas.openxmlformats.org/drawingml/2006/main" noGrp="1"/>
          </p:cNvSpPr>
          <p:nvPr/>
        </p:nvSpPr>
        <p:spPr>
          <a:xfrm xmlns:a="http://schemas.openxmlformats.org/drawingml/2006/main">
            <a:off x="3633107" y="3571875"/>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3C477D9D-60D2-41B8-A1B7-3A2FB5E1A720}"/>
              </a:ext>
            </a:extLst>
          </p:cNvPr>
          <p:cNvSpPr>
            <a:spLocks xmlns:a="http://schemas.openxmlformats.org/drawingml/2006/main" noGrp="1"/>
          </p:cNvSpPr>
          <p:nvPr/>
        </p:nvSpPr>
        <p:spPr>
          <a:xfrm xmlns:a="http://schemas.openxmlformats.org/drawingml/2006/main">
            <a:off x="2381250" y="4829175"/>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13335">
            <a:solidFill>
              <a:srgbClr val="2876A8"/>
            </a:solidFill>
          </a:ln>
        </p:spPr>
      </p:sp>
      <p:sp>
        <p:nvSpPr>
          <p:cNvPr id="32" name="">
            <a:extLst xmlns:a="http://schemas.openxmlformats.org/drawingml/2006/main">
              <a:ext uri="{FF2B5EF4-FFF2-40B4-BE49-F238E27FC236}">
                <a16:creationId xmlns:a16="http://schemas.microsoft.com/office/drawing/2014/main" id="{14E5D4B8-32C6-407F-9E4E-DEA17716624F}"/>
              </a:ext>
            </a:extLst>
          </p:cNvPr>
          <p:cNvSpPr>
            <a:spLocks xmlns:a="http://schemas.openxmlformats.org/drawingml/2006/main" noGrp="1"/>
          </p:cNvSpPr>
          <p:nvPr/>
        </p:nvSpPr>
        <p:spPr>
          <a:xfrm xmlns:a="http://schemas.openxmlformats.org/drawingml/2006/main">
            <a:off x="3267075" y="480117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33" name="">
            <a:extLst xmlns:a="http://schemas.openxmlformats.org/drawingml/2006/main">
              <a:ext uri="{FF2B5EF4-FFF2-40B4-BE49-F238E27FC236}">
                <a16:creationId xmlns:a16="http://schemas.microsoft.com/office/drawing/2014/main" id="{DDC69884-43BD-4431-A515-C29FDD7D240B}"/>
              </a:ext>
            </a:extLst>
          </p:cNvPr>
          <p:cNvSpPr>
            <a:spLocks xmlns:a="http://schemas.openxmlformats.org/drawingml/2006/main" noGrp="1"/>
          </p:cNvSpPr>
          <p:nvPr/>
        </p:nvSpPr>
        <p:spPr>
          <a:xfrm xmlns:a="http://schemas.openxmlformats.org/drawingml/2006/main">
            <a:off x="2381250" y="4829175"/>
            <a:ext cx="952500" cy="9525"/>
          </a:xfrm>
          <a:custGeom xmlns:a="http://schemas.openxmlformats.org/drawingml/2006/main">
            <a:pathLst>
              <a:path w="952500" h="9525">
                <a:moveTo>
                  <a:pt x="952500" y="0"/>
                </a:moveTo>
                <a:lnTo>
                  <a:pt x="0" y="0"/>
                </a:lnTo>
              </a:path>
            </a:pathLst>
          </a:custGeom>
          <a:noFill xmlns:a="http://schemas.openxmlformats.org/drawingml/2006/main"/>
          <a:ln xmlns:a="http://schemas.openxmlformats.org/drawingml/2006/main" w="13335">
            <a:solidFill>
              <a:srgbClr val="2876A8"/>
            </a:solidFill>
          </a:ln>
        </p:spPr>
      </p:sp>
      <p:sp>
        <p:nvSpPr>
          <p:cNvPr id="34" name="">
            <a:extLst xmlns:a="http://schemas.openxmlformats.org/drawingml/2006/main">
              <a:ext uri="{FF2B5EF4-FFF2-40B4-BE49-F238E27FC236}">
                <a16:creationId xmlns:a16="http://schemas.microsoft.com/office/drawing/2014/main" id="{311EE1C0-3BD0-4904-970F-E0695B6525A4}"/>
              </a:ext>
            </a:extLst>
          </p:cNvPr>
          <p:cNvSpPr>
            <a:spLocks xmlns:a="http://schemas.openxmlformats.org/drawingml/2006/main" noGrp="1"/>
          </p:cNvSpPr>
          <p:nvPr/>
        </p:nvSpPr>
        <p:spPr>
          <a:xfrm xmlns:a="http://schemas.openxmlformats.org/drawingml/2006/main">
            <a:off x="2381250" y="480117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35" name="">
            <a:extLst xmlns:a="http://schemas.openxmlformats.org/drawingml/2006/main">
              <a:ext uri="{FF2B5EF4-FFF2-40B4-BE49-F238E27FC236}">
                <a16:creationId xmlns:a16="http://schemas.microsoft.com/office/drawing/2014/main" id="{A7956A44-BB16-4E58-B8B1-B8CC7DFA8C04}"/>
              </a:ext>
            </a:extLst>
          </p:cNvPr>
          <p:cNvSpPr>
            <a:spLocks xmlns:a="http://schemas.openxmlformats.org/drawingml/2006/main" noGrp="1"/>
          </p:cNvSpPr>
          <p:nvPr/>
        </p:nvSpPr>
        <p:spPr>
          <a:xfrm xmlns:a="http://schemas.openxmlformats.org/drawingml/2006/main">
            <a:off x="2381250" y="48768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20 mm</a:t>
            </a:r>
          </a:p>
        </p:txBody>
      </p:sp>
      <p:sp>
        <p:nvSpPr>
          <p:cNvPr id="36" name="">
            <a:extLst xmlns:a="http://schemas.openxmlformats.org/drawingml/2006/main">
              <a:ext uri="{FF2B5EF4-FFF2-40B4-BE49-F238E27FC236}">
                <a16:creationId xmlns:a16="http://schemas.microsoft.com/office/drawing/2014/main" id="{A012227D-CC51-4F43-B2F1-B85B68EC469B}"/>
              </a:ext>
            </a:extLst>
          </p:cNvPr>
          <p:cNvSpPr>
            <a:spLocks xmlns:a="http://schemas.openxmlformats.org/drawingml/2006/main" noGrp="1"/>
          </p:cNvSpPr>
          <p:nvPr/>
        </p:nvSpPr>
        <p:spPr>
          <a:xfrm xmlns:a="http://schemas.openxmlformats.org/drawingml/2006/main">
            <a:off x="3667125" y="2619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14288">
            <a:solidFill>
              <a:srgbClr val="2876A8"/>
            </a:solidFill>
          </a:ln>
        </p:spPr>
      </p:sp>
      <p:sp>
        <p:nvSpPr>
          <p:cNvPr id="37" name="">
            <a:extLst xmlns:a="http://schemas.openxmlformats.org/drawingml/2006/main">
              <a:ext uri="{FF2B5EF4-FFF2-40B4-BE49-F238E27FC236}">
                <a16:creationId xmlns:a16="http://schemas.microsoft.com/office/drawing/2014/main" id="{8D2E327C-2B61-4C98-B1EB-DC25AD6A1B4A}"/>
              </a:ext>
            </a:extLst>
          </p:cNvPr>
          <p:cNvSpPr>
            <a:spLocks xmlns:a="http://schemas.openxmlformats.org/drawingml/2006/main" noGrp="1"/>
          </p:cNvSpPr>
          <p:nvPr/>
        </p:nvSpPr>
        <p:spPr>
          <a:xfrm xmlns:a="http://schemas.openxmlformats.org/drawingml/2006/main">
            <a:off x="3639122" y="445770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38" name="">
            <a:extLst xmlns:a="http://schemas.openxmlformats.org/drawingml/2006/main">
              <a:ext uri="{FF2B5EF4-FFF2-40B4-BE49-F238E27FC236}">
                <a16:creationId xmlns:a16="http://schemas.microsoft.com/office/drawing/2014/main" id="{B9195A00-654D-48CF-AA11-00E97B106AD5}"/>
              </a:ext>
            </a:extLst>
          </p:cNvPr>
          <p:cNvSpPr>
            <a:spLocks xmlns:a="http://schemas.openxmlformats.org/drawingml/2006/main" noGrp="1"/>
          </p:cNvSpPr>
          <p:nvPr/>
        </p:nvSpPr>
        <p:spPr>
          <a:xfrm xmlns:a="http://schemas.openxmlformats.org/drawingml/2006/main">
            <a:off x="3667125" y="2619375"/>
            <a:ext cx="9525" cy="1905000"/>
          </a:xfrm>
          <a:custGeom xmlns:a="http://schemas.openxmlformats.org/drawingml/2006/main">
            <a:pathLst>
              <a:path w="9525" h="1905000">
                <a:moveTo>
                  <a:pt x="0" y="1905000"/>
                </a:moveTo>
                <a:lnTo>
                  <a:pt x="0" y="0"/>
                </a:lnTo>
              </a:path>
            </a:pathLst>
          </a:custGeom>
          <a:noFill xmlns:a="http://schemas.openxmlformats.org/drawingml/2006/main"/>
          <a:ln xmlns:a="http://schemas.openxmlformats.org/drawingml/2006/main" w="14288">
            <a:solidFill>
              <a:srgbClr val="2876A8"/>
            </a:solidFill>
          </a:ln>
        </p:spPr>
      </p:sp>
      <p:sp>
        <p:nvSpPr>
          <p:cNvPr id="39" name="">
            <a:extLst xmlns:a="http://schemas.openxmlformats.org/drawingml/2006/main">
              <a:ext uri="{FF2B5EF4-FFF2-40B4-BE49-F238E27FC236}">
                <a16:creationId xmlns:a16="http://schemas.microsoft.com/office/drawing/2014/main" id="{20B45558-B861-4C5A-8A1E-D1A83FA4FBAA}"/>
              </a:ext>
            </a:extLst>
          </p:cNvPr>
          <p:cNvSpPr>
            <a:spLocks xmlns:a="http://schemas.openxmlformats.org/drawingml/2006/main" noGrp="1"/>
          </p:cNvSpPr>
          <p:nvPr/>
        </p:nvSpPr>
        <p:spPr>
          <a:xfrm xmlns:a="http://schemas.openxmlformats.org/drawingml/2006/main">
            <a:off x="3639122" y="261937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40" name="">
            <a:extLst xmlns:a="http://schemas.openxmlformats.org/drawingml/2006/main">
              <a:ext uri="{FF2B5EF4-FFF2-40B4-BE49-F238E27FC236}">
                <a16:creationId xmlns:a16="http://schemas.microsoft.com/office/drawing/2014/main" id="{FF2D754B-5604-4C3D-AA6F-29ECE25C6AF3}"/>
              </a:ext>
            </a:extLst>
          </p:cNvPr>
          <p:cNvSpPr>
            <a:spLocks xmlns:a="http://schemas.openxmlformats.org/drawingml/2006/main" noGrp="1"/>
          </p:cNvSpPr>
          <p:nvPr/>
        </p:nvSpPr>
        <p:spPr>
          <a:xfrm xmlns:a="http://schemas.openxmlformats.org/drawingml/2006/main">
            <a:off x="3781425" y="33718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40 mm</a:t>
            </a:r>
          </a:p>
        </p:txBody>
      </p:sp>
      <p:sp>
        <p:nvSpPr>
          <p:cNvPr id="41" name="">
            <a:extLst xmlns:a="http://schemas.openxmlformats.org/drawingml/2006/main">
              <a:ext uri="{FF2B5EF4-FFF2-40B4-BE49-F238E27FC236}">
                <a16:creationId xmlns:a16="http://schemas.microsoft.com/office/drawing/2014/main" id="{7A55237A-9725-4AD5-91B0-4F5394035844}"/>
              </a:ext>
            </a:extLst>
          </p:cNvPr>
          <p:cNvSpPr>
            <a:spLocks xmlns:a="http://schemas.openxmlformats.org/drawingml/2006/main" noGrp="1"/>
          </p:cNvSpPr>
          <p:nvPr/>
        </p:nvSpPr>
        <p:spPr>
          <a:xfrm xmlns:a="http://schemas.openxmlformats.org/drawingml/2006/main">
            <a:off x="7620000" y="3095625"/>
            <a:ext cx="1905000" cy="952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42" name="">
            <a:extLst xmlns:a="http://schemas.openxmlformats.org/drawingml/2006/main">
              <a:ext uri="{FF2B5EF4-FFF2-40B4-BE49-F238E27FC236}">
                <a16:creationId xmlns:a16="http://schemas.microsoft.com/office/drawing/2014/main" id="{19A4FB40-37F0-454B-90DF-DDB6FFBCF0D5}"/>
              </a:ext>
            </a:extLst>
          </p:cNvPr>
          <p:cNvSpPr>
            <a:spLocks xmlns:a="http://schemas.openxmlformats.org/drawingml/2006/main" noGrp="1"/>
          </p:cNvSpPr>
          <p:nvPr/>
        </p:nvSpPr>
        <p:spPr>
          <a:xfrm xmlns:a="http://schemas.openxmlformats.org/drawingml/2006/main">
            <a:off x="7191375"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1BFBDB4B-BB17-41C3-AAE7-3489482E46D2}"/>
              </a:ext>
            </a:extLst>
          </p:cNvPr>
          <p:cNvSpPr>
            <a:spLocks xmlns:a="http://schemas.openxmlformats.org/drawingml/2006/main" noGrp="1"/>
          </p:cNvSpPr>
          <p:nvPr/>
        </p:nvSpPr>
        <p:spPr>
          <a:xfrm xmlns:a="http://schemas.openxmlformats.org/drawingml/2006/main">
            <a:off x="7322911"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A39B72A2-A873-4DB2-8808-A3F201F106B3}"/>
              </a:ext>
            </a:extLst>
          </p:cNvPr>
          <p:cNvSpPr>
            <a:spLocks xmlns:a="http://schemas.openxmlformats.org/drawingml/2006/main" noGrp="1"/>
          </p:cNvSpPr>
          <p:nvPr/>
        </p:nvSpPr>
        <p:spPr>
          <a:xfrm xmlns:a="http://schemas.openxmlformats.org/drawingml/2006/main">
            <a:off x="7454446"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0BFC7D08-3B8F-47F3-881F-6DBE93C4E9B3}"/>
              </a:ext>
            </a:extLst>
          </p:cNvPr>
          <p:cNvSpPr>
            <a:spLocks xmlns:a="http://schemas.openxmlformats.org/drawingml/2006/main" noGrp="1"/>
          </p:cNvSpPr>
          <p:nvPr/>
        </p:nvSpPr>
        <p:spPr>
          <a:xfrm xmlns:a="http://schemas.openxmlformats.org/drawingml/2006/main">
            <a:off x="7585982"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F90C633D-451D-4A58-B2C6-C7F9D2D5CC28}"/>
              </a:ext>
            </a:extLst>
          </p:cNvPr>
          <p:cNvSpPr>
            <a:spLocks xmlns:a="http://schemas.openxmlformats.org/drawingml/2006/main" noGrp="1"/>
          </p:cNvSpPr>
          <p:nvPr/>
        </p:nvSpPr>
        <p:spPr>
          <a:xfrm xmlns:a="http://schemas.openxmlformats.org/drawingml/2006/main">
            <a:off x="7717518"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B0BC46CE-E94D-4A02-A9F7-A2BCC890AE0F}"/>
              </a:ext>
            </a:extLst>
          </p:cNvPr>
          <p:cNvSpPr>
            <a:spLocks xmlns:a="http://schemas.openxmlformats.org/drawingml/2006/main" noGrp="1"/>
          </p:cNvSpPr>
          <p:nvPr/>
        </p:nvSpPr>
        <p:spPr>
          <a:xfrm xmlns:a="http://schemas.openxmlformats.org/drawingml/2006/main">
            <a:off x="7849054"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C7204740-F938-4F74-BE3C-6A47F65BECF1}"/>
              </a:ext>
            </a:extLst>
          </p:cNvPr>
          <p:cNvSpPr>
            <a:spLocks xmlns:a="http://schemas.openxmlformats.org/drawingml/2006/main" noGrp="1"/>
          </p:cNvSpPr>
          <p:nvPr/>
        </p:nvSpPr>
        <p:spPr>
          <a:xfrm xmlns:a="http://schemas.openxmlformats.org/drawingml/2006/main">
            <a:off x="7980589"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9E895FAF-928D-4E9F-9DAA-F7ECBE0F0DF1}"/>
              </a:ext>
            </a:extLst>
          </p:cNvPr>
          <p:cNvSpPr>
            <a:spLocks xmlns:a="http://schemas.openxmlformats.org/drawingml/2006/main" noGrp="1"/>
          </p:cNvSpPr>
          <p:nvPr/>
        </p:nvSpPr>
        <p:spPr>
          <a:xfrm xmlns:a="http://schemas.openxmlformats.org/drawingml/2006/main">
            <a:off x="8112125"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0" name="">
            <a:extLst xmlns:a="http://schemas.openxmlformats.org/drawingml/2006/main">
              <a:ext uri="{FF2B5EF4-FFF2-40B4-BE49-F238E27FC236}">
                <a16:creationId xmlns:a16="http://schemas.microsoft.com/office/drawing/2014/main" id="{DAD0141C-78A2-4BC3-8731-D06660A50AE0}"/>
              </a:ext>
            </a:extLst>
          </p:cNvPr>
          <p:cNvSpPr>
            <a:spLocks xmlns:a="http://schemas.openxmlformats.org/drawingml/2006/main" noGrp="1"/>
          </p:cNvSpPr>
          <p:nvPr/>
        </p:nvSpPr>
        <p:spPr>
          <a:xfrm xmlns:a="http://schemas.openxmlformats.org/drawingml/2006/main">
            <a:off x="8243661"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1" name="">
            <a:extLst xmlns:a="http://schemas.openxmlformats.org/drawingml/2006/main">
              <a:ext uri="{FF2B5EF4-FFF2-40B4-BE49-F238E27FC236}">
                <a16:creationId xmlns:a16="http://schemas.microsoft.com/office/drawing/2014/main" id="{43A2F78C-8BC8-45A3-8C66-B9EE72B587F1}"/>
              </a:ext>
            </a:extLst>
          </p:cNvPr>
          <p:cNvSpPr>
            <a:spLocks xmlns:a="http://schemas.openxmlformats.org/drawingml/2006/main" noGrp="1"/>
          </p:cNvSpPr>
          <p:nvPr/>
        </p:nvSpPr>
        <p:spPr>
          <a:xfrm xmlns:a="http://schemas.openxmlformats.org/drawingml/2006/main">
            <a:off x="8375196"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2" name="">
            <a:extLst xmlns:a="http://schemas.openxmlformats.org/drawingml/2006/main">
              <a:ext uri="{FF2B5EF4-FFF2-40B4-BE49-F238E27FC236}">
                <a16:creationId xmlns:a16="http://schemas.microsoft.com/office/drawing/2014/main" id="{F03068A8-C2C8-4DCD-9DE0-F3F087667116}"/>
              </a:ext>
            </a:extLst>
          </p:cNvPr>
          <p:cNvSpPr>
            <a:spLocks xmlns:a="http://schemas.openxmlformats.org/drawingml/2006/main" noGrp="1"/>
          </p:cNvSpPr>
          <p:nvPr/>
        </p:nvSpPr>
        <p:spPr>
          <a:xfrm xmlns:a="http://schemas.openxmlformats.org/drawingml/2006/main">
            <a:off x="8506732"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695C9630-44AD-4A7D-87B8-1613732DE9DE}"/>
              </a:ext>
            </a:extLst>
          </p:cNvPr>
          <p:cNvSpPr>
            <a:spLocks xmlns:a="http://schemas.openxmlformats.org/drawingml/2006/main" noGrp="1"/>
          </p:cNvSpPr>
          <p:nvPr/>
        </p:nvSpPr>
        <p:spPr>
          <a:xfrm xmlns:a="http://schemas.openxmlformats.org/drawingml/2006/main">
            <a:off x="8638268"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E6F5EB41-F86D-4B3D-9AF6-73FFE68A598F}"/>
              </a:ext>
            </a:extLst>
          </p:cNvPr>
          <p:cNvSpPr>
            <a:spLocks xmlns:a="http://schemas.openxmlformats.org/drawingml/2006/main" noGrp="1"/>
          </p:cNvSpPr>
          <p:nvPr/>
        </p:nvSpPr>
        <p:spPr>
          <a:xfrm xmlns:a="http://schemas.openxmlformats.org/drawingml/2006/main">
            <a:off x="8769804"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5" name="">
            <a:extLst xmlns:a="http://schemas.openxmlformats.org/drawingml/2006/main">
              <a:ext uri="{FF2B5EF4-FFF2-40B4-BE49-F238E27FC236}">
                <a16:creationId xmlns:a16="http://schemas.microsoft.com/office/drawing/2014/main" id="{09B0DF5F-17BF-4F06-9951-A51AC3DF8472}"/>
              </a:ext>
            </a:extLst>
          </p:cNvPr>
          <p:cNvSpPr>
            <a:spLocks xmlns:a="http://schemas.openxmlformats.org/drawingml/2006/main" noGrp="1"/>
          </p:cNvSpPr>
          <p:nvPr/>
        </p:nvSpPr>
        <p:spPr>
          <a:xfrm xmlns:a="http://schemas.openxmlformats.org/drawingml/2006/main">
            <a:off x="8901339"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6" name="">
            <a:extLst xmlns:a="http://schemas.openxmlformats.org/drawingml/2006/main">
              <a:ext uri="{FF2B5EF4-FFF2-40B4-BE49-F238E27FC236}">
                <a16:creationId xmlns:a16="http://schemas.microsoft.com/office/drawing/2014/main" id="{707CAB0D-6E0A-4DDE-B0D4-439AD990361C}"/>
              </a:ext>
            </a:extLst>
          </p:cNvPr>
          <p:cNvSpPr>
            <a:spLocks xmlns:a="http://schemas.openxmlformats.org/drawingml/2006/main" noGrp="1"/>
          </p:cNvSpPr>
          <p:nvPr/>
        </p:nvSpPr>
        <p:spPr>
          <a:xfrm xmlns:a="http://schemas.openxmlformats.org/drawingml/2006/main">
            <a:off x="9032875"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7" name="">
            <a:extLst xmlns:a="http://schemas.openxmlformats.org/drawingml/2006/main">
              <a:ext uri="{FF2B5EF4-FFF2-40B4-BE49-F238E27FC236}">
                <a16:creationId xmlns:a16="http://schemas.microsoft.com/office/drawing/2014/main" id="{38B745AD-0C92-4C42-8575-2401828CDA1E}"/>
              </a:ext>
            </a:extLst>
          </p:cNvPr>
          <p:cNvSpPr>
            <a:spLocks xmlns:a="http://schemas.openxmlformats.org/drawingml/2006/main" noGrp="1"/>
          </p:cNvSpPr>
          <p:nvPr/>
        </p:nvSpPr>
        <p:spPr>
          <a:xfrm xmlns:a="http://schemas.openxmlformats.org/drawingml/2006/main">
            <a:off x="9164411"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8" name="">
            <a:extLst xmlns:a="http://schemas.openxmlformats.org/drawingml/2006/main">
              <a:ext uri="{FF2B5EF4-FFF2-40B4-BE49-F238E27FC236}">
                <a16:creationId xmlns:a16="http://schemas.microsoft.com/office/drawing/2014/main" id="{6205C11C-4533-4C81-AA62-8CDBCC37846D}"/>
              </a:ext>
            </a:extLst>
          </p:cNvPr>
          <p:cNvSpPr>
            <a:spLocks xmlns:a="http://schemas.openxmlformats.org/drawingml/2006/main" noGrp="1"/>
          </p:cNvSpPr>
          <p:nvPr/>
        </p:nvSpPr>
        <p:spPr>
          <a:xfrm xmlns:a="http://schemas.openxmlformats.org/drawingml/2006/main">
            <a:off x="9295946"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59" name="">
            <a:extLst xmlns:a="http://schemas.openxmlformats.org/drawingml/2006/main">
              <a:ext uri="{FF2B5EF4-FFF2-40B4-BE49-F238E27FC236}">
                <a16:creationId xmlns:a16="http://schemas.microsoft.com/office/drawing/2014/main" id="{746F7F8E-BA0C-4538-B2A0-4CFCDB906F6F}"/>
              </a:ext>
            </a:extLst>
          </p:cNvPr>
          <p:cNvSpPr>
            <a:spLocks xmlns:a="http://schemas.openxmlformats.org/drawingml/2006/main" noGrp="1"/>
          </p:cNvSpPr>
          <p:nvPr/>
        </p:nvSpPr>
        <p:spPr>
          <a:xfrm xmlns:a="http://schemas.openxmlformats.org/drawingml/2006/main">
            <a:off x="9427482"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60" name="">
            <a:extLst xmlns:a="http://schemas.openxmlformats.org/drawingml/2006/main">
              <a:ext uri="{FF2B5EF4-FFF2-40B4-BE49-F238E27FC236}">
                <a16:creationId xmlns:a16="http://schemas.microsoft.com/office/drawing/2014/main" id="{A0AC05EF-EA57-444D-9D95-8FCBFF311428}"/>
              </a:ext>
            </a:extLst>
          </p:cNvPr>
          <p:cNvSpPr>
            <a:spLocks xmlns:a="http://schemas.openxmlformats.org/drawingml/2006/main" noGrp="1"/>
          </p:cNvSpPr>
          <p:nvPr/>
        </p:nvSpPr>
        <p:spPr>
          <a:xfrm xmlns:a="http://schemas.openxmlformats.org/drawingml/2006/main">
            <a:off x="9559018"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61" name="">
            <a:extLst xmlns:a="http://schemas.openxmlformats.org/drawingml/2006/main">
              <a:ext uri="{FF2B5EF4-FFF2-40B4-BE49-F238E27FC236}">
                <a16:creationId xmlns:a16="http://schemas.microsoft.com/office/drawing/2014/main" id="{DF3F127F-3373-4FF8-B805-CD4FBA679E25}"/>
              </a:ext>
            </a:extLst>
          </p:cNvPr>
          <p:cNvSpPr>
            <a:spLocks xmlns:a="http://schemas.openxmlformats.org/drawingml/2006/main" noGrp="1"/>
          </p:cNvSpPr>
          <p:nvPr/>
        </p:nvSpPr>
        <p:spPr>
          <a:xfrm xmlns:a="http://schemas.openxmlformats.org/drawingml/2006/main">
            <a:off x="9690554"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62" name="">
            <a:extLst xmlns:a="http://schemas.openxmlformats.org/drawingml/2006/main">
              <a:ext uri="{FF2B5EF4-FFF2-40B4-BE49-F238E27FC236}">
                <a16:creationId xmlns:a16="http://schemas.microsoft.com/office/drawing/2014/main" id="{E0085CDD-87A3-43F2-9F60-C4F0D46B70F8}"/>
              </a:ext>
            </a:extLst>
          </p:cNvPr>
          <p:cNvSpPr>
            <a:spLocks xmlns:a="http://schemas.openxmlformats.org/drawingml/2006/main" noGrp="1"/>
          </p:cNvSpPr>
          <p:nvPr/>
        </p:nvSpPr>
        <p:spPr>
          <a:xfrm xmlns:a="http://schemas.openxmlformats.org/drawingml/2006/main">
            <a:off x="9822089" y="3571875"/>
            <a:ext cx="72345" cy="9525"/>
          </a:xfrm>
          <a:custGeom xmlns:a="http://schemas.openxmlformats.org/drawingml/2006/main">
            <a:pathLst>
              <a:path w="72345" h="9525">
                <a:moveTo>
                  <a:pt x="0" y="0"/>
                </a:moveTo>
                <a:lnTo>
                  <a:pt x="72345" y="0"/>
                </a:lnTo>
              </a:path>
            </a:pathLst>
          </a:custGeom>
          <a:noFill xmlns:a="http://schemas.openxmlformats.org/drawingml/2006/main"/>
          <a:ln xmlns:a="http://schemas.openxmlformats.org/drawingml/2006/main" w="11430">
            <a:solidFill>
              <a:srgbClr val="71818B"/>
            </a:solidFill>
          </a:ln>
        </p:spPr>
      </p:sp>
      <p:sp>
        <p:nvSpPr>
          <p:cNvPr id="63" name="">
            <a:extLst xmlns:a="http://schemas.openxmlformats.org/drawingml/2006/main">
              <a:ext uri="{FF2B5EF4-FFF2-40B4-BE49-F238E27FC236}">
                <a16:creationId xmlns:a16="http://schemas.microsoft.com/office/drawing/2014/main" id="{A8148669-6A51-4390-8239-FA98A4065EBA}"/>
              </a:ext>
            </a:extLst>
          </p:cNvPr>
          <p:cNvSpPr>
            <a:spLocks xmlns:a="http://schemas.openxmlformats.org/drawingml/2006/main" noGrp="1"/>
          </p:cNvSpPr>
          <p:nvPr/>
        </p:nvSpPr>
        <p:spPr>
          <a:xfrm xmlns:a="http://schemas.openxmlformats.org/drawingml/2006/main">
            <a:off x="7620000" y="4352925"/>
            <a:ext cx="1905000" cy="9525"/>
          </a:xfrm>
          <a:custGeom xmlns:a="http://schemas.openxmlformats.org/drawingml/2006/main">
            <a:pathLst>
              <a:path w="1905000" h="9525">
                <a:moveTo>
                  <a:pt x="0" y="0"/>
                </a:moveTo>
                <a:lnTo>
                  <a:pt x="1905000" y="0"/>
                </a:lnTo>
              </a:path>
            </a:pathLst>
          </a:custGeom>
          <a:noFill xmlns:a="http://schemas.openxmlformats.org/drawingml/2006/main"/>
          <a:ln xmlns:a="http://schemas.openxmlformats.org/drawingml/2006/main" w="13335">
            <a:solidFill>
              <a:srgbClr val="2876A8"/>
            </a:solidFill>
          </a:ln>
        </p:spPr>
      </p:sp>
      <p:sp>
        <p:nvSpPr>
          <p:cNvPr id="64" name="">
            <a:extLst xmlns:a="http://schemas.openxmlformats.org/drawingml/2006/main">
              <a:ext uri="{FF2B5EF4-FFF2-40B4-BE49-F238E27FC236}">
                <a16:creationId xmlns:a16="http://schemas.microsoft.com/office/drawing/2014/main" id="{A803A546-A03A-4536-BAE1-212B20343B3C}"/>
              </a:ext>
            </a:extLst>
          </p:cNvPr>
          <p:cNvSpPr>
            <a:spLocks xmlns:a="http://schemas.openxmlformats.org/drawingml/2006/main" noGrp="1"/>
          </p:cNvSpPr>
          <p:nvPr/>
        </p:nvSpPr>
        <p:spPr>
          <a:xfrm xmlns:a="http://schemas.openxmlformats.org/drawingml/2006/main">
            <a:off x="9458325" y="43249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65" name="">
            <a:extLst xmlns:a="http://schemas.openxmlformats.org/drawingml/2006/main">
              <a:ext uri="{FF2B5EF4-FFF2-40B4-BE49-F238E27FC236}">
                <a16:creationId xmlns:a16="http://schemas.microsoft.com/office/drawing/2014/main" id="{E3CE8552-6773-4C1F-9CAE-1187B21C19F7}"/>
              </a:ext>
            </a:extLst>
          </p:cNvPr>
          <p:cNvSpPr>
            <a:spLocks xmlns:a="http://schemas.openxmlformats.org/drawingml/2006/main" noGrp="1"/>
          </p:cNvSpPr>
          <p:nvPr/>
        </p:nvSpPr>
        <p:spPr>
          <a:xfrm xmlns:a="http://schemas.openxmlformats.org/drawingml/2006/main">
            <a:off x="7620000" y="4352925"/>
            <a:ext cx="1905000" cy="9525"/>
          </a:xfrm>
          <a:custGeom xmlns:a="http://schemas.openxmlformats.org/drawingml/2006/main">
            <a:pathLst>
              <a:path w="1905000" h="9525">
                <a:moveTo>
                  <a:pt x="1905000" y="0"/>
                </a:moveTo>
                <a:lnTo>
                  <a:pt x="0" y="0"/>
                </a:lnTo>
              </a:path>
            </a:pathLst>
          </a:custGeom>
          <a:noFill xmlns:a="http://schemas.openxmlformats.org/drawingml/2006/main"/>
          <a:ln xmlns:a="http://schemas.openxmlformats.org/drawingml/2006/main" w="13335">
            <a:solidFill>
              <a:srgbClr val="2876A8"/>
            </a:solidFill>
          </a:ln>
        </p:spPr>
      </p:sp>
      <p:sp>
        <p:nvSpPr>
          <p:cNvPr id="66" name="">
            <a:extLst xmlns:a="http://schemas.openxmlformats.org/drawingml/2006/main">
              <a:ext uri="{FF2B5EF4-FFF2-40B4-BE49-F238E27FC236}">
                <a16:creationId xmlns:a16="http://schemas.microsoft.com/office/drawing/2014/main" id="{4FD9612B-AC26-47E5-8077-22AEA8ACC1CC}"/>
              </a:ext>
            </a:extLst>
          </p:cNvPr>
          <p:cNvSpPr>
            <a:spLocks xmlns:a="http://schemas.openxmlformats.org/drawingml/2006/main" noGrp="1"/>
          </p:cNvSpPr>
          <p:nvPr/>
        </p:nvSpPr>
        <p:spPr>
          <a:xfrm xmlns:a="http://schemas.openxmlformats.org/drawingml/2006/main">
            <a:off x="7620000" y="43249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67" name="">
            <a:extLst xmlns:a="http://schemas.openxmlformats.org/drawingml/2006/main">
              <a:ext uri="{FF2B5EF4-FFF2-40B4-BE49-F238E27FC236}">
                <a16:creationId xmlns:a16="http://schemas.microsoft.com/office/drawing/2014/main" id="{92BCCB3B-3D16-41D6-8C4D-2669B18C9425}"/>
              </a:ext>
            </a:extLst>
          </p:cNvPr>
          <p:cNvSpPr>
            <a:spLocks xmlns:a="http://schemas.openxmlformats.org/drawingml/2006/main" noGrp="1"/>
          </p:cNvSpPr>
          <p:nvPr/>
        </p:nvSpPr>
        <p:spPr>
          <a:xfrm xmlns:a="http://schemas.openxmlformats.org/drawingml/2006/main">
            <a:off x="7620000" y="440055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40 mm</a:t>
            </a:r>
          </a:p>
        </p:txBody>
      </p:sp>
      <p:sp>
        <p:nvSpPr>
          <p:cNvPr id="68" name="">
            <a:extLst xmlns:a="http://schemas.openxmlformats.org/drawingml/2006/main">
              <a:ext uri="{FF2B5EF4-FFF2-40B4-BE49-F238E27FC236}">
                <a16:creationId xmlns:a16="http://schemas.microsoft.com/office/drawing/2014/main" id="{D5E99C70-FD5A-4D17-996F-59455270B475}"/>
              </a:ext>
            </a:extLst>
          </p:cNvPr>
          <p:cNvSpPr>
            <a:spLocks xmlns:a="http://schemas.openxmlformats.org/drawingml/2006/main" noGrp="1"/>
          </p:cNvSpPr>
          <p:nvPr/>
        </p:nvSpPr>
        <p:spPr>
          <a:xfrm xmlns:a="http://schemas.openxmlformats.org/drawingml/2006/main">
            <a:off x="9858375" y="3095625"/>
            <a:ext cx="9525" cy="952500"/>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14288">
            <a:solidFill>
              <a:srgbClr val="2876A8"/>
            </a:solidFill>
          </a:ln>
        </p:spPr>
      </p:sp>
      <p:sp>
        <p:nvSpPr>
          <p:cNvPr id="69" name="">
            <a:extLst xmlns:a="http://schemas.openxmlformats.org/drawingml/2006/main">
              <a:ext uri="{FF2B5EF4-FFF2-40B4-BE49-F238E27FC236}">
                <a16:creationId xmlns:a16="http://schemas.microsoft.com/office/drawing/2014/main" id="{AE87DD5D-05F3-40F6-829A-2CC4315760E2}"/>
              </a:ext>
            </a:extLst>
          </p:cNvPr>
          <p:cNvSpPr>
            <a:spLocks xmlns:a="http://schemas.openxmlformats.org/drawingml/2006/main" noGrp="1"/>
          </p:cNvSpPr>
          <p:nvPr/>
        </p:nvSpPr>
        <p:spPr>
          <a:xfrm xmlns:a="http://schemas.openxmlformats.org/drawingml/2006/main">
            <a:off x="9830372" y="3981450"/>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70" name="">
            <a:extLst xmlns:a="http://schemas.openxmlformats.org/drawingml/2006/main">
              <a:ext uri="{FF2B5EF4-FFF2-40B4-BE49-F238E27FC236}">
                <a16:creationId xmlns:a16="http://schemas.microsoft.com/office/drawing/2014/main" id="{1E706262-9A7C-43D6-80E0-76E6AAC6D4BD}"/>
              </a:ext>
            </a:extLst>
          </p:cNvPr>
          <p:cNvSpPr>
            <a:spLocks xmlns:a="http://schemas.openxmlformats.org/drawingml/2006/main" noGrp="1"/>
          </p:cNvSpPr>
          <p:nvPr/>
        </p:nvSpPr>
        <p:spPr>
          <a:xfrm xmlns:a="http://schemas.openxmlformats.org/drawingml/2006/main">
            <a:off x="9858375" y="3095625"/>
            <a:ext cx="9525" cy="952500"/>
          </a:xfrm>
          <a:custGeom xmlns:a="http://schemas.openxmlformats.org/drawingml/2006/main">
            <a:pathLst>
              <a:path w="9525" h="952500">
                <a:moveTo>
                  <a:pt x="0" y="952500"/>
                </a:moveTo>
                <a:lnTo>
                  <a:pt x="0" y="0"/>
                </a:lnTo>
              </a:path>
            </a:pathLst>
          </a:custGeom>
          <a:noFill xmlns:a="http://schemas.openxmlformats.org/drawingml/2006/main"/>
          <a:ln xmlns:a="http://schemas.openxmlformats.org/drawingml/2006/main" w="14288">
            <a:solidFill>
              <a:srgbClr val="2876A8"/>
            </a:solidFill>
          </a:ln>
        </p:spPr>
      </p:sp>
      <p:sp>
        <p:nvSpPr>
          <p:cNvPr id="71" name="">
            <a:extLst xmlns:a="http://schemas.openxmlformats.org/drawingml/2006/main">
              <a:ext uri="{FF2B5EF4-FFF2-40B4-BE49-F238E27FC236}">
                <a16:creationId xmlns:a16="http://schemas.microsoft.com/office/drawing/2014/main" id="{FE18535E-EE3D-4F5F-A6E1-40F2E4F51E01}"/>
              </a:ext>
            </a:extLst>
          </p:cNvPr>
          <p:cNvSpPr>
            <a:spLocks xmlns:a="http://schemas.openxmlformats.org/drawingml/2006/main" noGrp="1"/>
          </p:cNvSpPr>
          <p:nvPr/>
        </p:nvSpPr>
        <p:spPr>
          <a:xfrm xmlns:a="http://schemas.openxmlformats.org/drawingml/2006/main">
            <a:off x="9830372" y="3095625"/>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72" name="">
            <a:extLst xmlns:a="http://schemas.openxmlformats.org/drawingml/2006/main">
              <a:ext uri="{FF2B5EF4-FFF2-40B4-BE49-F238E27FC236}">
                <a16:creationId xmlns:a16="http://schemas.microsoft.com/office/drawing/2014/main" id="{09131493-3507-4E76-B2F2-100EDCC6E64C}"/>
              </a:ext>
            </a:extLst>
          </p:cNvPr>
          <p:cNvSpPr>
            <a:spLocks xmlns:a="http://schemas.openxmlformats.org/drawingml/2006/main" noGrp="1"/>
          </p:cNvSpPr>
          <p:nvPr/>
        </p:nvSpPr>
        <p:spPr>
          <a:xfrm xmlns:a="http://schemas.openxmlformats.org/drawingml/2006/main">
            <a:off x="9972675" y="33718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20 mm</a:t>
            </a:r>
          </a:p>
        </p:txBody>
      </p:sp>
      <p:sp>
        <p:nvSpPr>
          <p:cNvPr id="73" name="">
            <a:extLst xmlns:a="http://schemas.openxmlformats.org/drawingml/2006/main">
              <a:ext uri="{FF2B5EF4-FFF2-40B4-BE49-F238E27FC236}">
                <a16:creationId xmlns:a16="http://schemas.microsoft.com/office/drawing/2014/main" id="{5F0AFABD-1E2B-4770-97C6-C35E8436F153}"/>
              </a:ext>
            </a:extLst>
          </p:cNvPr>
          <p:cNvSpPr>
            <a:spLocks xmlns:a="http://schemas.openxmlformats.org/drawingml/2006/main" noGrp="1"/>
          </p:cNvSpPr>
          <p:nvPr/>
        </p:nvSpPr>
        <p:spPr>
          <a:xfrm xmlns:a="http://schemas.openxmlformats.org/drawingml/2006/main">
            <a:off x="809625" y="52387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A：立てる</a:t>
            </a:r>
          </a:p>
        </p:txBody>
      </p:sp>
      <p:sp>
        <p:nvSpPr>
          <p:cNvPr id="74" name="">
            <a:extLst xmlns:a="http://schemas.openxmlformats.org/drawingml/2006/main">
              <a:ext uri="{FF2B5EF4-FFF2-40B4-BE49-F238E27FC236}">
                <a16:creationId xmlns:a16="http://schemas.microsoft.com/office/drawing/2014/main" id="{C1DABA34-2E3D-4E05-BD4A-29A25FEF8865}"/>
              </a:ext>
            </a:extLst>
          </p:cNvPr>
          <p:cNvSpPr>
            <a:spLocks xmlns:a="http://schemas.openxmlformats.org/drawingml/2006/main" noGrp="1"/>
          </p:cNvSpPr>
          <p:nvPr/>
        </p:nvSpPr>
        <p:spPr>
          <a:xfrm xmlns:a="http://schemas.openxmlformats.org/drawingml/2006/main">
            <a:off x="7000875" y="52387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B：寝かせる</a:t>
            </a:r>
          </a:p>
        </p:txBody>
      </p:sp>
      <p:sp>
        <p:nvSpPr>
          <p:cNvPr id="75" name="">
            <a:extLst xmlns:a="http://schemas.openxmlformats.org/drawingml/2006/main">
              <a:ext uri="{FF2B5EF4-FFF2-40B4-BE49-F238E27FC236}">
                <a16:creationId xmlns:a16="http://schemas.microsoft.com/office/drawing/2014/main" id="{E1345A8F-C969-49F7-AF63-5FC5E4602235}"/>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a 断面積Aは同じか。b 水平な図心軸まわりのIと、その比を求める。I = bh³/12。</a:t>
            </a:r>
          </a:p>
        </p:txBody>
      </p:sp>
    </p:spTree>
    <p:extLst>
      <p:ext uri="{BB962C8B-B14F-4D97-AF65-F5344CB8AC3E}">
        <p14:creationId xmlns:p14="http://schemas.microsoft.com/office/powerpoint/2010/main" val="2351510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6D60BC-BC36-422C-9DE7-1AFA58815E0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EE91E691-DC00-475A-BA39-6EBD06EF193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5C7F7B3-6E0B-4645-B910-9E9C2356A0C3}"/>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A75DA690-E81A-42E4-969D-3D49106FFDBB}"/>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CC532E99-FC6D-46DD-A6D2-C422220FE6F8}"/>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再開後：演習1の解答：面積は同じ、I は4倍</a:t>
            </a:r>
          </a:p>
        </p:txBody>
      </p:sp>
      <p:sp>
        <p:nvSpPr>
          <p:cNvPr id="6" name="">
            <a:extLst xmlns:a="http://schemas.openxmlformats.org/drawingml/2006/main">
              <a:ext uri="{FF2B5EF4-FFF2-40B4-BE49-F238E27FC236}">
                <a16:creationId xmlns:a16="http://schemas.microsoft.com/office/drawing/2014/main" id="{327DCBCB-15D7-4E69-BF20-9CD0E08C109B}"/>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D84563C5-0EF4-4B38-8615-4BAC64477D5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4F32677D-F8F7-4479-9F9A-E688129927C5}"/>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52</a:t>
            </a:r>
          </a:p>
        </p:txBody>
      </p:sp>
    </p:spTree>
    <p:extLst>
      <p:ext uri="{BB962C8B-B14F-4D97-AF65-F5344CB8AC3E}">
        <p14:creationId xmlns:p14="http://schemas.microsoft.com/office/powerpoint/2010/main" val="10573529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2E0B52-6789-49C9-BB63-AC1BB8C08AF1}"/>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演習1の解答：面積は同じ、I は4倍</a:t>
            </a:r>
          </a:p>
        </p:txBody>
      </p:sp>
      <p:cxnSp>
        <p:nvCxnSpPr>
          <p:cNvPr id="2" name="">
            <a:extLst xmlns:a="http://schemas.openxmlformats.org/drawingml/2006/main">
              <a:ext uri="{FF2B5EF4-FFF2-40B4-BE49-F238E27FC236}">
                <a16:creationId xmlns:a16="http://schemas.microsoft.com/office/drawing/2014/main" id="{187E5C3B-C51D-47F5-A208-DCF1B5CECB7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22A96120-E4FC-4019-A1EC-86D023A34F8D}"/>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第4回</a:t>
            </a:r>
          </a:p>
        </p:txBody>
      </p:sp>
      <p:sp>
        <p:nvSpPr>
          <p:cNvPr id="4" name="">
            <a:extLst xmlns:a="http://schemas.openxmlformats.org/drawingml/2006/main">
              <a:ext uri="{FF2B5EF4-FFF2-40B4-BE49-F238E27FC236}">
                <a16:creationId xmlns:a16="http://schemas.microsoft.com/office/drawing/2014/main" id="{0276C90D-7406-43DB-BDDB-815AD60CCD61}"/>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12 / 52</a:t>
            </a:r>
          </a:p>
        </p:txBody>
      </p:sp>
      <p:sp>
        <p:nvSpPr>
          <p:cNvPr id="9" name="">
            <a:extLst xmlns:a="http://schemas.openxmlformats.org/drawingml/2006/main">
              <a:ext uri="{FF2B5EF4-FFF2-40B4-BE49-F238E27FC236}">
                <a16:creationId xmlns:a16="http://schemas.microsoft.com/office/drawing/2014/main" id="{7BA47552-4F1B-4D52-BC81-EB2810E27EA9}"/>
              </a:ext>
            </a:extLst>
          </p:cNvPr>
          <p:cNvSpPr>
            <a:spLocks xmlns:a="http://schemas.openxmlformats.org/drawingml/2006/main" noGrp="1"/>
          </p:cNvSpPr>
          <p:nvPr/>
        </p:nvSpPr>
        <p:spPr>
          <a:xfrm xmlns:a="http://schemas.openxmlformats.org/drawingml/2006/main">
            <a:off x="2047875" y="1905000"/>
            <a:ext cx="666750" cy="1333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0" name="">
            <a:extLst xmlns:a="http://schemas.openxmlformats.org/drawingml/2006/main">
              <a:ext uri="{FF2B5EF4-FFF2-40B4-BE49-F238E27FC236}">
                <a16:creationId xmlns:a16="http://schemas.microsoft.com/office/drawing/2014/main" id="{4072940D-6E35-4FB8-AEA1-02975C6828FD}"/>
              </a:ext>
            </a:extLst>
          </p:cNvPr>
          <p:cNvSpPr>
            <a:spLocks xmlns:a="http://schemas.openxmlformats.org/drawingml/2006/main" noGrp="1"/>
          </p:cNvSpPr>
          <p:nvPr/>
        </p:nvSpPr>
        <p:spPr>
          <a:xfrm xmlns:a="http://schemas.openxmlformats.org/drawingml/2006/main">
            <a:off x="1619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1" name="">
            <a:extLst xmlns:a="http://schemas.openxmlformats.org/drawingml/2006/main">
              <a:ext uri="{FF2B5EF4-FFF2-40B4-BE49-F238E27FC236}">
                <a16:creationId xmlns:a16="http://schemas.microsoft.com/office/drawing/2014/main" id="{36865C99-35E3-470E-B274-B51C4CEB1370}"/>
              </a:ext>
            </a:extLst>
          </p:cNvPr>
          <p:cNvSpPr>
            <a:spLocks xmlns:a="http://schemas.openxmlformats.org/drawingml/2006/main" noGrp="1"/>
          </p:cNvSpPr>
          <p:nvPr/>
        </p:nvSpPr>
        <p:spPr>
          <a:xfrm xmlns:a="http://schemas.openxmlformats.org/drawingml/2006/main">
            <a:off x="1746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2" name="">
            <a:extLst xmlns:a="http://schemas.openxmlformats.org/drawingml/2006/main">
              <a:ext uri="{FF2B5EF4-FFF2-40B4-BE49-F238E27FC236}">
                <a16:creationId xmlns:a16="http://schemas.microsoft.com/office/drawing/2014/main" id="{451206A0-6034-49E2-AE9B-6E0FDCE76F0E}"/>
              </a:ext>
            </a:extLst>
          </p:cNvPr>
          <p:cNvSpPr>
            <a:spLocks xmlns:a="http://schemas.openxmlformats.org/drawingml/2006/main" noGrp="1"/>
          </p:cNvSpPr>
          <p:nvPr/>
        </p:nvSpPr>
        <p:spPr>
          <a:xfrm xmlns:a="http://schemas.openxmlformats.org/drawingml/2006/main">
            <a:off x="1873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3" name="">
            <a:extLst xmlns:a="http://schemas.openxmlformats.org/drawingml/2006/main">
              <a:ext uri="{FF2B5EF4-FFF2-40B4-BE49-F238E27FC236}">
                <a16:creationId xmlns:a16="http://schemas.microsoft.com/office/drawing/2014/main" id="{A3864CBC-D8D4-4CDC-B08C-CA149CCC9777}"/>
              </a:ext>
            </a:extLst>
          </p:cNvPr>
          <p:cNvSpPr>
            <a:spLocks xmlns:a="http://schemas.openxmlformats.org/drawingml/2006/main" noGrp="1"/>
          </p:cNvSpPr>
          <p:nvPr/>
        </p:nvSpPr>
        <p:spPr>
          <a:xfrm xmlns:a="http://schemas.openxmlformats.org/drawingml/2006/main">
            <a:off x="2000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4" name="">
            <a:extLst xmlns:a="http://schemas.openxmlformats.org/drawingml/2006/main">
              <a:ext uri="{FF2B5EF4-FFF2-40B4-BE49-F238E27FC236}">
                <a16:creationId xmlns:a16="http://schemas.microsoft.com/office/drawing/2014/main" id="{C3255D89-CE8E-4451-AFB2-BD0D3337F24C}"/>
              </a:ext>
            </a:extLst>
          </p:cNvPr>
          <p:cNvSpPr>
            <a:spLocks xmlns:a="http://schemas.openxmlformats.org/drawingml/2006/main" noGrp="1"/>
          </p:cNvSpPr>
          <p:nvPr/>
        </p:nvSpPr>
        <p:spPr>
          <a:xfrm xmlns:a="http://schemas.openxmlformats.org/drawingml/2006/main">
            <a:off x="2127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5" name="">
            <a:extLst xmlns:a="http://schemas.openxmlformats.org/drawingml/2006/main">
              <a:ext uri="{FF2B5EF4-FFF2-40B4-BE49-F238E27FC236}">
                <a16:creationId xmlns:a16="http://schemas.microsoft.com/office/drawing/2014/main" id="{0DF3F8A2-92B9-41DC-B787-D2BD592E4764}"/>
              </a:ext>
            </a:extLst>
          </p:cNvPr>
          <p:cNvSpPr>
            <a:spLocks xmlns:a="http://schemas.openxmlformats.org/drawingml/2006/main" noGrp="1"/>
          </p:cNvSpPr>
          <p:nvPr/>
        </p:nvSpPr>
        <p:spPr>
          <a:xfrm xmlns:a="http://schemas.openxmlformats.org/drawingml/2006/main">
            <a:off x="2254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6" name="">
            <a:extLst xmlns:a="http://schemas.openxmlformats.org/drawingml/2006/main">
              <a:ext uri="{FF2B5EF4-FFF2-40B4-BE49-F238E27FC236}">
                <a16:creationId xmlns:a16="http://schemas.microsoft.com/office/drawing/2014/main" id="{E560F098-1C27-4969-B40F-2197BB416165}"/>
              </a:ext>
            </a:extLst>
          </p:cNvPr>
          <p:cNvSpPr>
            <a:spLocks xmlns:a="http://schemas.openxmlformats.org/drawingml/2006/main" noGrp="1"/>
          </p:cNvSpPr>
          <p:nvPr/>
        </p:nvSpPr>
        <p:spPr>
          <a:xfrm xmlns:a="http://schemas.openxmlformats.org/drawingml/2006/main">
            <a:off x="2381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7" name="">
            <a:extLst xmlns:a="http://schemas.openxmlformats.org/drawingml/2006/main">
              <a:ext uri="{FF2B5EF4-FFF2-40B4-BE49-F238E27FC236}">
                <a16:creationId xmlns:a16="http://schemas.microsoft.com/office/drawing/2014/main" id="{9765172D-F089-4C80-8BCC-F607D8190BE6}"/>
              </a:ext>
            </a:extLst>
          </p:cNvPr>
          <p:cNvSpPr>
            <a:spLocks xmlns:a="http://schemas.openxmlformats.org/drawingml/2006/main" noGrp="1"/>
          </p:cNvSpPr>
          <p:nvPr/>
        </p:nvSpPr>
        <p:spPr>
          <a:xfrm xmlns:a="http://schemas.openxmlformats.org/drawingml/2006/main">
            <a:off x="2508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8" name="">
            <a:extLst xmlns:a="http://schemas.openxmlformats.org/drawingml/2006/main">
              <a:ext uri="{FF2B5EF4-FFF2-40B4-BE49-F238E27FC236}">
                <a16:creationId xmlns:a16="http://schemas.microsoft.com/office/drawing/2014/main" id="{684F0497-4581-45B4-94DC-27BA583EB3A0}"/>
              </a:ext>
            </a:extLst>
          </p:cNvPr>
          <p:cNvSpPr>
            <a:spLocks xmlns:a="http://schemas.openxmlformats.org/drawingml/2006/main" noGrp="1"/>
          </p:cNvSpPr>
          <p:nvPr/>
        </p:nvSpPr>
        <p:spPr>
          <a:xfrm xmlns:a="http://schemas.openxmlformats.org/drawingml/2006/main">
            <a:off x="2635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9" name="">
            <a:extLst xmlns:a="http://schemas.openxmlformats.org/drawingml/2006/main">
              <a:ext uri="{FF2B5EF4-FFF2-40B4-BE49-F238E27FC236}">
                <a16:creationId xmlns:a16="http://schemas.microsoft.com/office/drawing/2014/main" id="{470EDC98-4A02-44DB-9D1F-B1B641E38223}"/>
              </a:ext>
            </a:extLst>
          </p:cNvPr>
          <p:cNvSpPr>
            <a:spLocks xmlns:a="http://schemas.openxmlformats.org/drawingml/2006/main" noGrp="1"/>
          </p:cNvSpPr>
          <p:nvPr/>
        </p:nvSpPr>
        <p:spPr>
          <a:xfrm xmlns:a="http://schemas.openxmlformats.org/drawingml/2006/main">
            <a:off x="2762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683B44C7-7432-4252-BC22-A73419009473}"/>
              </a:ext>
            </a:extLst>
          </p:cNvPr>
          <p:cNvSpPr>
            <a:spLocks xmlns:a="http://schemas.openxmlformats.org/drawingml/2006/main" noGrp="1"/>
          </p:cNvSpPr>
          <p:nvPr/>
        </p:nvSpPr>
        <p:spPr>
          <a:xfrm xmlns:a="http://schemas.openxmlformats.org/drawingml/2006/main">
            <a:off x="2889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331E7876-2896-4E8D-8596-F58F078BD078}"/>
              </a:ext>
            </a:extLst>
          </p:cNvPr>
          <p:cNvSpPr>
            <a:spLocks xmlns:a="http://schemas.openxmlformats.org/drawingml/2006/main" noGrp="1"/>
          </p:cNvSpPr>
          <p:nvPr/>
        </p:nvSpPr>
        <p:spPr>
          <a:xfrm xmlns:a="http://schemas.openxmlformats.org/drawingml/2006/main">
            <a:off x="3016250" y="25717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D828AD51-7CBB-4958-B0D7-68700FB4E68C}"/>
              </a:ext>
            </a:extLst>
          </p:cNvPr>
          <p:cNvSpPr>
            <a:spLocks xmlns:a="http://schemas.openxmlformats.org/drawingml/2006/main" noGrp="1"/>
          </p:cNvSpPr>
          <p:nvPr/>
        </p:nvSpPr>
        <p:spPr>
          <a:xfrm xmlns:a="http://schemas.openxmlformats.org/drawingml/2006/main">
            <a:off x="2047875" y="354330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13335">
            <a:solidFill>
              <a:srgbClr val="2876A8"/>
            </a:solidFill>
          </a:ln>
        </p:spPr>
      </p:sp>
      <p:sp>
        <p:nvSpPr>
          <p:cNvPr id="23" name="">
            <a:extLst xmlns:a="http://schemas.openxmlformats.org/drawingml/2006/main">
              <a:ext uri="{FF2B5EF4-FFF2-40B4-BE49-F238E27FC236}">
                <a16:creationId xmlns:a16="http://schemas.microsoft.com/office/drawing/2014/main" id="{7AEF6C5B-0115-4CB9-AD0B-FA0E83ADB035}"/>
              </a:ext>
            </a:extLst>
          </p:cNvPr>
          <p:cNvSpPr>
            <a:spLocks xmlns:a="http://schemas.openxmlformats.org/drawingml/2006/main" noGrp="1"/>
          </p:cNvSpPr>
          <p:nvPr/>
        </p:nvSpPr>
        <p:spPr>
          <a:xfrm xmlns:a="http://schemas.openxmlformats.org/drawingml/2006/main">
            <a:off x="2647950" y="35152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24" name="">
            <a:extLst xmlns:a="http://schemas.openxmlformats.org/drawingml/2006/main">
              <a:ext uri="{FF2B5EF4-FFF2-40B4-BE49-F238E27FC236}">
                <a16:creationId xmlns:a16="http://schemas.microsoft.com/office/drawing/2014/main" id="{27EDD673-976C-4AA2-9DC9-F98A678A1EBD}"/>
              </a:ext>
            </a:extLst>
          </p:cNvPr>
          <p:cNvSpPr>
            <a:spLocks xmlns:a="http://schemas.openxmlformats.org/drawingml/2006/main" noGrp="1"/>
          </p:cNvSpPr>
          <p:nvPr/>
        </p:nvSpPr>
        <p:spPr>
          <a:xfrm xmlns:a="http://schemas.openxmlformats.org/drawingml/2006/main">
            <a:off x="2047875" y="3543300"/>
            <a:ext cx="666750" cy="9525"/>
          </a:xfrm>
          <a:custGeom xmlns:a="http://schemas.openxmlformats.org/drawingml/2006/main">
            <a:pathLst>
              <a:path w="666750" h="9525">
                <a:moveTo>
                  <a:pt x="666750" y="0"/>
                </a:moveTo>
                <a:lnTo>
                  <a:pt x="0" y="0"/>
                </a:lnTo>
              </a:path>
            </a:pathLst>
          </a:custGeom>
          <a:noFill xmlns:a="http://schemas.openxmlformats.org/drawingml/2006/main"/>
          <a:ln xmlns:a="http://schemas.openxmlformats.org/drawingml/2006/main" w="13335">
            <a:solidFill>
              <a:srgbClr val="2876A8"/>
            </a:solidFill>
          </a:ln>
        </p:spPr>
      </p:sp>
      <p:sp>
        <p:nvSpPr>
          <p:cNvPr id="25" name="">
            <a:extLst xmlns:a="http://schemas.openxmlformats.org/drawingml/2006/main">
              <a:ext uri="{FF2B5EF4-FFF2-40B4-BE49-F238E27FC236}">
                <a16:creationId xmlns:a16="http://schemas.microsoft.com/office/drawing/2014/main" id="{A6354412-145B-4BF0-B43E-ABFF022C357D}"/>
              </a:ext>
            </a:extLst>
          </p:cNvPr>
          <p:cNvSpPr>
            <a:spLocks xmlns:a="http://schemas.openxmlformats.org/drawingml/2006/main" noGrp="1"/>
          </p:cNvSpPr>
          <p:nvPr/>
        </p:nvSpPr>
        <p:spPr>
          <a:xfrm xmlns:a="http://schemas.openxmlformats.org/drawingml/2006/main">
            <a:off x="2047875" y="35152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26" name="">
            <a:extLst xmlns:a="http://schemas.openxmlformats.org/drawingml/2006/main">
              <a:ext uri="{FF2B5EF4-FFF2-40B4-BE49-F238E27FC236}">
                <a16:creationId xmlns:a16="http://schemas.microsoft.com/office/drawing/2014/main" id="{358D93A8-EAC9-4005-8BAB-F97AA49A637B}"/>
              </a:ext>
            </a:extLst>
          </p:cNvPr>
          <p:cNvSpPr>
            <a:spLocks xmlns:a="http://schemas.openxmlformats.org/drawingml/2006/main" noGrp="1"/>
          </p:cNvSpPr>
          <p:nvPr/>
        </p:nvSpPr>
        <p:spPr>
          <a:xfrm xmlns:a="http://schemas.openxmlformats.org/drawingml/2006/main">
            <a:off x="2047875" y="3590925"/>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20</a:t>
            </a:r>
          </a:p>
        </p:txBody>
      </p:sp>
      <p:sp>
        <p:nvSpPr>
          <p:cNvPr id="27" name="">
            <a:extLst xmlns:a="http://schemas.openxmlformats.org/drawingml/2006/main">
              <a:ext uri="{FF2B5EF4-FFF2-40B4-BE49-F238E27FC236}">
                <a16:creationId xmlns:a16="http://schemas.microsoft.com/office/drawing/2014/main" id="{BC0A7F94-7382-422D-9A57-2F8A103DDBF5}"/>
              </a:ext>
            </a:extLst>
          </p:cNvPr>
          <p:cNvSpPr>
            <a:spLocks xmlns:a="http://schemas.openxmlformats.org/drawingml/2006/main" noGrp="1"/>
          </p:cNvSpPr>
          <p:nvPr/>
        </p:nvSpPr>
        <p:spPr>
          <a:xfrm xmlns:a="http://schemas.openxmlformats.org/drawingml/2006/main">
            <a:off x="3048000" y="1905000"/>
            <a:ext cx="9525" cy="1333500"/>
          </a:xfrm>
          <a:custGeom xmlns:a="http://schemas.openxmlformats.org/drawingml/2006/main">
            <a:pathLst>
              <a:path w="9525" h="1333500">
                <a:moveTo>
                  <a:pt x="0" y="0"/>
                </a:moveTo>
                <a:lnTo>
                  <a:pt x="0" y="1333500"/>
                </a:lnTo>
              </a:path>
            </a:pathLst>
          </a:custGeom>
          <a:noFill xmlns:a="http://schemas.openxmlformats.org/drawingml/2006/main"/>
          <a:ln xmlns:a="http://schemas.openxmlformats.org/drawingml/2006/main" w="14288">
            <a:solidFill>
              <a:srgbClr val="2876A8"/>
            </a:solidFill>
          </a:ln>
        </p:spPr>
      </p:sp>
      <p:sp>
        <p:nvSpPr>
          <p:cNvPr id="28" name="">
            <a:extLst xmlns:a="http://schemas.openxmlformats.org/drawingml/2006/main">
              <a:ext uri="{FF2B5EF4-FFF2-40B4-BE49-F238E27FC236}">
                <a16:creationId xmlns:a16="http://schemas.microsoft.com/office/drawing/2014/main" id="{5AD8D996-2E9B-47FD-BD04-06BC359292C3}"/>
              </a:ext>
            </a:extLst>
          </p:cNvPr>
          <p:cNvSpPr>
            <a:spLocks xmlns:a="http://schemas.openxmlformats.org/drawingml/2006/main" noGrp="1"/>
          </p:cNvSpPr>
          <p:nvPr/>
        </p:nvSpPr>
        <p:spPr>
          <a:xfrm xmlns:a="http://schemas.openxmlformats.org/drawingml/2006/main">
            <a:off x="3019997" y="3171825"/>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29" name="">
            <a:extLst xmlns:a="http://schemas.openxmlformats.org/drawingml/2006/main">
              <a:ext uri="{FF2B5EF4-FFF2-40B4-BE49-F238E27FC236}">
                <a16:creationId xmlns:a16="http://schemas.microsoft.com/office/drawing/2014/main" id="{EB49DA65-69F4-42BC-A155-8C9E4C720ED4}"/>
              </a:ext>
            </a:extLst>
          </p:cNvPr>
          <p:cNvSpPr>
            <a:spLocks xmlns:a="http://schemas.openxmlformats.org/drawingml/2006/main" noGrp="1"/>
          </p:cNvSpPr>
          <p:nvPr/>
        </p:nvSpPr>
        <p:spPr>
          <a:xfrm xmlns:a="http://schemas.openxmlformats.org/drawingml/2006/main">
            <a:off x="3048000" y="1905000"/>
            <a:ext cx="9525" cy="1333500"/>
          </a:xfrm>
          <a:custGeom xmlns:a="http://schemas.openxmlformats.org/drawingml/2006/main">
            <a:pathLst>
              <a:path w="9525" h="1333500">
                <a:moveTo>
                  <a:pt x="0" y="1333500"/>
                </a:moveTo>
                <a:lnTo>
                  <a:pt x="0" y="0"/>
                </a:lnTo>
              </a:path>
            </a:pathLst>
          </a:custGeom>
          <a:noFill xmlns:a="http://schemas.openxmlformats.org/drawingml/2006/main"/>
          <a:ln xmlns:a="http://schemas.openxmlformats.org/drawingml/2006/main" w="14288">
            <a:solidFill>
              <a:srgbClr val="2876A8"/>
            </a:solidFill>
          </a:ln>
        </p:spPr>
      </p:sp>
      <p:sp>
        <p:nvSpPr>
          <p:cNvPr id="30" name="">
            <a:extLst xmlns:a="http://schemas.openxmlformats.org/drawingml/2006/main">
              <a:ext uri="{FF2B5EF4-FFF2-40B4-BE49-F238E27FC236}">
                <a16:creationId xmlns:a16="http://schemas.microsoft.com/office/drawing/2014/main" id="{ECE540D5-E051-42AF-B7EA-5F239CFA3182}"/>
              </a:ext>
            </a:extLst>
          </p:cNvPr>
          <p:cNvSpPr>
            <a:spLocks xmlns:a="http://schemas.openxmlformats.org/drawingml/2006/main" noGrp="1"/>
          </p:cNvSpPr>
          <p:nvPr/>
        </p:nvSpPr>
        <p:spPr>
          <a:xfrm xmlns:a="http://schemas.openxmlformats.org/drawingml/2006/main">
            <a:off x="3019997" y="1905000"/>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31" name="">
            <a:extLst xmlns:a="http://schemas.openxmlformats.org/drawingml/2006/main">
              <a:ext uri="{FF2B5EF4-FFF2-40B4-BE49-F238E27FC236}">
                <a16:creationId xmlns:a16="http://schemas.microsoft.com/office/drawing/2014/main" id="{F8FADAA9-EFE3-4E39-860E-5D37B8EB80AF}"/>
              </a:ext>
            </a:extLst>
          </p:cNvPr>
          <p:cNvSpPr>
            <a:spLocks xmlns:a="http://schemas.openxmlformats.org/drawingml/2006/main" noGrp="1"/>
          </p:cNvSpPr>
          <p:nvPr/>
        </p:nvSpPr>
        <p:spPr>
          <a:xfrm xmlns:a="http://schemas.openxmlformats.org/drawingml/2006/main">
            <a:off x="3162300" y="2371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40</a:t>
            </a:r>
          </a:p>
        </p:txBody>
      </p:sp>
      <p:sp>
        <p:nvSpPr>
          <p:cNvPr id="32" name="">
            <a:extLst xmlns:a="http://schemas.openxmlformats.org/drawingml/2006/main">
              <a:ext uri="{FF2B5EF4-FFF2-40B4-BE49-F238E27FC236}">
                <a16:creationId xmlns:a16="http://schemas.microsoft.com/office/drawing/2014/main" id="{0D430243-F182-472B-9F25-4418C7319D5B}"/>
              </a:ext>
            </a:extLst>
          </p:cNvPr>
          <p:cNvSpPr>
            <a:spLocks xmlns:a="http://schemas.openxmlformats.org/drawingml/2006/main" noGrp="1"/>
          </p:cNvSpPr>
          <p:nvPr/>
        </p:nvSpPr>
        <p:spPr>
          <a:xfrm xmlns:a="http://schemas.openxmlformats.org/drawingml/2006/main">
            <a:off x="5524500" y="2238375"/>
            <a:ext cx="1333500" cy="666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33" name="">
            <a:extLst xmlns:a="http://schemas.openxmlformats.org/drawingml/2006/main">
              <a:ext uri="{FF2B5EF4-FFF2-40B4-BE49-F238E27FC236}">
                <a16:creationId xmlns:a16="http://schemas.microsoft.com/office/drawing/2014/main" id="{FB4B2F65-0900-4A36-AC6D-98F89B5AE90E}"/>
              </a:ext>
            </a:extLst>
          </p:cNvPr>
          <p:cNvSpPr>
            <a:spLocks xmlns:a="http://schemas.openxmlformats.org/drawingml/2006/main" noGrp="1"/>
          </p:cNvSpPr>
          <p:nvPr/>
        </p:nvSpPr>
        <p:spPr>
          <a:xfrm xmlns:a="http://schemas.openxmlformats.org/drawingml/2006/main">
            <a:off x="5095875"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499FC8E6-2285-45EB-956B-125096275913}"/>
              </a:ext>
            </a:extLst>
          </p:cNvPr>
          <p:cNvSpPr>
            <a:spLocks xmlns:a="http://schemas.openxmlformats.org/drawingml/2006/main" noGrp="1"/>
          </p:cNvSpPr>
          <p:nvPr/>
        </p:nvSpPr>
        <p:spPr>
          <a:xfrm xmlns:a="http://schemas.openxmlformats.org/drawingml/2006/main">
            <a:off x="5224743"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31E4B850-6CDF-439E-A292-15DABFB34898}"/>
              </a:ext>
            </a:extLst>
          </p:cNvPr>
          <p:cNvSpPr>
            <a:spLocks xmlns:a="http://schemas.openxmlformats.org/drawingml/2006/main" noGrp="1"/>
          </p:cNvSpPr>
          <p:nvPr/>
        </p:nvSpPr>
        <p:spPr>
          <a:xfrm xmlns:a="http://schemas.openxmlformats.org/drawingml/2006/main">
            <a:off x="5353610"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74B9B1C7-64F5-4D87-AB05-43CB02D03217}"/>
              </a:ext>
            </a:extLst>
          </p:cNvPr>
          <p:cNvSpPr>
            <a:spLocks xmlns:a="http://schemas.openxmlformats.org/drawingml/2006/main" noGrp="1"/>
          </p:cNvSpPr>
          <p:nvPr/>
        </p:nvSpPr>
        <p:spPr>
          <a:xfrm xmlns:a="http://schemas.openxmlformats.org/drawingml/2006/main">
            <a:off x="5482478"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C5843952-E71A-473A-83E5-CC327AA0B031}"/>
              </a:ext>
            </a:extLst>
          </p:cNvPr>
          <p:cNvSpPr>
            <a:spLocks xmlns:a="http://schemas.openxmlformats.org/drawingml/2006/main" noGrp="1"/>
          </p:cNvSpPr>
          <p:nvPr/>
        </p:nvSpPr>
        <p:spPr>
          <a:xfrm xmlns:a="http://schemas.openxmlformats.org/drawingml/2006/main">
            <a:off x="5611346"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351ED7E0-E441-4B12-9927-46F61B25A562}"/>
              </a:ext>
            </a:extLst>
          </p:cNvPr>
          <p:cNvSpPr>
            <a:spLocks xmlns:a="http://schemas.openxmlformats.org/drawingml/2006/main" noGrp="1"/>
          </p:cNvSpPr>
          <p:nvPr/>
        </p:nvSpPr>
        <p:spPr>
          <a:xfrm xmlns:a="http://schemas.openxmlformats.org/drawingml/2006/main">
            <a:off x="5740213"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B7AF3149-2526-4F57-BD82-64B0CD16C20F}"/>
              </a:ext>
            </a:extLst>
          </p:cNvPr>
          <p:cNvSpPr>
            <a:spLocks xmlns:a="http://schemas.openxmlformats.org/drawingml/2006/main" noGrp="1"/>
          </p:cNvSpPr>
          <p:nvPr/>
        </p:nvSpPr>
        <p:spPr>
          <a:xfrm xmlns:a="http://schemas.openxmlformats.org/drawingml/2006/main">
            <a:off x="5869081"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334E82E7-B965-418A-9FEF-099122ED02D6}"/>
              </a:ext>
            </a:extLst>
          </p:cNvPr>
          <p:cNvSpPr>
            <a:spLocks xmlns:a="http://schemas.openxmlformats.org/drawingml/2006/main" noGrp="1"/>
          </p:cNvSpPr>
          <p:nvPr/>
        </p:nvSpPr>
        <p:spPr>
          <a:xfrm xmlns:a="http://schemas.openxmlformats.org/drawingml/2006/main">
            <a:off x="5997949"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58448C5F-215B-4501-A24B-30F1D4A8027B}"/>
              </a:ext>
            </a:extLst>
          </p:cNvPr>
          <p:cNvSpPr>
            <a:spLocks xmlns:a="http://schemas.openxmlformats.org/drawingml/2006/main" noGrp="1"/>
          </p:cNvSpPr>
          <p:nvPr/>
        </p:nvSpPr>
        <p:spPr>
          <a:xfrm xmlns:a="http://schemas.openxmlformats.org/drawingml/2006/main">
            <a:off x="6126816"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62016025-784E-40B7-9653-E97210E9AC0E}"/>
              </a:ext>
            </a:extLst>
          </p:cNvPr>
          <p:cNvSpPr>
            <a:spLocks xmlns:a="http://schemas.openxmlformats.org/drawingml/2006/main" noGrp="1"/>
          </p:cNvSpPr>
          <p:nvPr/>
        </p:nvSpPr>
        <p:spPr>
          <a:xfrm xmlns:a="http://schemas.openxmlformats.org/drawingml/2006/main">
            <a:off x="6255684"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118950F4-F02B-48DF-B868-829757A48B84}"/>
              </a:ext>
            </a:extLst>
          </p:cNvPr>
          <p:cNvSpPr>
            <a:spLocks xmlns:a="http://schemas.openxmlformats.org/drawingml/2006/main" noGrp="1"/>
          </p:cNvSpPr>
          <p:nvPr/>
        </p:nvSpPr>
        <p:spPr>
          <a:xfrm xmlns:a="http://schemas.openxmlformats.org/drawingml/2006/main">
            <a:off x="6384551"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F7E31FBE-1953-4526-A67B-913ECC46D84F}"/>
              </a:ext>
            </a:extLst>
          </p:cNvPr>
          <p:cNvSpPr>
            <a:spLocks xmlns:a="http://schemas.openxmlformats.org/drawingml/2006/main" noGrp="1"/>
          </p:cNvSpPr>
          <p:nvPr/>
        </p:nvSpPr>
        <p:spPr>
          <a:xfrm xmlns:a="http://schemas.openxmlformats.org/drawingml/2006/main">
            <a:off x="6513419"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3B2D3690-04D3-4B97-8D87-B41028A2E375}"/>
              </a:ext>
            </a:extLst>
          </p:cNvPr>
          <p:cNvSpPr>
            <a:spLocks xmlns:a="http://schemas.openxmlformats.org/drawingml/2006/main" noGrp="1"/>
          </p:cNvSpPr>
          <p:nvPr/>
        </p:nvSpPr>
        <p:spPr>
          <a:xfrm xmlns:a="http://schemas.openxmlformats.org/drawingml/2006/main">
            <a:off x="6642287"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47EFB3C0-68F0-4A47-A571-454BABF058C8}"/>
              </a:ext>
            </a:extLst>
          </p:cNvPr>
          <p:cNvSpPr>
            <a:spLocks xmlns:a="http://schemas.openxmlformats.org/drawingml/2006/main" noGrp="1"/>
          </p:cNvSpPr>
          <p:nvPr/>
        </p:nvSpPr>
        <p:spPr>
          <a:xfrm xmlns:a="http://schemas.openxmlformats.org/drawingml/2006/main">
            <a:off x="6771154"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EBC91CCF-CC58-425C-82D6-D8DE062CD997}"/>
              </a:ext>
            </a:extLst>
          </p:cNvPr>
          <p:cNvSpPr>
            <a:spLocks xmlns:a="http://schemas.openxmlformats.org/drawingml/2006/main" noGrp="1"/>
          </p:cNvSpPr>
          <p:nvPr/>
        </p:nvSpPr>
        <p:spPr>
          <a:xfrm xmlns:a="http://schemas.openxmlformats.org/drawingml/2006/main">
            <a:off x="6900022"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67705F2D-726E-41DF-A2FC-97B7AD6833B7}"/>
              </a:ext>
            </a:extLst>
          </p:cNvPr>
          <p:cNvSpPr>
            <a:spLocks xmlns:a="http://schemas.openxmlformats.org/drawingml/2006/main" noGrp="1"/>
          </p:cNvSpPr>
          <p:nvPr/>
        </p:nvSpPr>
        <p:spPr>
          <a:xfrm xmlns:a="http://schemas.openxmlformats.org/drawingml/2006/main">
            <a:off x="7028890"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C05D62F8-8432-4E67-8F74-40EC68EF481D}"/>
              </a:ext>
            </a:extLst>
          </p:cNvPr>
          <p:cNvSpPr>
            <a:spLocks xmlns:a="http://schemas.openxmlformats.org/drawingml/2006/main" noGrp="1"/>
          </p:cNvSpPr>
          <p:nvPr/>
        </p:nvSpPr>
        <p:spPr>
          <a:xfrm xmlns:a="http://schemas.openxmlformats.org/drawingml/2006/main">
            <a:off x="7157757" y="25717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50" name="">
            <a:extLst xmlns:a="http://schemas.openxmlformats.org/drawingml/2006/main">
              <a:ext uri="{FF2B5EF4-FFF2-40B4-BE49-F238E27FC236}">
                <a16:creationId xmlns:a16="http://schemas.microsoft.com/office/drawing/2014/main" id="{3921CA00-C884-4E09-BB40-602B1A62A6F1}"/>
              </a:ext>
            </a:extLst>
          </p:cNvPr>
          <p:cNvSpPr>
            <a:spLocks xmlns:a="http://schemas.openxmlformats.org/drawingml/2006/main" noGrp="1"/>
          </p:cNvSpPr>
          <p:nvPr/>
        </p:nvSpPr>
        <p:spPr>
          <a:xfrm xmlns:a="http://schemas.openxmlformats.org/drawingml/2006/main">
            <a:off x="5524500" y="3209925"/>
            <a:ext cx="1333500" cy="9525"/>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13335">
            <a:solidFill>
              <a:srgbClr val="2876A8"/>
            </a:solidFill>
          </a:ln>
        </p:spPr>
      </p:sp>
      <p:sp>
        <p:nvSpPr>
          <p:cNvPr id="51" name="">
            <a:extLst xmlns:a="http://schemas.openxmlformats.org/drawingml/2006/main">
              <a:ext uri="{FF2B5EF4-FFF2-40B4-BE49-F238E27FC236}">
                <a16:creationId xmlns:a16="http://schemas.microsoft.com/office/drawing/2014/main" id="{702A763B-8B01-4ECD-B97B-41FC16FBA586}"/>
              </a:ext>
            </a:extLst>
          </p:cNvPr>
          <p:cNvSpPr>
            <a:spLocks xmlns:a="http://schemas.openxmlformats.org/drawingml/2006/main" noGrp="1"/>
          </p:cNvSpPr>
          <p:nvPr/>
        </p:nvSpPr>
        <p:spPr>
          <a:xfrm xmlns:a="http://schemas.openxmlformats.org/drawingml/2006/main">
            <a:off x="6791325" y="31819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52" name="">
            <a:extLst xmlns:a="http://schemas.openxmlformats.org/drawingml/2006/main">
              <a:ext uri="{FF2B5EF4-FFF2-40B4-BE49-F238E27FC236}">
                <a16:creationId xmlns:a16="http://schemas.microsoft.com/office/drawing/2014/main" id="{244C86BC-D194-470E-BC95-EC6DA142A6AA}"/>
              </a:ext>
            </a:extLst>
          </p:cNvPr>
          <p:cNvSpPr>
            <a:spLocks xmlns:a="http://schemas.openxmlformats.org/drawingml/2006/main" noGrp="1"/>
          </p:cNvSpPr>
          <p:nvPr/>
        </p:nvSpPr>
        <p:spPr>
          <a:xfrm xmlns:a="http://schemas.openxmlformats.org/drawingml/2006/main">
            <a:off x="5524500" y="3209925"/>
            <a:ext cx="1333500" cy="9525"/>
          </a:xfrm>
          <a:custGeom xmlns:a="http://schemas.openxmlformats.org/drawingml/2006/main">
            <a:pathLst>
              <a:path w="1333500" h="9525">
                <a:moveTo>
                  <a:pt x="1333500" y="0"/>
                </a:moveTo>
                <a:lnTo>
                  <a:pt x="0" y="0"/>
                </a:lnTo>
              </a:path>
            </a:pathLst>
          </a:custGeom>
          <a:noFill xmlns:a="http://schemas.openxmlformats.org/drawingml/2006/main"/>
          <a:ln xmlns:a="http://schemas.openxmlformats.org/drawingml/2006/main" w="13335">
            <a:solidFill>
              <a:srgbClr val="2876A8"/>
            </a:solidFill>
          </a:ln>
        </p:spPr>
      </p:sp>
      <p:sp>
        <p:nvSpPr>
          <p:cNvPr id="53" name="">
            <a:extLst xmlns:a="http://schemas.openxmlformats.org/drawingml/2006/main">
              <a:ext uri="{FF2B5EF4-FFF2-40B4-BE49-F238E27FC236}">
                <a16:creationId xmlns:a16="http://schemas.microsoft.com/office/drawing/2014/main" id="{E7B3D845-CBA8-4A39-B0D5-4C3317F01890}"/>
              </a:ext>
            </a:extLst>
          </p:cNvPr>
          <p:cNvSpPr>
            <a:spLocks xmlns:a="http://schemas.openxmlformats.org/drawingml/2006/main" noGrp="1"/>
          </p:cNvSpPr>
          <p:nvPr/>
        </p:nvSpPr>
        <p:spPr>
          <a:xfrm xmlns:a="http://schemas.openxmlformats.org/drawingml/2006/main">
            <a:off x="5524500" y="31819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54" name="">
            <a:extLst xmlns:a="http://schemas.openxmlformats.org/drawingml/2006/main">
              <a:ext uri="{FF2B5EF4-FFF2-40B4-BE49-F238E27FC236}">
                <a16:creationId xmlns:a16="http://schemas.microsoft.com/office/drawing/2014/main" id="{A9B88A4C-0D5C-4DF7-9AC4-09BCB18AA4B9}"/>
              </a:ext>
            </a:extLst>
          </p:cNvPr>
          <p:cNvSpPr>
            <a:spLocks xmlns:a="http://schemas.openxmlformats.org/drawingml/2006/main" noGrp="1"/>
          </p:cNvSpPr>
          <p:nvPr/>
        </p:nvSpPr>
        <p:spPr>
          <a:xfrm xmlns:a="http://schemas.openxmlformats.org/drawingml/2006/main">
            <a:off x="5524500" y="325755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40</a:t>
            </a:r>
          </a:p>
        </p:txBody>
      </p:sp>
      <p:sp>
        <p:nvSpPr>
          <p:cNvPr id="55" name="">
            <a:extLst xmlns:a="http://schemas.openxmlformats.org/drawingml/2006/main">
              <a:ext uri="{FF2B5EF4-FFF2-40B4-BE49-F238E27FC236}">
                <a16:creationId xmlns:a16="http://schemas.microsoft.com/office/drawing/2014/main" id="{757956B0-B5C8-4A12-BF46-B816B5AF402B}"/>
              </a:ext>
            </a:extLst>
          </p:cNvPr>
          <p:cNvSpPr>
            <a:spLocks xmlns:a="http://schemas.openxmlformats.org/drawingml/2006/main" noGrp="1"/>
          </p:cNvSpPr>
          <p:nvPr/>
        </p:nvSpPr>
        <p:spPr>
          <a:xfrm xmlns:a="http://schemas.openxmlformats.org/drawingml/2006/main">
            <a:off x="7191375" y="2238375"/>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14288">
            <a:solidFill>
              <a:srgbClr val="2876A8"/>
            </a:solidFill>
          </a:ln>
        </p:spPr>
      </p:sp>
      <p:sp>
        <p:nvSpPr>
          <p:cNvPr id="56" name="">
            <a:extLst xmlns:a="http://schemas.openxmlformats.org/drawingml/2006/main">
              <a:ext uri="{FF2B5EF4-FFF2-40B4-BE49-F238E27FC236}">
                <a16:creationId xmlns:a16="http://schemas.microsoft.com/office/drawing/2014/main" id="{5024D01D-7601-4B1B-AAE1-AC43FBFBA732}"/>
              </a:ext>
            </a:extLst>
          </p:cNvPr>
          <p:cNvSpPr>
            <a:spLocks xmlns:a="http://schemas.openxmlformats.org/drawingml/2006/main" noGrp="1"/>
          </p:cNvSpPr>
          <p:nvPr/>
        </p:nvSpPr>
        <p:spPr>
          <a:xfrm xmlns:a="http://schemas.openxmlformats.org/drawingml/2006/main">
            <a:off x="7163371" y="2838450"/>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57" name="">
            <a:extLst xmlns:a="http://schemas.openxmlformats.org/drawingml/2006/main">
              <a:ext uri="{FF2B5EF4-FFF2-40B4-BE49-F238E27FC236}">
                <a16:creationId xmlns:a16="http://schemas.microsoft.com/office/drawing/2014/main" id="{EAE50C3A-81A6-4FF7-A703-C1B01D05EB28}"/>
              </a:ext>
            </a:extLst>
          </p:cNvPr>
          <p:cNvSpPr>
            <a:spLocks xmlns:a="http://schemas.openxmlformats.org/drawingml/2006/main" noGrp="1"/>
          </p:cNvSpPr>
          <p:nvPr/>
        </p:nvSpPr>
        <p:spPr>
          <a:xfrm xmlns:a="http://schemas.openxmlformats.org/drawingml/2006/main">
            <a:off x="7191375" y="2238375"/>
            <a:ext cx="9525" cy="666750"/>
          </a:xfrm>
          <a:custGeom xmlns:a="http://schemas.openxmlformats.org/drawingml/2006/main">
            <a:pathLst>
              <a:path w="9525" h="666750">
                <a:moveTo>
                  <a:pt x="0" y="666750"/>
                </a:moveTo>
                <a:lnTo>
                  <a:pt x="0" y="0"/>
                </a:lnTo>
              </a:path>
            </a:pathLst>
          </a:custGeom>
          <a:noFill xmlns:a="http://schemas.openxmlformats.org/drawingml/2006/main"/>
          <a:ln xmlns:a="http://schemas.openxmlformats.org/drawingml/2006/main" w="14288">
            <a:solidFill>
              <a:srgbClr val="2876A8"/>
            </a:solidFill>
          </a:ln>
        </p:spPr>
      </p:sp>
      <p:sp>
        <p:nvSpPr>
          <p:cNvPr id="58" name="">
            <a:extLst xmlns:a="http://schemas.openxmlformats.org/drawingml/2006/main">
              <a:ext uri="{FF2B5EF4-FFF2-40B4-BE49-F238E27FC236}">
                <a16:creationId xmlns:a16="http://schemas.microsoft.com/office/drawing/2014/main" id="{648AA6E5-F902-4FA0-9760-EDA72F04B9A5}"/>
              </a:ext>
            </a:extLst>
          </p:cNvPr>
          <p:cNvSpPr>
            <a:spLocks xmlns:a="http://schemas.openxmlformats.org/drawingml/2006/main" noGrp="1"/>
          </p:cNvSpPr>
          <p:nvPr/>
        </p:nvSpPr>
        <p:spPr>
          <a:xfrm xmlns:a="http://schemas.openxmlformats.org/drawingml/2006/main">
            <a:off x="7163371" y="2238375"/>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59" name="">
            <a:extLst xmlns:a="http://schemas.openxmlformats.org/drawingml/2006/main">
              <a:ext uri="{FF2B5EF4-FFF2-40B4-BE49-F238E27FC236}">
                <a16:creationId xmlns:a16="http://schemas.microsoft.com/office/drawing/2014/main" id="{D5AFB777-BFCC-435B-957A-DC8FBFAFCB71}"/>
              </a:ext>
            </a:extLst>
          </p:cNvPr>
          <p:cNvSpPr>
            <a:spLocks xmlns:a="http://schemas.openxmlformats.org/drawingml/2006/main" noGrp="1"/>
          </p:cNvSpPr>
          <p:nvPr/>
        </p:nvSpPr>
        <p:spPr>
          <a:xfrm xmlns:a="http://schemas.openxmlformats.org/drawingml/2006/main">
            <a:off x="7305675" y="2371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20</a:t>
            </a:r>
          </a:p>
        </p:txBody>
      </p:sp>
      <p:sp>
        <p:nvSpPr>
          <p:cNvPr id="60" name="">
            <a:extLst xmlns:a="http://schemas.openxmlformats.org/drawingml/2006/main">
              <a:ext uri="{FF2B5EF4-FFF2-40B4-BE49-F238E27FC236}">
                <a16:creationId xmlns:a16="http://schemas.microsoft.com/office/drawing/2014/main" id="{1F146E68-D9F5-4C59-96D6-D5793129FDFC}"/>
              </a:ext>
            </a:extLst>
          </p:cNvPr>
          <p:cNvSpPr>
            <a:spLocks xmlns:a="http://schemas.openxmlformats.org/drawingml/2006/main" noGrp="1"/>
          </p:cNvSpPr>
          <p:nvPr/>
        </p:nvSpPr>
        <p:spPr>
          <a:xfrm xmlns:a="http://schemas.openxmlformats.org/drawingml/2006/main">
            <a:off x="8810625" y="22383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寸法はmm</a:t>
            </a:r>
          </a:p>
        </p:txBody>
      </p:sp>
      <p:sp>
        <p:nvSpPr>
          <p:cNvPr id="61" name="">
            <a:extLst xmlns:a="http://schemas.openxmlformats.org/drawingml/2006/main">
              <a:ext uri="{FF2B5EF4-FFF2-40B4-BE49-F238E27FC236}">
                <a16:creationId xmlns:a16="http://schemas.microsoft.com/office/drawing/2014/main" id="{18625F7D-ECEF-45D5-A07A-C98C66D53E6F}"/>
              </a:ext>
            </a:extLst>
          </p:cNvPr>
          <p:cNvSpPr>
            <a:spLocks xmlns:a="http://schemas.openxmlformats.org/drawingml/2006/main" noGrp="1"/>
          </p:cNvSpPr>
          <p:nvPr/>
        </p:nvSpPr>
        <p:spPr>
          <a:xfrm xmlns:a="http://schemas.openxmlformats.org/drawingml/2006/main">
            <a:off x="8239125" y="27622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同じ断面積800 mm²</a:t>
            </a:r>
          </a:p>
        </p:txBody>
      </p:sp>
      <p:graphicFrame>
        <p:nvGraphicFramePr>
          <p:cNvPr id="62" name="">
            <a:extLst xmlns:a="http://schemas.openxmlformats.org/drawingml/2006/main">
              <a:ext uri="{FF2B5EF4-FFF2-40B4-BE49-F238E27FC236}">
                <a16:creationId xmlns:a16="http://schemas.microsoft.com/office/drawing/2014/main" id="{C6B63103-F7FC-49BB-9B09-E15A0DFD7D88}"/>
              </a:ext>
            </a:extLst>
          </p:cNvPr>
          <p:cNvGraphicFramePr/>
          <p:nvPr/>
        </p:nvGraphicFramePr>
        <p:xfrm>
          <a:off xmlns:a="http://schemas.openxmlformats.org/drawingml/2006/main" x="714375" y="4000500"/>
          <a:ext xmlns:a="http://schemas.openxmlformats.org/drawingml/2006/main" cx="10763250" cy="1333500"/>
        </p:xfrm>
        <a:graphic xmlns:a="http://schemas.openxmlformats.org/drawingml/2006/main">
          <a:graphicData uri="http://schemas.openxmlformats.org/drawingml/2006/table">
            <a:tbl>
              <a:tblPr/>
              <a:tblGrid>
                <a:gridCol w="3238500"/>
                <a:gridCol w="3143250"/>
                <a:gridCol w="4381500"/>
              </a:tblGrid>
              <a:tr h="444500">
                <a:tc>
                  <a:txBody>
                    <a:bodyPr lIns="85725" tIns="85725" rIns="85725" bIns="85725"/>
                    <a:lstStyle/>
                    <a:p>
                      <a:r>
                        <a:rPr sz="1875" b="1">
                          <a:solidFill>
                            <a:srgbClr val="FFFFFF"/>
                          </a:solidFill>
                          <a:latin typeface="Yu Gothic"/>
                          <a:ea typeface="Yu Gothic"/>
                          <a:cs typeface="Yu Gothic"/>
                        </a:rPr>
                        <a:t>断面</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面積A / mm²</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I / mm⁴</a:t>
                      </a:r>
                    </a:p>
                  </a:txBody>
                  <a:tcPr marL="91440" marR="91440" marT="45720" marB="45720">
                    <a:solidFill>
                      <a:srgbClr val="193B59"/>
                    </a:solidFill>
                  </a:tcPr>
                </a:tc>
              </a:tr>
              <a:tr h="444500">
                <a:tc>
                  <a:txBody>
                    <a:bodyPr lIns="85725" tIns="85725" rIns="85725" bIns="85725"/>
                    <a:lstStyle/>
                    <a:p>
                      <a:r>
                        <a:rPr sz="1875" b="0">
                          <a:solidFill>
                            <a:srgbClr val="263D4D"/>
                          </a:solidFill>
                          <a:latin typeface="Yu Gothic"/>
                          <a:ea typeface="Yu Gothic"/>
                          <a:cs typeface="Yu Gothic"/>
                        </a:rPr>
                        <a:t>A：20 × 40</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800</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約106,667</a:t>
                      </a:r>
                    </a:p>
                  </a:txBody>
                  <a:tcPr marL="91440" marR="91440" marT="45720" marB="45720">
                    <a:solidFill>
                      <a:srgbClr val="E8F0F4"/>
                    </a:solidFill>
                  </a:tcPr>
                </a:tc>
              </a:tr>
              <a:tr h="444500">
                <a:tc>
                  <a:txBody>
                    <a:bodyPr lIns="85725" tIns="85725" rIns="85725" bIns="85725"/>
                    <a:lstStyle/>
                    <a:p>
                      <a:r>
                        <a:rPr sz="1875" b="0">
                          <a:solidFill>
                            <a:srgbClr val="263D4D"/>
                          </a:solidFill>
                          <a:latin typeface="Yu Gothic"/>
                          <a:ea typeface="Yu Gothic"/>
                          <a:cs typeface="Yu Gothic"/>
                        </a:rPr>
                        <a:t>B：40 × 20</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800</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約26,667</a:t>
                      </a:r>
                    </a:p>
                  </a:txBody>
                  <a:tcPr marL="91440" marR="91440" marT="45720" marB="45720">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5F7D5040-84F4-4D05-A808-F35F773B9F23}"/>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I_A/I_B = (1/2) × 2³ = 4。Iの比から最大応力の比を求めるには、cまたはZも必要。</a:t>
            </a:r>
          </a:p>
        </p:txBody>
      </p:sp>
    </p:spTree>
    <p:extLst>
      <p:ext uri="{BB962C8B-B14F-4D97-AF65-F5344CB8AC3E}">
        <p14:creationId xmlns:p14="http://schemas.microsoft.com/office/powerpoint/2010/main" val="20398748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B6578D-5313-485D-B06C-F77FDA3F3412}"/>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曲げ応力：I と、表面までの距離 c を使う</a:t>
            </a:r>
          </a:p>
        </p:txBody>
      </p:sp>
      <p:cxnSp>
        <p:nvCxnSpPr>
          <p:cNvPr id="2" name="">
            <a:extLst xmlns:a="http://schemas.openxmlformats.org/drawingml/2006/main">
              <a:ext uri="{FF2B5EF4-FFF2-40B4-BE49-F238E27FC236}">
                <a16:creationId xmlns:a16="http://schemas.microsoft.com/office/drawing/2014/main" id="{66A70078-B317-48F8-84B3-6ECF88CA97E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742CD60D-4D74-4A3C-8B03-1672541151D5}"/>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第4回</a:t>
            </a:r>
          </a:p>
        </p:txBody>
      </p:sp>
      <p:sp>
        <p:nvSpPr>
          <p:cNvPr id="4" name="">
            <a:extLst xmlns:a="http://schemas.openxmlformats.org/drawingml/2006/main">
              <a:ext uri="{FF2B5EF4-FFF2-40B4-BE49-F238E27FC236}">
                <a16:creationId xmlns:a16="http://schemas.microsoft.com/office/drawing/2014/main" id="{A05A969F-E0FA-4F2F-9B6A-8A8CA1E843F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13 / 52</a:t>
            </a:r>
          </a:p>
        </p:txBody>
      </p:sp>
      <p:sp>
        <p:nvSpPr>
          <p:cNvPr id="10" name="">
            <a:extLst xmlns:a="http://schemas.openxmlformats.org/drawingml/2006/main">
              <a:ext uri="{FF2B5EF4-FFF2-40B4-BE49-F238E27FC236}">
                <a16:creationId xmlns:a16="http://schemas.microsoft.com/office/drawing/2014/main" id="{903A61E6-F79E-461F-AA41-53884216A232}"/>
              </a:ext>
            </a:extLst>
          </p:cNvPr>
          <p:cNvSpPr>
            <a:spLocks xmlns:a="http://schemas.openxmlformats.org/drawingml/2006/main" noGrp="1"/>
          </p:cNvSpPr>
          <p:nvPr/>
        </p:nvSpPr>
        <p:spPr>
          <a:xfrm xmlns:a="http://schemas.openxmlformats.org/drawingml/2006/main">
            <a:off x="809625" y="147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263D4D"/>
                </a:solidFill>
                <a:latin typeface="Yu Gothic"/>
                <a:ea typeface="Yu Gothic"/>
                <a:cs typeface="Yu Gothic"/>
              </a:defRPr>
            </a:defPPr>
            <a:lvl1pPr>
              <a:buNone/>
              <a:defRPr sz="3000" b="1">
                <a:solidFill>
                  <a:srgbClr val="263D4D"/>
                </a:solidFill>
                <a:latin typeface="Yu Gothic"/>
                <a:ea typeface="Yu Gothic"/>
                <a:cs typeface="Yu Gothic"/>
              </a:defRPr>
            </a:lvl1pPr>
            <a:lvl2pPr>
              <a:buNone/>
              <a:defRPr sz="3000" b="1">
                <a:solidFill>
                  <a:srgbClr val="263D4D"/>
                </a:solidFill>
                <a:latin typeface="Yu Gothic"/>
                <a:ea typeface="Yu Gothic"/>
                <a:cs typeface="Yu Gothic"/>
              </a:defRPr>
            </a:lvl2pPr>
            <a:lvl3pPr>
              <a:buNone/>
              <a:defRPr sz="3000" b="1">
                <a:solidFill>
                  <a:srgbClr val="263D4D"/>
                </a:solidFill>
                <a:latin typeface="Yu Gothic"/>
                <a:ea typeface="Yu Gothic"/>
                <a:cs typeface="Yu Gothic"/>
              </a:defRPr>
            </a:lvl3pPr>
            <a:lvl4pPr>
              <a:buNone/>
              <a:defRPr sz="3000" b="1">
                <a:solidFill>
                  <a:srgbClr val="263D4D"/>
                </a:solidFill>
                <a:latin typeface="Yu Gothic"/>
                <a:ea typeface="Yu Gothic"/>
                <a:cs typeface="Yu Gothic"/>
              </a:defRPr>
            </a:lvl4pPr>
            <a:lvl5pPr>
              <a:buNone/>
              <a:defRPr sz="3000" b="1">
                <a:solidFill>
                  <a:srgbClr val="263D4D"/>
                </a:solidFill>
                <a:latin typeface="Yu Gothic"/>
                <a:ea typeface="Yu Gothic"/>
                <a:cs typeface="Yu Gothic"/>
              </a:defRPr>
            </a:lvl5pPr>
            <a:lvl6pPr>
              <a:buNone/>
              <a:defRPr sz="3000" b="1">
                <a:solidFill>
                  <a:srgbClr val="263D4D"/>
                </a:solidFill>
                <a:latin typeface="Yu Gothic"/>
                <a:ea typeface="Yu Gothic"/>
                <a:cs typeface="Yu Gothic"/>
              </a:defRPr>
            </a:lvl6pPr>
            <a:lvl7pPr>
              <a:buNone/>
              <a:defRPr sz="3000" b="1">
                <a:solidFill>
                  <a:srgbClr val="263D4D"/>
                </a:solidFill>
                <a:latin typeface="Yu Gothic"/>
                <a:ea typeface="Yu Gothic"/>
                <a:cs typeface="Yu Gothic"/>
              </a:defRPr>
            </a:lvl7pPr>
            <a:lvl8pPr>
              <a:buNone/>
              <a:defRPr sz="3000" b="1">
                <a:solidFill>
                  <a:srgbClr val="263D4D"/>
                </a:solidFill>
                <a:latin typeface="Yu Gothic"/>
                <a:ea typeface="Yu Gothic"/>
                <a:cs typeface="Yu Gothic"/>
              </a:defRPr>
            </a:lvl8pPr>
            <a:lvl9pPr>
              <a:buNone/>
              <a:defRPr sz="3000" b="1">
                <a:solidFill>
                  <a:srgbClr val="263D4D"/>
                </a:solidFill>
                <a:latin typeface="Yu Gothic"/>
                <a:ea typeface="Yu Gothic"/>
                <a:cs typeface="Yu Gothic"/>
              </a:defRPr>
            </a:lvl9pPr>
          </a:lstStyle>
          <a:p xmlns:a="http://schemas.openxmlformats.org/drawingml/2006/main">
            <a:pPr>
              <a:buNone/>
              <a:defRPr sz="3000" b="1">
                <a:solidFill>
                  <a:srgbClr val="263D4D"/>
                </a:solidFill>
                <a:latin typeface="Yu Gothic"/>
                <a:ea typeface="Yu Gothic"/>
                <a:cs typeface="Yu Gothic"/>
              </a:defRPr>
            </a:pPr>
            <a:r>
              <a:rPr sz="3000" b="1">
                <a:solidFill>
                  <a:srgbClr val="263D4D"/>
                </a:solidFill>
                <a:latin typeface="Yu Gothic"/>
                <a:ea typeface="Yu Gothic"/>
                <a:cs typeface="Yu Gothic"/>
              </a:rPr>
              <a:t>|σ|最大 = |M|c/I = |M|/Z</a:t>
            </a:r>
          </a:p>
        </p:txBody>
      </p:sp>
      <p:sp>
        <p:nvSpPr>
          <p:cNvPr id="11" name="">
            <a:extLst xmlns:a="http://schemas.openxmlformats.org/drawingml/2006/main">
              <a:ext uri="{FF2B5EF4-FFF2-40B4-BE49-F238E27FC236}">
                <a16:creationId xmlns:a16="http://schemas.microsoft.com/office/drawing/2014/main" id="{CCC0005E-A5C9-40A3-9599-C78E78A67E55}"/>
              </a:ext>
            </a:extLst>
          </p:cNvPr>
          <p:cNvSpPr>
            <a:spLocks xmlns:a="http://schemas.openxmlformats.org/drawingml/2006/main" noGrp="1"/>
          </p:cNvSpPr>
          <p:nvPr/>
        </p:nvSpPr>
        <p:spPr>
          <a:xfrm xmlns:a="http://schemas.openxmlformats.org/drawingml/2006/main">
            <a:off x="2047875" y="2476500"/>
            <a:ext cx="666750" cy="1333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2" name="">
            <a:extLst xmlns:a="http://schemas.openxmlformats.org/drawingml/2006/main">
              <a:ext uri="{FF2B5EF4-FFF2-40B4-BE49-F238E27FC236}">
                <a16:creationId xmlns:a16="http://schemas.microsoft.com/office/drawing/2014/main" id="{0742F0A5-0D2C-4C1E-9650-6175EEEE3388}"/>
              </a:ext>
            </a:extLst>
          </p:cNvPr>
          <p:cNvSpPr>
            <a:spLocks xmlns:a="http://schemas.openxmlformats.org/drawingml/2006/main" noGrp="1"/>
          </p:cNvSpPr>
          <p:nvPr/>
        </p:nvSpPr>
        <p:spPr>
          <a:xfrm xmlns:a="http://schemas.openxmlformats.org/drawingml/2006/main">
            <a:off x="1619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3" name="">
            <a:extLst xmlns:a="http://schemas.openxmlformats.org/drawingml/2006/main">
              <a:ext uri="{FF2B5EF4-FFF2-40B4-BE49-F238E27FC236}">
                <a16:creationId xmlns:a16="http://schemas.microsoft.com/office/drawing/2014/main" id="{1F4B21BE-77EE-4015-85AA-ED8366241082}"/>
              </a:ext>
            </a:extLst>
          </p:cNvPr>
          <p:cNvSpPr>
            <a:spLocks xmlns:a="http://schemas.openxmlformats.org/drawingml/2006/main" noGrp="1"/>
          </p:cNvSpPr>
          <p:nvPr/>
        </p:nvSpPr>
        <p:spPr>
          <a:xfrm xmlns:a="http://schemas.openxmlformats.org/drawingml/2006/main">
            <a:off x="1746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4" name="">
            <a:extLst xmlns:a="http://schemas.openxmlformats.org/drawingml/2006/main">
              <a:ext uri="{FF2B5EF4-FFF2-40B4-BE49-F238E27FC236}">
                <a16:creationId xmlns:a16="http://schemas.microsoft.com/office/drawing/2014/main" id="{91090649-953D-4998-9F75-2BC62776B7BA}"/>
              </a:ext>
            </a:extLst>
          </p:cNvPr>
          <p:cNvSpPr>
            <a:spLocks xmlns:a="http://schemas.openxmlformats.org/drawingml/2006/main" noGrp="1"/>
          </p:cNvSpPr>
          <p:nvPr/>
        </p:nvSpPr>
        <p:spPr>
          <a:xfrm xmlns:a="http://schemas.openxmlformats.org/drawingml/2006/main">
            <a:off x="1873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5" name="">
            <a:extLst xmlns:a="http://schemas.openxmlformats.org/drawingml/2006/main">
              <a:ext uri="{FF2B5EF4-FFF2-40B4-BE49-F238E27FC236}">
                <a16:creationId xmlns:a16="http://schemas.microsoft.com/office/drawing/2014/main" id="{AA142EB6-F317-4ACD-A60A-CEF287A5BE65}"/>
              </a:ext>
            </a:extLst>
          </p:cNvPr>
          <p:cNvSpPr>
            <a:spLocks xmlns:a="http://schemas.openxmlformats.org/drawingml/2006/main" noGrp="1"/>
          </p:cNvSpPr>
          <p:nvPr/>
        </p:nvSpPr>
        <p:spPr>
          <a:xfrm xmlns:a="http://schemas.openxmlformats.org/drawingml/2006/main">
            <a:off x="2000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6" name="">
            <a:extLst xmlns:a="http://schemas.openxmlformats.org/drawingml/2006/main">
              <a:ext uri="{FF2B5EF4-FFF2-40B4-BE49-F238E27FC236}">
                <a16:creationId xmlns:a16="http://schemas.microsoft.com/office/drawing/2014/main" id="{F40A7380-968A-4982-BDDF-2F7CD8C07BFE}"/>
              </a:ext>
            </a:extLst>
          </p:cNvPr>
          <p:cNvSpPr>
            <a:spLocks xmlns:a="http://schemas.openxmlformats.org/drawingml/2006/main" noGrp="1"/>
          </p:cNvSpPr>
          <p:nvPr/>
        </p:nvSpPr>
        <p:spPr>
          <a:xfrm xmlns:a="http://schemas.openxmlformats.org/drawingml/2006/main">
            <a:off x="2127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7" name="">
            <a:extLst xmlns:a="http://schemas.openxmlformats.org/drawingml/2006/main">
              <a:ext uri="{FF2B5EF4-FFF2-40B4-BE49-F238E27FC236}">
                <a16:creationId xmlns:a16="http://schemas.microsoft.com/office/drawing/2014/main" id="{4CB45841-B998-4FD3-9129-9FE2ABA9E1FA}"/>
              </a:ext>
            </a:extLst>
          </p:cNvPr>
          <p:cNvSpPr>
            <a:spLocks xmlns:a="http://schemas.openxmlformats.org/drawingml/2006/main" noGrp="1"/>
          </p:cNvSpPr>
          <p:nvPr/>
        </p:nvSpPr>
        <p:spPr>
          <a:xfrm xmlns:a="http://schemas.openxmlformats.org/drawingml/2006/main">
            <a:off x="2254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8" name="">
            <a:extLst xmlns:a="http://schemas.openxmlformats.org/drawingml/2006/main">
              <a:ext uri="{FF2B5EF4-FFF2-40B4-BE49-F238E27FC236}">
                <a16:creationId xmlns:a16="http://schemas.microsoft.com/office/drawing/2014/main" id="{3201C3AC-2D79-4D62-870B-D2FE957D4990}"/>
              </a:ext>
            </a:extLst>
          </p:cNvPr>
          <p:cNvSpPr>
            <a:spLocks xmlns:a="http://schemas.openxmlformats.org/drawingml/2006/main" noGrp="1"/>
          </p:cNvSpPr>
          <p:nvPr/>
        </p:nvSpPr>
        <p:spPr>
          <a:xfrm xmlns:a="http://schemas.openxmlformats.org/drawingml/2006/main">
            <a:off x="2381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19" name="">
            <a:extLst xmlns:a="http://schemas.openxmlformats.org/drawingml/2006/main">
              <a:ext uri="{FF2B5EF4-FFF2-40B4-BE49-F238E27FC236}">
                <a16:creationId xmlns:a16="http://schemas.microsoft.com/office/drawing/2014/main" id="{48A45DBD-04F4-44B6-9377-A78F3432B0DC}"/>
              </a:ext>
            </a:extLst>
          </p:cNvPr>
          <p:cNvSpPr>
            <a:spLocks xmlns:a="http://schemas.openxmlformats.org/drawingml/2006/main" noGrp="1"/>
          </p:cNvSpPr>
          <p:nvPr/>
        </p:nvSpPr>
        <p:spPr>
          <a:xfrm xmlns:a="http://schemas.openxmlformats.org/drawingml/2006/main">
            <a:off x="2508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28194024-D334-43EB-996A-D23ACACAE4D2}"/>
              </a:ext>
            </a:extLst>
          </p:cNvPr>
          <p:cNvSpPr>
            <a:spLocks xmlns:a="http://schemas.openxmlformats.org/drawingml/2006/main" noGrp="1"/>
          </p:cNvSpPr>
          <p:nvPr/>
        </p:nvSpPr>
        <p:spPr>
          <a:xfrm xmlns:a="http://schemas.openxmlformats.org/drawingml/2006/main">
            <a:off x="2635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B60BED17-DBC0-43AA-A3B8-39676FB1FF56}"/>
              </a:ext>
            </a:extLst>
          </p:cNvPr>
          <p:cNvSpPr>
            <a:spLocks xmlns:a="http://schemas.openxmlformats.org/drawingml/2006/main" noGrp="1"/>
          </p:cNvSpPr>
          <p:nvPr/>
        </p:nvSpPr>
        <p:spPr>
          <a:xfrm xmlns:a="http://schemas.openxmlformats.org/drawingml/2006/main">
            <a:off x="2762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458A9700-552D-4874-B19E-C28C4F53AC7D}"/>
              </a:ext>
            </a:extLst>
          </p:cNvPr>
          <p:cNvSpPr>
            <a:spLocks xmlns:a="http://schemas.openxmlformats.org/drawingml/2006/main" noGrp="1"/>
          </p:cNvSpPr>
          <p:nvPr/>
        </p:nvSpPr>
        <p:spPr>
          <a:xfrm xmlns:a="http://schemas.openxmlformats.org/drawingml/2006/main">
            <a:off x="2889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182ADF51-77D7-4124-A583-93886273FEC7}"/>
              </a:ext>
            </a:extLst>
          </p:cNvPr>
          <p:cNvSpPr>
            <a:spLocks xmlns:a="http://schemas.openxmlformats.org/drawingml/2006/main" noGrp="1"/>
          </p:cNvSpPr>
          <p:nvPr/>
        </p:nvSpPr>
        <p:spPr>
          <a:xfrm xmlns:a="http://schemas.openxmlformats.org/drawingml/2006/main">
            <a:off x="3016250" y="3143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4771344A-4EC8-4860-8B94-66145126FC4D}"/>
              </a:ext>
            </a:extLst>
          </p:cNvPr>
          <p:cNvSpPr>
            <a:spLocks xmlns:a="http://schemas.openxmlformats.org/drawingml/2006/main" noGrp="1"/>
          </p:cNvSpPr>
          <p:nvPr/>
        </p:nvSpPr>
        <p:spPr>
          <a:xfrm xmlns:a="http://schemas.openxmlformats.org/drawingml/2006/main">
            <a:off x="5524500" y="2809875"/>
            <a:ext cx="1333500" cy="666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5" name="">
            <a:extLst xmlns:a="http://schemas.openxmlformats.org/drawingml/2006/main">
              <a:ext uri="{FF2B5EF4-FFF2-40B4-BE49-F238E27FC236}">
                <a16:creationId xmlns:a16="http://schemas.microsoft.com/office/drawing/2014/main" id="{D55DC157-BA2D-4C9E-8F01-3ED4D5481119}"/>
              </a:ext>
            </a:extLst>
          </p:cNvPr>
          <p:cNvSpPr>
            <a:spLocks xmlns:a="http://schemas.openxmlformats.org/drawingml/2006/main" noGrp="1"/>
          </p:cNvSpPr>
          <p:nvPr/>
        </p:nvSpPr>
        <p:spPr>
          <a:xfrm xmlns:a="http://schemas.openxmlformats.org/drawingml/2006/main">
            <a:off x="5095875"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DDEFA166-5E45-45A4-B6C5-4E874657A0A9}"/>
              </a:ext>
            </a:extLst>
          </p:cNvPr>
          <p:cNvSpPr>
            <a:spLocks xmlns:a="http://schemas.openxmlformats.org/drawingml/2006/main" noGrp="1"/>
          </p:cNvSpPr>
          <p:nvPr/>
        </p:nvSpPr>
        <p:spPr>
          <a:xfrm xmlns:a="http://schemas.openxmlformats.org/drawingml/2006/main">
            <a:off x="5224743"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DA0DABEA-F86E-4B9D-864C-4FB991538DCE}"/>
              </a:ext>
            </a:extLst>
          </p:cNvPr>
          <p:cNvSpPr>
            <a:spLocks xmlns:a="http://schemas.openxmlformats.org/drawingml/2006/main" noGrp="1"/>
          </p:cNvSpPr>
          <p:nvPr/>
        </p:nvSpPr>
        <p:spPr>
          <a:xfrm xmlns:a="http://schemas.openxmlformats.org/drawingml/2006/main">
            <a:off x="5353610"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6D0BA55B-0247-49A4-A121-181BC9EC998F}"/>
              </a:ext>
            </a:extLst>
          </p:cNvPr>
          <p:cNvSpPr>
            <a:spLocks xmlns:a="http://schemas.openxmlformats.org/drawingml/2006/main" noGrp="1"/>
          </p:cNvSpPr>
          <p:nvPr/>
        </p:nvSpPr>
        <p:spPr>
          <a:xfrm xmlns:a="http://schemas.openxmlformats.org/drawingml/2006/main">
            <a:off x="5482478"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E052B729-FC2A-4554-BD4E-2E88DC68E464}"/>
              </a:ext>
            </a:extLst>
          </p:cNvPr>
          <p:cNvSpPr>
            <a:spLocks xmlns:a="http://schemas.openxmlformats.org/drawingml/2006/main" noGrp="1"/>
          </p:cNvSpPr>
          <p:nvPr/>
        </p:nvSpPr>
        <p:spPr>
          <a:xfrm xmlns:a="http://schemas.openxmlformats.org/drawingml/2006/main">
            <a:off x="5611346"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13503829-A2A6-4F5A-8E0F-3A0295111AF7}"/>
              </a:ext>
            </a:extLst>
          </p:cNvPr>
          <p:cNvSpPr>
            <a:spLocks xmlns:a="http://schemas.openxmlformats.org/drawingml/2006/main" noGrp="1"/>
          </p:cNvSpPr>
          <p:nvPr/>
        </p:nvSpPr>
        <p:spPr>
          <a:xfrm xmlns:a="http://schemas.openxmlformats.org/drawingml/2006/main">
            <a:off x="5740213"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50605456-C4BE-4F3E-ADEC-F806A2D06A94}"/>
              </a:ext>
            </a:extLst>
          </p:cNvPr>
          <p:cNvSpPr>
            <a:spLocks xmlns:a="http://schemas.openxmlformats.org/drawingml/2006/main" noGrp="1"/>
          </p:cNvSpPr>
          <p:nvPr/>
        </p:nvSpPr>
        <p:spPr>
          <a:xfrm xmlns:a="http://schemas.openxmlformats.org/drawingml/2006/main">
            <a:off x="5869081"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122011CE-3E39-41F2-B80F-08C2CE2D7F37}"/>
              </a:ext>
            </a:extLst>
          </p:cNvPr>
          <p:cNvSpPr>
            <a:spLocks xmlns:a="http://schemas.openxmlformats.org/drawingml/2006/main" noGrp="1"/>
          </p:cNvSpPr>
          <p:nvPr/>
        </p:nvSpPr>
        <p:spPr>
          <a:xfrm xmlns:a="http://schemas.openxmlformats.org/drawingml/2006/main">
            <a:off x="5997949"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209DF447-4566-438C-BB4C-544482372839}"/>
              </a:ext>
            </a:extLst>
          </p:cNvPr>
          <p:cNvSpPr>
            <a:spLocks xmlns:a="http://schemas.openxmlformats.org/drawingml/2006/main" noGrp="1"/>
          </p:cNvSpPr>
          <p:nvPr/>
        </p:nvSpPr>
        <p:spPr>
          <a:xfrm xmlns:a="http://schemas.openxmlformats.org/drawingml/2006/main">
            <a:off x="6126816"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40FE0D97-2737-4808-8940-12DDF611FF68}"/>
              </a:ext>
            </a:extLst>
          </p:cNvPr>
          <p:cNvSpPr>
            <a:spLocks xmlns:a="http://schemas.openxmlformats.org/drawingml/2006/main" noGrp="1"/>
          </p:cNvSpPr>
          <p:nvPr/>
        </p:nvSpPr>
        <p:spPr>
          <a:xfrm xmlns:a="http://schemas.openxmlformats.org/drawingml/2006/main">
            <a:off x="6255684"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55CE3117-DF26-4B1A-A132-A1828CF465B9}"/>
              </a:ext>
            </a:extLst>
          </p:cNvPr>
          <p:cNvSpPr>
            <a:spLocks xmlns:a="http://schemas.openxmlformats.org/drawingml/2006/main" noGrp="1"/>
          </p:cNvSpPr>
          <p:nvPr/>
        </p:nvSpPr>
        <p:spPr>
          <a:xfrm xmlns:a="http://schemas.openxmlformats.org/drawingml/2006/main">
            <a:off x="6384551"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870BCDB6-7183-4C12-BB35-38D249FB302D}"/>
              </a:ext>
            </a:extLst>
          </p:cNvPr>
          <p:cNvSpPr>
            <a:spLocks xmlns:a="http://schemas.openxmlformats.org/drawingml/2006/main" noGrp="1"/>
          </p:cNvSpPr>
          <p:nvPr/>
        </p:nvSpPr>
        <p:spPr>
          <a:xfrm xmlns:a="http://schemas.openxmlformats.org/drawingml/2006/main">
            <a:off x="6513419"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260815A5-C7FF-4DCD-AEC9-5A876DDA692D}"/>
              </a:ext>
            </a:extLst>
          </p:cNvPr>
          <p:cNvSpPr>
            <a:spLocks xmlns:a="http://schemas.openxmlformats.org/drawingml/2006/main" noGrp="1"/>
          </p:cNvSpPr>
          <p:nvPr/>
        </p:nvSpPr>
        <p:spPr>
          <a:xfrm xmlns:a="http://schemas.openxmlformats.org/drawingml/2006/main">
            <a:off x="6642287"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F1F52AE1-A560-4D48-9050-819B60E279C1}"/>
              </a:ext>
            </a:extLst>
          </p:cNvPr>
          <p:cNvSpPr>
            <a:spLocks xmlns:a="http://schemas.openxmlformats.org/drawingml/2006/main" noGrp="1"/>
          </p:cNvSpPr>
          <p:nvPr/>
        </p:nvSpPr>
        <p:spPr>
          <a:xfrm xmlns:a="http://schemas.openxmlformats.org/drawingml/2006/main">
            <a:off x="6771154"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EF475BDF-EB97-4CBE-B4B3-90DF1B9818E2}"/>
              </a:ext>
            </a:extLst>
          </p:cNvPr>
          <p:cNvSpPr>
            <a:spLocks xmlns:a="http://schemas.openxmlformats.org/drawingml/2006/main" noGrp="1"/>
          </p:cNvSpPr>
          <p:nvPr/>
        </p:nvSpPr>
        <p:spPr>
          <a:xfrm xmlns:a="http://schemas.openxmlformats.org/drawingml/2006/main">
            <a:off x="6900022"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95E1C933-0151-488C-A13C-E82EE7DB1EC2}"/>
              </a:ext>
            </a:extLst>
          </p:cNvPr>
          <p:cNvSpPr>
            <a:spLocks xmlns:a="http://schemas.openxmlformats.org/drawingml/2006/main" noGrp="1"/>
          </p:cNvSpPr>
          <p:nvPr/>
        </p:nvSpPr>
        <p:spPr>
          <a:xfrm xmlns:a="http://schemas.openxmlformats.org/drawingml/2006/main">
            <a:off x="7028890"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794C515C-738A-4908-86EA-7B5ED63633C6}"/>
              </a:ext>
            </a:extLst>
          </p:cNvPr>
          <p:cNvSpPr>
            <a:spLocks xmlns:a="http://schemas.openxmlformats.org/drawingml/2006/main" noGrp="1"/>
          </p:cNvSpPr>
          <p:nvPr/>
        </p:nvSpPr>
        <p:spPr>
          <a:xfrm xmlns:a="http://schemas.openxmlformats.org/drawingml/2006/main">
            <a:off x="7157757" y="3143250"/>
            <a:ext cx="70877" cy="9525"/>
          </a:xfrm>
          <a:custGeom xmlns:a="http://schemas.openxmlformats.org/drawingml/2006/main">
            <a:pathLst>
              <a:path w="70877" h="9525">
                <a:moveTo>
                  <a:pt x="0" y="0"/>
                </a:moveTo>
                <a:lnTo>
                  <a:pt x="70877" y="0"/>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FB17CC83-EB8A-47B0-A5A1-8E3B86B923F5}"/>
              </a:ext>
            </a:extLst>
          </p:cNvPr>
          <p:cNvSpPr>
            <a:spLocks xmlns:a="http://schemas.openxmlformats.org/drawingml/2006/main" noGrp="1"/>
          </p:cNvSpPr>
          <p:nvPr/>
        </p:nvSpPr>
        <p:spPr>
          <a:xfrm xmlns:a="http://schemas.openxmlformats.org/drawingml/2006/main">
            <a:off x="3095625" y="2476500"/>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14288">
            <a:solidFill>
              <a:srgbClr val="2876A8"/>
            </a:solidFill>
          </a:ln>
        </p:spPr>
      </p:sp>
      <p:sp>
        <p:nvSpPr>
          <p:cNvPr id="43" name="">
            <a:extLst xmlns:a="http://schemas.openxmlformats.org/drawingml/2006/main">
              <a:ext uri="{FF2B5EF4-FFF2-40B4-BE49-F238E27FC236}">
                <a16:creationId xmlns:a16="http://schemas.microsoft.com/office/drawing/2014/main" id="{10D6A4C9-D1B5-46EA-A2A2-6EFDBF470ECD}"/>
              </a:ext>
            </a:extLst>
          </p:cNvPr>
          <p:cNvSpPr>
            <a:spLocks xmlns:a="http://schemas.openxmlformats.org/drawingml/2006/main" noGrp="1"/>
          </p:cNvSpPr>
          <p:nvPr/>
        </p:nvSpPr>
        <p:spPr>
          <a:xfrm xmlns:a="http://schemas.openxmlformats.org/drawingml/2006/main">
            <a:off x="3067622" y="3076575"/>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44" name="">
            <a:extLst xmlns:a="http://schemas.openxmlformats.org/drawingml/2006/main">
              <a:ext uri="{FF2B5EF4-FFF2-40B4-BE49-F238E27FC236}">
                <a16:creationId xmlns:a16="http://schemas.microsoft.com/office/drawing/2014/main" id="{626665D1-AD58-4C05-A027-4860383D2B5B}"/>
              </a:ext>
            </a:extLst>
          </p:cNvPr>
          <p:cNvSpPr>
            <a:spLocks xmlns:a="http://schemas.openxmlformats.org/drawingml/2006/main" noGrp="1"/>
          </p:cNvSpPr>
          <p:nvPr/>
        </p:nvSpPr>
        <p:spPr>
          <a:xfrm xmlns:a="http://schemas.openxmlformats.org/drawingml/2006/main">
            <a:off x="3095625" y="2476500"/>
            <a:ext cx="9525" cy="666750"/>
          </a:xfrm>
          <a:custGeom xmlns:a="http://schemas.openxmlformats.org/drawingml/2006/main">
            <a:pathLst>
              <a:path w="9525" h="666750">
                <a:moveTo>
                  <a:pt x="0" y="666750"/>
                </a:moveTo>
                <a:lnTo>
                  <a:pt x="0" y="0"/>
                </a:lnTo>
              </a:path>
            </a:pathLst>
          </a:custGeom>
          <a:noFill xmlns:a="http://schemas.openxmlformats.org/drawingml/2006/main"/>
          <a:ln xmlns:a="http://schemas.openxmlformats.org/drawingml/2006/main" w="14288">
            <a:solidFill>
              <a:srgbClr val="2876A8"/>
            </a:solidFill>
          </a:ln>
        </p:spPr>
      </p:sp>
      <p:sp>
        <p:nvSpPr>
          <p:cNvPr id="45" name="">
            <a:extLst xmlns:a="http://schemas.openxmlformats.org/drawingml/2006/main">
              <a:ext uri="{FF2B5EF4-FFF2-40B4-BE49-F238E27FC236}">
                <a16:creationId xmlns:a16="http://schemas.microsoft.com/office/drawing/2014/main" id="{B0ECC9BF-85C9-4ACD-BEF5-31F0DDD53566}"/>
              </a:ext>
            </a:extLst>
          </p:cNvPr>
          <p:cNvSpPr>
            <a:spLocks xmlns:a="http://schemas.openxmlformats.org/drawingml/2006/main" noGrp="1"/>
          </p:cNvSpPr>
          <p:nvPr/>
        </p:nvSpPr>
        <p:spPr>
          <a:xfrm xmlns:a="http://schemas.openxmlformats.org/drawingml/2006/main">
            <a:off x="3067622" y="2476500"/>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46" name="">
            <a:extLst xmlns:a="http://schemas.openxmlformats.org/drawingml/2006/main">
              <a:ext uri="{FF2B5EF4-FFF2-40B4-BE49-F238E27FC236}">
                <a16:creationId xmlns:a16="http://schemas.microsoft.com/office/drawing/2014/main" id="{1EB4365E-FEEF-4776-BA08-1184C49AB51B}"/>
              </a:ext>
            </a:extLst>
          </p:cNvPr>
          <p:cNvSpPr>
            <a:spLocks xmlns:a="http://schemas.openxmlformats.org/drawingml/2006/main" noGrp="1"/>
          </p:cNvSpPr>
          <p:nvPr/>
        </p:nvSpPr>
        <p:spPr>
          <a:xfrm xmlns:a="http://schemas.openxmlformats.org/drawingml/2006/main">
            <a:off x="3209925" y="26098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c = 20 mm</a:t>
            </a:r>
          </a:p>
        </p:txBody>
      </p:sp>
      <p:sp>
        <p:nvSpPr>
          <p:cNvPr id="47" name="">
            <a:extLst xmlns:a="http://schemas.openxmlformats.org/drawingml/2006/main">
              <a:ext uri="{FF2B5EF4-FFF2-40B4-BE49-F238E27FC236}">
                <a16:creationId xmlns:a16="http://schemas.microsoft.com/office/drawing/2014/main" id="{8E3945B9-CA59-4CD7-9F31-CACE41A292DF}"/>
              </a:ext>
            </a:extLst>
          </p:cNvPr>
          <p:cNvSpPr>
            <a:spLocks xmlns:a="http://schemas.openxmlformats.org/drawingml/2006/main" noGrp="1"/>
          </p:cNvSpPr>
          <p:nvPr/>
        </p:nvSpPr>
        <p:spPr>
          <a:xfrm xmlns:a="http://schemas.openxmlformats.org/drawingml/2006/main">
            <a:off x="7191375" y="2809875"/>
            <a:ext cx="9525" cy="333375"/>
          </a:xfrm>
          <a:custGeom xmlns:a="http://schemas.openxmlformats.org/drawingml/2006/main">
            <a:pathLst>
              <a:path w="9525" h="333375">
                <a:moveTo>
                  <a:pt x="0" y="0"/>
                </a:moveTo>
                <a:lnTo>
                  <a:pt x="0" y="333375"/>
                </a:lnTo>
              </a:path>
            </a:pathLst>
          </a:custGeom>
          <a:noFill xmlns:a="http://schemas.openxmlformats.org/drawingml/2006/main"/>
          <a:ln xmlns:a="http://schemas.openxmlformats.org/drawingml/2006/main" w="14288">
            <a:solidFill>
              <a:srgbClr val="2876A8"/>
            </a:solidFill>
          </a:ln>
        </p:spPr>
      </p:sp>
      <p:sp>
        <p:nvSpPr>
          <p:cNvPr id="48" name="">
            <a:extLst xmlns:a="http://schemas.openxmlformats.org/drawingml/2006/main">
              <a:ext uri="{FF2B5EF4-FFF2-40B4-BE49-F238E27FC236}">
                <a16:creationId xmlns:a16="http://schemas.microsoft.com/office/drawing/2014/main" id="{1A4A010E-3E6A-4024-9B4C-EE5A2C29B329}"/>
              </a:ext>
            </a:extLst>
          </p:cNvPr>
          <p:cNvSpPr>
            <a:spLocks xmlns:a="http://schemas.openxmlformats.org/drawingml/2006/main" noGrp="1"/>
          </p:cNvSpPr>
          <p:nvPr/>
        </p:nvSpPr>
        <p:spPr>
          <a:xfrm xmlns:a="http://schemas.openxmlformats.org/drawingml/2006/main">
            <a:off x="7163371" y="307657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49" name="">
            <a:extLst xmlns:a="http://schemas.openxmlformats.org/drawingml/2006/main">
              <a:ext uri="{FF2B5EF4-FFF2-40B4-BE49-F238E27FC236}">
                <a16:creationId xmlns:a16="http://schemas.microsoft.com/office/drawing/2014/main" id="{3609BC97-C85E-4835-89EA-00EFF98520DF}"/>
              </a:ext>
            </a:extLst>
          </p:cNvPr>
          <p:cNvSpPr>
            <a:spLocks xmlns:a="http://schemas.openxmlformats.org/drawingml/2006/main" noGrp="1"/>
          </p:cNvSpPr>
          <p:nvPr/>
        </p:nvSpPr>
        <p:spPr>
          <a:xfrm xmlns:a="http://schemas.openxmlformats.org/drawingml/2006/main">
            <a:off x="7191375" y="2809875"/>
            <a:ext cx="9525" cy="333375"/>
          </a:xfrm>
          <a:custGeom xmlns:a="http://schemas.openxmlformats.org/drawingml/2006/main">
            <a:pathLst>
              <a:path w="9525" h="333375">
                <a:moveTo>
                  <a:pt x="0" y="333375"/>
                </a:moveTo>
                <a:lnTo>
                  <a:pt x="0" y="0"/>
                </a:lnTo>
              </a:path>
            </a:pathLst>
          </a:custGeom>
          <a:noFill xmlns:a="http://schemas.openxmlformats.org/drawingml/2006/main"/>
          <a:ln xmlns:a="http://schemas.openxmlformats.org/drawingml/2006/main" w="14288">
            <a:solidFill>
              <a:srgbClr val="2876A8"/>
            </a:solidFill>
          </a:ln>
        </p:spPr>
      </p:sp>
      <p:sp>
        <p:nvSpPr>
          <p:cNvPr id="50" name="">
            <a:extLst xmlns:a="http://schemas.openxmlformats.org/drawingml/2006/main">
              <a:ext uri="{FF2B5EF4-FFF2-40B4-BE49-F238E27FC236}">
                <a16:creationId xmlns:a16="http://schemas.microsoft.com/office/drawing/2014/main" id="{7BE9342F-57D1-4D84-ABDB-E68CBD171116}"/>
              </a:ext>
            </a:extLst>
          </p:cNvPr>
          <p:cNvSpPr>
            <a:spLocks xmlns:a="http://schemas.openxmlformats.org/drawingml/2006/main" noGrp="1"/>
          </p:cNvSpPr>
          <p:nvPr/>
        </p:nvSpPr>
        <p:spPr>
          <a:xfrm xmlns:a="http://schemas.openxmlformats.org/drawingml/2006/main">
            <a:off x="7163371" y="2809875"/>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51" name="">
            <a:extLst xmlns:a="http://schemas.openxmlformats.org/drawingml/2006/main">
              <a:ext uri="{FF2B5EF4-FFF2-40B4-BE49-F238E27FC236}">
                <a16:creationId xmlns:a16="http://schemas.microsoft.com/office/drawing/2014/main" id="{0467B477-F1C5-4BF0-8479-991C8288E103}"/>
              </a:ext>
            </a:extLst>
          </p:cNvPr>
          <p:cNvSpPr>
            <a:spLocks xmlns:a="http://schemas.openxmlformats.org/drawingml/2006/main" noGrp="1"/>
          </p:cNvSpPr>
          <p:nvPr/>
        </p:nvSpPr>
        <p:spPr>
          <a:xfrm xmlns:a="http://schemas.openxmlformats.org/drawingml/2006/main">
            <a:off x="7305675" y="2776538"/>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c = 10 mm</a:t>
            </a:r>
          </a:p>
        </p:txBody>
      </p:sp>
      <p:sp>
        <p:nvSpPr>
          <p:cNvPr id="52" name="">
            <a:extLst xmlns:a="http://schemas.openxmlformats.org/drawingml/2006/main">
              <a:ext uri="{FF2B5EF4-FFF2-40B4-BE49-F238E27FC236}">
                <a16:creationId xmlns:a16="http://schemas.microsoft.com/office/drawing/2014/main" id="{BFFACD57-F55F-4296-A926-2393F305E6DE}"/>
              </a:ext>
            </a:extLst>
          </p:cNvPr>
          <p:cNvSpPr>
            <a:spLocks xmlns:a="http://schemas.openxmlformats.org/drawingml/2006/main" noGrp="1"/>
          </p:cNvSpPr>
          <p:nvPr/>
        </p:nvSpPr>
        <p:spPr>
          <a:xfrm xmlns:a="http://schemas.openxmlformats.org/drawingml/2006/main">
            <a:off x="1524000" y="33337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A</a:t>
            </a:r>
          </a:p>
        </p:txBody>
      </p:sp>
      <p:sp>
        <p:nvSpPr>
          <p:cNvPr id="53" name="">
            <a:extLst xmlns:a="http://schemas.openxmlformats.org/drawingml/2006/main">
              <a:ext uri="{FF2B5EF4-FFF2-40B4-BE49-F238E27FC236}">
                <a16:creationId xmlns:a16="http://schemas.microsoft.com/office/drawing/2014/main" id="{494CB266-3BA7-42D4-9E30-36242DA5D363}"/>
              </a:ext>
            </a:extLst>
          </p:cNvPr>
          <p:cNvSpPr>
            <a:spLocks xmlns:a="http://schemas.openxmlformats.org/drawingml/2006/main" noGrp="1"/>
          </p:cNvSpPr>
          <p:nvPr/>
        </p:nvSpPr>
        <p:spPr>
          <a:xfrm xmlns:a="http://schemas.openxmlformats.org/drawingml/2006/main">
            <a:off x="5048250" y="33337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B</a:t>
            </a:r>
          </a:p>
        </p:txBody>
      </p:sp>
      <p:sp>
        <p:nvSpPr>
          <p:cNvPr id="54" name="">
            <a:extLst xmlns:a="http://schemas.openxmlformats.org/drawingml/2006/main">
              <a:ext uri="{FF2B5EF4-FFF2-40B4-BE49-F238E27FC236}">
                <a16:creationId xmlns:a16="http://schemas.microsoft.com/office/drawing/2014/main" id="{293E0840-AD1C-49A8-8A4A-6D809A40C5A5}"/>
              </a:ext>
            </a:extLst>
          </p:cNvPr>
          <p:cNvSpPr>
            <a:spLocks xmlns:a="http://schemas.openxmlformats.org/drawingml/2006/main" noGrp="1"/>
          </p:cNvSpPr>
          <p:nvPr/>
        </p:nvSpPr>
        <p:spPr>
          <a:xfrm xmlns:a="http://schemas.openxmlformats.org/drawingml/2006/main">
            <a:off x="8953500" y="242887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Z = I/c（mm³）</a:t>
            </a:r>
          </a:p>
        </p:txBody>
      </p:sp>
      <p:sp>
        <p:nvSpPr>
          <p:cNvPr id="55" name="">
            <a:extLst xmlns:a="http://schemas.openxmlformats.org/drawingml/2006/main">
              <a:ext uri="{FF2B5EF4-FFF2-40B4-BE49-F238E27FC236}">
                <a16:creationId xmlns:a16="http://schemas.microsoft.com/office/drawing/2014/main" id="{5C36658E-1762-4FE8-9C0C-35B9CE9B10B0}"/>
              </a:ext>
            </a:extLst>
          </p:cNvPr>
          <p:cNvSpPr>
            <a:spLocks xmlns:a="http://schemas.openxmlformats.org/drawingml/2006/main" noGrp="1"/>
          </p:cNvSpPr>
          <p:nvPr/>
        </p:nvSpPr>
        <p:spPr>
          <a:xfrm xmlns:a="http://schemas.openxmlformats.org/drawingml/2006/main">
            <a:off x="8334375" y="32385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M = 60,000 N·mm</a:t>
            </a:r>
          </a:p>
        </p:txBody>
      </p:sp>
      <p:graphicFrame>
        <p:nvGraphicFramePr>
          <p:cNvPr id="56" name="">
            <a:extLst xmlns:a="http://schemas.openxmlformats.org/drawingml/2006/main">
              <a:ext uri="{FF2B5EF4-FFF2-40B4-BE49-F238E27FC236}">
                <a16:creationId xmlns:a16="http://schemas.microsoft.com/office/drawing/2014/main" id="{970BC830-A1F6-41DE-A433-BB5932970A85}"/>
              </a:ext>
            </a:extLst>
          </p:cNvPr>
          <p:cNvGraphicFramePr/>
          <p:nvPr/>
        </p:nvGraphicFramePr>
        <p:xfrm>
          <a:off xmlns:a="http://schemas.openxmlformats.org/drawingml/2006/main" x="714375" y="4143375"/>
          <a:ext xmlns:a="http://schemas.openxmlformats.org/drawingml/2006/main" cx="10763250" cy="1333500"/>
        </p:xfrm>
        <a:graphic xmlns:a="http://schemas.openxmlformats.org/drawingml/2006/main">
          <a:graphicData uri="http://schemas.openxmlformats.org/drawingml/2006/table">
            <a:tbl>
              <a:tblPr/>
              <a:tblGrid>
                <a:gridCol w="3238500"/>
                <a:gridCol w="3143250"/>
                <a:gridCol w="4381500"/>
              </a:tblGrid>
              <a:tr h="444500">
                <a:tc>
                  <a:txBody>
                    <a:bodyPr lIns="85725" tIns="85725" rIns="85725" bIns="85725"/>
                    <a:lstStyle/>
                    <a:p>
                      <a:r>
                        <a:rPr sz="1875" b="1">
                          <a:solidFill>
                            <a:srgbClr val="FFFFFF"/>
                          </a:solidFill>
                          <a:latin typeface="Yu Gothic"/>
                          <a:ea typeface="Yu Gothic"/>
                          <a:cs typeface="Yu Gothic"/>
                        </a:rPr>
                        <a:t>断面</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Z / mm³</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最大応力 / MPa</a:t>
                      </a:r>
                    </a:p>
                  </a:txBody>
                  <a:tcPr marL="91440" marR="91440" marT="45720" marB="45720">
                    <a:solidFill>
                      <a:srgbClr val="193B59"/>
                    </a:solidFill>
                  </a:tcPr>
                </a:tc>
              </a:tr>
              <a:tr h="444500">
                <a:tc>
                  <a:txBody>
                    <a:bodyPr lIns="85725" tIns="85725" rIns="85725" bIns="85725"/>
                    <a:lstStyle/>
                    <a:p>
                      <a:r>
                        <a:rPr sz="1875" b="0">
                          <a:solidFill>
                            <a:srgbClr val="263D4D"/>
                          </a:solidFill>
                          <a:latin typeface="Yu Gothic"/>
                          <a:ea typeface="Yu Gothic"/>
                          <a:cs typeface="Yu Gothic"/>
                        </a:rPr>
                        <a:t>A（立てる）</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約5,333</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11.25 ≈ 11.3</a:t>
                      </a:r>
                    </a:p>
                  </a:txBody>
                  <a:tcPr marL="91440" marR="91440" marT="45720" marB="45720">
                    <a:solidFill>
                      <a:srgbClr val="E8F0F4"/>
                    </a:solidFill>
                  </a:tcPr>
                </a:tc>
              </a:tr>
              <a:tr h="444500">
                <a:tc>
                  <a:txBody>
                    <a:bodyPr lIns="85725" tIns="85725" rIns="85725" bIns="85725"/>
                    <a:lstStyle/>
                    <a:p>
                      <a:r>
                        <a:rPr sz="1875" b="0">
                          <a:solidFill>
                            <a:srgbClr val="263D4D"/>
                          </a:solidFill>
                          <a:latin typeface="Yu Gothic"/>
                          <a:ea typeface="Yu Gothic"/>
                          <a:cs typeface="Yu Gothic"/>
                        </a:rPr>
                        <a:t>B（寝かせる）</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約2,667</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22.5</a:t>
                      </a:r>
                    </a:p>
                  </a:txBody>
                  <a:tcPr marL="91440" marR="91440" marT="45720" marB="45720">
                    <a:solidFill>
                      <a:srgbClr val="FFFFFF"/>
                    </a:solidFill>
                  </a:tcPr>
                </a:tc>
              </a:tr>
            </a:tbl>
          </a:graphicData>
        </a:graphic>
      </p:graphicFrame>
      <p:sp>
        <p:nvSpPr>
          <p:cNvPr id="57" name="">
            <a:extLst xmlns:a="http://schemas.openxmlformats.org/drawingml/2006/main">
              <a:ext uri="{FF2B5EF4-FFF2-40B4-BE49-F238E27FC236}">
                <a16:creationId xmlns:a16="http://schemas.microsoft.com/office/drawing/2014/main" id="{BDB9A0C2-FD90-47DB-A377-E5B4BB08ACAD}"/>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この比較ではIは4倍、cは2倍、Zは2倍になる。同じMによる最大応力は1/2。</a:t>
            </a:r>
          </a:p>
        </p:txBody>
      </p:sp>
    </p:spTree>
    <p:extLst>
      <p:ext uri="{BB962C8B-B14F-4D97-AF65-F5344CB8AC3E}">
        <p14:creationId xmlns:p14="http://schemas.microsoft.com/office/powerpoint/2010/main" val="2121223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5985F-9E71-444F-92F8-955EE78F68A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直径を2倍：軸方向と曲げの違い</a:t>
            </a:r>
          </a:p>
        </p:txBody>
      </p:sp>
      <p:sp>
        <p:nvSpPr>
          <p:cNvPr id="2" name="">
            <a:extLst xmlns:a="http://schemas.openxmlformats.org/drawingml/2006/main">
              <a:ext uri="{FF2B5EF4-FFF2-40B4-BE49-F238E27FC236}">
                <a16:creationId xmlns:a16="http://schemas.microsoft.com/office/drawing/2014/main" id="{C63B1817-2C34-4113-ACDB-74D2A0FF856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2FC12EA-53D3-487F-BACE-4F9D74867EC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CB55DE79-BBE6-495E-AD13-1890E2C76FA1}"/>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同じ材料・長さ・荷重</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円形断面の直径を2倍</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断面の量</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A：4倍　I：16倍　Z：8倍</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軸方向の引張り</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平均応力：1/4　伸び：1/4</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単純支持・中央荷重の曲げ</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最大応力：1/8　最大たわみ：1/16</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816C4863-AF31-4DD9-9C2D-90210AB2F2F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曲げは同じ単純支持・中央荷重の条件。円のIは任意参考資料にも収録。</a:t>
            </a:r>
          </a:p>
        </p:txBody>
      </p:sp>
      <p:sp>
        <p:nvSpPr>
          <p:cNvPr id="6" name="">
            <a:extLst xmlns:a="http://schemas.openxmlformats.org/drawingml/2006/main">
              <a:ext uri="{FF2B5EF4-FFF2-40B4-BE49-F238E27FC236}">
                <a16:creationId xmlns:a16="http://schemas.microsoft.com/office/drawing/2014/main" id="{69F5AE77-22E5-4800-A229-1E26A65D0C4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52</a:t>
            </a:r>
          </a:p>
        </p:txBody>
      </p:sp>
    </p:spTree>
    <p:extLst>
      <p:ext uri="{BB962C8B-B14F-4D97-AF65-F5344CB8AC3E}">
        <p14:creationId xmlns:p14="http://schemas.microsoft.com/office/powerpoint/2010/main" val="4583043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4E51E6-874C-446A-984D-76A689D7DEBB}"/>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材料の性質と、断面の形を分けて比較する</a:t>
            </a:r>
          </a:p>
        </p:txBody>
      </p:sp>
      <p:cxnSp>
        <p:nvCxnSpPr>
          <p:cNvPr id="2" name="">
            <a:extLst xmlns:a="http://schemas.openxmlformats.org/drawingml/2006/main">
              <a:ext uri="{FF2B5EF4-FFF2-40B4-BE49-F238E27FC236}">
                <a16:creationId xmlns:a16="http://schemas.microsoft.com/office/drawing/2014/main" id="{9AF38BAD-EB35-4B7D-8576-572C68C7228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64E0CDA3-EEBC-4637-868B-89C883F26F91}"/>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第4回</a:t>
            </a:r>
          </a:p>
        </p:txBody>
      </p:sp>
      <p:sp>
        <p:nvSpPr>
          <p:cNvPr id="4" name="">
            <a:extLst xmlns:a="http://schemas.openxmlformats.org/drawingml/2006/main">
              <a:ext uri="{FF2B5EF4-FFF2-40B4-BE49-F238E27FC236}">
                <a16:creationId xmlns:a16="http://schemas.microsoft.com/office/drawing/2014/main" id="{63142F49-6028-46B8-8C5A-4A198828EB43}"/>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15 / 52</a:t>
            </a:r>
          </a:p>
        </p:txBody>
      </p:sp>
      <p:sp>
        <p:nvSpPr>
          <p:cNvPr id="11" name="">
            <a:extLst xmlns:a="http://schemas.openxmlformats.org/drawingml/2006/main">
              <a:ext uri="{FF2B5EF4-FFF2-40B4-BE49-F238E27FC236}">
                <a16:creationId xmlns:a16="http://schemas.microsoft.com/office/drawing/2014/main" id="{6B633185-74CB-4FC4-B3FF-E70F1D9ED2C0}"/>
              </a:ext>
            </a:extLst>
          </p:cNvPr>
          <p:cNvSpPr>
            <a:spLocks xmlns:a="http://schemas.openxmlformats.org/drawingml/2006/main" noGrp="1"/>
          </p:cNvSpPr>
          <p:nvPr/>
        </p:nvSpPr>
        <p:spPr>
          <a:xfrm xmlns:a="http://schemas.openxmlformats.org/drawingml/2006/main">
            <a:off x="809625" y="15716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材料だけを変える</a:t>
            </a:r>
          </a:p>
        </p:txBody>
      </p:sp>
      <p:sp>
        <p:nvSpPr>
          <p:cNvPr id="12" name="">
            <a:extLst xmlns:a="http://schemas.openxmlformats.org/drawingml/2006/main">
              <a:ext uri="{FF2B5EF4-FFF2-40B4-BE49-F238E27FC236}">
                <a16:creationId xmlns:a16="http://schemas.microsoft.com/office/drawing/2014/main" id="{88CD661D-E2E2-4D50-BA54-7FC8326F07E3}"/>
              </a:ext>
            </a:extLst>
          </p:cNvPr>
          <p:cNvSpPr>
            <a:spLocks xmlns:a="http://schemas.openxmlformats.org/drawingml/2006/main" noGrp="1"/>
          </p:cNvSpPr>
          <p:nvPr/>
        </p:nvSpPr>
        <p:spPr>
          <a:xfrm xmlns:a="http://schemas.openxmlformats.org/drawingml/2006/main">
            <a:off x="7000875" y="15716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形・向きだけを変える</a:t>
            </a:r>
          </a:p>
        </p:txBody>
      </p:sp>
      <p:sp>
        <p:nvSpPr>
          <p:cNvPr id="13" name="">
            <a:extLst xmlns:a="http://schemas.openxmlformats.org/drawingml/2006/main">
              <a:ext uri="{FF2B5EF4-FFF2-40B4-BE49-F238E27FC236}">
                <a16:creationId xmlns:a16="http://schemas.microsoft.com/office/drawing/2014/main" id="{B1890554-449B-4CD4-862C-974F84910B21}"/>
              </a:ext>
            </a:extLst>
          </p:cNvPr>
          <p:cNvSpPr>
            <a:spLocks xmlns:a="http://schemas.openxmlformats.org/drawingml/2006/main" noGrp="1"/>
          </p:cNvSpPr>
          <p:nvPr/>
        </p:nvSpPr>
        <p:spPr>
          <a:xfrm xmlns:a="http://schemas.openxmlformats.org/drawingml/2006/main">
            <a:off x="1666875" y="2667000"/>
            <a:ext cx="952500" cy="15240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4" name="">
            <a:extLst xmlns:a="http://schemas.openxmlformats.org/drawingml/2006/main">
              <a:ext uri="{FF2B5EF4-FFF2-40B4-BE49-F238E27FC236}">
                <a16:creationId xmlns:a16="http://schemas.microsoft.com/office/drawing/2014/main" id="{C8513C3B-45D6-4AA6-85F1-C23996EA9E48}"/>
              </a:ext>
            </a:extLst>
          </p:cNvPr>
          <p:cNvSpPr>
            <a:spLocks xmlns:a="http://schemas.openxmlformats.org/drawingml/2006/main" noGrp="1"/>
          </p:cNvSpPr>
          <p:nvPr/>
        </p:nvSpPr>
        <p:spPr>
          <a:xfrm xmlns:a="http://schemas.openxmlformats.org/drawingml/2006/main">
            <a:off x="3714750" y="2667000"/>
            <a:ext cx="952500" cy="152400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15" name="">
            <a:extLst xmlns:a="http://schemas.openxmlformats.org/drawingml/2006/main">
              <a:ext uri="{FF2B5EF4-FFF2-40B4-BE49-F238E27FC236}">
                <a16:creationId xmlns:a16="http://schemas.microsoft.com/office/drawing/2014/main" id="{9D382BBD-BAE3-4029-82F6-23D26F35C6D8}"/>
              </a:ext>
            </a:extLst>
          </p:cNvPr>
          <p:cNvSpPr>
            <a:spLocks xmlns:a="http://schemas.openxmlformats.org/drawingml/2006/main" noGrp="1"/>
          </p:cNvSpPr>
          <p:nvPr/>
        </p:nvSpPr>
        <p:spPr>
          <a:xfrm xmlns:a="http://schemas.openxmlformats.org/drawingml/2006/main">
            <a:off x="1238250" y="438150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同じ断面と向き</a:t>
            </a:r>
          </a:p>
        </p:txBody>
      </p:sp>
      <p:sp>
        <p:nvSpPr>
          <p:cNvPr id="16" name="">
            <a:extLst xmlns:a="http://schemas.openxmlformats.org/drawingml/2006/main">
              <a:ext uri="{FF2B5EF4-FFF2-40B4-BE49-F238E27FC236}">
                <a16:creationId xmlns:a16="http://schemas.microsoft.com/office/drawing/2014/main" id="{413A5BA1-E700-4A4D-8AC4-BC1E432B6B14}"/>
              </a:ext>
            </a:extLst>
          </p:cNvPr>
          <p:cNvSpPr>
            <a:spLocks xmlns:a="http://schemas.openxmlformats.org/drawingml/2006/main" noGrp="1"/>
          </p:cNvSpPr>
          <p:nvPr/>
        </p:nvSpPr>
        <p:spPr>
          <a:xfrm xmlns:a="http://schemas.openxmlformats.org/drawingml/2006/main">
            <a:off x="1238250" y="49053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876A8"/>
                </a:solidFill>
                <a:latin typeface="Yu Gothic"/>
                <a:ea typeface="Yu Gothic"/>
                <a:cs typeface="Yu Gothic"/>
              </a:defRPr>
            </a:defPPr>
            <a:lvl1pPr>
              <a:buNone/>
              <a:defRPr sz="2325" b="1">
                <a:solidFill>
                  <a:srgbClr val="2876A8"/>
                </a:solidFill>
                <a:latin typeface="Yu Gothic"/>
                <a:ea typeface="Yu Gothic"/>
                <a:cs typeface="Yu Gothic"/>
              </a:defRPr>
            </a:lvl1pPr>
            <a:lvl2pPr>
              <a:buNone/>
              <a:defRPr sz="2325" b="1">
                <a:solidFill>
                  <a:srgbClr val="2876A8"/>
                </a:solidFill>
                <a:latin typeface="Yu Gothic"/>
                <a:ea typeface="Yu Gothic"/>
                <a:cs typeface="Yu Gothic"/>
              </a:defRPr>
            </a:lvl2pPr>
            <a:lvl3pPr>
              <a:buNone/>
              <a:defRPr sz="2325" b="1">
                <a:solidFill>
                  <a:srgbClr val="2876A8"/>
                </a:solidFill>
                <a:latin typeface="Yu Gothic"/>
                <a:ea typeface="Yu Gothic"/>
                <a:cs typeface="Yu Gothic"/>
              </a:defRPr>
            </a:lvl3pPr>
            <a:lvl4pPr>
              <a:buNone/>
              <a:defRPr sz="2325" b="1">
                <a:solidFill>
                  <a:srgbClr val="2876A8"/>
                </a:solidFill>
                <a:latin typeface="Yu Gothic"/>
                <a:ea typeface="Yu Gothic"/>
                <a:cs typeface="Yu Gothic"/>
              </a:defRPr>
            </a:lvl4pPr>
            <a:lvl5pPr>
              <a:buNone/>
              <a:defRPr sz="2325" b="1">
                <a:solidFill>
                  <a:srgbClr val="2876A8"/>
                </a:solidFill>
                <a:latin typeface="Yu Gothic"/>
                <a:ea typeface="Yu Gothic"/>
                <a:cs typeface="Yu Gothic"/>
              </a:defRPr>
            </a:lvl5pPr>
            <a:lvl6pPr>
              <a:buNone/>
              <a:defRPr sz="2325" b="1">
                <a:solidFill>
                  <a:srgbClr val="2876A8"/>
                </a:solidFill>
                <a:latin typeface="Yu Gothic"/>
                <a:ea typeface="Yu Gothic"/>
                <a:cs typeface="Yu Gothic"/>
              </a:defRPr>
            </a:lvl6pPr>
            <a:lvl7pPr>
              <a:buNone/>
              <a:defRPr sz="2325" b="1">
                <a:solidFill>
                  <a:srgbClr val="2876A8"/>
                </a:solidFill>
                <a:latin typeface="Yu Gothic"/>
                <a:ea typeface="Yu Gothic"/>
                <a:cs typeface="Yu Gothic"/>
              </a:defRPr>
            </a:lvl7pPr>
            <a:lvl8pPr>
              <a:buNone/>
              <a:defRPr sz="2325" b="1">
                <a:solidFill>
                  <a:srgbClr val="2876A8"/>
                </a:solidFill>
                <a:latin typeface="Yu Gothic"/>
                <a:ea typeface="Yu Gothic"/>
                <a:cs typeface="Yu Gothic"/>
              </a:defRPr>
            </a:lvl8pPr>
            <a:lvl9pPr>
              <a:buNone/>
              <a:defRPr sz="2325" b="1">
                <a:solidFill>
                  <a:srgbClr val="2876A8"/>
                </a:solidFill>
                <a:latin typeface="Yu Gothic"/>
                <a:ea typeface="Yu Gothic"/>
                <a:cs typeface="Yu Gothic"/>
              </a:defRPr>
            </a:lvl9pPr>
          </a:lstStyle>
          <a:p xmlns:a="http://schemas.openxmlformats.org/drawingml/2006/main">
            <a:pPr>
              <a:buNone/>
              <a:defRPr sz="2325" b="1">
                <a:solidFill>
                  <a:srgbClr val="2876A8"/>
                </a:solidFill>
                <a:latin typeface="Yu Gothic"/>
                <a:ea typeface="Yu Gothic"/>
                <a:cs typeface="Yu Gothic"/>
              </a:defRPr>
            </a:pPr>
            <a:r>
              <a:rPr sz="2325" b="1">
                <a:solidFill>
                  <a:srgbClr val="2876A8"/>
                </a:solidFill>
                <a:latin typeface="Yu Gothic"/>
                <a:ea typeface="Yu Gothic"/>
                <a:cs typeface="Yu Gothic"/>
              </a:rPr>
              <a:t>Eを比較する</a:t>
            </a:r>
          </a:p>
        </p:txBody>
      </p:sp>
      <p:sp>
        <p:nvSpPr>
          <p:cNvPr id="17" name="">
            <a:extLst xmlns:a="http://schemas.openxmlformats.org/drawingml/2006/main">
              <a:ext uri="{FF2B5EF4-FFF2-40B4-BE49-F238E27FC236}">
                <a16:creationId xmlns:a16="http://schemas.microsoft.com/office/drawing/2014/main" id="{ACAAF912-FD0B-400F-8B05-20B8800C017A}"/>
              </a:ext>
            </a:extLst>
          </p:cNvPr>
          <p:cNvSpPr>
            <a:spLocks xmlns:a="http://schemas.openxmlformats.org/drawingml/2006/main" noGrp="1"/>
          </p:cNvSpPr>
          <p:nvPr/>
        </p:nvSpPr>
        <p:spPr>
          <a:xfrm xmlns:a="http://schemas.openxmlformats.org/drawingml/2006/main">
            <a:off x="7858125" y="2667000"/>
            <a:ext cx="762000" cy="15240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9CB39009-1E4B-41EA-8AB8-00A15FAE2A72}"/>
              </a:ext>
            </a:extLst>
          </p:cNvPr>
          <p:cNvSpPr>
            <a:spLocks xmlns:a="http://schemas.openxmlformats.org/drawingml/2006/main" noGrp="1"/>
          </p:cNvSpPr>
          <p:nvPr/>
        </p:nvSpPr>
        <p:spPr>
          <a:xfrm xmlns:a="http://schemas.openxmlformats.org/drawingml/2006/main">
            <a:off x="9858375" y="3048000"/>
            <a:ext cx="1524000" cy="7620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B3EF47B2-E21C-4B0A-91D2-0E63CA37F5D9}"/>
              </a:ext>
            </a:extLst>
          </p:cNvPr>
          <p:cNvSpPr>
            <a:spLocks xmlns:a="http://schemas.openxmlformats.org/drawingml/2006/main" noGrp="1"/>
          </p:cNvSpPr>
          <p:nvPr/>
        </p:nvSpPr>
        <p:spPr>
          <a:xfrm xmlns:a="http://schemas.openxmlformats.org/drawingml/2006/main">
            <a:off x="7429500" y="43815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同じ材料のE</a:t>
            </a:r>
          </a:p>
        </p:txBody>
      </p:sp>
      <p:sp>
        <p:nvSpPr>
          <p:cNvPr id="20" name="">
            <a:extLst xmlns:a="http://schemas.openxmlformats.org/drawingml/2006/main">
              <a:ext uri="{FF2B5EF4-FFF2-40B4-BE49-F238E27FC236}">
                <a16:creationId xmlns:a16="http://schemas.microsoft.com/office/drawing/2014/main" id="{DD74ADAF-829E-4DCE-B3FB-4AE684AE5B5D}"/>
              </a:ext>
            </a:extLst>
          </p:cNvPr>
          <p:cNvSpPr>
            <a:spLocks xmlns:a="http://schemas.openxmlformats.org/drawingml/2006/main" noGrp="1"/>
          </p:cNvSpPr>
          <p:nvPr/>
        </p:nvSpPr>
        <p:spPr>
          <a:xfrm xmlns:a="http://schemas.openxmlformats.org/drawingml/2006/main">
            <a:off x="7429500" y="49053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876A8"/>
                </a:solidFill>
                <a:latin typeface="Yu Gothic"/>
                <a:ea typeface="Yu Gothic"/>
                <a:cs typeface="Yu Gothic"/>
              </a:defRPr>
            </a:defPPr>
            <a:lvl1pPr>
              <a:buNone/>
              <a:defRPr sz="2325" b="1">
                <a:solidFill>
                  <a:srgbClr val="2876A8"/>
                </a:solidFill>
                <a:latin typeface="Yu Gothic"/>
                <a:ea typeface="Yu Gothic"/>
                <a:cs typeface="Yu Gothic"/>
              </a:defRPr>
            </a:lvl1pPr>
            <a:lvl2pPr>
              <a:buNone/>
              <a:defRPr sz="2325" b="1">
                <a:solidFill>
                  <a:srgbClr val="2876A8"/>
                </a:solidFill>
                <a:latin typeface="Yu Gothic"/>
                <a:ea typeface="Yu Gothic"/>
                <a:cs typeface="Yu Gothic"/>
              </a:defRPr>
            </a:lvl2pPr>
            <a:lvl3pPr>
              <a:buNone/>
              <a:defRPr sz="2325" b="1">
                <a:solidFill>
                  <a:srgbClr val="2876A8"/>
                </a:solidFill>
                <a:latin typeface="Yu Gothic"/>
                <a:ea typeface="Yu Gothic"/>
                <a:cs typeface="Yu Gothic"/>
              </a:defRPr>
            </a:lvl3pPr>
            <a:lvl4pPr>
              <a:buNone/>
              <a:defRPr sz="2325" b="1">
                <a:solidFill>
                  <a:srgbClr val="2876A8"/>
                </a:solidFill>
                <a:latin typeface="Yu Gothic"/>
                <a:ea typeface="Yu Gothic"/>
                <a:cs typeface="Yu Gothic"/>
              </a:defRPr>
            </a:lvl4pPr>
            <a:lvl5pPr>
              <a:buNone/>
              <a:defRPr sz="2325" b="1">
                <a:solidFill>
                  <a:srgbClr val="2876A8"/>
                </a:solidFill>
                <a:latin typeface="Yu Gothic"/>
                <a:ea typeface="Yu Gothic"/>
                <a:cs typeface="Yu Gothic"/>
              </a:defRPr>
            </a:lvl5pPr>
            <a:lvl6pPr>
              <a:buNone/>
              <a:defRPr sz="2325" b="1">
                <a:solidFill>
                  <a:srgbClr val="2876A8"/>
                </a:solidFill>
                <a:latin typeface="Yu Gothic"/>
                <a:ea typeface="Yu Gothic"/>
                <a:cs typeface="Yu Gothic"/>
              </a:defRPr>
            </a:lvl6pPr>
            <a:lvl7pPr>
              <a:buNone/>
              <a:defRPr sz="2325" b="1">
                <a:solidFill>
                  <a:srgbClr val="2876A8"/>
                </a:solidFill>
                <a:latin typeface="Yu Gothic"/>
                <a:ea typeface="Yu Gothic"/>
                <a:cs typeface="Yu Gothic"/>
              </a:defRPr>
            </a:lvl7pPr>
            <a:lvl8pPr>
              <a:buNone/>
              <a:defRPr sz="2325" b="1">
                <a:solidFill>
                  <a:srgbClr val="2876A8"/>
                </a:solidFill>
                <a:latin typeface="Yu Gothic"/>
                <a:ea typeface="Yu Gothic"/>
                <a:cs typeface="Yu Gothic"/>
              </a:defRPr>
            </a:lvl8pPr>
            <a:lvl9pPr>
              <a:buNone/>
              <a:defRPr sz="2325" b="1">
                <a:solidFill>
                  <a:srgbClr val="2876A8"/>
                </a:solidFill>
                <a:latin typeface="Yu Gothic"/>
                <a:ea typeface="Yu Gothic"/>
                <a:cs typeface="Yu Gothic"/>
              </a:defRPr>
            </a:lvl9pPr>
          </a:lstStyle>
          <a:p xmlns:a="http://schemas.openxmlformats.org/drawingml/2006/main">
            <a:pPr>
              <a:buNone/>
              <a:defRPr sz="2325" b="1">
                <a:solidFill>
                  <a:srgbClr val="2876A8"/>
                </a:solidFill>
                <a:latin typeface="Yu Gothic"/>
                <a:ea typeface="Yu Gothic"/>
                <a:cs typeface="Yu Gothic"/>
              </a:defRPr>
            </a:pPr>
            <a:r>
              <a:rPr sz="2325" b="1">
                <a:solidFill>
                  <a:srgbClr val="2876A8"/>
                </a:solidFill>
                <a:latin typeface="Yu Gothic"/>
                <a:ea typeface="Yu Gothic"/>
                <a:cs typeface="Yu Gothic"/>
              </a:rPr>
              <a:t>I・Zを比較する</a:t>
            </a:r>
          </a:p>
        </p:txBody>
      </p:sp>
      <p:sp>
        <p:nvSpPr>
          <p:cNvPr id="21" name="">
            <a:extLst xmlns:a="http://schemas.openxmlformats.org/drawingml/2006/main">
              <a:ext uri="{FF2B5EF4-FFF2-40B4-BE49-F238E27FC236}">
                <a16:creationId xmlns:a16="http://schemas.microsoft.com/office/drawing/2014/main" id="{F477FA81-64E0-441D-AF57-B8B1959FAE98}"/>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曲げの変形にはEI、最大応力にはM/Zが関わる。強さを判断するには材料の許容値・方向・条件も必要。</a:t>
            </a:r>
          </a:p>
        </p:txBody>
      </p:sp>
    </p:spTree>
    <p:extLst>
      <p:ext uri="{BB962C8B-B14F-4D97-AF65-F5344CB8AC3E}">
        <p14:creationId xmlns:p14="http://schemas.microsoft.com/office/powerpoint/2010/main" val="710458814"/>
      </p:ext>
    </p:extLst>
  </p:cSld>
</p:sld>
</file>

<file path=ppt/slides/slide16.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1F699D-CF7A-4305-B417-38DC2EDCA807}"/>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たわみの公式と断面の比較</a:t>
            </a:r>
          </a:p>
        </p:txBody>
      </p:sp>
      <p:cxnSp>
        <p:nvCxnSpPr>
          <p:cNvPr id="2" name="">
            <a:extLst xmlns:a="http://schemas.openxmlformats.org/drawingml/2006/main">
              <a:ext uri="{FF2B5EF4-FFF2-40B4-BE49-F238E27FC236}">
                <a16:creationId xmlns:a16="http://schemas.microsoft.com/office/drawing/2014/main" id="{D9BD53AA-D1FE-43A1-8EA7-22A763EDF70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
            <a:extLst xmlns:a="http://schemas.openxmlformats.org/drawingml/2006/main">
              <a:ext uri="{FF2B5EF4-FFF2-40B4-BE49-F238E27FC236}">
                <a16:creationId xmlns:a16="http://schemas.microsoft.com/office/drawing/2014/main" id="{192CBD9E-3C56-438F-86D1-9027B2184291}"/>
              </a:ext>
            </a:extLst>
          </p:cNvPr>
          <p:cNvSpPr>
            <a:spLocks xmlns:a="http://schemas.openxmlformats.org/drawingml/2006/main" noGrp="1"/>
          </p:cNvSpPr>
          <p:nvPr/>
        </p:nvSpPr>
        <p:spPr>
          <a:xfrm xmlns:a="http://schemas.openxmlformats.org/drawingml/2006/main">
            <a:off x="685800" y="64103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第4回</a:t>
            </a:r>
          </a:p>
        </p:txBody>
      </p:sp>
      <p:sp>
        <p:nvSpPr>
          <p:cNvPr id="4" name="">
            <a:extLst xmlns:a="http://schemas.openxmlformats.org/drawingml/2006/main">
              <a:ext uri="{FF2B5EF4-FFF2-40B4-BE49-F238E27FC236}">
                <a16:creationId xmlns:a16="http://schemas.microsoft.com/office/drawing/2014/main" id="{E4D3519A-B5F4-4986-B235-CFF827CCD93D}"/>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16 / 52</a:t>
            </a:r>
          </a:p>
        </p:txBody>
      </p:sp>
      <p:sp>
        <p:nvSpPr>
          <p:cNvPr id="10" name="">
            <a:extLst xmlns:a="http://schemas.openxmlformats.org/drawingml/2006/main">
              <a:ext uri="{FF2B5EF4-FFF2-40B4-BE49-F238E27FC236}">
                <a16:creationId xmlns:a16="http://schemas.microsoft.com/office/drawing/2014/main" id="{E25D2A94-37C4-4F89-B8C5-F17DABA35501}"/>
              </a:ext>
            </a:extLst>
          </p:cNvPr>
          <p:cNvSpPr>
            <a:spLocks xmlns:a="http://schemas.openxmlformats.org/drawingml/2006/main" noGrp="1"/>
          </p:cNvSpPr>
          <p:nvPr/>
        </p:nvSpPr>
        <p:spPr>
          <a:xfrm xmlns:a="http://schemas.openxmlformats.org/drawingml/2006/main">
            <a:off x="809625" y="1428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263D4D"/>
                </a:solidFill>
                <a:latin typeface="Yu Gothic"/>
                <a:ea typeface="Yu Gothic"/>
                <a:cs typeface="Yu Gothic"/>
              </a:defRPr>
            </a:defPPr>
            <a:lvl1pPr>
              <a:buNone/>
              <a:defRPr sz="2700" b="1">
                <a:solidFill>
                  <a:srgbClr val="263D4D"/>
                </a:solidFill>
                <a:latin typeface="Yu Gothic"/>
                <a:ea typeface="Yu Gothic"/>
                <a:cs typeface="Yu Gothic"/>
              </a:defRPr>
            </a:lvl1pPr>
            <a:lvl2pPr>
              <a:buNone/>
              <a:defRPr sz="2700" b="1">
                <a:solidFill>
                  <a:srgbClr val="263D4D"/>
                </a:solidFill>
                <a:latin typeface="Yu Gothic"/>
                <a:ea typeface="Yu Gothic"/>
                <a:cs typeface="Yu Gothic"/>
              </a:defRPr>
            </a:lvl2pPr>
            <a:lvl3pPr>
              <a:buNone/>
              <a:defRPr sz="2700" b="1">
                <a:solidFill>
                  <a:srgbClr val="263D4D"/>
                </a:solidFill>
                <a:latin typeface="Yu Gothic"/>
                <a:ea typeface="Yu Gothic"/>
                <a:cs typeface="Yu Gothic"/>
              </a:defRPr>
            </a:lvl3pPr>
            <a:lvl4pPr>
              <a:buNone/>
              <a:defRPr sz="2700" b="1">
                <a:solidFill>
                  <a:srgbClr val="263D4D"/>
                </a:solidFill>
                <a:latin typeface="Yu Gothic"/>
                <a:ea typeface="Yu Gothic"/>
                <a:cs typeface="Yu Gothic"/>
              </a:defRPr>
            </a:lvl4pPr>
            <a:lvl5pPr>
              <a:buNone/>
              <a:defRPr sz="2700" b="1">
                <a:solidFill>
                  <a:srgbClr val="263D4D"/>
                </a:solidFill>
                <a:latin typeface="Yu Gothic"/>
                <a:ea typeface="Yu Gothic"/>
                <a:cs typeface="Yu Gothic"/>
              </a:defRPr>
            </a:lvl5pPr>
            <a:lvl6pPr>
              <a:buNone/>
              <a:defRPr sz="2700" b="1">
                <a:solidFill>
                  <a:srgbClr val="263D4D"/>
                </a:solidFill>
                <a:latin typeface="Yu Gothic"/>
                <a:ea typeface="Yu Gothic"/>
                <a:cs typeface="Yu Gothic"/>
              </a:defRPr>
            </a:lvl6pPr>
            <a:lvl7pPr>
              <a:buNone/>
              <a:defRPr sz="2700" b="1">
                <a:solidFill>
                  <a:srgbClr val="263D4D"/>
                </a:solidFill>
                <a:latin typeface="Yu Gothic"/>
                <a:ea typeface="Yu Gothic"/>
                <a:cs typeface="Yu Gothic"/>
              </a:defRPr>
            </a:lvl7pPr>
            <a:lvl8pPr>
              <a:buNone/>
              <a:defRPr sz="2700" b="1">
                <a:solidFill>
                  <a:srgbClr val="263D4D"/>
                </a:solidFill>
                <a:latin typeface="Yu Gothic"/>
                <a:ea typeface="Yu Gothic"/>
                <a:cs typeface="Yu Gothic"/>
              </a:defRPr>
            </a:lvl8pPr>
            <a:lvl9pPr>
              <a:buNone/>
              <a:defRPr sz="2700" b="1">
                <a:solidFill>
                  <a:srgbClr val="263D4D"/>
                </a:solidFill>
                <a:latin typeface="Yu Gothic"/>
                <a:ea typeface="Yu Gothic"/>
                <a:cs typeface="Yu Gothic"/>
              </a:defRPr>
            </a:lvl9pPr>
          </a:lstStyle>
          <a:p xmlns:a="http://schemas.openxmlformats.org/drawingml/2006/main">
            <a:pPr>
              <a:buNone/>
              <a:defRPr sz="2700" b="1">
                <a:solidFill>
                  <a:srgbClr val="263D4D"/>
                </a:solidFill>
                <a:latin typeface="Yu Gothic"/>
                <a:ea typeface="Yu Gothic"/>
                <a:cs typeface="Yu Gothic"/>
              </a:defRPr>
            </a:pPr>
            <a:r>
              <a:rPr sz="2700" b="1">
                <a:solidFill>
                  <a:srgbClr val="263D4D"/>
                </a:solidFill>
                <a:latin typeface="Yu Gothic"/>
                <a:ea typeface="Yu Gothic"/>
                <a:cs typeface="Yu Gothic"/>
              </a:rPr>
              <a:t>中央荷重：δ最大 = PL³/(48EI)</a:t>
            </a:r>
          </a:p>
        </p:txBody>
      </p:sp>
      <p:sp>
        <p:nvSpPr>
          <p:cNvPr id="11" name="">
            <a:extLst xmlns:a="http://schemas.openxmlformats.org/drawingml/2006/main">
              <a:ext uri="{FF2B5EF4-FFF2-40B4-BE49-F238E27FC236}">
                <a16:creationId xmlns:a16="http://schemas.microsoft.com/office/drawing/2014/main" id="{7D920ECD-13D3-4B16-8538-8E34D647622A}"/>
              </a:ext>
            </a:extLst>
          </p:cNvPr>
          <p:cNvSpPr>
            <a:spLocks xmlns:a="http://schemas.openxmlformats.org/drawingml/2006/main" noGrp="1"/>
          </p:cNvSpPr>
          <p:nvPr/>
        </p:nvSpPr>
        <p:spPr>
          <a:xfrm xmlns:a="http://schemas.openxmlformats.org/drawingml/2006/main">
            <a:off x="809625" y="200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P = 200 N、L = 1,200 mm、E = 10,000 MPa（仮定）</a:t>
            </a:r>
          </a:p>
        </p:txBody>
      </p:sp>
      <p:sp>
        <p:nvSpPr>
          <p:cNvPr id="12" name="">
            <a:extLst xmlns:a="http://schemas.openxmlformats.org/drawingml/2006/main">
              <a:ext uri="{FF2B5EF4-FFF2-40B4-BE49-F238E27FC236}">
                <a16:creationId xmlns:a16="http://schemas.microsoft.com/office/drawing/2014/main" id="{37484EBC-7D55-44BA-B3B4-3B03C039AEA8}"/>
              </a:ext>
            </a:extLst>
          </p:cNvPr>
          <p:cNvSpPr>
            <a:spLocks xmlns:a="http://schemas.openxmlformats.org/drawingml/2006/main" noGrp="1"/>
          </p:cNvSpPr>
          <p:nvPr/>
        </p:nvSpPr>
        <p:spPr>
          <a:xfrm xmlns:a="http://schemas.openxmlformats.org/drawingml/2006/main">
            <a:off x="904875" y="25717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A：立てる</a:t>
            </a:r>
          </a:p>
        </p:txBody>
      </p:sp>
      <p:sp>
        <p:nvSpPr>
          <p:cNvPr id="13" name="">
            <a:extLst xmlns:a="http://schemas.openxmlformats.org/drawingml/2006/main">
              <a:ext uri="{FF2B5EF4-FFF2-40B4-BE49-F238E27FC236}">
                <a16:creationId xmlns:a16="http://schemas.microsoft.com/office/drawing/2014/main" id="{258E6626-8392-453E-87A6-B59D3453948E}"/>
              </a:ext>
            </a:extLst>
          </p:cNvPr>
          <p:cNvSpPr>
            <a:spLocks xmlns:a="http://schemas.openxmlformats.org/drawingml/2006/main" noGrp="1"/>
          </p:cNvSpPr>
          <p:nvPr/>
        </p:nvSpPr>
        <p:spPr>
          <a:xfrm xmlns:a="http://schemas.openxmlformats.org/drawingml/2006/main">
            <a:off x="1123950" y="3190875"/>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4" name="">
            <a:extLst xmlns:a="http://schemas.openxmlformats.org/drawingml/2006/main">
              <a:ext uri="{FF2B5EF4-FFF2-40B4-BE49-F238E27FC236}">
                <a16:creationId xmlns:a16="http://schemas.microsoft.com/office/drawing/2014/main" id="{092FADC6-0471-46F5-A817-EC48761D9C1E}"/>
              </a:ext>
            </a:extLst>
          </p:cNvPr>
          <p:cNvSpPr>
            <a:spLocks xmlns:a="http://schemas.openxmlformats.org/drawingml/2006/main" noGrp="1"/>
          </p:cNvSpPr>
          <p:nvPr/>
        </p:nvSpPr>
        <p:spPr>
          <a:xfrm xmlns:a="http://schemas.openxmlformats.org/drawingml/2006/main">
            <a:off x="1009650" y="3486150"/>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5" name="">
            <a:extLst xmlns:a="http://schemas.openxmlformats.org/drawingml/2006/main">
              <a:ext uri="{FF2B5EF4-FFF2-40B4-BE49-F238E27FC236}">
                <a16:creationId xmlns:a16="http://schemas.microsoft.com/office/drawing/2014/main" id="{72331C78-80A0-49BF-A6C1-8629F5936B35}"/>
              </a:ext>
            </a:extLst>
          </p:cNvPr>
          <p:cNvSpPr>
            <a:spLocks xmlns:a="http://schemas.openxmlformats.org/drawingml/2006/main" noGrp="1"/>
          </p:cNvSpPr>
          <p:nvPr/>
        </p:nvSpPr>
        <p:spPr>
          <a:xfrm xmlns:a="http://schemas.openxmlformats.org/drawingml/2006/main">
            <a:off x="4838700" y="3190875"/>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6" name="">
            <a:extLst xmlns:a="http://schemas.openxmlformats.org/drawingml/2006/main">
              <a:ext uri="{FF2B5EF4-FFF2-40B4-BE49-F238E27FC236}">
                <a16:creationId xmlns:a16="http://schemas.microsoft.com/office/drawing/2014/main" id="{250AC258-4167-4D78-B7C0-E03447964B3F}"/>
              </a:ext>
            </a:extLst>
          </p:cNvPr>
          <p:cNvSpPr>
            <a:spLocks xmlns:a="http://schemas.openxmlformats.org/drawingml/2006/main" noGrp="1"/>
          </p:cNvSpPr>
          <p:nvPr/>
        </p:nvSpPr>
        <p:spPr>
          <a:xfrm xmlns:a="http://schemas.openxmlformats.org/drawingml/2006/main">
            <a:off x="4876800" y="344805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7" name="">
            <a:extLst xmlns:a="http://schemas.openxmlformats.org/drawingml/2006/main">
              <a:ext uri="{FF2B5EF4-FFF2-40B4-BE49-F238E27FC236}">
                <a16:creationId xmlns:a16="http://schemas.microsoft.com/office/drawing/2014/main" id="{406916BD-A1EC-40F6-A63D-4078B13951EC}"/>
              </a:ext>
            </a:extLst>
          </p:cNvPr>
          <p:cNvSpPr>
            <a:spLocks xmlns:a="http://schemas.openxmlformats.org/drawingml/2006/main" noGrp="1"/>
          </p:cNvSpPr>
          <p:nvPr/>
        </p:nvSpPr>
        <p:spPr>
          <a:xfrm xmlns:a="http://schemas.openxmlformats.org/drawingml/2006/main">
            <a:off x="5029200" y="344805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8" name="">
            <a:extLst xmlns:a="http://schemas.openxmlformats.org/drawingml/2006/main">
              <a:ext uri="{FF2B5EF4-FFF2-40B4-BE49-F238E27FC236}">
                <a16:creationId xmlns:a16="http://schemas.microsoft.com/office/drawing/2014/main" id="{B257D090-75FA-4B52-97AE-9D0FA24A7ABB}"/>
              </a:ext>
            </a:extLst>
          </p:cNvPr>
          <p:cNvSpPr>
            <a:spLocks xmlns:a="http://schemas.openxmlformats.org/drawingml/2006/main" noGrp="1"/>
          </p:cNvSpPr>
          <p:nvPr/>
        </p:nvSpPr>
        <p:spPr>
          <a:xfrm xmlns:a="http://schemas.openxmlformats.org/drawingml/2006/main">
            <a:off x="4724400" y="3562350"/>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C164744D-FF22-4E40-A5DC-E2DE0970799B}"/>
              </a:ext>
            </a:extLst>
          </p:cNvPr>
          <p:cNvSpPr>
            <a:spLocks xmlns:a="http://schemas.openxmlformats.org/drawingml/2006/main" noGrp="1"/>
          </p:cNvSpPr>
          <p:nvPr/>
        </p:nvSpPr>
        <p:spPr>
          <a:xfrm xmlns:a="http://schemas.openxmlformats.org/drawingml/2006/main">
            <a:off x="1285875" y="3190875"/>
            <a:ext cx="3714750" cy="190500"/>
          </a:xfrm>
          <a:custGeom xmlns:a="http://schemas.openxmlformats.org/drawingml/2006/main">
            <a:pathLst>
              <a:path w="3714750" h="190500">
                <a:moveTo>
                  <a:pt x="0" y="0"/>
                </a:moveTo>
                <a:lnTo>
                  <a:pt x="92869" y="18574"/>
                </a:lnTo>
                <a:lnTo>
                  <a:pt x="185738" y="36195"/>
                </a:lnTo>
                <a:lnTo>
                  <a:pt x="278606" y="52864"/>
                </a:lnTo>
                <a:lnTo>
                  <a:pt x="371475" y="68580"/>
                </a:lnTo>
                <a:lnTo>
                  <a:pt x="464344" y="83344"/>
                </a:lnTo>
                <a:lnTo>
                  <a:pt x="557213" y="97155"/>
                </a:lnTo>
                <a:lnTo>
                  <a:pt x="650081" y="110014"/>
                </a:lnTo>
                <a:lnTo>
                  <a:pt x="742950" y="121920"/>
                </a:lnTo>
                <a:lnTo>
                  <a:pt x="835819" y="132874"/>
                </a:lnTo>
                <a:lnTo>
                  <a:pt x="928688" y="142875"/>
                </a:lnTo>
                <a:lnTo>
                  <a:pt x="1021556" y="151924"/>
                </a:lnTo>
                <a:lnTo>
                  <a:pt x="1114425" y="160020"/>
                </a:lnTo>
                <a:lnTo>
                  <a:pt x="1207294" y="167164"/>
                </a:lnTo>
                <a:lnTo>
                  <a:pt x="1300163" y="173355"/>
                </a:lnTo>
                <a:lnTo>
                  <a:pt x="1393031" y="178594"/>
                </a:lnTo>
                <a:lnTo>
                  <a:pt x="1485900" y="182880"/>
                </a:lnTo>
                <a:lnTo>
                  <a:pt x="1578769" y="186214"/>
                </a:lnTo>
                <a:lnTo>
                  <a:pt x="1671638" y="188595"/>
                </a:lnTo>
                <a:lnTo>
                  <a:pt x="1764506" y="190024"/>
                </a:lnTo>
                <a:lnTo>
                  <a:pt x="1857375" y="190500"/>
                </a:lnTo>
                <a:lnTo>
                  <a:pt x="1950244" y="190024"/>
                </a:lnTo>
                <a:lnTo>
                  <a:pt x="2043113" y="188595"/>
                </a:lnTo>
                <a:lnTo>
                  <a:pt x="2135981" y="186214"/>
                </a:lnTo>
                <a:lnTo>
                  <a:pt x="2228850" y="182880"/>
                </a:lnTo>
                <a:lnTo>
                  <a:pt x="2321719" y="178594"/>
                </a:lnTo>
                <a:lnTo>
                  <a:pt x="2414588" y="173355"/>
                </a:lnTo>
                <a:lnTo>
                  <a:pt x="2507456" y="167164"/>
                </a:lnTo>
                <a:lnTo>
                  <a:pt x="2600325" y="160020"/>
                </a:lnTo>
                <a:lnTo>
                  <a:pt x="2693194" y="151924"/>
                </a:lnTo>
                <a:lnTo>
                  <a:pt x="2786063" y="142875"/>
                </a:lnTo>
                <a:lnTo>
                  <a:pt x="2878931" y="132874"/>
                </a:lnTo>
                <a:lnTo>
                  <a:pt x="2971800" y="121920"/>
                </a:lnTo>
                <a:lnTo>
                  <a:pt x="3064669" y="110014"/>
                </a:lnTo>
                <a:lnTo>
                  <a:pt x="3157538" y="97155"/>
                </a:lnTo>
                <a:lnTo>
                  <a:pt x="3250406" y="83344"/>
                </a:lnTo>
                <a:lnTo>
                  <a:pt x="3343275" y="68580"/>
                </a:lnTo>
                <a:lnTo>
                  <a:pt x="3436144" y="52864"/>
                </a:lnTo>
                <a:lnTo>
                  <a:pt x="3529013" y="36195"/>
                </a:lnTo>
                <a:lnTo>
                  <a:pt x="3621881" y="18574"/>
                </a:lnTo>
                <a:lnTo>
                  <a:pt x="3714750" y="0"/>
                </a:lnTo>
              </a:path>
            </a:pathLst>
          </a:custGeom>
          <a:noFill xmlns:a="http://schemas.openxmlformats.org/drawingml/2006/main"/>
          <a:ln xmlns:a="http://schemas.openxmlformats.org/drawingml/2006/main" w="28575">
            <a:solidFill>
              <a:srgbClr val="2876A8"/>
            </a:solidFill>
          </a:ln>
        </p:spPr>
      </p:sp>
      <p:sp>
        <p:nvSpPr>
          <p:cNvPr id="20" name="">
            <a:extLst xmlns:a="http://schemas.openxmlformats.org/drawingml/2006/main">
              <a:ext uri="{FF2B5EF4-FFF2-40B4-BE49-F238E27FC236}">
                <a16:creationId xmlns:a16="http://schemas.microsoft.com/office/drawing/2014/main" id="{39E90611-DB70-4C00-918A-27A57976FED6}"/>
              </a:ext>
            </a:extLst>
          </p:cNvPr>
          <p:cNvSpPr>
            <a:spLocks xmlns:a="http://schemas.openxmlformats.org/drawingml/2006/main" noGrp="1"/>
          </p:cNvSpPr>
          <p:nvPr/>
        </p:nvSpPr>
        <p:spPr>
          <a:xfrm xmlns:a="http://schemas.openxmlformats.org/drawingml/2006/main">
            <a:off x="1285875"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5A71767F-1C15-4C57-A1DB-4606489B87BC}"/>
              </a:ext>
            </a:extLst>
          </p:cNvPr>
          <p:cNvSpPr>
            <a:spLocks xmlns:a="http://schemas.openxmlformats.org/drawingml/2006/main" noGrp="1"/>
          </p:cNvSpPr>
          <p:nvPr/>
        </p:nvSpPr>
        <p:spPr>
          <a:xfrm xmlns:a="http://schemas.openxmlformats.org/drawingml/2006/main">
            <a:off x="1418545"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0474A207-EF68-41C7-81D4-1A809FA2C38E}"/>
              </a:ext>
            </a:extLst>
          </p:cNvPr>
          <p:cNvSpPr>
            <a:spLocks xmlns:a="http://schemas.openxmlformats.org/drawingml/2006/main" noGrp="1"/>
          </p:cNvSpPr>
          <p:nvPr/>
        </p:nvSpPr>
        <p:spPr>
          <a:xfrm xmlns:a="http://schemas.openxmlformats.org/drawingml/2006/main">
            <a:off x="1551214"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5E4F6A3E-F370-4597-936D-AA7B6C577BA7}"/>
              </a:ext>
            </a:extLst>
          </p:cNvPr>
          <p:cNvSpPr>
            <a:spLocks xmlns:a="http://schemas.openxmlformats.org/drawingml/2006/main" noGrp="1"/>
          </p:cNvSpPr>
          <p:nvPr/>
        </p:nvSpPr>
        <p:spPr>
          <a:xfrm xmlns:a="http://schemas.openxmlformats.org/drawingml/2006/main">
            <a:off x="1683884"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30490F52-8DF9-4F38-B909-32D0D373458E}"/>
              </a:ext>
            </a:extLst>
          </p:cNvPr>
          <p:cNvSpPr>
            <a:spLocks xmlns:a="http://schemas.openxmlformats.org/drawingml/2006/main" noGrp="1"/>
          </p:cNvSpPr>
          <p:nvPr/>
        </p:nvSpPr>
        <p:spPr>
          <a:xfrm xmlns:a="http://schemas.openxmlformats.org/drawingml/2006/main">
            <a:off x="1816554"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178A0680-291A-40E5-B3D4-09CB118D019F}"/>
              </a:ext>
            </a:extLst>
          </p:cNvPr>
          <p:cNvSpPr>
            <a:spLocks xmlns:a="http://schemas.openxmlformats.org/drawingml/2006/main" noGrp="1"/>
          </p:cNvSpPr>
          <p:nvPr/>
        </p:nvSpPr>
        <p:spPr>
          <a:xfrm xmlns:a="http://schemas.openxmlformats.org/drawingml/2006/main">
            <a:off x="1949223"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39C26113-D2B7-4DD5-9E08-F960E0FC14D3}"/>
              </a:ext>
            </a:extLst>
          </p:cNvPr>
          <p:cNvSpPr>
            <a:spLocks xmlns:a="http://schemas.openxmlformats.org/drawingml/2006/main" noGrp="1"/>
          </p:cNvSpPr>
          <p:nvPr/>
        </p:nvSpPr>
        <p:spPr>
          <a:xfrm xmlns:a="http://schemas.openxmlformats.org/drawingml/2006/main">
            <a:off x="2081893"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0F446B49-733E-48CF-AB63-E75431133D5E}"/>
              </a:ext>
            </a:extLst>
          </p:cNvPr>
          <p:cNvSpPr>
            <a:spLocks xmlns:a="http://schemas.openxmlformats.org/drawingml/2006/main" noGrp="1"/>
          </p:cNvSpPr>
          <p:nvPr/>
        </p:nvSpPr>
        <p:spPr>
          <a:xfrm xmlns:a="http://schemas.openxmlformats.org/drawingml/2006/main">
            <a:off x="2214563"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36C4EED2-7178-420B-9D2B-83222A7872C5}"/>
              </a:ext>
            </a:extLst>
          </p:cNvPr>
          <p:cNvSpPr>
            <a:spLocks xmlns:a="http://schemas.openxmlformats.org/drawingml/2006/main" noGrp="1"/>
          </p:cNvSpPr>
          <p:nvPr/>
        </p:nvSpPr>
        <p:spPr>
          <a:xfrm xmlns:a="http://schemas.openxmlformats.org/drawingml/2006/main">
            <a:off x="2347232"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1EF00CC8-115B-483D-AA7D-016D55D0BE93}"/>
              </a:ext>
            </a:extLst>
          </p:cNvPr>
          <p:cNvSpPr>
            <a:spLocks xmlns:a="http://schemas.openxmlformats.org/drawingml/2006/main" noGrp="1"/>
          </p:cNvSpPr>
          <p:nvPr/>
        </p:nvSpPr>
        <p:spPr>
          <a:xfrm xmlns:a="http://schemas.openxmlformats.org/drawingml/2006/main">
            <a:off x="2479902"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F97089D9-BBDC-46B5-B01D-FD6A02DBC1A8}"/>
              </a:ext>
            </a:extLst>
          </p:cNvPr>
          <p:cNvSpPr>
            <a:spLocks xmlns:a="http://schemas.openxmlformats.org/drawingml/2006/main" noGrp="1"/>
          </p:cNvSpPr>
          <p:nvPr/>
        </p:nvSpPr>
        <p:spPr>
          <a:xfrm xmlns:a="http://schemas.openxmlformats.org/drawingml/2006/main">
            <a:off x="2612571"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15222B46-9F28-4DAC-853F-04EFC40F336F}"/>
              </a:ext>
            </a:extLst>
          </p:cNvPr>
          <p:cNvSpPr>
            <a:spLocks xmlns:a="http://schemas.openxmlformats.org/drawingml/2006/main" noGrp="1"/>
          </p:cNvSpPr>
          <p:nvPr/>
        </p:nvSpPr>
        <p:spPr>
          <a:xfrm xmlns:a="http://schemas.openxmlformats.org/drawingml/2006/main">
            <a:off x="2745241"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9F9194E6-0D61-4234-8A94-7ED06484B649}"/>
              </a:ext>
            </a:extLst>
          </p:cNvPr>
          <p:cNvSpPr>
            <a:spLocks xmlns:a="http://schemas.openxmlformats.org/drawingml/2006/main" noGrp="1"/>
          </p:cNvSpPr>
          <p:nvPr/>
        </p:nvSpPr>
        <p:spPr>
          <a:xfrm xmlns:a="http://schemas.openxmlformats.org/drawingml/2006/main">
            <a:off x="2877911"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4D9DE48E-B3C2-408D-A576-8487AD99950B}"/>
              </a:ext>
            </a:extLst>
          </p:cNvPr>
          <p:cNvSpPr>
            <a:spLocks xmlns:a="http://schemas.openxmlformats.org/drawingml/2006/main" noGrp="1"/>
          </p:cNvSpPr>
          <p:nvPr/>
        </p:nvSpPr>
        <p:spPr>
          <a:xfrm xmlns:a="http://schemas.openxmlformats.org/drawingml/2006/main">
            <a:off x="3010580"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2134DEF6-7B93-438B-9C67-801323F725A9}"/>
              </a:ext>
            </a:extLst>
          </p:cNvPr>
          <p:cNvSpPr>
            <a:spLocks xmlns:a="http://schemas.openxmlformats.org/drawingml/2006/main" noGrp="1"/>
          </p:cNvSpPr>
          <p:nvPr/>
        </p:nvSpPr>
        <p:spPr>
          <a:xfrm xmlns:a="http://schemas.openxmlformats.org/drawingml/2006/main">
            <a:off x="3143250"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DE8C7DBD-CFAB-4F8F-9F72-CE6E97FC2ADF}"/>
              </a:ext>
            </a:extLst>
          </p:cNvPr>
          <p:cNvSpPr>
            <a:spLocks xmlns:a="http://schemas.openxmlformats.org/drawingml/2006/main" noGrp="1"/>
          </p:cNvSpPr>
          <p:nvPr/>
        </p:nvSpPr>
        <p:spPr>
          <a:xfrm xmlns:a="http://schemas.openxmlformats.org/drawingml/2006/main">
            <a:off x="3275920"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B9B3BC8D-E32A-4AAB-9A8B-EEA7F368EE79}"/>
              </a:ext>
            </a:extLst>
          </p:cNvPr>
          <p:cNvSpPr>
            <a:spLocks xmlns:a="http://schemas.openxmlformats.org/drawingml/2006/main" noGrp="1"/>
          </p:cNvSpPr>
          <p:nvPr/>
        </p:nvSpPr>
        <p:spPr>
          <a:xfrm xmlns:a="http://schemas.openxmlformats.org/drawingml/2006/main">
            <a:off x="3408589"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D686AA6E-82D0-4908-8BD7-8C9CA0E7ED17}"/>
              </a:ext>
            </a:extLst>
          </p:cNvPr>
          <p:cNvSpPr>
            <a:spLocks xmlns:a="http://schemas.openxmlformats.org/drawingml/2006/main" noGrp="1"/>
          </p:cNvSpPr>
          <p:nvPr/>
        </p:nvSpPr>
        <p:spPr>
          <a:xfrm xmlns:a="http://schemas.openxmlformats.org/drawingml/2006/main">
            <a:off x="3541259"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984FD901-5230-494D-94F4-A63FA5160B80}"/>
              </a:ext>
            </a:extLst>
          </p:cNvPr>
          <p:cNvSpPr>
            <a:spLocks xmlns:a="http://schemas.openxmlformats.org/drawingml/2006/main" noGrp="1"/>
          </p:cNvSpPr>
          <p:nvPr/>
        </p:nvSpPr>
        <p:spPr>
          <a:xfrm xmlns:a="http://schemas.openxmlformats.org/drawingml/2006/main">
            <a:off x="3673929"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85A3124E-8E9C-403E-B1C8-7D8A0DA0870B}"/>
              </a:ext>
            </a:extLst>
          </p:cNvPr>
          <p:cNvSpPr>
            <a:spLocks xmlns:a="http://schemas.openxmlformats.org/drawingml/2006/main" noGrp="1"/>
          </p:cNvSpPr>
          <p:nvPr/>
        </p:nvSpPr>
        <p:spPr>
          <a:xfrm xmlns:a="http://schemas.openxmlformats.org/drawingml/2006/main">
            <a:off x="3806598"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73B73644-7589-4B89-B49B-8008F48CE519}"/>
              </a:ext>
            </a:extLst>
          </p:cNvPr>
          <p:cNvSpPr>
            <a:spLocks xmlns:a="http://schemas.openxmlformats.org/drawingml/2006/main" noGrp="1"/>
          </p:cNvSpPr>
          <p:nvPr/>
        </p:nvSpPr>
        <p:spPr>
          <a:xfrm xmlns:a="http://schemas.openxmlformats.org/drawingml/2006/main">
            <a:off x="3939268"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69499143-E6B5-4425-A8E8-363AE960E9A0}"/>
              </a:ext>
            </a:extLst>
          </p:cNvPr>
          <p:cNvSpPr>
            <a:spLocks xmlns:a="http://schemas.openxmlformats.org/drawingml/2006/main" noGrp="1"/>
          </p:cNvSpPr>
          <p:nvPr/>
        </p:nvSpPr>
        <p:spPr>
          <a:xfrm xmlns:a="http://schemas.openxmlformats.org/drawingml/2006/main">
            <a:off x="4071938"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36E0EC4B-23E7-4AC4-95EF-8F0D4CECD9EF}"/>
              </a:ext>
            </a:extLst>
          </p:cNvPr>
          <p:cNvSpPr>
            <a:spLocks xmlns:a="http://schemas.openxmlformats.org/drawingml/2006/main" noGrp="1"/>
          </p:cNvSpPr>
          <p:nvPr/>
        </p:nvSpPr>
        <p:spPr>
          <a:xfrm xmlns:a="http://schemas.openxmlformats.org/drawingml/2006/main">
            <a:off x="4204607"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610C7D35-0FB6-45C8-870F-7E376CE0A4B8}"/>
              </a:ext>
            </a:extLst>
          </p:cNvPr>
          <p:cNvSpPr>
            <a:spLocks xmlns:a="http://schemas.openxmlformats.org/drawingml/2006/main" noGrp="1"/>
          </p:cNvSpPr>
          <p:nvPr/>
        </p:nvSpPr>
        <p:spPr>
          <a:xfrm xmlns:a="http://schemas.openxmlformats.org/drawingml/2006/main">
            <a:off x="4337277"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C0589471-7AC6-402D-91E3-9D0EBC271FA4}"/>
              </a:ext>
            </a:extLst>
          </p:cNvPr>
          <p:cNvSpPr>
            <a:spLocks xmlns:a="http://schemas.openxmlformats.org/drawingml/2006/main" noGrp="1"/>
          </p:cNvSpPr>
          <p:nvPr/>
        </p:nvSpPr>
        <p:spPr>
          <a:xfrm xmlns:a="http://schemas.openxmlformats.org/drawingml/2006/main">
            <a:off x="4469946"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2889F349-9934-4D5A-9EDC-878E3308907F}"/>
              </a:ext>
            </a:extLst>
          </p:cNvPr>
          <p:cNvSpPr>
            <a:spLocks xmlns:a="http://schemas.openxmlformats.org/drawingml/2006/main" noGrp="1"/>
          </p:cNvSpPr>
          <p:nvPr/>
        </p:nvSpPr>
        <p:spPr>
          <a:xfrm xmlns:a="http://schemas.openxmlformats.org/drawingml/2006/main">
            <a:off x="4602616"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1C2E3BAF-2261-4FC6-A65C-FE5881105697}"/>
              </a:ext>
            </a:extLst>
          </p:cNvPr>
          <p:cNvSpPr>
            <a:spLocks xmlns:a="http://schemas.openxmlformats.org/drawingml/2006/main" noGrp="1"/>
          </p:cNvSpPr>
          <p:nvPr/>
        </p:nvSpPr>
        <p:spPr>
          <a:xfrm xmlns:a="http://schemas.openxmlformats.org/drawingml/2006/main">
            <a:off x="4735286"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A78A8EBB-1E48-4A05-A7BC-9DA9F6A26032}"/>
              </a:ext>
            </a:extLst>
          </p:cNvPr>
          <p:cNvSpPr>
            <a:spLocks xmlns:a="http://schemas.openxmlformats.org/drawingml/2006/main" noGrp="1"/>
          </p:cNvSpPr>
          <p:nvPr/>
        </p:nvSpPr>
        <p:spPr>
          <a:xfrm xmlns:a="http://schemas.openxmlformats.org/drawingml/2006/main">
            <a:off x="4867955"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577EB99B-B3B8-4AA4-85A1-B6661E41F298}"/>
              </a:ext>
            </a:extLst>
          </p:cNvPr>
          <p:cNvSpPr>
            <a:spLocks xmlns:a="http://schemas.openxmlformats.org/drawingml/2006/main" noGrp="1"/>
          </p:cNvSpPr>
          <p:nvPr/>
        </p:nvSpPr>
        <p:spPr>
          <a:xfrm xmlns:a="http://schemas.openxmlformats.org/drawingml/2006/main">
            <a:off x="3143250" y="2714625"/>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28575">
            <a:solidFill>
              <a:srgbClr val="C4483C"/>
            </a:solidFill>
          </a:ln>
        </p:spPr>
      </p:sp>
      <p:sp>
        <p:nvSpPr>
          <p:cNvPr id="49" name="">
            <a:extLst xmlns:a="http://schemas.openxmlformats.org/drawingml/2006/main">
              <a:ext uri="{FF2B5EF4-FFF2-40B4-BE49-F238E27FC236}">
                <a16:creationId xmlns:a16="http://schemas.microsoft.com/office/drawing/2014/main" id="{0C2C8528-E5E8-44D2-8FC0-60489A848FD8}"/>
              </a:ext>
            </a:extLst>
          </p:cNvPr>
          <p:cNvSpPr>
            <a:spLocks xmlns:a="http://schemas.openxmlformats.org/drawingml/2006/main" noGrp="1"/>
          </p:cNvSpPr>
          <p:nvPr/>
        </p:nvSpPr>
        <p:spPr>
          <a:xfrm xmlns:a="http://schemas.openxmlformats.org/drawingml/2006/main">
            <a:off x="3095244" y="30289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50" name="">
            <a:extLst xmlns:a="http://schemas.openxmlformats.org/drawingml/2006/main">
              <a:ext uri="{FF2B5EF4-FFF2-40B4-BE49-F238E27FC236}">
                <a16:creationId xmlns:a16="http://schemas.microsoft.com/office/drawing/2014/main" id="{89B2D215-9532-4E53-B85B-58FB325A6660}"/>
              </a:ext>
            </a:extLst>
          </p:cNvPr>
          <p:cNvSpPr>
            <a:spLocks xmlns:a="http://schemas.openxmlformats.org/drawingml/2006/main" noGrp="1"/>
          </p:cNvSpPr>
          <p:nvPr/>
        </p:nvSpPr>
        <p:spPr>
          <a:xfrm xmlns:a="http://schemas.openxmlformats.org/drawingml/2006/main">
            <a:off x="5381625" y="3190875"/>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14288">
            <a:solidFill>
              <a:srgbClr val="2876A8"/>
            </a:solidFill>
          </a:ln>
        </p:spPr>
      </p:sp>
      <p:sp>
        <p:nvSpPr>
          <p:cNvPr id="51" name="">
            <a:extLst xmlns:a="http://schemas.openxmlformats.org/drawingml/2006/main">
              <a:ext uri="{FF2B5EF4-FFF2-40B4-BE49-F238E27FC236}">
                <a16:creationId xmlns:a16="http://schemas.microsoft.com/office/drawing/2014/main" id="{B51BD38E-192F-4193-80E2-620D1155C15C}"/>
              </a:ext>
            </a:extLst>
          </p:cNvPr>
          <p:cNvSpPr>
            <a:spLocks xmlns:a="http://schemas.openxmlformats.org/drawingml/2006/main" noGrp="1"/>
          </p:cNvSpPr>
          <p:nvPr/>
        </p:nvSpPr>
        <p:spPr>
          <a:xfrm xmlns:a="http://schemas.openxmlformats.org/drawingml/2006/main">
            <a:off x="5353621" y="3314700"/>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52" name="">
            <a:extLst xmlns:a="http://schemas.openxmlformats.org/drawingml/2006/main">
              <a:ext uri="{FF2B5EF4-FFF2-40B4-BE49-F238E27FC236}">
                <a16:creationId xmlns:a16="http://schemas.microsoft.com/office/drawing/2014/main" id="{B49F146A-57D7-41A7-9E18-35108A2EF042}"/>
              </a:ext>
            </a:extLst>
          </p:cNvPr>
          <p:cNvSpPr>
            <a:spLocks xmlns:a="http://schemas.openxmlformats.org/drawingml/2006/main" noGrp="1"/>
          </p:cNvSpPr>
          <p:nvPr/>
        </p:nvSpPr>
        <p:spPr>
          <a:xfrm xmlns:a="http://schemas.openxmlformats.org/drawingml/2006/main">
            <a:off x="5381625" y="3190875"/>
            <a:ext cx="9525" cy="190500"/>
          </a:xfrm>
          <a:custGeom xmlns:a="http://schemas.openxmlformats.org/drawingml/2006/main">
            <a:pathLst>
              <a:path w="9525" h="190500">
                <a:moveTo>
                  <a:pt x="0" y="190500"/>
                </a:moveTo>
                <a:lnTo>
                  <a:pt x="0" y="0"/>
                </a:lnTo>
              </a:path>
            </a:pathLst>
          </a:custGeom>
          <a:noFill xmlns:a="http://schemas.openxmlformats.org/drawingml/2006/main"/>
          <a:ln xmlns:a="http://schemas.openxmlformats.org/drawingml/2006/main" w="14288">
            <a:solidFill>
              <a:srgbClr val="2876A8"/>
            </a:solidFill>
          </a:ln>
        </p:spPr>
      </p:sp>
      <p:sp>
        <p:nvSpPr>
          <p:cNvPr id="53" name="">
            <a:extLst xmlns:a="http://schemas.openxmlformats.org/drawingml/2006/main">
              <a:ext uri="{FF2B5EF4-FFF2-40B4-BE49-F238E27FC236}">
                <a16:creationId xmlns:a16="http://schemas.microsoft.com/office/drawing/2014/main" id="{C84C3BE7-51DE-4F9A-8ACA-D3AAE446ED5B}"/>
              </a:ext>
            </a:extLst>
          </p:cNvPr>
          <p:cNvSpPr>
            <a:spLocks xmlns:a="http://schemas.openxmlformats.org/drawingml/2006/main" noGrp="1"/>
          </p:cNvSpPr>
          <p:nvPr/>
        </p:nvSpPr>
        <p:spPr>
          <a:xfrm xmlns:a="http://schemas.openxmlformats.org/drawingml/2006/main">
            <a:off x="5353621" y="3190875"/>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54" name="">
            <a:extLst xmlns:a="http://schemas.openxmlformats.org/drawingml/2006/main">
              <a:ext uri="{FF2B5EF4-FFF2-40B4-BE49-F238E27FC236}">
                <a16:creationId xmlns:a16="http://schemas.microsoft.com/office/drawing/2014/main" id="{7D6C0802-094A-4CB4-BFAB-2167A85E1109}"/>
              </a:ext>
            </a:extLst>
          </p:cNvPr>
          <p:cNvSpPr>
            <a:spLocks xmlns:a="http://schemas.openxmlformats.org/drawingml/2006/main" noGrp="1"/>
          </p:cNvSpPr>
          <p:nvPr/>
        </p:nvSpPr>
        <p:spPr>
          <a:xfrm xmlns:a="http://schemas.openxmlformats.org/drawingml/2006/main">
            <a:off x="5495925" y="30861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876A8"/>
                </a:solidFill>
                <a:latin typeface="Yu Gothic"/>
                <a:ea typeface="Yu Gothic"/>
                <a:cs typeface="Yu Gothic"/>
              </a:defRPr>
            </a:defPPr>
            <a:lvl1pPr>
              <a:buNone/>
              <a:defRPr sz="1725" b="0">
                <a:solidFill>
                  <a:srgbClr val="2876A8"/>
                </a:solidFill>
                <a:latin typeface="Yu Gothic"/>
                <a:ea typeface="Yu Gothic"/>
                <a:cs typeface="Yu Gothic"/>
              </a:defRPr>
            </a:lvl1pPr>
            <a:lvl2pPr>
              <a:buNone/>
              <a:defRPr sz="1725" b="0">
                <a:solidFill>
                  <a:srgbClr val="2876A8"/>
                </a:solidFill>
                <a:latin typeface="Yu Gothic"/>
                <a:ea typeface="Yu Gothic"/>
                <a:cs typeface="Yu Gothic"/>
              </a:defRPr>
            </a:lvl2pPr>
            <a:lvl3pPr>
              <a:buNone/>
              <a:defRPr sz="1725" b="0">
                <a:solidFill>
                  <a:srgbClr val="2876A8"/>
                </a:solidFill>
                <a:latin typeface="Yu Gothic"/>
                <a:ea typeface="Yu Gothic"/>
                <a:cs typeface="Yu Gothic"/>
              </a:defRPr>
            </a:lvl3pPr>
            <a:lvl4pPr>
              <a:buNone/>
              <a:defRPr sz="1725" b="0">
                <a:solidFill>
                  <a:srgbClr val="2876A8"/>
                </a:solidFill>
                <a:latin typeface="Yu Gothic"/>
                <a:ea typeface="Yu Gothic"/>
                <a:cs typeface="Yu Gothic"/>
              </a:defRPr>
            </a:lvl4pPr>
            <a:lvl5pPr>
              <a:buNone/>
              <a:defRPr sz="1725" b="0">
                <a:solidFill>
                  <a:srgbClr val="2876A8"/>
                </a:solidFill>
                <a:latin typeface="Yu Gothic"/>
                <a:ea typeface="Yu Gothic"/>
                <a:cs typeface="Yu Gothic"/>
              </a:defRPr>
            </a:lvl5pPr>
            <a:lvl6pPr>
              <a:buNone/>
              <a:defRPr sz="1725" b="0">
                <a:solidFill>
                  <a:srgbClr val="2876A8"/>
                </a:solidFill>
                <a:latin typeface="Yu Gothic"/>
                <a:ea typeface="Yu Gothic"/>
                <a:cs typeface="Yu Gothic"/>
              </a:defRPr>
            </a:lvl6pPr>
            <a:lvl7pPr>
              <a:buNone/>
              <a:defRPr sz="1725" b="0">
                <a:solidFill>
                  <a:srgbClr val="2876A8"/>
                </a:solidFill>
                <a:latin typeface="Yu Gothic"/>
                <a:ea typeface="Yu Gothic"/>
                <a:cs typeface="Yu Gothic"/>
              </a:defRPr>
            </a:lvl7pPr>
            <a:lvl8pPr>
              <a:buNone/>
              <a:defRPr sz="1725" b="0">
                <a:solidFill>
                  <a:srgbClr val="2876A8"/>
                </a:solidFill>
                <a:latin typeface="Yu Gothic"/>
                <a:ea typeface="Yu Gothic"/>
                <a:cs typeface="Yu Gothic"/>
              </a:defRPr>
            </a:lvl8pPr>
            <a:lvl9pPr>
              <a:buNone/>
              <a:defRPr sz="1725" b="0">
                <a:solidFill>
                  <a:srgbClr val="2876A8"/>
                </a:solidFill>
                <a:latin typeface="Yu Gothic"/>
                <a:ea typeface="Yu Gothic"/>
                <a:cs typeface="Yu Gothic"/>
              </a:defRPr>
            </a:lvl9pPr>
          </a:lstStyle>
          <a:p xmlns:a="http://schemas.openxmlformats.org/drawingml/2006/main">
            <a:pPr>
              <a:buNone/>
              <a:defRPr sz="1725" b="0">
                <a:solidFill>
                  <a:srgbClr val="2876A8"/>
                </a:solidFill>
                <a:latin typeface="Yu Gothic"/>
                <a:ea typeface="Yu Gothic"/>
                <a:cs typeface="Yu Gothic"/>
              </a:defRPr>
            </a:pPr>
            <a:r>
              <a:rPr sz="1725" b="0">
                <a:solidFill>
                  <a:srgbClr val="2876A8"/>
                </a:solidFill>
                <a:latin typeface="Yu Gothic"/>
                <a:ea typeface="Yu Gothic"/>
                <a:cs typeface="Yu Gothic"/>
              </a:rPr>
              <a:t>δ</a:t>
            </a:r>
          </a:p>
        </p:txBody>
      </p:sp>
      <p:sp>
        <p:nvSpPr>
          <p:cNvPr id="55" name="">
            <a:extLst xmlns:a="http://schemas.openxmlformats.org/drawingml/2006/main">
              <a:ext uri="{FF2B5EF4-FFF2-40B4-BE49-F238E27FC236}">
                <a16:creationId xmlns:a16="http://schemas.microsoft.com/office/drawing/2014/main" id="{D095A388-7443-42F4-ADDF-09D2BCFF1C84}"/>
              </a:ext>
            </a:extLst>
          </p:cNvPr>
          <p:cNvSpPr>
            <a:spLocks xmlns:a="http://schemas.openxmlformats.org/drawingml/2006/main" noGrp="1"/>
          </p:cNvSpPr>
          <p:nvPr/>
        </p:nvSpPr>
        <p:spPr>
          <a:xfrm xmlns:a="http://schemas.openxmlformats.org/drawingml/2006/main">
            <a:off x="6715125" y="25717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B：寝かせる</a:t>
            </a:r>
          </a:p>
        </p:txBody>
      </p:sp>
      <p:sp>
        <p:nvSpPr>
          <p:cNvPr id="56" name="">
            <a:extLst xmlns:a="http://schemas.openxmlformats.org/drawingml/2006/main">
              <a:ext uri="{FF2B5EF4-FFF2-40B4-BE49-F238E27FC236}">
                <a16:creationId xmlns:a16="http://schemas.microsoft.com/office/drawing/2014/main" id="{4C6FD486-39FD-4EAB-98DC-A5660770C4D7}"/>
              </a:ext>
            </a:extLst>
          </p:cNvPr>
          <p:cNvSpPr>
            <a:spLocks xmlns:a="http://schemas.openxmlformats.org/drawingml/2006/main" noGrp="1"/>
          </p:cNvSpPr>
          <p:nvPr/>
        </p:nvSpPr>
        <p:spPr>
          <a:xfrm xmlns:a="http://schemas.openxmlformats.org/drawingml/2006/main">
            <a:off x="6934200" y="3190875"/>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57" name="">
            <a:extLst xmlns:a="http://schemas.openxmlformats.org/drawingml/2006/main">
              <a:ext uri="{FF2B5EF4-FFF2-40B4-BE49-F238E27FC236}">
                <a16:creationId xmlns:a16="http://schemas.microsoft.com/office/drawing/2014/main" id="{DC3D79F2-C01B-4AED-87BC-E87EFE072A8E}"/>
              </a:ext>
            </a:extLst>
          </p:cNvPr>
          <p:cNvSpPr>
            <a:spLocks xmlns:a="http://schemas.openxmlformats.org/drawingml/2006/main" noGrp="1"/>
          </p:cNvSpPr>
          <p:nvPr/>
        </p:nvSpPr>
        <p:spPr>
          <a:xfrm xmlns:a="http://schemas.openxmlformats.org/drawingml/2006/main">
            <a:off x="6819900" y="3486150"/>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58" name="">
            <a:extLst xmlns:a="http://schemas.openxmlformats.org/drawingml/2006/main">
              <a:ext uri="{FF2B5EF4-FFF2-40B4-BE49-F238E27FC236}">
                <a16:creationId xmlns:a16="http://schemas.microsoft.com/office/drawing/2014/main" id="{2F70749E-B1FA-4694-9274-3414AB96149D}"/>
              </a:ext>
            </a:extLst>
          </p:cNvPr>
          <p:cNvSpPr>
            <a:spLocks xmlns:a="http://schemas.openxmlformats.org/drawingml/2006/main" noGrp="1"/>
          </p:cNvSpPr>
          <p:nvPr/>
        </p:nvSpPr>
        <p:spPr>
          <a:xfrm xmlns:a="http://schemas.openxmlformats.org/drawingml/2006/main">
            <a:off x="10648950" y="3190875"/>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59" name="">
            <a:extLst xmlns:a="http://schemas.openxmlformats.org/drawingml/2006/main">
              <a:ext uri="{FF2B5EF4-FFF2-40B4-BE49-F238E27FC236}">
                <a16:creationId xmlns:a16="http://schemas.microsoft.com/office/drawing/2014/main" id="{A81816E1-39CE-4DBB-9E88-B7A7D1B360B5}"/>
              </a:ext>
            </a:extLst>
          </p:cNvPr>
          <p:cNvSpPr>
            <a:spLocks xmlns:a="http://schemas.openxmlformats.org/drawingml/2006/main" noGrp="1"/>
          </p:cNvSpPr>
          <p:nvPr/>
        </p:nvSpPr>
        <p:spPr>
          <a:xfrm xmlns:a="http://schemas.openxmlformats.org/drawingml/2006/main">
            <a:off x="10687050" y="344805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60" name="">
            <a:extLst xmlns:a="http://schemas.openxmlformats.org/drawingml/2006/main">
              <a:ext uri="{FF2B5EF4-FFF2-40B4-BE49-F238E27FC236}">
                <a16:creationId xmlns:a16="http://schemas.microsoft.com/office/drawing/2014/main" id="{325E4754-5599-4F51-904A-40312DE8148D}"/>
              </a:ext>
            </a:extLst>
          </p:cNvPr>
          <p:cNvSpPr>
            <a:spLocks xmlns:a="http://schemas.openxmlformats.org/drawingml/2006/main" noGrp="1"/>
          </p:cNvSpPr>
          <p:nvPr/>
        </p:nvSpPr>
        <p:spPr>
          <a:xfrm xmlns:a="http://schemas.openxmlformats.org/drawingml/2006/main">
            <a:off x="10839450" y="344805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61" name="">
            <a:extLst xmlns:a="http://schemas.openxmlformats.org/drawingml/2006/main">
              <a:ext uri="{FF2B5EF4-FFF2-40B4-BE49-F238E27FC236}">
                <a16:creationId xmlns:a16="http://schemas.microsoft.com/office/drawing/2014/main" id="{511DDA95-C255-48D8-857C-5BBBF574AD81}"/>
              </a:ext>
            </a:extLst>
          </p:cNvPr>
          <p:cNvSpPr>
            <a:spLocks xmlns:a="http://schemas.openxmlformats.org/drawingml/2006/main" noGrp="1"/>
          </p:cNvSpPr>
          <p:nvPr/>
        </p:nvSpPr>
        <p:spPr>
          <a:xfrm xmlns:a="http://schemas.openxmlformats.org/drawingml/2006/main">
            <a:off x="10534650" y="3562350"/>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62" name="">
            <a:extLst xmlns:a="http://schemas.openxmlformats.org/drawingml/2006/main">
              <a:ext uri="{FF2B5EF4-FFF2-40B4-BE49-F238E27FC236}">
                <a16:creationId xmlns:a16="http://schemas.microsoft.com/office/drawing/2014/main" id="{F79B04F9-7FC5-4A1E-B15B-A7D5A5D1A551}"/>
              </a:ext>
            </a:extLst>
          </p:cNvPr>
          <p:cNvSpPr>
            <a:spLocks xmlns:a="http://schemas.openxmlformats.org/drawingml/2006/main" noGrp="1"/>
          </p:cNvSpPr>
          <p:nvPr/>
        </p:nvSpPr>
        <p:spPr>
          <a:xfrm xmlns:a="http://schemas.openxmlformats.org/drawingml/2006/main">
            <a:off x="7096125" y="3190875"/>
            <a:ext cx="3714750" cy="762000"/>
          </a:xfrm>
          <a:custGeom xmlns:a="http://schemas.openxmlformats.org/drawingml/2006/main">
            <a:pathLst>
              <a:path w="3714750" h="762000">
                <a:moveTo>
                  <a:pt x="0" y="0"/>
                </a:moveTo>
                <a:lnTo>
                  <a:pt x="92869" y="74295"/>
                </a:lnTo>
                <a:lnTo>
                  <a:pt x="185738" y="144780"/>
                </a:lnTo>
                <a:lnTo>
                  <a:pt x="278606" y="211455"/>
                </a:lnTo>
                <a:lnTo>
                  <a:pt x="371475" y="274320"/>
                </a:lnTo>
                <a:lnTo>
                  <a:pt x="464344" y="333375"/>
                </a:lnTo>
                <a:lnTo>
                  <a:pt x="557213" y="388620"/>
                </a:lnTo>
                <a:lnTo>
                  <a:pt x="650081" y="440055"/>
                </a:lnTo>
                <a:lnTo>
                  <a:pt x="742950" y="487680"/>
                </a:lnTo>
                <a:lnTo>
                  <a:pt x="835819" y="531495"/>
                </a:lnTo>
                <a:lnTo>
                  <a:pt x="928688" y="571500"/>
                </a:lnTo>
                <a:lnTo>
                  <a:pt x="1021556" y="607695"/>
                </a:lnTo>
                <a:lnTo>
                  <a:pt x="1114425" y="640080"/>
                </a:lnTo>
                <a:lnTo>
                  <a:pt x="1207294" y="668655"/>
                </a:lnTo>
                <a:lnTo>
                  <a:pt x="1300163" y="693420"/>
                </a:lnTo>
                <a:lnTo>
                  <a:pt x="1393031" y="714375"/>
                </a:lnTo>
                <a:lnTo>
                  <a:pt x="1485900" y="731520"/>
                </a:lnTo>
                <a:lnTo>
                  <a:pt x="1578769" y="744855"/>
                </a:lnTo>
                <a:lnTo>
                  <a:pt x="1671638" y="754380"/>
                </a:lnTo>
                <a:lnTo>
                  <a:pt x="1764506" y="760095"/>
                </a:lnTo>
                <a:lnTo>
                  <a:pt x="1857375" y="762000"/>
                </a:lnTo>
                <a:lnTo>
                  <a:pt x="1950244" y="760095"/>
                </a:lnTo>
                <a:lnTo>
                  <a:pt x="2043113" y="754380"/>
                </a:lnTo>
                <a:lnTo>
                  <a:pt x="2135981" y="744855"/>
                </a:lnTo>
                <a:lnTo>
                  <a:pt x="2228850" y="731520"/>
                </a:lnTo>
                <a:lnTo>
                  <a:pt x="2321719" y="714375"/>
                </a:lnTo>
                <a:lnTo>
                  <a:pt x="2414588" y="693420"/>
                </a:lnTo>
                <a:lnTo>
                  <a:pt x="2507456" y="668655"/>
                </a:lnTo>
                <a:lnTo>
                  <a:pt x="2600325" y="640080"/>
                </a:lnTo>
                <a:lnTo>
                  <a:pt x="2693194" y="607695"/>
                </a:lnTo>
                <a:lnTo>
                  <a:pt x="2786063" y="571500"/>
                </a:lnTo>
                <a:lnTo>
                  <a:pt x="2878931" y="531495"/>
                </a:lnTo>
                <a:lnTo>
                  <a:pt x="2971800" y="487680"/>
                </a:lnTo>
                <a:lnTo>
                  <a:pt x="3064669" y="440055"/>
                </a:lnTo>
                <a:lnTo>
                  <a:pt x="3157538" y="388620"/>
                </a:lnTo>
                <a:lnTo>
                  <a:pt x="3250406" y="333375"/>
                </a:lnTo>
                <a:lnTo>
                  <a:pt x="3343275" y="274320"/>
                </a:lnTo>
                <a:lnTo>
                  <a:pt x="3436144" y="211455"/>
                </a:lnTo>
                <a:lnTo>
                  <a:pt x="3529013" y="144780"/>
                </a:lnTo>
                <a:lnTo>
                  <a:pt x="3621881" y="74295"/>
                </a:lnTo>
                <a:lnTo>
                  <a:pt x="3714750" y="0"/>
                </a:lnTo>
              </a:path>
            </a:pathLst>
          </a:custGeom>
          <a:noFill xmlns:a="http://schemas.openxmlformats.org/drawingml/2006/main"/>
          <a:ln xmlns:a="http://schemas.openxmlformats.org/drawingml/2006/main" w="28575">
            <a:solidFill>
              <a:srgbClr val="2876A8"/>
            </a:solidFill>
          </a:ln>
        </p:spPr>
      </p:sp>
      <p:sp>
        <p:nvSpPr>
          <p:cNvPr id="63" name="">
            <a:extLst xmlns:a="http://schemas.openxmlformats.org/drawingml/2006/main">
              <a:ext uri="{FF2B5EF4-FFF2-40B4-BE49-F238E27FC236}">
                <a16:creationId xmlns:a16="http://schemas.microsoft.com/office/drawing/2014/main" id="{BCAC95D8-AAE7-4A02-BF01-A7453E145B5D}"/>
              </a:ext>
            </a:extLst>
          </p:cNvPr>
          <p:cNvSpPr>
            <a:spLocks xmlns:a="http://schemas.openxmlformats.org/drawingml/2006/main" noGrp="1"/>
          </p:cNvSpPr>
          <p:nvPr/>
        </p:nvSpPr>
        <p:spPr>
          <a:xfrm xmlns:a="http://schemas.openxmlformats.org/drawingml/2006/main">
            <a:off x="7096125"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64" name="">
            <a:extLst xmlns:a="http://schemas.openxmlformats.org/drawingml/2006/main">
              <a:ext uri="{FF2B5EF4-FFF2-40B4-BE49-F238E27FC236}">
                <a16:creationId xmlns:a16="http://schemas.microsoft.com/office/drawing/2014/main" id="{1EA94FBE-D91A-422D-8225-B4B3F059B15A}"/>
              </a:ext>
            </a:extLst>
          </p:cNvPr>
          <p:cNvSpPr>
            <a:spLocks xmlns:a="http://schemas.openxmlformats.org/drawingml/2006/main" noGrp="1"/>
          </p:cNvSpPr>
          <p:nvPr/>
        </p:nvSpPr>
        <p:spPr>
          <a:xfrm xmlns:a="http://schemas.openxmlformats.org/drawingml/2006/main">
            <a:off x="7228795"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65" name="">
            <a:extLst xmlns:a="http://schemas.openxmlformats.org/drawingml/2006/main">
              <a:ext uri="{FF2B5EF4-FFF2-40B4-BE49-F238E27FC236}">
                <a16:creationId xmlns:a16="http://schemas.microsoft.com/office/drawing/2014/main" id="{7B65F0CD-86C1-43CE-AAC1-4C4DBA9A4633}"/>
              </a:ext>
            </a:extLst>
          </p:cNvPr>
          <p:cNvSpPr>
            <a:spLocks xmlns:a="http://schemas.openxmlformats.org/drawingml/2006/main" noGrp="1"/>
          </p:cNvSpPr>
          <p:nvPr/>
        </p:nvSpPr>
        <p:spPr>
          <a:xfrm xmlns:a="http://schemas.openxmlformats.org/drawingml/2006/main">
            <a:off x="7361464"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66" name="">
            <a:extLst xmlns:a="http://schemas.openxmlformats.org/drawingml/2006/main">
              <a:ext uri="{FF2B5EF4-FFF2-40B4-BE49-F238E27FC236}">
                <a16:creationId xmlns:a16="http://schemas.microsoft.com/office/drawing/2014/main" id="{BC64A77B-BC83-45DD-A12D-3D5C84257C44}"/>
              </a:ext>
            </a:extLst>
          </p:cNvPr>
          <p:cNvSpPr>
            <a:spLocks xmlns:a="http://schemas.openxmlformats.org/drawingml/2006/main" noGrp="1"/>
          </p:cNvSpPr>
          <p:nvPr/>
        </p:nvSpPr>
        <p:spPr>
          <a:xfrm xmlns:a="http://schemas.openxmlformats.org/drawingml/2006/main">
            <a:off x="7494134"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67" name="">
            <a:extLst xmlns:a="http://schemas.openxmlformats.org/drawingml/2006/main">
              <a:ext uri="{FF2B5EF4-FFF2-40B4-BE49-F238E27FC236}">
                <a16:creationId xmlns:a16="http://schemas.microsoft.com/office/drawing/2014/main" id="{427F30C5-D8FB-4CEF-B6D3-310A1A44102F}"/>
              </a:ext>
            </a:extLst>
          </p:cNvPr>
          <p:cNvSpPr>
            <a:spLocks xmlns:a="http://schemas.openxmlformats.org/drawingml/2006/main" noGrp="1"/>
          </p:cNvSpPr>
          <p:nvPr/>
        </p:nvSpPr>
        <p:spPr>
          <a:xfrm xmlns:a="http://schemas.openxmlformats.org/drawingml/2006/main">
            <a:off x="7626804"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68" name="">
            <a:extLst xmlns:a="http://schemas.openxmlformats.org/drawingml/2006/main">
              <a:ext uri="{FF2B5EF4-FFF2-40B4-BE49-F238E27FC236}">
                <a16:creationId xmlns:a16="http://schemas.microsoft.com/office/drawing/2014/main" id="{4FD8DB1B-8092-4F6F-ACD3-7EAE7B96400A}"/>
              </a:ext>
            </a:extLst>
          </p:cNvPr>
          <p:cNvSpPr>
            <a:spLocks xmlns:a="http://schemas.openxmlformats.org/drawingml/2006/main" noGrp="1"/>
          </p:cNvSpPr>
          <p:nvPr/>
        </p:nvSpPr>
        <p:spPr>
          <a:xfrm xmlns:a="http://schemas.openxmlformats.org/drawingml/2006/main">
            <a:off x="7759473"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69" name="">
            <a:extLst xmlns:a="http://schemas.openxmlformats.org/drawingml/2006/main">
              <a:ext uri="{FF2B5EF4-FFF2-40B4-BE49-F238E27FC236}">
                <a16:creationId xmlns:a16="http://schemas.microsoft.com/office/drawing/2014/main" id="{B34C515A-EC46-411C-81E4-9A101A711DDE}"/>
              </a:ext>
            </a:extLst>
          </p:cNvPr>
          <p:cNvSpPr>
            <a:spLocks xmlns:a="http://schemas.openxmlformats.org/drawingml/2006/main" noGrp="1"/>
          </p:cNvSpPr>
          <p:nvPr/>
        </p:nvSpPr>
        <p:spPr>
          <a:xfrm xmlns:a="http://schemas.openxmlformats.org/drawingml/2006/main">
            <a:off x="7892143"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0" name="">
            <a:extLst xmlns:a="http://schemas.openxmlformats.org/drawingml/2006/main">
              <a:ext uri="{FF2B5EF4-FFF2-40B4-BE49-F238E27FC236}">
                <a16:creationId xmlns:a16="http://schemas.microsoft.com/office/drawing/2014/main" id="{15EC2A05-D9D4-453D-A67B-183FFA71F6D1}"/>
              </a:ext>
            </a:extLst>
          </p:cNvPr>
          <p:cNvSpPr>
            <a:spLocks xmlns:a="http://schemas.openxmlformats.org/drawingml/2006/main" noGrp="1"/>
          </p:cNvSpPr>
          <p:nvPr/>
        </p:nvSpPr>
        <p:spPr>
          <a:xfrm xmlns:a="http://schemas.openxmlformats.org/drawingml/2006/main">
            <a:off x="8024813"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1" name="">
            <a:extLst xmlns:a="http://schemas.openxmlformats.org/drawingml/2006/main">
              <a:ext uri="{FF2B5EF4-FFF2-40B4-BE49-F238E27FC236}">
                <a16:creationId xmlns:a16="http://schemas.microsoft.com/office/drawing/2014/main" id="{4E5F58CE-95FF-43B8-A8EF-9C0DD80170A1}"/>
              </a:ext>
            </a:extLst>
          </p:cNvPr>
          <p:cNvSpPr>
            <a:spLocks xmlns:a="http://schemas.openxmlformats.org/drawingml/2006/main" noGrp="1"/>
          </p:cNvSpPr>
          <p:nvPr/>
        </p:nvSpPr>
        <p:spPr>
          <a:xfrm xmlns:a="http://schemas.openxmlformats.org/drawingml/2006/main">
            <a:off x="8157482"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2" name="">
            <a:extLst xmlns:a="http://schemas.openxmlformats.org/drawingml/2006/main">
              <a:ext uri="{FF2B5EF4-FFF2-40B4-BE49-F238E27FC236}">
                <a16:creationId xmlns:a16="http://schemas.microsoft.com/office/drawing/2014/main" id="{3B4B18DA-2779-41DF-81F6-BFE592812769}"/>
              </a:ext>
            </a:extLst>
          </p:cNvPr>
          <p:cNvSpPr>
            <a:spLocks xmlns:a="http://schemas.openxmlformats.org/drawingml/2006/main" noGrp="1"/>
          </p:cNvSpPr>
          <p:nvPr/>
        </p:nvSpPr>
        <p:spPr>
          <a:xfrm xmlns:a="http://schemas.openxmlformats.org/drawingml/2006/main">
            <a:off x="8290152"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3" name="">
            <a:extLst xmlns:a="http://schemas.openxmlformats.org/drawingml/2006/main">
              <a:ext uri="{FF2B5EF4-FFF2-40B4-BE49-F238E27FC236}">
                <a16:creationId xmlns:a16="http://schemas.microsoft.com/office/drawing/2014/main" id="{94118E22-E1EA-4E95-AC8B-1451D145EAA4}"/>
              </a:ext>
            </a:extLst>
          </p:cNvPr>
          <p:cNvSpPr>
            <a:spLocks xmlns:a="http://schemas.openxmlformats.org/drawingml/2006/main" noGrp="1"/>
          </p:cNvSpPr>
          <p:nvPr/>
        </p:nvSpPr>
        <p:spPr>
          <a:xfrm xmlns:a="http://schemas.openxmlformats.org/drawingml/2006/main">
            <a:off x="8422821"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4" name="">
            <a:extLst xmlns:a="http://schemas.openxmlformats.org/drawingml/2006/main">
              <a:ext uri="{FF2B5EF4-FFF2-40B4-BE49-F238E27FC236}">
                <a16:creationId xmlns:a16="http://schemas.microsoft.com/office/drawing/2014/main" id="{9D6607DE-1521-40C6-B025-57760DB1820F}"/>
              </a:ext>
            </a:extLst>
          </p:cNvPr>
          <p:cNvSpPr>
            <a:spLocks xmlns:a="http://schemas.openxmlformats.org/drawingml/2006/main" noGrp="1"/>
          </p:cNvSpPr>
          <p:nvPr/>
        </p:nvSpPr>
        <p:spPr>
          <a:xfrm xmlns:a="http://schemas.openxmlformats.org/drawingml/2006/main">
            <a:off x="8555491"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5" name="">
            <a:extLst xmlns:a="http://schemas.openxmlformats.org/drawingml/2006/main">
              <a:ext uri="{FF2B5EF4-FFF2-40B4-BE49-F238E27FC236}">
                <a16:creationId xmlns:a16="http://schemas.microsoft.com/office/drawing/2014/main" id="{4B777F99-DEF4-433E-B038-7182B32C96F3}"/>
              </a:ext>
            </a:extLst>
          </p:cNvPr>
          <p:cNvSpPr>
            <a:spLocks xmlns:a="http://schemas.openxmlformats.org/drawingml/2006/main" noGrp="1"/>
          </p:cNvSpPr>
          <p:nvPr/>
        </p:nvSpPr>
        <p:spPr>
          <a:xfrm xmlns:a="http://schemas.openxmlformats.org/drawingml/2006/main">
            <a:off x="8688161"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6" name="">
            <a:extLst xmlns:a="http://schemas.openxmlformats.org/drawingml/2006/main">
              <a:ext uri="{FF2B5EF4-FFF2-40B4-BE49-F238E27FC236}">
                <a16:creationId xmlns:a16="http://schemas.microsoft.com/office/drawing/2014/main" id="{E87B5BD0-F7A7-4772-9690-379126323573}"/>
              </a:ext>
            </a:extLst>
          </p:cNvPr>
          <p:cNvSpPr>
            <a:spLocks xmlns:a="http://schemas.openxmlformats.org/drawingml/2006/main" noGrp="1"/>
          </p:cNvSpPr>
          <p:nvPr/>
        </p:nvSpPr>
        <p:spPr>
          <a:xfrm xmlns:a="http://schemas.openxmlformats.org/drawingml/2006/main">
            <a:off x="8820830"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7" name="">
            <a:extLst xmlns:a="http://schemas.openxmlformats.org/drawingml/2006/main">
              <a:ext uri="{FF2B5EF4-FFF2-40B4-BE49-F238E27FC236}">
                <a16:creationId xmlns:a16="http://schemas.microsoft.com/office/drawing/2014/main" id="{0D31DE54-F965-4B97-9BCE-C1AFCF4E8C72}"/>
              </a:ext>
            </a:extLst>
          </p:cNvPr>
          <p:cNvSpPr>
            <a:spLocks xmlns:a="http://schemas.openxmlformats.org/drawingml/2006/main" noGrp="1"/>
          </p:cNvSpPr>
          <p:nvPr/>
        </p:nvSpPr>
        <p:spPr>
          <a:xfrm xmlns:a="http://schemas.openxmlformats.org/drawingml/2006/main">
            <a:off x="8953500"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8" name="">
            <a:extLst xmlns:a="http://schemas.openxmlformats.org/drawingml/2006/main">
              <a:ext uri="{FF2B5EF4-FFF2-40B4-BE49-F238E27FC236}">
                <a16:creationId xmlns:a16="http://schemas.microsoft.com/office/drawing/2014/main" id="{D5D6A282-D11D-4995-8C45-F5A6D0BD7CA6}"/>
              </a:ext>
            </a:extLst>
          </p:cNvPr>
          <p:cNvSpPr>
            <a:spLocks xmlns:a="http://schemas.openxmlformats.org/drawingml/2006/main" noGrp="1"/>
          </p:cNvSpPr>
          <p:nvPr/>
        </p:nvSpPr>
        <p:spPr>
          <a:xfrm xmlns:a="http://schemas.openxmlformats.org/drawingml/2006/main">
            <a:off x="9086170"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79" name="">
            <a:extLst xmlns:a="http://schemas.openxmlformats.org/drawingml/2006/main">
              <a:ext uri="{FF2B5EF4-FFF2-40B4-BE49-F238E27FC236}">
                <a16:creationId xmlns:a16="http://schemas.microsoft.com/office/drawing/2014/main" id="{7C700D81-4840-4EB9-968E-7922BD5529EB}"/>
              </a:ext>
            </a:extLst>
          </p:cNvPr>
          <p:cNvSpPr>
            <a:spLocks xmlns:a="http://schemas.openxmlformats.org/drawingml/2006/main" noGrp="1"/>
          </p:cNvSpPr>
          <p:nvPr/>
        </p:nvSpPr>
        <p:spPr>
          <a:xfrm xmlns:a="http://schemas.openxmlformats.org/drawingml/2006/main">
            <a:off x="9218839"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0" name="">
            <a:extLst xmlns:a="http://schemas.openxmlformats.org/drawingml/2006/main">
              <a:ext uri="{FF2B5EF4-FFF2-40B4-BE49-F238E27FC236}">
                <a16:creationId xmlns:a16="http://schemas.microsoft.com/office/drawing/2014/main" id="{21CBCD51-6AB4-4445-ADD4-F9EB9B3F805E}"/>
              </a:ext>
            </a:extLst>
          </p:cNvPr>
          <p:cNvSpPr>
            <a:spLocks xmlns:a="http://schemas.openxmlformats.org/drawingml/2006/main" noGrp="1"/>
          </p:cNvSpPr>
          <p:nvPr/>
        </p:nvSpPr>
        <p:spPr>
          <a:xfrm xmlns:a="http://schemas.openxmlformats.org/drawingml/2006/main">
            <a:off x="9351509"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1" name="">
            <a:extLst xmlns:a="http://schemas.openxmlformats.org/drawingml/2006/main">
              <a:ext uri="{FF2B5EF4-FFF2-40B4-BE49-F238E27FC236}">
                <a16:creationId xmlns:a16="http://schemas.microsoft.com/office/drawing/2014/main" id="{33DC3C0D-2008-428B-A3BD-51A14AC2B926}"/>
              </a:ext>
            </a:extLst>
          </p:cNvPr>
          <p:cNvSpPr>
            <a:spLocks xmlns:a="http://schemas.openxmlformats.org/drawingml/2006/main" noGrp="1"/>
          </p:cNvSpPr>
          <p:nvPr/>
        </p:nvSpPr>
        <p:spPr>
          <a:xfrm xmlns:a="http://schemas.openxmlformats.org/drawingml/2006/main">
            <a:off x="9484179"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2" name="">
            <a:extLst xmlns:a="http://schemas.openxmlformats.org/drawingml/2006/main">
              <a:ext uri="{FF2B5EF4-FFF2-40B4-BE49-F238E27FC236}">
                <a16:creationId xmlns:a16="http://schemas.microsoft.com/office/drawing/2014/main" id="{8833B0AA-4166-4F7D-82D0-FC27A0D0E8FD}"/>
              </a:ext>
            </a:extLst>
          </p:cNvPr>
          <p:cNvSpPr>
            <a:spLocks xmlns:a="http://schemas.openxmlformats.org/drawingml/2006/main" noGrp="1"/>
          </p:cNvSpPr>
          <p:nvPr/>
        </p:nvSpPr>
        <p:spPr>
          <a:xfrm xmlns:a="http://schemas.openxmlformats.org/drawingml/2006/main">
            <a:off x="9616848"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3" name="">
            <a:extLst xmlns:a="http://schemas.openxmlformats.org/drawingml/2006/main">
              <a:ext uri="{FF2B5EF4-FFF2-40B4-BE49-F238E27FC236}">
                <a16:creationId xmlns:a16="http://schemas.microsoft.com/office/drawing/2014/main" id="{0F20E0D1-98D8-4801-A9CA-F3EA8319C2E4}"/>
              </a:ext>
            </a:extLst>
          </p:cNvPr>
          <p:cNvSpPr>
            <a:spLocks xmlns:a="http://schemas.openxmlformats.org/drawingml/2006/main" noGrp="1"/>
          </p:cNvSpPr>
          <p:nvPr/>
        </p:nvSpPr>
        <p:spPr>
          <a:xfrm xmlns:a="http://schemas.openxmlformats.org/drawingml/2006/main">
            <a:off x="9749518"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4" name="">
            <a:extLst xmlns:a="http://schemas.openxmlformats.org/drawingml/2006/main">
              <a:ext uri="{FF2B5EF4-FFF2-40B4-BE49-F238E27FC236}">
                <a16:creationId xmlns:a16="http://schemas.microsoft.com/office/drawing/2014/main" id="{0BCF6405-4189-4768-BB21-A9D9770C1058}"/>
              </a:ext>
            </a:extLst>
          </p:cNvPr>
          <p:cNvSpPr>
            <a:spLocks xmlns:a="http://schemas.openxmlformats.org/drawingml/2006/main" noGrp="1"/>
          </p:cNvSpPr>
          <p:nvPr/>
        </p:nvSpPr>
        <p:spPr>
          <a:xfrm xmlns:a="http://schemas.openxmlformats.org/drawingml/2006/main">
            <a:off x="9882188"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5" name="">
            <a:extLst xmlns:a="http://schemas.openxmlformats.org/drawingml/2006/main">
              <a:ext uri="{FF2B5EF4-FFF2-40B4-BE49-F238E27FC236}">
                <a16:creationId xmlns:a16="http://schemas.microsoft.com/office/drawing/2014/main" id="{111EF3E4-B764-4094-A66B-6F18AC4EA92E}"/>
              </a:ext>
            </a:extLst>
          </p:cNvPr>
          <p:cNvSpPr>
            <a:spLocks xmlns:a="http://schemas.openxmlformats.org/drawingml/2006/main" noGrp="1"/>
          </p:cNvSpPr>
          <p:nvPr/>
        </p:nvSpPr>
        <p:spPr>
          <a:xfrm xmlns:a="http://schemas.openxmlformats.org/drawingml/2006/main">
            <a:off x="10014857"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6" name="">
            <a:extLst xmlns:a="http://schemas.openxmlformats.org/drawingml/2006/main">
              <a:ext uri="{FF2B5EF4-FFF2-40B4-BE49-F238E27FC236}">
                <a16:creationId xmlns:a16="http://schemas.microsoft.com/office/drawing/2014/main" id="{4331FD69-D326-4812-9634-41EB5B14E142}"/>
              </a:ext>
            </a:extLst>
          </p:cNvPr>
          <p:cNvSpPr>
            <a:spLocks xmlns:a="http://schemas.openxmlformats.org/drawingml/2006/main" noGrp="1"/>
          </p:cNvSpPr>
          <p:nvPr/>
        </p:nvSpPr>
        <p:spPr>
          <a:xfrm xmlns:a="http://schemas.openxmlformats.org/drawingml/2006/main">
            <a:off x="10147527"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7" name="">
            <a:extLst xmlns:a="http://schemas.openxmlformats.org/drawingml/2006/main">
              <a:ext uri="{FF2B5EF4-FFF2-40B4-BE49-F238E27FC236}">
                <a16:creationId xmlns:a16="http://schemas.microsoft.com/office/drawing/2014/main" id="{6AA9168F-2821-4304-9AA3-95E4639BCEEE}"/>
              </a:ext>
            </a:extLst>
          </p:cNvPr>
          <p:cNvSpPr>
            <a:spLocks xmlns:a="http://schemas.openxmlformats.org/drawingml/2006/main" noGrp="1"/>
          </p:cNvSpPr>
          <p:nvPr/>
        </p:nvSpPr>
        <p:spPr>
          <a:xfrm xmlns:a="http://schemas.openxmlformats.org/drawingml/2006/main">
            <a:off x="10280196"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8" name="">
            <a:extLst xmlns:a="http://schemas.openxmlformats.org/drawingml/2006/main">
              <a:ext uri="{FF2B5EF4-FFF2-40B4-BE49-F238E27FC236}">
                <a16:creationId xmlns:a16="http://schemas.microsoft.com/office/drawing/2014/main" id="{1FAC0362-6109-40D2-BA9C-C14897502957}"/>
              </a:ext>
            </a:extLst>
          </p:cNvPr>
          <p:cNvSpPr>
            <a:spLocks xmlns:a="http://schemas.openxmlformats.org/drawingml/2006/main" noGrp="1"/>
          </p:cNvSpPr>
          <p:nvPr/>
        </p:nvSpPr>
        <p:spPr>
          <a:xfrm xmlns:a="http://schemas.openxmlformats.org/drawingml/2006/main">
            <a:off x="10412866"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89" name="">
            <a:extLst xmlns:a="http://schemas.openxmlformats.org/drawingml/2006/main">
              <a:ext uri="{FF2B5EF4-FFF2-40B4-BE49-F238E27FC236}">
                <a16:creationId xmlns:a16="http://schemas.microsoft.com/office/drawing/2014/main" id="{D8B4BAC3-BB21-492B-B8EB-DCA22A759F41}"/>
              </a:ext>
            </a:extLst>
          </p:cNvPr>
          <p:cNvSpPr>
            <a:spLocks xmlns:a="http://schemas.openxmlformats.org/drawingml/2006/main" noGrp="1"/>
          </p:cNvSpPr>
          <p:nvPr/>
        </p:nvSpPr>
        <p:spPr>
          <a:xfrm xmlns:a="http://schemas.openxmlformats.org/drawingml/2006/main">
            <a:off x="10545536"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90" name="">
            <a:extLst xmlns:a="http://schemas.openxmlformats.org/drawingml/2006/main">
              <a:ext uri="{FF2B5EF4-FFF2-40B4-BE49-F238E27FC236}">
                <a16:creationId xmlns:a16="http://schemas.microsoft.com/office/drawing/2014/main" id="{E5DB07B6-9657-4EED-8572-3AC25B42B576}"/>
              </a:ext>
            </a:extLst>
          </p:cNvPr>
          <p:cNvSpPr>
            <a:spLocks xmlns:a="http://schemas.openxmlformats.org/drawingml/2006/main" noGrp="1"/>
          </p:cNvSpPr>
          <p:nvPr/>
        </p:nvSpPr>
        <p:spPr>
          <a:xfrm xmlns:a="http://schemas.openxmlformats.org/drawingml/2006/main">
            <a:off x="10678205" y="3190875"/>
            <a:ext cx="72968" cy="9525"/>
          </a:xfrm>
          <a:custGeom xmlns:a="http://schemas.openxmlformats.org/drawingml/2006/main">
            <a:pathLst>
              <a:path w="72968" h="9525">
                <a:moveTo>
                  <a:pt x="0" y="0"/>
                </a:moveTo>
                <a:lnTo>
                  <a:pt x="72968" y="0"/>
                </a:lnTo>
              </a:path>
            </a:pathLst>
          </a:custGeom>
          <a:noFill xmlns:a="http://schemas.openxmlformats.org/drawingml/2006/main"/>
          <a:ln xmlns:a="http://schemas.openxmlformats.org/drawingml/2006/main" w="11430">
            <a:solidFill>
              <a:srgbClr val="71818B"/>
            </a:solidFill>
          </a:ln>
        </p:spPr>
      </p:sp>
      <p:sp>
        <p:nvSpPr>
          <p:cNvPr id="91" name="">
            <a:extLst xmlns:a="http://schemas.openxmlformats.org/drawingml/2006/main">
              <a:ext uri="{FF2B5EF4-FFF2-40B4-BE49-F238E27FC236}">
                <a16:creationId xmlns:a16="http://schemas.microsoft.com/office/drawing/2014/main" id="{9CA6A88F-8A2A-4021-993E-2169E19EB321}"/>
              </a:ext>
            </a:extLst>
          </p:cNvPr>
          <p:cNvSpPr>
            <a:spLocks xmlns:a="http://schemas.openxmlformats.org/drawingml/2006/main" noGrp="1"/>
          </p:cNvSpPr>
          <p:nvPr/>
        </p:nvSpPr>
        <p:spPr>
          <a:xfrm xmlns:a="http://schemas.openxmlformats.org/drawingml/2006/main">
            <a:off x="8953500" y="2714625"/>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28575">
            <a:solidFill>
              <a:srgbClr val="C4483C"/>
            </a:solidFill>
          </a:ln>
        </p:spPr>
      </p:sp>
      <p:sp>
        <p:nvSpPr>
          <p:cNvPr id="92" name="">
            <a:extLst xmlns:a="http://schemas.openxmlformats.org/drawingml/2006/main">
              <a:ext uri="{FF2B5EF4-FFF2-40B4-BE49-F238E27FC236}">
                <a16:creationId xmlns:a16="http://schemas.microsoft.com/office/drawing/2014/main" id="{BDFE3DCC-6FD4-4A5A-AE72-A40D95389185}"/>
              </a:ext>
            </a:extLst>
          </p:cNvPr>
          <p:cNvSpPr>
            <a:spLocks xmlns:a="http://schemas.openxmlformats.org/drawingml/2006/main" noGrp="1"/>
          </p:cNvSpPr>
          <p:nvPr/>
        </p:nvSpPr>
        <p:spPr>
          <a:xfrm xmlns:a="http://schemas.openxmlformats.org/drawingml/2006/main">
            <a:off x="8905494" y="30289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93" name="">
            <a:extLst xmlns:a="http://schemas.openxmlformats.org/drawingml/2006/main">
              <a:ext uri="{FF2B5EF4-FFF2-40B4-BE49-F238E27FC236}">
                <a16:creationId xmlns:a16="http://schemas.microsoft.com/office/drawing/2014/main" id="{F59DF02C-03ED-4DAB-A7D6-3A8E6B829426}"/>
              </a:ext>
            </a:extLst>
          </p:cNvPr>
          <p:cNvSpPr>
            <a:spLocks xmlns:a="http://schemas.openxmlformats.org/drawingml/2006/main" noGrp="1"/>
          </p:cNvSpPr>
          <p:nvPr/>
        </p:nvSpPr>
        <p:spPr>
          <a:xfrm xmlns:a="http://schemas.openxmlformats.org/drawingml/2006/main">
            <a:off x="11191875" y="3190875"/>
            <a:ext cx="9525" cy="762000"/>
          </a:xfrm>
          <a:custGeom xmlns:a="http://schemas.openxmlformats.org/drawingml/2006/main">
            <a:pathLst>
              <a:path w="9525" h="762000">
                <a:moveTo>
                  <a:pt x="0" y="0"/>
                </a:moveTo>
                <a:lnTo>
                  <a:pt x="0" y="762000"/>
                </a:lnTo>
              </a:path>
            </a:pathLst>
          </a:custGeom>
          <a:noFill xmlns:a="http://schemas.openxmlformats.org/drawingml/2006/main"/>
          <a:ln xmlns:a="http://schemas.openxmlformats.org/drawingml/2006/main" w="14288">
            <a:solidFill>
              <a:srgbClr val="2876A8"/>
            </a:solidFill>
          </a:ln>
        </p:spPr>
      </p:sp>
      <p:sp>
        <p:nvSpPr>
          <p:cNvPr id="94" name="">
            <a:extLst xmlns:a="http://schemas.openxmlformats.org/drawingml/2006/main">
              <a:ext uri="{FF2B5EF4-FFF2-40B4-BE49-F238E27FC236}">
                <a16:creationId xmlns:a16="http://schemas.microsoft.com/office/drawing/2014/main" id="{6CEAF440-0BA6-4F53-80B4-F2AE0E8B2B08}"/>
              </a:ext>
            </a:extLst>
          </p:cNvPr>
          <p:cNvSpPr>
            <a:spLocks xmlns:a="http://schemas.openxmlformats.org/drawingml/2006/main" noGrp="1"/>
          </p:cNvSpPr>
          <p:nvPr/>
        </p:nvSpPr>
        <p:spPr>
          <a:xfrm xmlns:a="http://schemas.openxmlformats.org/drawingml/2006/main">
            <a:off x="11163872" y="3886200"/>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95" name="">
            <a:extLst xmlns:a="http://schemas.openxmlformats.org/drawingml/2006/main">
              <a:ext uri="{FF2B5EF4-FFF2-40B4-BE49-F238E27FC236}">
                <a16:creationId xmlns:a16="http://schemas.microsoft.com/office/drawing/2014/main" id="{6CC7D548-F578-4CC4-8A93-865514DA3A8B}"/>
              </a:ext>
            </a:extLst>
          </p:cNvPr>
          <p:cNvSpPr>
            <a:spLocks xmlns:a="http://schemas.openxmlformats.org/drawingml/2006/main" noGrp="1"/>
          </p:cNvSpPr>
          <p:nvPr/>
        </p:nvSpPr>
        <p:spPr>
          <a:xfrm xmlns:a="http://schemas.openxmlformats.org/drawingml/2006/main">
            <a:off x="11191875" y="3190875"/>
            <a:ext cx="9525" cy="762000"/>
          </a:xfrm>
          <a:custGeom xmlns:a="http://schemas.openxmlformats.org/drawingml/2006/main">
            <a:pathLst>
              <a:path w="9525" h="762000">
                <a:moveTo>
                  <a:pt x="0" y="762000"/>
                </a:moveTo>
                <a:lnTo>
                  <a:pt x="0" y="0"/>
                </a:lnTo>
              </a:path>
            </a:pathLst>
          </a:custGeom>
          <a:noFill xmlns:a="http://schemas.openxmlformats.org/drawingml/2006/main"/>
          <a:ln xmlns:a="http://schemas.openxmlformats.org/drawingml/2006/main" w="14288">
            <a:solidFill>
              <a:srgbClr val="2876A8"/>
            </a:solidFill>
          </a:ln>
        </p:spPr>
      </p:sp>
      <p:sp>
        <p:nvSpPr>
          <p:cNvPr id="96" name="">
            <a:extLst xmlns:a="http://schemas.openxmlformats.org/drawingml/2006/main">
              <a:ext uri="{FF2B5EF4-FFF2-40B4-BE49-F238E27FC236}">
                <a16:creationId xmlns:a16="http://schemas.microsoft.com/office/drawing/2014/main" id="{C1DE0909-ED9D-4053-9AE5-E0AF15A84D57}"/>
              </a:ext>
            </a:extLst>
          </p:cNvPr>
          <p:cNvSpPr>
            <a:spLocks xmlns:a="http://schemas.openxmlformats.org/drawingml/2006/main" noGrp="1"/>
          </p:cNvSpPr>
          <p:nvPr/>
        </p:nvSpPr>
        <p:spPr>
          <a:xfrm xmlns:a="http://schemas.openxmlformats.org/drawingml/2006/main">
            <a:off x="11163872" y="3190875"/>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97" name="">
            <a:extLst xmlns:a="http://schemas.openxmlformats.org/drawingml/2006/main">
              <a:ext uri="{FF2B5EF4-FFF2-40B4-BE49-F238E27FC236}">
                <a16:creationId xmlns:a16="http://schemas.microsoft.com/office/drawing/2014/main" id="{B9D95240-6A50-46B4-A562-1604FFCC760A}"/>
              </a:ext>
            </a:extLst>
          </p:cNvPr>
          <p:cNvSpPr>
            <a:spLocks xmlns:a="http://schemas.openxmlformats.org/drawingml/2006/main" noGrp="1"/>
          </p:cNvSpPr>
          <p:nvPr/>
        </p:nvSpPr>
        <p:spPr>
          <a:xfrm xmlns:a="http://schemas.openxmlformats.org/drawingml/2006/main">
            <a:off x="11306175" y="33718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876A8"/>
                </a:solidFill>
                <a:latin typeface="Yu Gothic"/>
                <a:ea typeface="Yu Gothic"/>
                <a:cs typeface="Yu Gothic"/>
              </a:defRPr>
            </a:defPPr>
            <a:lvl1pPr>
              <a:buNone/>
              <a:defRPr sz="1725" b="0">
                <a:solidFill>
                  <a:srgbClr val="2876A8"/>
                </a:solidFill>
                <a:latin typeface="Yu Gothic"/>
                <a:ea typeface="Yu Gothic"/>
                <a:cs typeface="Yu Gothic"/>
              </a:defRPr>
            </a:lvl1pPr>
            <a:lvl2pPr>
              <a:buNone/>
              <a:defRPr sz="1725" b="0">
                <a:solidFill>
                  <a:srgbClr val="2876A8"/>
                </a:solidFill>
                <a:latin typeface="Yu Gothic"/>
                <a:ea typeface="Yu Gothic"/>
                <a:cs typeface="Yu Gothic"/>
              </a:defRPr>
            </a:lvl2pPr>
            <a:lvl3pPr>
              <a:buNone/>
              <a:defRPr sz="1725" b="0">
                <a:solidFill>
                  <a:srgbClr val="2876A8"/>
                </a:solidFill>
                <a:latin typeface="Yu Gothic"/>
                <a:ea typeface="Yu Gothic"/>
                <a:cs typeface="Yu Gothic"/>
              </a:defRPr>
            </a:lvl3pPr>
            <a:lvl4pPr>
              <a:buNone/>
              <a:defRPr sz="1725" b="0">
                <a:solidFill>
                  <a:srgbClr val="2876A8"/>
                </a:solidFill>
                <a:latin typeface="Yu Gothic"/>
                <a:ea typeface="Yu Gothic"/>
                <a:cs typeface="Yu Gothic"/>
              </a:defRPr>
            </a:lvl4pPr>
            <a:lvl5pPr>
              <a:buNone/>
              <a:defRPr sz="1725" b="0">
                <a:solidFill>
                  <a:srgbClr val="2876A8"/>
                </a:solidFill>
                <a:latin typeface="Yu Gothic"/>
                <a:ea typeface="Yu Gothic"/>
                <a:cs typeface="Yu Gothic"/>
              </a:defRPr>
            </a:lvl5pPr>
            <a:lvl6pPr>
              <a:buNone/>
              <a:defRPr sz="1725" b="0">
                <a:solidFill>
                  <a:srgbClr val="2876A8"/>
                </a:solidFill>
                <a:latin typeface="Yu Gothic"/>
                <a:ea typeface="Yu Gothic"/>
                <a:cs typeface="Yu Gothic"/>
              </a:defRPr>
            </a:lvl6pPr>
            <a:lvl7pPr>
              <a:buNone/>
              <a:defRPr sz="1725" b="0">
                <a:solidFill>
                  <a:srgbClr val="2876A8"/>
                </a:solidFill>
                <a:latin typeface="Yu Gothic"/>
                <a:ea typeface="Yu Gothic"/>
                <a:cs typeface="Yu Gothic"/>
              </a:defRPr>
            </a:lvl7pPr>
            <a:lvl8pPr>
              <a:buNone/>
              <a:defRPr sz="1725" b="0">
                <a:solidFill>
                  <a:srgbClr val="2876A8"/>
                </a:solidFill>
                <a:latin typeface="Yu Gothic"/>
                <a:ea typeface="Yu Gothic"/>
                <a:cs typeface="Yu Gothic"/>
              </a:defRPr>
            </a:lvl8pPr>
            <a:lvl9pPr>
              <a:buNone/>
              <a:defRPr sz="1725" b="0">
                <a:solidFill>
                  <a:srgbClr val="2876A8"/>
                </a:solidFill>
                <a:latin typeface="Yu Gothic"/>
                <a:ea typeface="Yu Gothic"/>
                <a:cs typeface="Yu Gothic"/>
              </a:defRPr>
            </a:lvl9pPr>
          </a:lstStyle>
          <a:p xmlns:a="http://schemas.openxmlformats.org/drawingml/2006/main">
            <a:pPr>
              <a:buNone/>
              <a:defRPr sz="1725" b="0">
                <a:solidFill>
                  <a:srgbClr val="2876A8"/>
                </a:solidFill>
                <a:latin typeface="Yu Gothic"/>
                <a:ea typeface="Yu Gothic"/>
                <a:cs typeface="Yu Gothic"/>
              </a:defRPr>
            </a:pPr>
            <a:r>
              <a:rPr sz="1725" b="0">
                <a:solidFill>
                  <a:srgbClr val="2876A8"/>
                </a:solidFill>
                <a:latin typeface="Yu Gothic"/>
                <a:ea typeface="Yu Gothic"/>
                <a:cs typeface="Yu Gothic"/>
              </a:rPr>
              <a:t>δ</a:t>
            </a:r>
          </a:p>
        </p:txBody>
      </p:sp>
      <p:graphicFrame>
        <p:nvGraphicFramePr>
          <p:cNvPr id="98" name="">
            <a:extLst xmlns:a="http://schemas.openxmlformats.org/drawingml/2006/main">
              <a:ext uri="{FF2B5EF4-FFF2-40B4-BE49-F238E27FC236}">
                <a16:creationId xmlns:a16="http://schemas.microsoft.com/office/drawing/2014/main" id="{87FF1C69-E820-499A-8173-0B135710475B}"/>
              </a:ext>
            </a:extLst>
          </p:cNvPr>
          <p:cNvGraphicFramePr/>
          <p:nvPr/>
        </p:nvGraphicFramePr>
        <p:xfrm>
          <a:off xmlns:a="http://schemas.openxmlformats.org/drawingml/2006/main" x="714375" y="4286250"/>
          <a:ext xmlns:a="http://schemas.openxmlformats.org/drawingml/2006/main" cx="10763250" cy="1285875"/>
        </p:xfrm>
        <a:graphic xmlns:a="http://schemas.openxmlformats.org/drawingml/2006/main">
          <a:graphicData uri="http://schemas.openxmlformats.org/drawingml/2006/table">
            <a:tbl>
              <a:tblPr/>
              <a:tblGrid>
                <a:gridCol w="3238500"/>
                <a:gridCol w="3333750"/>
                <a:gridCol w="4191000"/>
              </a:tblGrid>
              <a:tr h="428625">
                <a:tc>
                  <a:txBody>
                    <a:bodyPr lIns="85725" tIns="85725" rIns="85725" bIns="85725"/>
                    <a:lstStyle/>
                    <a:p>
                      <a:r>
                        <a:rPr sz="1650" b="1">
                          <a:solidFill>
                            <a:srgbClr val="FFFFFF"/>
                          </a:solidFill>
                          <a:latin typeface="Yu Gothic"/>
                          <a:ea typeface="Yu Gothic"/>
                          <a:cs typeface="Yu Gothic"/>
                        </a:rPr>
                        <a:t>演習1の断面</a:t>
                      </a:r>
                    </a:p>
                  </a:txBody>
                  <a:tcPr marL="91440" marR="91440" marT="45720" marB="45720">
                    <a:solidFill>
                      <a:srgbClr val="193B59"/>
                    </a:solidFill>
                  </a:tcPr>
                </a:tc>
                <a:tc>
                  <a:txBody>
                    <a:bodyPr lIns="85725" tIns="85725" rIns="85725" bIns="85725"/>
                    <a:lstStyle/>
                    <a:p>
                      <a:r>
                        <a:rPr sz="1650" b="1">
                          <a:solidFill>
                            <a:srgbClr val="FFFFFF"/>
                          </a:solidFill>
                          <a:latin typeface="Yu Gothic"/>
                          <a:ea typeface="Yu Gothic"/>
                          <a:cs typeface="Yu Gothic"/>
                        </a:rPr>
                        <a:t>I / mm⁴</a:t>
                      </a:r>
                    </a:p>
                  </a:txBody>
                  <a:tcPr marL="91440" marR="91440" marT="45720" marB="45720">
                    <a:solidFill>
                      <a:srgbClr val="193B59"/>
                    </a:solidFill>
                  </a:tcPr>
                </a:tc>
                <a:tc>
                  <a:txBody>
                    <a:bodyPr lIns="85725" tIns="85725" rIns="85725" bIns="85725"/>
                    <a:lstStyle/>
                    <a:p>
                      <a:r>
                        <a:rPr sz="1650" b="1">
                          <a:solidFill>
                            <a:srgbClr val="FFFFFF"/>
                          </a:solidFill>
                          <a:latin typeface="Yu Gothic"/>
                          <a:ea typeface="Yu Gothic"/>
                          <a:cs typeface="Yu Gothic"/>
                        </a:rPr>
                        <a:t>中央たわみ / mm</a:t>
                      </a:r>
                    </a:p>
                  </a:txBody>
                  <a:tcPr marL="91440" marR="91440" marT="45720" marB="45720">
                    <a:solidFill>
                      <a:srgbClr val="193B59"/>
                    </a:solidFill>
                  </a:tcPr>
                </a:tc>
              </a:tr>
              <a:tr h="428625">
                <a:tc>
                  <a:txBody>
                    <a:bodyPr lIns="85725" tIns="85725" rIns="85725" bIns="85725"/>
                    <a:lstStyle/>
                    <a:p>
                      <a:r>
                        <a:rPr sz="1650" b="0">
                          <a:solidFill>
                            <a:srgbClr val="263D4D"/>
                          </a:solidFill>
                          <a:latin typeface="Yu Gothic"/>
                          <a:ea typeface="Yu Gothic"/>
                          <a:cs typeface="Yu Gothic"/>
                        </a:rPr>
                        <a:t>A（立てる）</a:t>
                      </a:r>
                    </a:p>
                  </a:txBody>
                  <a:tcPr marL="91440" marR="91440" marT="45720" marB="45720">
                    <a:solidFill>
                      <a:srgbClr val="E8F0F4"/>
                    </a:solidFill>
                  </a:tcPr>
                </a:tc>
                <a:tc>
                  <a:txBody>
                    <a:bodyPr lIns="85725" tIns="85725" rIns="85725" bIns="85725"/>
                    <a:lstStyle/>
                    <a:p>
                      <a:r>
                        <a:rPr sz="1650" b="0">
                          <a:solidFill>
                            <a:srgbClr val="263D4D"/>
                          </a:solidFill>
                          <a:latin typeface="Yu Gothic"/>
                          <a:ea typeface="Yu Gothic"/>
                          <a:cs typeface="Yu Gothic"/>
                        </a:rPr>
                        <a:t>約106,667</a:t>
                      </a:r>
                    </a:p>
                  </a:txBody>
                  <a:tcPr marL="91440" marR="91440" marT="45720" marB="45720">
                    <a:solidFill>
                      <a:srgbClr val="E8F0F4"/>
                    </a:solidFill>
                  </a:tcPr>
                </a:tc>
                <a:tc>
                  <a:txBody>
                    <a:bodyPr lIns="85725" tIns="85725" rIns="85725" bIns="85725"/>
                    <a:lstStyle/>
                    <a:p>
                      <a:r>
                        <a:rPr sz="1650" b="0">
                          <a:solidFill>
                            <a:srgbClr val="263D4D"/>
                          </a:solidFill>
                          <a:latin typeface="Yu Gothic"/>
                          <a:ea typeface="Yu Gothic"/>
                          <a:cs typeface="Yu Gothic"/>
                        </a:rPr>
                        <a:t>6.75</a:t>
                      </a:r>
                    </a:p>
                  </a:txBody>
                  <a:tcPr marL="91440" marR="91440" marT="45720" marB="45720">
                    <a:solidFill>
                      <a:srgbClr val="E8F0F4"/>
                    </a:solidFill>
                  </a:tcPr>
                </a:tc>
              </a:tr>
              <a:tr h="428625">
                <a:tc>
                  <a:txBody>
                    <a:bodyPr lIns="85725" tIns="85725" rIns="85725" bIns="85725"/>
                    <a:lstStyle/>
                    <a:p>
                      <a:r>
                        <a:rPr sz="1650" b="0">
                          <a:solidFill>
                            <a:srgbClr val="263D4D"/>
                          </a:solidFill>
                          <a:latin typeface="Yu Gothic"/>
                          <a:ea typeface="Yu Gothic"/>
                          <a:cs typeface="Yu Gothic"/>
                        </a:rPr>
                        <a:t>B（寝かせる）</a:t>
                      </a:r>
                    </a:p>
                  </a:txBody>
                  <a:tcPr marL="91440" marR="91440" marT="45720" marB="45720">
                    <a:solidFill>
                      <a:srgbClr val="FFFFFF"/>
                    </a:solidFill>
                  </a:tcPr>
                </a:tc>
                <a:tc>
                  <a:txBody>
                    <a:bodyPr lIns="85725" tIns="85725" rIns="85725" bIns="85725"/>
                    <a:lstStyle/>
                    <a:p>
                      <a:r>
                        <a:rPr sz="1650" b="0">
                          <a:solidFill>
                            <a:srgbClr val="263D4D"/>
                          </a:solidFill>
                          <a:latin typeface="Yu Gothic"/>
                          <a:ea typeface="Yu Gothic"/>
                          <a:cs typeface="Yu Gothic"/>
                        </a:rPr>
                        <a:t>約26,667</a:t>
                      </a:r>
                    </a:p>
                  </a:txBody>
                  <a:tcPr marL="91440" marR="91440" marT="45720" marB="45720">
                    <a:solidFill>
                      <a:srgbClr val="FFFFFF"/>
                    </a:solidFill>
                  </a:tcPr>
                </a:tc>
                <a:tc>
                  <a:txBody>
                    <a:bodyPr lIns="85725" tIns="85725" rIns="85725" bIns="85725"/>
                    <a:lstStyle/>
                    <a:p>
                      <a:r>
                        <a:rPr sz="1650" b="0">
                          <a:solidFill>
                            <a:srgbClr val="263D4D"/>
                          </a:solidFill>
                          <a:latin typeface="Yu Gothic"/>
                          <a:ea typeface="Yu Gothic"/>
                          <a:cs typeface="Yu Gothic"/>
                        </a:rPr>
                        <a:t>27.0</a:t>
                      </a:r>
                    </a:p>
                  </a:txBody>
                  <a:tcPr marL="91440" marR="91440" marT="45720" marB="45720">
                    <a:solidFill>
                      <a:srgbClr val="FFFFFF"/>
                    </a:solidFill>
                  </a:tcPr>
                </a:tc>
              </a:tr>
            </a:tbl>
          </a:graphicData>
        </a:graphic>
      </p:graphicFrame>
      <p:sp>
        <p:nvSpPr>
          <p:cNvPr id="99" name="">
            <a:extLst xmlns:a="http://schemas.openxmlformats.org/drawingml/2006/main">
              <a:ext uri="{FF2B5EF4-FFF2-40B4-BE49-F238E27FC236}">
                <a16:creationId xmlns:a16="http://schemas.microsoft.com/office/drawing/2014/main" id="{A91F96DB-E5AD-4CBC-8663-3062009C294A}"/>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破線は変形前。たわみは共通の倍率で誇張。E・荷重・支持・長さが同じなら、Iが4倍でδは1/4。</a:t>
            </a:r>
          </a:p>
        </p:txBody>
      </p:sp>
    </p:spTree>
    <p:extLst>
      <p:ext uri="{BB962C8B-B14F-4D97-AF65-F5344CB8AC3E}">
        <p14:creationId xmlns:p14="http://schemas.microsoft.com/office/powerpoint/2010/main" val="18274663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464F42-5848-4B19-A203-B85423C0381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同じF・L・E・Iでも、支持で変わる</a:t>
            </a:r>
          </a:p>
        </p:txBody>
      </p:sp>
      <p:sp>
        <p:nvSpPr>
          <p:cNvPr id="2" name="">
            <a:extLst xmlns:a="http://schemas.openxmlformats.org/drawingml/2006/main">
              <a:ext uri="{FF2B5EF4-FFF2-40B4-BE49-F238E27FC236}">
                <a16:creationId xmlns:a16="http://schemas.microsoft.com/office/drawing/2014/main" id="{42CD364B-4E3B-4F43-8A7E-B81AF37B970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47E2912-FCA8-4A5C-BAAF-41251966429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D42C3C61-510B-4C58-9988-1FA74F600357}"/>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モデルと荷重位置</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最大たわみ</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単純支持・中央集中</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δ = FL³/(48EI)</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片持ち・自由端集中</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δ = FL³/(3EI)</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今回の2モデルの比較</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片持ちの値は16倍</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133BA02A-18F8-4E15-BA61-1A9CF8A705F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一様断面・線形弾性・小変形の細長いはり。せん断変形等を省略。</a:t>
            </a:r>
          </a:p>
        </p:txBody>
      </p:sp>
      <p:sp>
        <p:nvSpPr>
          <p:cNvPr id="6" name="">
            <a:extLst xmlns:a="http://schemas.openxmlformats.org/drawingml/2006/main">
              <a:ext uri="{FF2B5EF4-FFF2-40B4-BE49-F238E27FC236}">
                <a16:creationId xmlns:a16="http://schemas.microsoft.com/office/drawing/2014/main" id="{7BCB0A3C-2650-4265-9A9D-817D751FE9E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52</a:t>
            </a:r>
          </a:p>
        </p:txBody>
      </p:sp>
    </p:spTree>
    <p:extLst>
      <p:ext uri="{BB962C8B-B14F-4D97-AF65-F5344CB8AC3E}">
        <p14:creationId xmlns:p14="http://schemas.microsoft.com/office/powerpoint/2010/main" val="4567034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7A87BF-DD24-46B7-B226-CC39F8881FD0}"/>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たわみの係数48は、どこから来るか</a:t>
            </a:r>
          </a:p>
        </p:txBody>
      </p:sp>
      <p:sp>
        <p:nvSpPr>
          <p:cNvPr id="2" name="">
            <a:extLst xmlns:a="http://schemas.openxmlformats.org/drawingml/2006/main">
              <a:ext uri="{FF2B5EF4-FFF2-40B4-BE49-F238E27FC236}">
                <a16:creationId xmlns:a16="http://schemas.microsoft.com/office/drawing/2014/main" id="{2CAE59D2-B0E1-4DEE-8727-0C20FCF7A71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63D0306-3D70-44CD-AEE4-21F4742F3A0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663DF7EF-40BC-45D7-9B86-6AB1ACF256A8}"/>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左半分：0≤x≤L/2</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下向きのたわみvを正とする</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つり合いで得たモーメント</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M=Fx/2</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曲率の小さい傾きの近似</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v″=−M/(EI)=−Fx/(2EI)</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条件</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v(0)=0、対称性からv′(L/2)=0</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積分して中央で評価</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v(L/2)=FL³/(48EI)</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8018F8B-CA13-40F8-9A6F-7D18975FAA0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本ページでは下向きvを正としたためv″=−M/(EI)。符号の定義を明示する。</a:t>
            </a:r>
          </a:p>
        </p:txBody>
      </p:sp>
      <p:sp>
        <p:nvSpPr>
          <p:cNvPr id="6" name="">
            <a:extLst xmlns:a="http://schemas.openxmlformats.org/drawingml/2006/main">
              <a:ext uri="{FF2B5EF4-FFF2-40B4-BE49-F238E27FC236}">
                <a16:creationId xmlns:a16="http://schemas.microsoft.com/office/drawing/2014/main" id="{B464E468-3183-4D6A-971D-FB6BC402BF3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52</a:t>
            </a:r>
          </a:p>
        </p:txBody>
      </p:sp>
    </p:spTree>
    <p:extLst>
      <p:ext uri="{BB962C8B-B14F-4D97-AF65-F5344CB8AC3E}">
        <p14:creationId xmlns:p14="http://schemas.microsoft.com/office/powerpoint/2010/main" val="111243436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FAF98F8-7F54-43F8-B49A-65371914D50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計算例の条件</a:t>
            </a:r>
          </a:p>
        </p:txBody>
      </p:sp>
      <p:sp>
        <p:nvSpPr>
          <p:cNvPr id="2" name="">
            <a:extLst xmlns:a="http://schemas.openxmlformats.org/drawingml/2006/main">
              <a:ext uri="{FF2B5EF4-FFF2-40B4-BE49-F238E27FC236}">
                <a16:creationId xmlns:a16="http://schemas.microsoft.com/office/drawing/2014/main" id="{9F47EBF1-6DDF-412C-B727-A07F8D57789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51940E94-BD1C-4977-BB74-B0C19CC228B6}"/>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14" name="">
            <a:extLst xmlns:a="http://schemas.openxmlformats.org/drawingml/2006/main">
              <a:ext uri="{FF2B5EF4-FFF2-40B4-BE49-F238E27FC236}">
                <a16:creationId xmlns:a16="http://schemas.microsoft.com/office/drawing/2014/main" id="{319080F8-9285-4945-8575-4E4C470A65F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52</a:t>
            </a:r>
          </a:p>
        </p:txBody>
      </p:sp>
      <p:sp>
        <p:nvSpPr>
          <p:cNvPr id="16" name="">
            <a:extLst xmlns:a="http://schemas.openxmlformats.org/drawingml/2006/main">
              <a:ext uri="{FF2B5EF4-FFF2-40B4-BE49-F238E27FC236}">
                <a16:creationId xmlns:a16="http://schemas.microsoft.com/office/drawing/2014/main" id="{02E4318B-74BF-498D-A832-42C458125022}"/>
              </a:ext>
            </a:extLst>
          </p:cNvPr>
          <p:cNvSpPr>
            <a:spLocks xmlns:a="http://schemas.openxmlformats.org/drawingml/2006/main" noGrp="1"/>
          </p:cNvSpPr>
          <p:nvPr/>
        </p:nvSpPr>
        <p:spPr>
          <a:xfrm xmlns:a="http://schemas.openxmlformats.org/drawingml/2006/main">
            <a:off x="1381125" y="3048000"/>
            <a:ext cx="55245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7" name="">
            <a:extLst xmlns:a="http://schemas.openxmlformats.org/drawingml/2006/main">
              <a:ext uri="{FF2B5EF4-FFF2-40B4-BE49-F238E27FC236}">
                <a16:creationId xmlns:a16="http://schemas.microsoft.com/office/drawing/2014/main" id="{18E07426-4828-4309-9A16-717A2AA7AF91}"/>
              </a:ext>
            </a:extLst>
          </p:cNvPr>
          <p:cNvSpPr>
            <a:spLocks xmlns:a="http://schemas.openxmlformats.org/drawingml/2006/main" noGrp="1"/>
          </p:cNvSpPr>
          <p:nvPr/>
        </p:nvSpPr>
        <p:spPr>
          <a:xfrm xmlns:a="http://schemas.openxmlformats.org/drawingml/2006/main">
            <a:off x="1219200" y="3219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8" name="">
            <a:extLst xmlns:a="http://schemas.openxmlformats.org/drawingml/2006/main">
              <a:ext uri="{FF2B5EF4-FFF2-40B4-BE49-F238E27FC236}">
                <a16:creationId xmlns:a16="http://schemas.microsoft.com/office/drawing/2014/main" id="{245958FA-2050-4D92-A9A4-48EB4B5A6AF0}"/>
              </a:ext>
            </a:extLst>
          </p:cNvPr>
          <p:cNvSpPr>
            <a:spLocks xmlns:a="http://schemas.openxmlformats.org/drawingml/2006/main" noGrp="1"/>
          </p:cNvSpPr>
          <p:nvPr/>
        </p:nvSpPr>
        <p:spPr>
          <a:xfrm xmlns:a="http://schemas.openxmlformats.org/drawingml/2006/main">
            <a:off x="1104900" y="35147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ACE2EBBB-ED40-414B-963D-2AF8AA835067}"/>
              </a:ext>
            </a:extLst>
          </p:cNvPr>
          <p:cNvSpPr>
            <a:spLocks xmlns:a="http://schemas.openxmlformats.org/drawingml/2006/main" noGrp="1"/>
          </p:cNvSpPr>
          <p:nvPr/>
        </p:nvSpPr>
        <p:spPr>
          <a:xfrm xmlns:a="http://schemas.openxmlformats.org/drawingml/2006/main">
            <a:off x="6743700" y="321945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E0FA0C06-558E-4BF2-A60B-ACC39635A059}"/>
              </a:ext>
            </a:extLst>
          </p:cNvPr>
          <p:cNvSpPr>
            <a:spLocks xmlns:a="http://schemas.openxmlformats.org/drawingml/2006/main" noGrp="1"/>
          </p:cNvSpPr>
          <p:nvPr/>
        </p:nvSpPr>
        <p:spPr>
          <a:xfrm xmlns:a="http://schemas.openxmlformats.org/drawingml/2006/main">
            <a:off x="6781800" y="3476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1" name="">
            <a:extLst xmlns:a="http://schemas.openxmlformats.org/drawingml/2006/main">
              <a:ext uri="{FF2B5EF4-FFF2-40B4-BE49-F238E27FC236}">
                <a16:creationId xmlns:a16="http://schemas.microsoft.com/office/drawing/2014/main" id="{6FF6EE7A-65D5-45F9-B45D-94E0A4CEB13F}"/>
              </a:ext>
            </a:extLst>
          </p:cNvPr>
          <p:cNvSpPr>
            <a:spLocks xmlns:a="http://schemas.openxmlformats.org/drawingml/2006/main" noGrp="1"/>
          </p:cNvSpPr>
          <p:nvPr/>
        </p:nvSpPr>
        <p:spPr>
          <a:xfrm xmlns:a="http://schemas.openxmlformats.org/drawingml/2006/main">
            <a:off x="6934200" y="3476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2" name="">
            <a:extLst xmlns:a="http://schemas.openxmlformats.org/drawingml/2006/main">
              <a:ext uri="{FF2B5EF4-FFF2-40B4-BE49-F238E27FC236}">
                <a16:creationId xmlns:a16="http://schemas.microsoft.com/office/drawing/2014/main" id="{49C5BE07-1058-4BC5-8CB0-E483F889A292}"/>
              </a:ext>
            </a:extLst>
          </p:cNvPr>
          <p:cNvSpPr>
            <a:spLocks xmlns:a="http://schemas.openxmlformats.org/drawingml/2006/main" noGrp="1"/>
          </p:cNvSpPr>
          <p:nvPr/>
        </p:nvSpPr>
        <p:spPr>
          <a:xfrm xmlns:a="http://schemas.openxmlformats.org/drawingml/2006/main">
            <a:off x="6629400" y="359092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23" name="">
            <a:extLst xmlns:a="http://schemas.openxmlformats.org/drawingml/2006/main">
              <a:ext uri="{FF2B5EF4-FFF2-40B4-BE49-F238E27FC236}">
                <a16:creationId xmlns:a16="http://schemas.microsoft.com/office/drawing/2014/main" id="{0AF32709-24D6-41C5-8E59-BE79081F1A03}"/>
              </a:ext>
            </a:extLst>
          </p:cNvPr>
          <p:cNvSpPr>
            <a:spLocks xmlns:a="http://schemas.openxmlformats.org/drawingml/2006/main" noGrp="1"/>
          </p:cNvSpPr>
          <p:nvPr/>
        </p:nvSpPr>
        <p:spPr>
          <a:xfrm xmlns:a="http://schemas.openxmlformats.org/drawingml/2006/main">
            <a:off x="4143375" y="2428875"/>
            <a:ext cx="9525" cy="581025"/>
          </a:xfrm>
          <a:custGeom xmlns:a="http://schemas.openxmlformats.org/drawingml/2006/main">
            <a:pathLst>
              <a:path w="9525" h="581025">
                <a:moveTo>
                  <a:pt x="0" y="0"/>
                </a:moveTo>
                <a:lnTo>
                  <a:pt x="0" y="581025"/>
                </a:lnTo>
              </a:path>
            </a:pathLst>
          </a:custGeom>
          <a:noFill xmlns:a="http://schemas.openxmlformats.org/drawingml/2006/main"/>
          <a:ln xmlns:a="http://schemas.openxmlformats.org/drawingml/2006/main" w="28575">
            <a:solidFill>
              <a:srgbClr val="C4483C"/>
            </a:solidFill>
          </a:ln>
        </p:spPr>
      </p:sp>
      <p:sp>
        <p:nvSpPr>
          <p:cNvPr id="24" name="">
            <a:extLst xmlns:a="http://schemas.openxmlformats.org/drawingml/2006/main">
              <a:ext uri="{FF2B5EF4-FFF2-40B4-BE49-F238E27FC236}">
                <a16:creationId xmlns:a16="http://schemas.microsoft.com/office/drawing/2014/main" id="{2E09DCB3-E292-4A20-803C-6BA6DD39147F}"/>
              </a:ext>
            </a:extLst>
          </p:cNvPr>
          <p:cNvSpPr>
            <a:spLocks xmlns:a="http://schemas.openxmlformats.org/drawingml/2006/main" noGrp="1"/>
          </p:cNvSpPr>
          <p:nvPr/>
        </p:nvSpPr>
        <p:spPr>
          <a:xfrm xmlns:a="http://schemas.openxmlformats.org/drawingml/2006/main">
            <a:off x="4103370" y="29146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5" name="">
            <a:extLst xmlns:a="http://schemas.openxmlformats.org/drawingml/2006/main">
              <a:ext uri="{FF2B5EF4-FFF2-40B4-BE49-F238E27FC236}">
                <a16:creationId xmlns:a16="http://schemas.microsoft.com/office/drawing/2014/main" id="{1D16A761-B807-4D8B-BB2D-2697FB9EB5A9}"/>
              </a:ext>
            </a:extLst>
          </p:cNvPr>
          <p:cNvSpPr>
            <a:spLocks xmlns:a="http://schemas.openxmlformats.org/drawingml/2006/main" noGrp="1"/>
          </p:cNvSpPr>
          <p:nvPr/>
        </p:nvSpPr>
        <p:spPr>
          <a:xfrm xmlns:a="http://schemas.openxmlformats.org/drawingml/2006/main">
            <a:off x="3524250" y="195262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240 N</a:t>
            </a:r>
          </a:p>
        </p:txBody>
      </p:sp>
      <p:sp>
        <p:nvSpPr>
          <p:cNvPr id="26" name="">
            <a:extLst xmlns:a="http://schemas.openxmlformats.org/drawingml/2006/main">
              <a:ext uri="{FF2B5EF4-FFF2-40B4-BE49-F238E27FC236}">
                <a16:creationId xmlns:a16="http://schemas.microsoft.com/office/drawing/2014/main" id="{A51E83F3-CF41-4292-9D26-33FF76DCF1E2}"/>
              </a:ext>
            </a:extLst>
          </p:cNvPr>
          <p:cNvSpPr>
            <a:spLocks xmlns:a="http://schemas.openxmlformats.org/drawingml/2006/main" noGrp="1"/>
          </p:cNvSpPr>
          <p:nvPr/>
        </p:nvSpPr>
        <p:spPr>
          <a:xfrm xmlns:a="http://schemas.openxmlformats.org/drawingml/2006/main">
            <a:off x="762000" y="3343275"/>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A</a:t>
            </a:r>
          </a:p>
        </p:txBody>
      </p:sp>
      <p:sp>
        <p:nvSpPr>
          <p:cNvPr id="27" name="">
            <a:extLst xmlns:a="http://schemas.openxmlformats.org/drawingml/2006/main">
              <a:ext uri="{FF2B5EF4-FFF2-40B4-BE49-F238E27FC236}">
                <a16:creationId xmlns:a16="http://schemas.microsoft.com/office/drawing/2014/main" id="{5D029230-A426-4FAC-8EF3-262BB6925274}"/>
              </a:ext>
            </a:extLst>
          </p:cNvPr>
          <p:cNvSpPr>
            <a:spLocks xmlns:a="http://schemas.openxmlformats.org/drawingml/2006/main" noGrp="1"/>
          </p:cNvSpPr>
          <p:nvPr/>
        </p:nvSpPr>
        <p:spPr>
          <a:xfrm xmlns:a="http://schemas.openxmlformats.org/drawingml/2006/main">
            <a:off x="7219950" y="340995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B</a:t>
            </a:r>
          </a:p>
        </p:txBody>
      </p:sp>
      <p:sp>
        <p:nvSpPr>
          <p:cNvPr id="28" name="">
            <a:extLst xmlns:a="http://schemas.openxmlformats.org/drawingml/2006/main">
              <a:ext uri="{FF2B5EF4-FFF2-40B4-BE49-F238E27FC236}">
                <a16:creationId xmlns:a16="http://schemas.microsoft.com/office/drawing/2014/main" id="{7E44909A-7493-4B0D-AF97-F180EAD1281B}"/>
              </a:ext>
            </a:extLst>
          </p:cNvPr>
          <p:cNvSpPr>
            <a:spLocks xmlns:a="http://schemas.openxmlformats.org/drawingml/2006/main" noGrp="1"/>
          </p:cNvSpPr>
          <p:nvPr/>
        </p:nvSpPr>
        <p:spPr>
          <a:xfrm xmlns:a="http://schemas.openxmlformats.org/drawingml/2006/main">
            <a:off x="1381125" y="4238625"/>
            <a:ext cx="5524500" cy="9525"/>
          </a:xfrm>
          <a:custGeom xmlns:a="http://schemas.openxmlformats.org/drawingml/2006/main">
            <a:pathLst>
              <a:path w="5524500" h="9525">
                <a:moveTo>
                  <a:pt x="0" y="0"/>
                </a:moveTo>
                <a:lnTo>
                  <a:pt x="5524500" y="0"/>
                </a:lnTo>
              </a:path>
            </a:pathLst>
          </a:custGeom>
          <a:noFill xmlns:a="http://schemas.openxmlformats.org/drawingml/2006/main"/>
          <a:ln xmlns:a="http://schemas.openxmlformats.org/drawingml/2006/main" w="13335">
            <a:solidFill>
              <a:srgbClr val="71818B"/>
            </a:solidFill>
          </a:ln>
        </p:spPr>
      </p:sp>
      <p:sp>
        <p:nvSpPr>
          <p:cNvPr id="29" name="">
            <a:extLst xmlns:a="http://schemas.openxmlformats.org/drawingml/2006/main">
              <a:ext uri="{FF2B5EF4-FFF2-40B4-BE49-F238E27FC236}">
                <a16:creationId xmlns:a16="http://schemas.microsoft.com/office/drawing/2014/main" id="{22F0CE30-8EAC-4805-9A30-80022EE8CC34}"/>
              </a:ext>
            </a:extLst>
          </p:cNvPr>
          <p:cNvSpPr>
            <a:spLocks xmlns:a="http://schemas.openxmlformats.org/drawingml/2006/main" noGrp="1"/>
          </p:cNvSpPr>
          <p:nvPr/>
        </p:nvSpPr>
        <p:spPr>
          <a:xfrm xmlns:a="http://schemas.openxmlformats.org/drawingml/2006/main">
            <a:off x="6838950" y="42106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30" name="">
            <a:extLst xmlns:a="http://schemas.openxmlformats.org/drawingml/2006/main">
              <a:ext uri="{FF2B5EF4-FFF2-40B4-BE49-F238E27FC236}">
                <a16:creationId xmlns:a16="http://schemas.microsoft.com/office/drawing/2014/main" id="{8FF66BF3-C387-49AF-8FE6-007FAB184FF3}"/>
              </a:ext>
            </a:extLst>
          </p:cNvPr>
          <p:cNvSpPr>
            <a:spLocks xmlns:a="http://schemas.openxmlformats.org/drawingml/2006/main" noGrp="1"/>
          </p:cNvSpPr>
          <p:nvPr/>
        </p:nvSpPr>
        <p:spPr>
          <a:xfrm xmlns:a="http://schemas.openxmlformats.org/drawingml/2006/main">
            <a:off x="1381125" y="4238625"/>
            <a:ext cx="5524500" cy="9525"/>
          </a:xfrm>
          <a:custGeom xmlns:a="http://schemas.openxmlformats.org/drawingml/2006/main">
            <a:pathLst>
              <a:path w="5524500" h="9525">
                <a:moveTo>
                  <a:pt x="5524500" y="0"/>
                </a:moveTo>
                <a:lnTo>
                  <a:pt x="0" y="0"/>
                </a:lnTo>
              </a:path>
            </a:pathLst>
          </a:custGeom>
          <a:noFill xmlns:a="http://schemas.openxmlformats.org/drawingml/2006/main"/>
          <a:ln xmlns:a="http://schemas.openxmlformats.org/drawingml/2006/main" w="13335">
            <a:solidFill>
              <a:srgbClr val="71818B"/>
            </a:solidFill>
          </a:ln>
        </p:spPr>
      </p:sp>
      <p:sp>
        <p:nvSpPr>
          <p:cNvPr id="31" name="">
            <a:extLst xmlns:a="http://schemas.openxmlformats.org/drawingml/2006/main">
              <a:ext uri="{FF2B5EF4-FFF2-40B4-BE49-F238E27FC236}">
                <a16:creationId xmlns:a16="http://schemas.microsoft.com/office/drawing/2014/main" id="{6AFA6C90-9F61-4A93-9F7E-E7FE7BB453C1}"/>
              </a:ext>
            </a:extLst>
          </p:cNvPr>
          <p:cNvSpPr>
            <a:spLocks xmlns:a="http://schemas.openxmlformats.org/drawingml/2006/main" noGrp="1"/>
          </p:cNvSpPr>
          <p:nvPr/>
        </p:nvSpPr>
        <p:spPr>
          <a:xfrm xmlns:a="http://schemas.openxmlformats.org/drawingml/2006/main">
            <a:off x="1381125" y="42106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32" name="">
            <a:extLst xmlns:a="http://schemas.openxmlformats.org/drawingml/2006/main">
              <a:ext uri="{FF2B5EF4-FFF2-40B4-BE49-F238E27FC236}">
                <a16:creationId xmlns:a16="http://schemas.microsoft.com/office/drawing/2014/main" id="{31D3F663-5F7A-4FBA-824D-0D8FD129C27C}"/>
              </a:ext>
            </a:extLst>
          </p:cNvPr>
          <p:cNvSpPr>
            <a:spLocks xmlns:a="http://schemas.openxmlformats.org/drawingml/2006/main" noGrp="1"/>
          </p:cNvSpPr>
          <p:nvPr/>
        </p:nvSpPr>
        <p:spPr>
          <a:xfrm xmlns:a="http://schemas.openxmlformats.org/drawingml/2006/main">
            <a:off x="1381125" y="42862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L = 1,200 mm</a:t>
            </a:r>
          </a:p>
        </p:txBody>
      </p:sp>
      <p:sp>
        <p:nvSpPr>
          <p:cNvPr id="33" name="">
            <a:extLst xmlns:a="http://schemas.openxmlformats.org/drawingml/2006/main">
              <a:ext uri="{FF2B5EF4-FFF2-40B4-BE49-F238E27FC236}">
                <a16:creationId xmlns:a16="http://schemas.microsoft.com/office/drawing/2014/main" id="{2044C784-6F38-4249-BF5C-09E0989AFCF8}"/>
              </a:ext>
            </a:extLst>
          </p:cNvPr>
          <p:cNvSpPr>
            <a:spLocks xmlns:a="http://schemas.openxmlformats.org/drawingml/2006/main" noGrp="1"/>
          </p:cNvSpPr>
          <p:nvPr/>
        </p:nvSpPr>
        <p:spPr>
          <a:xfrm xmlns:a="http://schemas.openxmlformats.org/drawingml/2006/main">
            <a:off x="9001125" y="2381250"/>
            <a:ext cx="952500" cy="19050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34" name="">
            <a:extLst xmlns:a="http://schemas.openxmlformats.org/drawingml/2006/main">
              <a:ext uri="{FF2B5EF4-FFF2-40B4-BE49-F238E27FC236}">
                <a16:creationId xmlns:a16="http://schemas.microsoft.com/office/drawing/2014/main" id="{8EA3DB3E-EAF3-4193-88EB-4E89453716BD}"/>
              </a:ext>
            </a:extLst>
          </p:cNvPr>
          <p:cNvSpPr>
            <a:spLocks xmlns:a="http://schemas.openxmlformats.org/drawingml/2006/main" noGrp="1"/>
          </p:cNvSpPr>
          <p:nvPr/>
        </p:nvSpPr>
        <p:spPr>
          <a:xfrm xmlns:a="http://schemas.openxmlformats.org/drawingml/2006/main">
            <a:off x="8572500"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EBA267A9-CA1C-44E1-BC27-BF7EFD992958}"/>
              </a:ext>
            </a:extLst>
          </p:cNvPr>
          <p:cNvSpPr>
            <a:spLocks xmlns:a="http://schemas.openxmlformats.org/drawingml/2006/main" noGrp="1"/>
          </p:cNvSpPr>
          <p:nvPr/>
        </p:nvSpPr>
        <p:spPr>
          <a:xfrm xmlns:a="http://schemas.openxmlformats.org/drawingml/2006/main">
            <a:off x="8701768"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799DA0FE-7B5E-4AA4-B338-1975843A3D27}"/>
              </a:ext>
            </a:extLst>
          </p:cNvPr>
          <p:cNvSpPr>
            <a:spLocks xmlns:a="http://schemas.openxmlformats.org/drawingml/2006/main" noGrp="1"/>
          </p:cNvSpPr>
          <p:nvPr/>
        </p:nvSpPr>
        <p:spPr>
          <a:xfrm xmlns:a="http://schemas.openxmlformats.org/drawingml/2006/main">
            <a:off x="8831036"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33EC5FE2-0A85-44E2-AAF4-7391AA76FDA5}"/>
              </a:ext>
            </a:extLst>
          </p:cNvPr>
          <p:cNvSpPr>
            <a:spLocks xmlns:a="http://schemas.openxmlformats.org/drawingml/2006/main" noGrp="1"/>
          </p:cNvSpPr>
          <p:nvPr/>
        </p:nvSpPr>
        <p:spPr>
          <a:xfrm xmlns:a="http://schemas.openxmlformats.org/drawingml/2006/main">
            <a:off x="8960304"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F1BCB9EA-EF3E-4B9B-8009-15D395A94DDD}"/>
              </a:ext>
            </a:extLst>
          </p:cNvPr>
          <p:cNvSpPr>
            <a:spLocks xmlns:a="http://schemas.openxmlformats.org/drawingml/2006/main" noGrp="1"/>
          </p:cNvSpPr>
          <p:nvPr/>
        </p:nvSpPr>
        <p:spPr>
          <a:xfrm xmlns:a="http://schemas.openxmlformats.org/drawingml/2006/main">
            <a:off x="9089571"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5CE1439B-460F-43CC-A90C-F42407E6FB4A}"/>
              </a:ext>
            </a:extLst>
          </p:cNvPr>
          <p:cNvSpPr>
            <a:spLocks xmlns:a="http://schemas.openxmlformats.org/drawingml/2006/main" noGrp="1"/>
          </p:cNvSpPr>
          <p:nvPr/>
        </p:nvSpPr>
        <p:spPr>
          <a:xfrm xmlns:a="http://schemas.openxmlformats.org/drawingml/2006/main">
            <a:off x="9218839"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E895A30E-AB25-47EB-A5DC-DE0FA31AF294}"/>
              </a:ext>
            </a:extLst>
          </p:cNvPr>
          <p:cNvSpPr>
            <a:spLocks xmlns:a="http://schemas.openxmlformats.org/drawingml/2006/main" noGrp="1"/>
          </p:cNvSpPr>
          <p:nvPr/>
        </p:nvSpPr>
        <p:spPr>
          <a:xfrm xmlns:a="http://schemas.openxmlformats.org/drawingml/2006/main">
            <a:off x="9348107"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7037A83A-6193-4C6C-AACB-53A337C878C8}"/>
              </a:ext>
            </a:extLst>
          </p:cNvPr>
          <p:cNvSpPr>
            <a:spLocks xmlns:a="http://schemas.openxmlformats.org/drawingml/2006/main" noGrp="1"/>
          </p:cNvSpPr>
          <p:nvPr/>
        </p:nvSpPr>
        <p:spPr>
          <a:xfrm xmlns:a="http://schemas.openxmlformats.org/drawingml/2006/main">
            <a:off x="9477375"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A0514F82-F8A1-4A71-B580-8AEDD0B8ED79}"/>
              </a:ext>
            </a:extLst>
          </p:cNvPr>
          <p:cNvSpPr>
            <a:spLocks xmlns:a="http://schemas.openxmlformats.org/drawingml/2006/main" noGrp="1"/>
          </p:cNvSpPr>
          <p:nvPr/>
        </p:nvSpPr>
        <p:spPr>
          <a:xfrm xmlns:a="http://schemas.openxmlformats.org/drawingml/2006/main">
            <a:off x="9606643"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363E4229-33BC-48B9-A9B9-528DFBCAE256}"/>
              </a:ext>
            </a:extLst>
          </p:cNvPr>
          <p:cNvSpPr>
            <a:spLocks xmlns:a="http://schemas.openxmlformats.org/drawingml/2006/main" noGrp="1"/>
          </p:cNvSpPr>
          <p:nvPr/>
        </p:nvSpPr>
        <p:spPr>
          <a:xfrm xmlns:a="http://schemas.openxmlformats.org/drawingml/2006/main">
            <a:off x="9735911"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6D7DDB0B-96AD-4651-8893-9BEC432BDF43}"/>
              </a:ext>
            </a:extLst>
          </p:cNvPr>
          <p:cNvSpPr>
            <a:spLocks xmlns:a="http://schemas.openxmlformats.org/drawingml/2006/main" noGrp="1"/>
          </p:cNvSpPr>
          <p:nvPr/>
        </p:nvSpPr>
        <p:spPr>
          <a:xfrm xmlns:a="http://schemas.openxmlformats.org/drawingml/2006/main">
            <a:off x="9865179"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F5120F14-9CB2-4669-8C7B-10DD88F99985}"/>
              </a:ext>
            </a:extLst>
          </p:cNvPr>
          <p:cNvSpPr>
            <a:spLocks xmlns:a="http://schemas.openxmlformats.org/drawingml/2006/main" noGrp="1"/>
          </p:cNvSpPr>
          <p:nvPr/>
        </p:nvSpPr>
        <p:spPr>
          <a:xfrm xmlns:a="http://schemas.openxmlformats.org/drawingml/2006/main">
            <a:off x="9994446"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1E9A8A71-EE81-46BA-A867-B11C6FD25621}"/>
              </a:ext>
            </a:extLst>
          </p:cNvPr>
          <p:cNvSpPr>
            <a:spLocks xmlns:a="http://schemas.openxmlformats.org/drawingml/2006/main" noGrp="1"/>
          </p:cNvSpPr>
          <p:nvPr/>
        </p:nvSpPr>
        <p:spPr>
          <a:xfrm xmlns:a="http://schemas.openxmlformats.org/drawingml/2006/main">
            <a:off x="10123714"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F88A308E-4908-4143-82A1-47576C06ED62}"/>
              </a:ext>
            </a:extLst>
          </p:cNvPr>
          <p:cNvSpPr>
            <a:spLocks xmlns:a="http://schemas.openxmlformats.org/drawingml/2006/main" noGrp="1"/>
          </p:cNvSpPr>
          <p:nvPr/>
        </p:nvSpPr>
        <p:spPr>
          <a:xfrm xmlns:a="http://schemas.openxmlformats.org/drawingml/2006/main">
            <a:off x="10252982" y="3333750"/>
            <a:ext cx="71097" cy="9525"/>
          </a:xfrm>
          <a:custGeom xmlns:a="http://schemas.openxmlformats.org/drawingml/2006/main">
            <a:pathLst>
              <a:path w="71097" h="9525">
                <a:moveTo>
                  <a:pt x="0" y="0"/>
                </a:moveTo>
                <a:lnTo>
                  <a:pt x="71097"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8E5AC8A3-ABB1-4992-955F-017098E68180}"/>
              </a:ext>
            </a:extLst>
          </p:cNvPr>
          <p:cNvSpPr>
            <a:spLocks xmlns:a="http://schemas.openxmlformats.org/drawingml/2006/main" noGrp="1"/>
          </p:cNvSpPr>
          <p:nvPr/>
        </p:nvSpPr>
        <p:spPr>
          <a:xfrm xmlns:a="http://schemas.openxmlformats.org/drawingml/2006/main">
            <a:off x="9001125" y="4591050"/>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13335">
            <a:solidFill>
              <a:srgbClr val="2876A8"/>
            </a:solidFill>
          </a:ln>
        </p:spPr>
      </p:sp>
      <p:sp>
        <p:nvSpPr>
          <p:cNvPr id="49" name="">
            <a:extLst xmlns:a="http://schemas.openxmlformats.org/drawingml/2006/main">
              <a:ext uri="{FF2B5EF4-FFF2-40B4-BE49-F238E27FC236}">
                <a16:creationId xmlns:a16="http://schemas.microsoft.com/office/drawing/2014/main" id="{1377C883-7449-4124-9A2A-E10465C5BAC3}"/>
              </a:ext>
            </a:extLst>
          </p:cNvPr>
          <p:cNvSpPr>
            <a:spLocks xmlns:a="http://schemas.openxmlformats.org/drawingml/2006/main" noGrp="1"/>
          </p:cNvSpPr>
          <p:nvPr/>
        </p:nvSpPr>
        <p:spPr>
          <a:xfrm xmlns:a="http://schemas.openxmlformats.org/drawingml/2006/main">
            <a:off x="9886950" y="45630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50" name="">
            <a:extLst xmlns:a="http://schemas.openxmlformats.org/drawingml/2006/main">
              <a:ext uri="{FF2B5EF4-FFF2-40B4-BE49-F238E27FC236}">
                <a16:creationId xmlns:a16="http://schemas.microsoft.com/office/drawing/2014/main" id="{7155DC1E-F898-4F51-9641-A58E2E68D509}"/>
              </a:ext>
            </a:extLst>
          </p:cNvPr>
          <p:cNvSpPr>
            <a:spLocks xmlns:a="http://schemas.openxmlformats.org/drawingml/2006/main" noGrp="1"/>
          </p:cNvSpPr>
          <p:nvPr/>
        </p:nvSpPr>
        <p:spPr>
          <a:xfrm xmlns:a="http://schemas.openxmlformats.org/drawingml/2006/main">
            <a:off x="9001125" y="4591050"/>
            <a:ext cx="952500" cy="9525"/>
          </a:xfrm>
          <a:custGeom xmlns:a="http://schemas.openxmlformats.org/drawingml/2006/main">
            <a:pathLst>
              <a:path w="952500" h="9525">
                <a:moveTo>
                  <a:pt x="952500" y="0"/>
                </a:moveTo>
                <a:lnTo>
                  <a:pt x="0" y="0"/>
                </a:lnTo>
              </a:path>
            </a:pathLst>
          </a:custGeom>
          <a:noFill xmlns:a="http://schemas.openxmlformats.org/drawingml/2006/main"/>
          <a:ln xmlns:a="http://schemas.openxmlformats.org/drawingml/2006/main" w="13335">
            <a:solidFill>
              <a:srgbClr val="2876A8"/>
            </a:solidFill>
          </a:ln>
        </p:spPr>
      </p:sp>
      <p:sp>
        <p:nvSpPr>
          <p:cNvPr id="51" name="">
            <a:extLst xmlns:a="http://schemas.openxmlformats.org/drawingml/2006/main">
              <a:ext uri="{FF2B5EF4-FFF2-40B4-BE49-F238E27FC236}">
                <a16:creationId xmlns:a16="http://schemas.microsoft.com/office/drawing/2014/main" id="{0F0A2523-58B9-4AAF-B813-29A634F70E25}"/>
              </a:ext>
            </a:extLst>
          </p:cNvPr>
          <p:cNvSpPr>
            <a:spLocks xmlns:a="http://schemas.openxmlformats.org/drawingml/2006/main" noGrp="1"/>
          </p:cNvSpPr>
          <p:nvPr/>
        </p:nvSpPr>
        <p:spPr>
          <a:xfrm xmlns:a="http://schemas.openxmlformats.org/drawingml/2006/main">
            <a:off x="9001125" y="45630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52" name="">
            <a:extLst xmlns:a="http://schemas.openxmlformats.org/drawingml/2006/main">
              <a:ext uri="{FF2B5EF4-FFF2-40B4-BE49-F238E27FC236}">
                <a16:creationId xmlns:a16="http://schemas.microsoft.com/office/drawing/2014/main" id="{01D4CE6F-1469-4DBD-B893-60EC1D97B952}"/>
              </a:ext>
            </a:extLst>
          </p:cNvPr>
          <p:cNvSpPr>
            <a:spLocks xmlns:a="http://schemas.openxmlformats.org/drawingml/2006/main" noGrp="1"/>
          </p:cNvSpPr>
          <p:nvPr/>
        </p:nvSpPr>
        <p:spPr>
          <a:xfrm xmlns:a="http://schemas.openxmlformats.org/drawingml/2006/main">
            <a:off x="9001125" y="4638675"/>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30 mm</a:t>
            </a:r>
          </a:p>
        </p:txBody>
      </p:sp>
      <p:sp>
        <p:nvSpPr>
          <p:cNvPr id="53" name="">
            <a:extLst xmlns:a="http://schemas.openxmlformats.org/drawingml/2006/main">
              <a:ext uri="{FF2B5EF4-FFF2-40B4-BE49-F238E27FC236}">
                <a16:creationId xmlns:a16="http://schemas.microsoft.com/office/drawing/2014/main" id="{F52A1596-91E1-4303-A9B2-532664128A07}"/>
              </a:ext>
            </a:extLst>
          </p:cNvPr>
          <p:cNvSpPr>
            <a:spLocks xmlns:a="http://schemas.openxmlformats.org/drawingml/2006/main" noGrp="1"/>
          </p:cNvSpPr>
          <p:nvPr/>
        </p:nvSpPr>
        <p:spPr>
          <a:xfrm xmlns:a="http://schemas.openxmlformats.org/drawingml/2006/main">
            <a:off x="10287000" y="2381250"/>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14288">
            <a:solidFill>
              <a:srgbClr val="2876A8"/>
            </a:solidFill>
          </a:ln>
        </p:spPr>
      </p:sp>
      <p:sp>
        <p:nvSpPr>
          <p:cNvPr id="54" name="">
            <a:extLst xmlns:a="http://schemas.openxmlformats.org/drawingml/2006/main">
              <a:ext uri="{FF2B5EF4-FFF2-40B4-BE49-F238E27FC236}">
                <a16:creationId xmlns:a16="http://schemas.microsoft.com/office/drawing/2014/main" id="{4D96B500-A4C9-435A-B502-818AFD04121E}"/>
              </a:ext>
            </a:extLst>
          </p:cNvPr>
          <p:cNvSpPr>
            <a:spLocks xmlns:a="http://schemas.openxmlformats.org/drawingml/2006/main" noGrp="1"/>
          </p:cNvSpPr>
          <p:nvPr/>
        </p:nvSpPr>
        <p:spPr>
          <a:xfrm xmlns:a="http://schemas.openxmlformats.org/drawingml/2006/main">
            <a:off x="10258997" y="421957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55" name="">
            <a:extLst xmlns:a="http://schemas.openxmlformats.org/drawingml/2006/main">
              <a:ext uri="{FF2B5EF4-FFF2-40B4-BE49-F238E27FC236}">
                <a16:creationId xmlns:a16="http://schemas.microsoft.com/office/drawing/2014/main" id="{49097BFF-2B6F-4D2E-ACB4-BCCBEDA6C502}"/>
              </a:ext>
            </a:extLst>
          </p:cNvPr>
          <p:cNvSpPr>
            <a:spLocks xmlns:a="http://schemas.openxmlformats.org/drawingml/2006/main" noGrp="1"/>
          </p:cNvSpPr>
          <p:nvPr/>
        </p:nvSpPr>
        <p:spPr>
          <a:xfrm xmlns:a="http://schemas.openxmlformats.org/drawingml/2006/main">
            <a:off x="10287000" y="2381250"/>
            <a:ext cx="9525" cy="1905000"/>
          </a:xfrm>
          <a:custGeom xmlns:a="http://schemas.openxmlformats.org/drawingml/2006/main">
            <a:pathLst>
              <a:path w="9525" h="1905000">
                <a:moveTo>
                  <a:pt x="0" y="1905000"/>
                </a:moveTo>
                <a:lnTo>
                  <a:pt x="0" y="0"/>
                </a:lnTo>
              </a:path>
            </a:pathLst>
          </a:custGeom>
          <a:noFill xmlns:a="http://schemas.openxmlformats.org/drawingml/2006/main"/>
          <a:ln xmlns:a="http://schemas.openxmlformats.org/drawingml/2006/main" w="14288">
            <a:solidFill>
              <a:srgbClr val="2876A8"/>
            </a:solidFill>
          </a:ln>
        </p:spPr>
      </p:sp>
      <p:sp>
        <p:nvSpPr>
          <p:cNvPr id="56" name="">
            <a:extLst xmlns:a="http://schemas.openxmlformats.org/drawingml/2006/main">
              <a:ext uri="{FF2B5EF4-FFF2-40B4-BE49-F238E27FC236}">
                <a16:creationId xmlns:a16="http://schemas.microsoft.com/office/drawing/2014/main" id="{D867DFB4-DFAE-40FE-BB74-BB3A76F52055}"/>
              </a:ext>
            </a:extLst>
          </p:cNvPr>
          <p:cNvSpPr>
            <a:spLocks xmlns:a="http://schemas.openxmlformats.org/drawingml/2006/main" noGrp="1"/>
          </p:cNvSpPr>
          <p:nvPr/>
        </p:nvSpPr>
        <p:spPr>
          <a:xfrm xmlns:a="http://schemas.openxmlformats.org/drawingml/2006/main">
            <a:off x="10258997" y="238125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57" name="">
            <a:extLst xmlns:a="http://schemas.openxmlformats.org/drawingml/2006/main">
              <a:ext uri="{FF2B5EF4-FFF2-40B4-BE49-F238E27FC236}">
                <a16:creationId xmlns:a16="http://schemas.microsoft.com/office/drawing/2014/main" id="{9F0E353E-D760-42CE-9CA4-35CAF6381FE9}"/>
              </a:ext>
            </a:extLst>
          </p:cNvPr>
          <p:cNvSpPr>
            <a:spLocks xmlns:a="http://schemas.openxmlformats.org/drawingml/2006/main" noGrp="1"/>
          </p:cNvSpPr>
          <p:nvPr/>
        </p:nvSpPr>
        <p:spPr>
          <a:xfrm xmlns:a="http://schemas.openxmlformats.org/drawingml/2006/main">
            <a:off x="104013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60 mm</a:t>
            </a:r>
          </a:p>
        </p:txBody>
      </p:sp>
      <p:sp>
        <p:nvSpPr>
          <p:cNvPr id="58" name="">
            <a:extLst xmlns:a="http://schemas.openxmlformats.org/drawingml/2006/main">
              <a:ext uri="{FF2B5EF4-FFF2-40B4-BE49-F238E27FC236}">
                <a16:creationId xmlns:a16="http://schemas.microsoft.com/office/drawing/2014/main" id="{32051AD7-6949-4AD0-967F-B14158D8723D}"/>
              </a:ext>
            </a:extLst>
          </p:cNvPr>
          <p:cNvSpPr>
            <a:spLocks xmlns:a="http://schemas.openxmlformats.org/drawingml/2006/main" noGrp="1"/>
          </p:cNvSpPr>
          <p:nvPr/>
        </p:nvSpPr>
        <p:spPr>
          <a:xfrm xmlns:a="http://schemas.openxmlformats.org/drawingml/2006/main">
            <a:off x="809625" y="49530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E = 12,000 MPa（仮定値）</a:t>
            </a:r>
          </a:p>
        </p:txBody>
      </p:sp>
      <p:sp>
        <p:nvSpPr>
          <p:cNvPr id="59" name="">
            <a:extLst xmlns:a="http://schemas.openxmlformats.org/drawingml/2006/main">
              <a:ext uri="{FF2B5EF4-FFF2-40B4-BE49-F238E27FC236}">
                <a16:creationId xmlns:a16="http://schemas.microsoft.com/office/drawing/2014/main" id="{CED45C55-EC75-4B3C-B6D8-9D63B21CEF80}"/>
              </a:ext>
            </a:extLst>
          </p:cNvPr>
          <p:cNvSpPr>
            <a:spLocks xmlns:a="http://schemas.openxmlformats.org/drawingml/2006/main" noGrp="1"/>
          </p:cNvSpPr>
          <p:nvPr/>
        </p:nvSpPr>
        <p:spPr>
          <a:xfrm xmlns:a="http://schemas.openxmlformats.org/drawingml/2006/main">
            <a:off x="7715250" y="51435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b=30 mm、h=60 mm</a:t>
            </a:r>
          </a:p>
        </p:txBody>
      </p:sp>
      <p:sp>
        <p:nvSpPr>
          <p:cNvPr id="60" name="">
            <a:extLst xmlns:a="http://schemas.openxmlformats.org/drawingml/2006/main">
              <a:ext uri="{FF2B5EF4-FFF2-40B4-BE49-F238E27FC236}">
                <a16:creationId xmlns:a16="http://schemas.microsoft.com/office/drawing/2014/main" id="{68072292-D051-4469-8A87-D1C9A6694059}"/>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単純支持・中央集中荷重・自重を省略。一様断面・線形弾性・小変形のモデルで計算する。</a:t>
            </a:r>
          </a:p>
        </p:txBody>
      </p:sp>
    </p:spTree>
    <p:extLst>
      <p:ext uri="{BB962C8B-B14F-4D97-AF65-F5344CB8AC3E}">
        <p14:creationId xmlns:p14="http://schemas.microsoft.com/office/powerpoint/2010/main" val="2949388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989F15-037C-4A14-82D5-C082A75C0D7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605F1675-BFEF-4E20-9F65-8A6766DFADFB}"/>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77BCCF5-17DF-41A9-A6DD-5F1E9F49E8EF}"/>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1277380C-6F66-4CCE-A960-8C41157CB1E7}"/>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43F78C0A-D888-4655-9E9C-8CE028F0E9DB}"/>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再開後：例題：モーメントと断面の量</a:t>
            </a:r>
          </a:p>
        </p:txBody>
      </p:sp>
      <p:sp>
        <p:nvSpPr>
          <p:cNvPr id="6" name="">
            <a:extLst xmlns:a="http://schemas.openxmlformats.org/drawingml/2006/main">
              <a:ext uri="{FF2B5EF4-FFF2-40B4-BE49-F238E27FC236}">
                <a16:creationId xmlns:a16="http://schemas.microsoft.com/office/drawing/2014/main" id="{7424AF0F-9A35-4B14-BFB1-B4F2367C9925}"/>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7539F355-C6F1-4B5A-93E1-6DB067E5398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C4D1DA17-B453-4832-9939-7ECEEFCFECF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52</a:t>
            </a:r>
          </a:p>
        </p:txBody>
      </p:sp>
    </p:spTree>
    <p:extLst>
      <p:ext uri="{BB962C8B-B14F-4D97-AF65-F5344CB8AC3E}">
        <p14:creationId xmlns:p14="http://schemas.microsoft.com/office/powerpoint/2010/main" val="162863196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211A07-0676-4401-B0B8-16F98493443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例題：モーメントと断面の量</a:t>
            </a:r>
          </a:p>
        </p:txBody>
      </p:sp>
      <p:sp>
        <p:nvSpPr>
          <p:cNvPr id="2" name="">
            <a:extLst xmlns:a="http://schemas.openxmlformats.org/drawingml/2006/main">
              <a:ext uri="{FF2B5EF4-FFF2-40B4-BE49-F238E27FC236}">
                <a16:creationId xmlns:a16="http://schemas.microsoft.com/office/drawing/2014/main" id="{2458FF7A-B967-4DAE-BF75-09DD14E8C93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475F5612-E1E7-4C60-B1C2-568F126B16D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3A9CCF64-962A-473D-9EFE-3A2F4F731A7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52</a:t>
            </a:r>
          </a:p>
        </p:txBody>
      </p:sp>
      <p:sp>
        <p:nvSpPr>
          <p:cNvPr id="10" name="">
            <a:extLst xmlns:a="http://schemas.openxmlformats.org/drawingml/2006/main">
              <a:ext uri="{FF2B5EF4-FFF2-40B4-BE49-F238E27FC236}">
                <a16:creationId xmlns:a16="http://schemas.microsoft.com/office/drawing/2014/main" id="{5091F9F3-D1F0-4198-A261-B73E4B299D1E}"/>
              </a:ext>
            </a:extLst>
          </p:cNvPr>
          <p:cNvSpPr>
            <a:spLocks xmlns:a="http://schemas.openxmlformats.org/drawingml/2006/main" noGrp="1"/>
          </p:cNvSpPr>
          <p:nvPr/>
        </p:nvSpPr>
        <p:spPr>
          <a:xfrm xmlns:a="http://schemas.openxmlformats.org/drawingml/2006/main">
            <a:off x="2286000" y="2333625"/>
            <a:ext cx="1143000" cy="22860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1" name="">
            <a:extLst xmlns:a="http://schemas.openxmlformats.org/drawingml/2006/main">
              <a:ext uri="{FF2B5EF4-FFF2-40B4-BE49-F238E27FC236}">
                <a16:creationId xmlns:a16="http://schemas.microsoft.com/office/drawing/2014/main" id="{38D79CEE-4991-4BBA-A5B2-C9E0C08DFFDA}"/>
              </a:ext>
            </a:extLst>
          </p:cNvPr>
          <p:cNvSpPr>
            <a:spLocks xmlns:a="http://schemas.openxmlformats.org/drawingml/2006/main" noGrp="1"/>
          </p:cNvSpPr>
          <p:nvPr/>
        </p:nvSpPr>
        <p:spPr>
          <a:xfrm xmlns:a="http://schemas.openxmlformats.org/drawingml/2006/main">
            <a:off x="185737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2" name="">
            <a:extLst xmlns:a="http://schemas.openxmlformats.org/drawingml/2006/main">
              <a:ext uri="{FF2B5EF4-FFF2-40B4-BE49-F238E27FC236}">
                <a16:creationId xmlns:a16="http://schemas.microsoft.com/office/drawing/2014/main" id="{EBD44E44-C38B-437E-9D21-0FA656708DDE}"/>
              </a:ext>
            </a:extLst>
          </p:cNvPr>
          <p:cNvSpPr>
            <a:spLocks xmlns:a="http://schemas.openxmlformats.org/drawingml/2006/main" noGrp="1"/>
          </p:cNvSpPr>
          <p:nvPr/>
        </p:nvSpPr>
        <p:spPr>
          <a:xfrm xmlns:a="http://schemas.openxmlformats.org/drawingml/2006/main">
            <a:off x="199072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3" name="">
            <a:extLst xmlns:a="http://schemas.openxmlformats.org/drawingml/2006/main">
              <a:ext uri="{FF2B5EF4-FFF2-40B4-BE49-F238E27FC236}">
                <a16:creationId xmlns:a16="http://schemas.microsoft.com/office/drawing/2014/main" id="{102EADCB-3228-4102-8BA3-A16087939AFD}"/>
              </a:ext>
            </a:extLst>
          </p:cNvPr>
          <p:cNvSpPr>
            <a:spLocks xmlns:a="http://schemas.openxmlformats.org/drawingml/2006/main" noGrp="1"/>
          </p:cNvSpPr>
          <p:nvPr/>
        </p:nvSpPr>
        <p:spPr>
          <a:xfrm xmlns:a="http://schemas.openxmlformats.org/drawingml/2006/main">
            <a:off x="212407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4" name="">
            <a:extLst xmlns:a="http://schemas.openxmlformats.org/drawingml/2006/main">
              <a:ext uri="{FF2B5EF4-FFF2-40B4-BE49-F238E27FC236}">
                <a16:creationId xmlns:a16="http://schemas.microsoft.com/office/drawing/2014/main" id="{08454655-5AF4-42DF-8562-45ACA2D182B9}"/>
              </a:ext>
            </a:extLst>
          </p:cNvPr>
          <p:cNvSpPr>
            <a:spLocks xmlns:a="http://schemas.openxmlformats.org/drawingml/2006/main" noGrp="1"/>
          </p:cNvSpPr>
          <p:nvPr/>
        </p:nvSpPr>
        <p:spPr>
          <a:xfrm xmlns:a="http://schemas.openxmlformats.org/drawingml/2006/main">
            <a:off x="225742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5" name="">
            <a:extLst xmlns:a="http://schemas.openxmlformats.org/drawingml/2006/main">
              <a:ext uri="{FF2B5EF4-FFF2-40B4-BE49-F238E27FC236}">
                <a16:creationId xmlns:a16="http://schemas.microsoft.com/office/drawing/2014/main" id="{2BD9C5C5-033D-4D3C-9A4E-BE5C74D81010}"/>
              </a:ext>
            </a:extLst>
          </p:cNvPr>
          <p:cNvSpPr>
            <a:spLocks xmlns:a="http://schemas.openxmlformats.org/drawingml/2006/main" noGrp="1"/>
          </p:cNvSpPr>
          <p:nvPr/>
        </p:nvSpPr>
        <p:spPr>
          <a:xfrm xmlns:a="http://schemas.openxmlformats.org/drawingml/2006/main">
            <a:off x="239077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6" name="">
            <a:extLst xmlns:a="http://schemas.openxmlformats.org/drawingml/2006/main">
              <a:ext uri="{FF2B5EF4-FFF2-40B4-BE49-F238E27FC236}">
                <a16:creationId xmlns:a16="http://schemas.microsoft.com/office/drawing/2014/main" id="{7D137FD9-F186-41D1-92C7-1DA0D4A85C38}"/>
              </a:ext>
            </a:extLst>
          </p:cNvPr>
          <p:cNvSpPr>
            <a:spLocks xmlns:a="http://schemas.openxmlformats.org/drawingml/2006/main" noGrp="1"/>
          </p:cNvSpPr>
          <p:nvPr/>
        </p:nvSpPr>
        <p:spPr>
          <a:xfrm xmlns:a="http://schemas.openxmlformats.org/drawingml/2006/main">
            <a:off x="252412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7" name="">
            <a:extLst xmlns:a="http://schemas.openxmlformats.org/drawingml/2006/main">
              <a:ext uri="{FF2B5EF4-FFF2-40B4-BE49-F238E27FC236}">
                <a16:creationId xmlns:a16="http://schemas.microsoft.com/office/drawing/2014/main" id="{EC8CFAB2-DAC8-4769-A5BF-57B8D00C2A11}"/>
              </a:ext>
            </a:extLst>
          </p:cNvPr>
          <p:cNvSpPr>
            <a:spLocks xmlns:a="http://schemas.openxmlformats.org/drawingml/2006/main" noGrp="1"/>
          </p:cNvSpPr>
          <p:nvPr/>
        </p:nvSpPr>
        <p:spPr>
          <a:xfrm xmlns:a="http://schemas.openxmlformats.org/drawingml/2006/main">
            <a:off x="265747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8" name="">
            <a:extLst xmlns:a="http://schemas.openxmlformats.org/drawingml/2006/main">
              <a:ext uri="{FF2B5EF4-FFF2-40B4-BE49-F238E27FC236}">
                <a16:creationId xmlns:a16="http://schemas.microsoft.com/office/drawing/2014/main" id="{253B4630-4146-4173-891E-7A6580352BCC}"/>
              </a:ext>
            </a:extLst>
          </p:cNvPr>
          <p:cNvSpPr>
            <a:spLocks xmlns:a="http://schemas.openxmlformats.org/drawingml/2006/main" noGrp="1"/>
          </p:cNvSpPr>
          <p:nvPr/>
        </p:nvSpPr>
        <p:spPr>
          <a:xfrm xmlns:a="http://schemas.openxmlformats.org/drawingml/2006/main">
            <a:off x="279082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9" name="">
            <a:extLst xmlns:a="http://schemas.openxmlformats.org/drawingml/2006/main">
              <a:ext uri="{FF2B5EF4-FFF2-40B4-BE49-F238E27FC236}">
                <a16:creationId xmlns:a16="http://schemas.microsoft.com/office/drawing/2014/main" id="{02311D79-FB8D-4599-8E36-ECA4DF0730BF}"/>
              </a:ext>
            </a:extLst>
          </p:cNvPr>
          <p:cNvSpPr>
            <a:spLocks xmlns:a="http://schemas.openxmlformats.org/drawingml/2006/main" noGrp="1"/>
          </p:cNvSpPr>
          <p:nvPr/>
        </p:nvSpPr>
        <p:spPr>
          <a:xfrm xmlns:a="http://schemas.openxmlformats.org/drawingml/2006/main">
            <a:off x="2924175" y="34766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253639A9-A3DC-42D3-A4F7-274782E4F66A}"/>
              </a:ext>
            </a:extLst>
          </p:cNvPr>
          <p:cNvSpPr>
            <a:spLocks xmlns:a="http://schemas.openxmlformats.org/drawingml/2006/main" noGrp="1"/>
          </p:cNvSpPr>
          <p:nvPr/>
        </p:nvSpPr>
        <p:spPr>
          <a:xfrm xmlns:a="http://schemas.openxmlformats.org/drawingml/2006/main">
            <a:off x="3057525" y="34766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0CCD876D-4882-448F-91B6-DF06C6B35C26}"/>
              </a:ext>
            </a:extLst>
          </p:cNvPr>
          <p:cNvSpPr>
            <a:spLocks xmlns:a="http://schemas.openxmlformats.org/drawingml/2006/main" noGrp="1"/>
          </p:cNvSpPr>
          <p:nvPr/>
        </p:nvSpPr>
        <p:spPr>
          <a:xfrm xmlns:a="http://schemas.openxmlformats.org/drawingml/2006/main">
            <a:off x="3190875" y="34766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B230CCFC-1CC9-4BF7-8CB4-764776DE44A1}"/>
              </a:ext>
            </a:extLst>
          </p:cNvPr>
          <p:cNvSpPr>
            <a:spLocks xmlns:a="http://schemas.openxmlformats.org/drawingml/2006/main" noGrp="1"/>
          </p:cNvSpPr>
          <p:nvPr/>
        </p:nvSpPr>
        <p:spPr>
          <a:xfrm xmlns:a="http://schemas.openxmlformats.org/drawingml/2006/main">
            <a:off x="3324225" y="34766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B59CFAD8-4038-42E6-A8BB-E1FA4B02A1ED}"/>
              </a:ext>
            </a:extLst>
          </p:cNvPr>
          <p:cNvSpPr>
            <a:spLocks xmlns:a="http://schemas.openxmlformats.org/drawingml/2006/main" noGrp="1"/>
          </p:cNvSpPr>
          <p:nvPr/>
        </p:nvSpPr>
        <p:spPr>
          <a:xfrm xmlns:a="http://schemas.openxmlformats.org/drawingml/2006/main">
            <a:off x="3457575" y="34766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B144B90D-34AF-4B1C-B67E-EB4302FA9D08}"/>
              </a:ext>
            </a:extLst>
          </p:cNvPr>
          <p:cNvSpPr>
            <a:spLocks xmlns:a="http://schemas.openxmlformats.org/drawingml/2006/main" noGrp="1"/>
          </p:cNvSpPr>
          <p:nvPr/>
        </p:nvSpPr>
        <p:spPr>
          <a:xfrm xmlns:a="http://schemas.openxmlformats.org/drawingml/2006/main">
            <a:off x="3590925" y="34766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A991FA14-ADEE-4DE2-B515-ABDBA4718117}"/>
              </a:ext>
            </a:extLst>
          </p:cNvPr>
          <p:cNvSpPr>
            <a:spLocks xmlns:a="http://schemas.openxmlformats.org/drawingml/2006/main" noGrp="1"/>
          </p:cNvSpPr>
          <p:nvPr/>
        </p:nvSpPr>
        <p:spPr>
          <a:xfrm xmlns:a="http://schemas.openxmlformats.org/drawingml/2006/main">
            <a:off x="3724275" y="34766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A46392FA-D25C-40DE-86DB-2F3F66CD99C5}"/>
              </a:ext>
            </a:extLst>
          </p:cNvPr>
          <p:cNvSpPr>
            <a:spLocks xmlns:a="http://schemas.openxmlformats.org/drawingml/2006/main" noGrp="1"/>
          </p:cNvSpPr>
          <p:nvPr/>
        </p:nvSpPr>
        <p:spPr>
          <a:xfrm xmlns:a="http://schemas.openxmlformats.org/drawingml/2006/main">
            <a:off x="2286000" y="492442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13335">
            <a:solidFill>
              <a:srgbClr val="2876A8"/>
            </a:solidFill>
          </a:ln>
        </p:spPr>
      </p:sp>
      <p:sp>
        <p:nvSpPr>
          <p:cNvPr id="27" name="">
            <a:extLst xmlns:a="http://schemas.openxmlformats.org/drawingml/2006/main">
              <a:ext uri="{FF2B5EF4-FFF2-40B4-BE49-F238E27FC236}">
                <a16:creationId xmlns:a16="http://schemas.microsoft.com/office/drawing/2014/main" id="{5D0CE69F-6F7C-4878-93BE-77F1639DB6E0}"/>
              </a:ext>
            </a:extLst>
          </p:cNvPr>
          <p:cNvSpPr>
            <a:spLocks xmlns:a="http://schemas.openxmlformats.org/drawingml/2006/main" noGrp="1"/>
          </p:cNvSpPr>
          <p:nvPr/>
        </p:nvSpPr>
        <p:spPr>
          <a:xfrm xmlns:a="http://schemas.openxmlformats.org/drawingml/2006/main">
            <a:off x="3362325" y="4896421"/>
            <a:ext cx="66675" cy="56007"/>
          </a:xfrm>
          <a:custGeom xmlns:a="http://schemas.openxmlformats.org/drawingml/2006/main">
            <a:pathLst>
              <a:path w="66675" h="56007">
                <a:moveTo>
                  <a:pt x="66675" y="28004"/>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28" name="">
            <a:extLst xmlns:a="http://schemas.openxmlformats.org/drawingml/2006/main">
              <a:ext uri="{FF2B5EF4-FFF2-40B4-BE49-F238E27FC236}">
                <a16:creationId xmlns:a16="http://schemas.microsoft.com/office/drawing/2014/main" id="{ECD7E69A-FD25-43A3-B72A-C26E7C74F0D9}"/>
              </a:ext>
            </a:extLst>
          </p:cNvPr>
          <p:cNvSpPr>
            <a:spLocks xmlns:a="http://schemas.openxmlformats.org/drawingml/2006/main" noGrp="1"/>
          </p:cNvSpPr>
          <p:nvPr/>
        </p:nvSpPr>
        <p:spPr>
          <a:xfrm xmlns:a="http://schemas.openxmlformats.org/drawingml/2006/main">
            <a:off x="2286000" y="4924425"/>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13335">
            <a:solidFill>
              <a:srgbClr val="2876A8"/>
            </a:solidFill>
          </a:ln>
        </p:spPr>
      </p:sp>
      <p:sp>
        <p:nvSpPr>
          <p:cNvPr id="29" name="">
            <a:extLst xmlns:a="http://schemas.openxmlformats.org/drawingml/2006/main">
              <a:ext uri="{FF2B5EF4-FFF2-40B4-BE49-F238E27FC236}">
                <a16:creationId xmlns:a16="http://schemas.microsoft.com/office/drawing/2014/main" id="{6791C755-1FB4-4313-984D-7F5A30FD024C}"/>
              </a:ext>
            </a:extLst>
          </p:cNvPr>
          <p:cNvSpPr>
            <a:spLocks xmlns:a="http://schemas.openxmlformats.org/drawingml/2006/main" noGrp="1"/>
          </p:cNvSpPr>
          <p:nvPr/>
        </p:nvSpPr>
        <p:spPr>
          <a:xfrm xmlns:a="http://schemas.openxmlformats.org/drawingml/2006/main">
            <a:off x="2286000" y="4896421"/>
            <a:ext cx="66675" cy="56007"/>
          </a:xfrm>
          <a:custGeom xmlns:a="http://schemas.openxmlformats.org/drawingml/2006/main">
            <a:pathLst>
              <a:path w="66675" h="56007">
                <a:moveTo>
                  <a:pt x="0" y="28004"/>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30" name="">
            <a:extLst xmlns:a="http://schemas.openxmlformats.org/drawingml/2006/main">
              <a:ext uri="{FF2B5EF4-FFF2-40B4-BE49-F238E27FC236}">
                <a16:creationId xmlns:a16="http://schemas.microsoft.com/office/drawing/2014/main" id="{91E6324C-DB84-4C91-9693-0AD7A9357DDA}"/>
              </a:ext>
            </a:extLst>
          </p:cNvPr>
          <p:cNvSpPr>
            <a:spLocks xmlns:a="http://schemas.openxmlformats.org/drawingml/2006/main" noGrp="1"/>
          </p:cNvSpPr>
          <p:nvPr/>
        </p:nvSpPr>
        <p:spPr>
          <a:xfrm xmlns:a="http://schemas.openxmlformats.org/drawingml/2006/main">
            <a:off x="2286000" y="4972050"/>
            <a:ext cx="114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30 mm</a:t>
            </a:r>
          </a:p>
        </p:txBody>
      </p:sp>
      <p:sp>
        <p:nvSpPr>
          <p:cNvPr id="31" name="">
            <a:extLst xmlns:a="http://schemas.openxmlformats.org/drawingml/2006/main">
              <a:ext uri="{FF2B5EF4-FFF2-40B4-BE49-F238E27FC236}">
                <a16:creationId xmlns:a16="http://schemas.microsoft.com/office/drawing/2014/main" id="{EA4953FA-3EC7-435E-B2F4-59D0A7843B2B}"/>
              </a:ext>
            </a:extLst>
          </p:cNvPr>
          <p:cNvSpPr>
            <a:spLocks xmlns:a="http://schemas.openxmlformats.org/drawingml/2006/main" noGrp="1"/>
          </p:cNvSpPr>
          <p:nvPr/>
        </p:nvSpPr>
        <p:spPr>
          <a:xfrm xmlns:a="http://schemas.openxmlformats.org/drawingml/2006/main">
            <a:off x="3762375" y="2333625"/>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4288">
            <a:solidFill>
              <a:srgbClr val="2876A8"/>
            </a:solidFill>
          </a:ln>
        </p:spPr>
      </p:sp>
      <p:sp>
        <p:nvSpPr>
          <p:cNvPr id="32" name="">
            <a:extLst xmlns:a="http://schemas.openxmlformats.org/drawingml/2006/main">
              <a:ext uri="{FF2B5EF4-FFF2-40B4-BE49-F238E27FC236}">
                <a16:creationId xmlns:a16="http://schemas.microsoft.com/office/drawing/2014/main" id="{A81BE979-F8E9-410F-A6EB-5F1C9EDB51EE}"/>
              </a:ext>
            </a:extLst>
          </p:cNvPr>
          <p:cNvSpPr>
            <a:spLocks xmlns:a="http://schemas.openxmlformats.org/drawingml/2006/main" noGrp="1"/>
          </p:cNvSpPr>
          <p:nvPr/>
        </p:nvSpPr>
        <p:spPr>
          <a:xfrm xmlns:a="http://schemas.openxmlformats.org/drawingml/2006/main">
            <a:off x="3734372" y="455295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33" name="">
            <a:extLst xmlns:a="http://schemas.openxmlformats.org/drawingml/2006/main">
              <a:ext uri="{FF2B5EF4-FFF2-40B4-BE49-F238E27FC236}">
                <a16:creationId xmlns:a16="http://schemas.microsoft.com/office/drawing/2014/main" id="{A24BF36E-1877-4375-8A0A-AB9C87A4E910}"/>
              </a:ext>
            </a:extLst>
          </p:cNvPr>
          <p:cNvSpPr>
            <a:spLocks xmlns:a="http://schemas.openxmlformats.org/drawingml/2006/main" noGrp="1"/>
          </p:cNvSpPr>
          <p:nvPr/>
        </p:nvSpPr>
        <p:spPr>
          <a:xfrm xmlns:a="http://schemas.openxmlformats.org/drawingml/2006/main">
            <a:off x="3762375" y="2333625"/>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14288">
            <a:solidFill>
              <a:srgbClr val="2876A8"/>
            </a:solidFill>
          </a:ln>
        </p:spPr>
      </p:sp>
      <p:sp>
        <p:nvSpPr>
          <p:cNvPr id="34" name="">
            <a:extLst xmlns:a="http://schemas.openxmlformats.org/drawingml/2006/main">
              <a:ext uri="{FF2B5EF4-FFF2-40B4-BE49-F238E27FC236}">
                <a16:creationId xmlns:a16="http://schemas.microsoft.com/office/drawing/2014/main" id="{FA04CB57-A580-4A6D-8785-47ED19D5B065}"/>
              </a:ext>
            </a:extLst>
          </p:cNvPr>
          <p:cNvSpPr>
            <a:spLocks xmlns:a="http://schemas.openxmlformats.org/drawingml/2006/main" noGrp="1"/>
          </p:cNvSpPr>
          <p:nvPr/>
        </p:nvSpPr>
        <p:spPr>
          <a:xfrm xmlns:a="http://schemas.openxmlformats.org/drawingml/2006/main">
            <a:off x="3734372" y="233362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35" name="">
            <a:extLst xmlns:a="http://schemas.openxmlformats.org/drawingml/2006/main">
              <a:ext uri="{FF2B5EF4-FFF2-40B4-BE49-F238E27FC236}">
                <a16:creationId xmlns:a16="http://schemas.microsoft.com/office/drawing/2014/main" id="{F01E0875-A70F-4FB8-A475-7A37CF12873B}"/>
              </a:ext>
            </a:extLst>
          </p:cNvPr>
          <p:cNvSpPr>
            <a:spLocks xmlns:a="http://schemas.openxmlformats.org/drawingml/2006/main" noGrp="1"/>
          </p:cNvSpPr>
          <p:nvPr/>
        </p:nvSpPr>
        <p:spPr>
          <a:xfrm xmlns:a="http://schemas.openxmlformats.org/drawingml/2006/main">
            <a:off x="3876675" y="32766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60 mm</a:t>
            </a:r>
          </a:p>
        </p:txBody>
      </p:sp>
      <p:sp>
        <p:nvSpPr>
          <p:cNvPr id="36" name="">
            <a:extLst xmlns:a="http://schemas.openxmlformats.org/drawingml/2006/main">
              <a:ext uri="{FF2B5EF4-FFF2-40B4-BE49-F238E27FC236}">
                <a16:creationId xmlns:a16="http://schemas.microsoft.com/office/drawing/2014/main" id="{6156AAA4-C23E-4509-AF7E-459B801CB02F}"/>
              </a:ext>
            </a:extLst>
          </p:cNvPr>
          <p:cNvSpPr>
            <a:spLocks xmlns:a="http://schemas.openxmlformats.org/drawingml/2006/main" noGrp="1"/>
          </p:cNvSpPr>
          <p:nvPr/>
        </p:nvSpPr>
        <p:spPr>
          <a:xfrm xmlns:a="http://schemas.openxmlformats.org/drawingml/2006/main">
            <a:off x="1428750" y="2333625"/>
            <a:ext cx="9525" cy="1143000"/>
          </a:xfrm>
          <a:custGeom xmlns:a="http://schemas.openxmlformats.org/drawingml/2006/main">
            <a:pathLst>
              <a:path w="9525" h="1143000">
                <a:moveTo>
                  <a:pt x="0" y="0"/>
                </a:moveTo>
                <a:lnTo>
                  <a:pt x="0" y="1143000"/>
                </a:lnTo>
              </a:path>
            </a:pathLst>
          </a:custGeom>
          <a:noFill xmlns:a="http://schemas.openxmlformats.org/drawingml/2006/main"/>
          <a:ln xmlns:a="http://schemas.openxmlformats.org/drawingml/2006/main" w="14288">
            <a:solidFill>
              <a:srgbClr val="71818B"/>
            </a:solidFill>
          </a:ln>
        </p:spPr>
      </p:sp>
      <p:sp>
        <p:nvSpPr>
          <p:cNvPr id="37" name="">
            <a:extLst xmlns:a="http://schemas.openxmlformats.org/drawingml/2006/main">
              <a:ext uri="{FF2B5EF4-FFF2-40B4-BE49-F238E27FC236}">
                <a16:creationId xmlns:a16="http://schemas.microsoft.com/office/drawing/2014/main" id="{D476402C-D050-4464-AF51-CB63E7628044}"/>
              </a:ext>
            </a:extLst>
          </p:cNvPr>
          <p:cNvSpPr>
            <a:spLocks xmlns:a="http://schemas.openxmlformats.org/drawingml/2006/main" noGrp="1"/>
          </p:cNvSpPr>
          <p:nvPr/>
        </p:nvSpPr>
        <p:spPr>
          <a:xfrm xmlns:a="http://schemas.openxmlformats.org/drawingml/2006/main">
            <a:off x="1400747" y="340995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38" name="">
            <a:extLst xmlns:a="http://schemas.openxmlformats.org/drawingml/2006/main">
              <a:ext uri="{FF2B5EF4-FFF2-40B4-BE49-F238E27FC236}">
                <a16:creationId xmlns:a16="http://schemas.microsoft.com/office/drawing/2014/main" id="{0400CE03-74F3-4FCD-AA1E-4EC542384D72}"/>
              </a:ext>
            </a:extLst>
          </p:cNvPr>
          <p:cNvSpPr>
            <a:spLocks xmlns:a="http://schemas.openxmlformats.org/drawingml/2006/main" noGrp="1"/>
          </p:cNvSpPr>
          <p:nvPr/>
        </p:nvSpPr>
        <p:spPr>
          <a:xfrm xmlns:a="http://schemas.openxmlformats.org/drawingml/2006/main">
            <a:off x="1428750" y="2333625"/>
            <a:ext cx="9525" cy="1143000"/>
          </a:xfrm>
          <a:custGeom xmlns:a="http://schemas.openxmlformats.org/drawingml/2006/main">
            <a:pathLst>
              <a:path w="9525" h="1143000">
                <a:moveTo>
                  <a:pt x="0" y="1143000"/>
                </a:moveTo>
                <a:lnTo>
                  <a:pt x="0" y="0"/>
                </a:lnTo>
              </a:path>
            </a:pathLst>
          </a:custGeom>
          <a:noFill xmlns:a="http://schemas.openxmlformats.org/drawingml/2006/main"/>
          <a:ln xmlns:a="http://schemas.openxmlformats.org/drawingml/2006/main" w="14288">
            <a:solidFill>
              <a:srgbClr val="71818B"/>
            </a:solidFill>
          </a:ln>
        </p:spPr>
      </p:sp>
      <p:sp>
        <p:nvSpPr>
          <p:cNvPr id="39" name="">
            <a:extLst xmlns:a="http://schemas.openxmlformats.org/drawingml/2006/main">
              <a:ext uri="{FF2B5EF4-FFF2-40B4-BE49-F238E27FC236}">
                <a16:creationId xmlns:a16="http://schemas.microsoft.com/office/drawing/2014/main" id="{F07A8753-6A52-480B-8691-DB8D37FC2EC4}"/>
              </a:ext>
            </a:extLst>
          </p:cNvPr>
          <p:cNvSpPr>
            <a:spLocks xmlns:a="http://schemas.openxmlformats.org/drawingml/2006/main" noGrp="1"/>
          </p:cNvSpPr>
          <p:nvPr/>
        </p:nvSpPr>
        <p:spPr>
          <a:xfrm xmlns:a="http://schemas.openxmlformats.org/drawingml/2006/main">
            <a:off x="1400747" y="233362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40" name="">
            <a:extLst xmlns:a="http://schemas.openxmlformats.org/drawingml/2006/main">
              <a:ext uri="{FF2B5EF4-FFF2-40B4-BE49-F238E27FC236}">
                <a16:creationId xmlns:a16="http://schemas.microsoft.com/office/drawing/2014/main" id="{DC63B83A-913D-4290-BB12-92E20AF78C3C}"/>
              </a:ext>
            </a:extLst>
          </p:cNvPr>
          <p:cNvSpPr>
            <a:spLocks xmlns:a="http://schemas.openxmlformats.org/drawingml/2006/main" noGrp="1"/>
          </p:cNvSpPr>
          <p:nvPr/>
        </p:nvSpPr>
        <p:spPr>
          <a:xfrm xmlns:a="http://schemas.openxmlformats.org/drawingml/2006/main">
            <a:off x="1543050" y="27051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c = 30</a:t>
            </a:r>
          </a:p>
        </p:txBody>
      </p:sp>
      <p:sp>
        <p:nvSpPr>
          <p:cNvPr id="41" name="">
            <a:extLst xmlns:a="http://schemas.openxmlformats.org/drawingml/2006/main">
              <a:ext uri="{FF2B5EF4-FFF2-40B4-BE49-F238E27FC236}">
                <a16:creationId xmlns:a16="http://schemas.microsoft.com/office/drawing/2014/main" id="{6F0273B5-B29C-4C7C-8B57-AFCD324999A5}"/>
              </a:ext>
            </a:extLst>
          </p:cNvPr>
          <p:cNvSpPr>
            <a:spLocks xmlns:a="http://schemas.openxmlformats.org/drawingml/2006/main" noGrp="1"/>
          </p:cNvSpPr>
          <p:nvPr/>
        </p:nvSpPr>
        <p:spPr>
          <a:xfrm xmlns:a="http://schemas.openxmlformats.org/drawingml/2006/main">
            <a:off x="6477000" y="16192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M最大 = 240 × 1,200 / 4</a:t>
            </a:r>
          </a:p>
        </p:txBody>
      </p:sp>
      <p:sp>
        <p:nvSpPr>
          <p:cNvPr id="42" name="">
            <a:extLst xmlns:a="http://schemas.openxmlformats.org/drawingml/2006/main">
              <a:ext uri="{FF2B5EF4-FFF2-40B4-BE49-F238E27FC236}">
                <a16:creationId xmlns:a16="http://schemas.microsoft.com/office/drawing/2014/main" id="{809D253F-6D35-42A0-ADFE-9997303BD81E}"/>
              </a:ext>
            </a:extLst>
          </p:cNvPr>
          <p:cNvSpPr>
            <a:spLocks xmlns:a="http://schemas.openxmlformats.org/drawingml/2006/main" noGrp="1"/>
          </p:cNvSpPr>
          <p:nvPr/>
        </p:nvSpPr>
        <p:spPr>
          <a:xfrm xmlns:a="http://schemas.openxmlformats.org/drawingml/2006/main">
            <a:off x="7239000" y="21431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xmlns:a="http://schemas.openxmlformats.org/drawingml/2006/main">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 72,000 N·mm</a:t>
            </a:r>
          </a:p>
        </p:txBody>
      </p:sp>
      <p:sp>
        <p:nvSpPr>
          <p:cNvPr id="43" name="">
            <a:extLst xmlns:a="http://schemas.openxmlformats.org/drawingml/2006/main">
              <a:ext uri="{FF2B5EF4-FFF2-40B4-BE49-F238E27FC236}">
                <a16:creationId xmlns:a16="http://schemas.microsoft.com/office/drawing/2014/main" id="{40292114-DC18-4F3D-9BE9-7ABA7910087E}"/>
              </a:ext>
            </a:extLst>
          </p:cNvPr>
          <p:cNvSpPr>
            <a:spLocks xmlns:a="http://schemas.openxmlformats.org/drawingml/2006/main" noGrp="1"/>
          </p:cNvSpPr>
          <p:nvPr/>
        </p:nvSpPr>
        <p:spPr>
          <a:xfrm xmlns:a="http://schemas.openxmlformats.org/drawingml/2006/main">
            <a:off x="6477000" y="3000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A = 30 × 60 = 1,800 mm²</a:t>
            </a:r>
          </a:p>
        </p:txBody>
      </p:sp>
      <p:sp>
        <p:nvSpPr>
          <p:cNvPr id="44" name="">
            <a:extLst xmlns:a="http://schemas.openxmlformats.org/drawingml/2006/main">
              <a:ext uri="{FF2B5EF4-FFF2-40B4-BE49-F238E27FC236}">
                <a16:creationId xmlns:a16="http://schemas.microsoft.com/office/drawing/2014/main" id="{909450B9-692B-4D9F-808D-0FADDF03FD6F}"/>
              </a:ext>
            </a:extLst>
          </p:cNvPr>
          <p:cNvSpPr>
            <a:spLocks xmlns:a="http://schemas.openxmlformats.org/drawingml/2006/main" noGrp="1"/>
          </p:cNvSpPr>
          <p:nvPr/>
        </p:nvSpPr>
        <p:spPr>
          <a:xfrm xmlns:a="http://schemas.openxmlformats.org/drawingml/2006/main">
            <a:off x="6477000" y="35718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I = 30 × 60³/12</a:t>
            </a:r>
          </a:p>
        </p:txBody>
      </p:sp>
      <p:sp>
        <p:nvSpPr>
          <p:cNvPr id="45" name="">
            <a:extLst xmlns:a="http://schemas.openxmlformats.org/drawingml/2006/main">
              <a:ext uri="{FF2B5EF4-FFF2-40B4-BE49-F238E27FC236}">
                <a16:creationId xmlns:a16="http://schemas.microsoft.com/office/drawing/2014/main" id="{1FA9602A-6832-4989-937F-E828070C588D}"/>
              </a:ext>
            </a:extLst>
          </p:cNvPr>
          <p:cNvSpPr>
            <a:spLocks xmlns:a="http://schemas.openxmlformats.org/drawingml/2006/main" noGrp="1"/>
          </p:cNvSpPr>
          <p:nvPr/>
        </p:nvSpPr>
        <p:spPr>
          <a:xfrm xmlns:a="http://schemas.openxmlformats.org/drawingml/2006/main">
            <a:off x="7239000" y="40481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876A8"/>
                </a:solidFill>
                <a:latin typeface="Yu Gothic"/>
                <a:ea typeface="Yu Gothic"/>
                <a:cs typeface="Yu Gothic"/>
              </a:defRPr>
            </a:defPPr>
            <a:lvl1pPr>
              <a:buNone/>
              <a:defRPr sz="2325" b="1">
                <a:solidFill>
                  <a:srgbClr val="2876A8"/>
                </a:solidFill>
                <a:latin typeface="Yu Gothic"/>
                <a:ea typeface="Yu Gothic"/>
                <a:cs typeface="Yu Gothic"/>
              </a:defRPr>
            </a:lvl1pPr>
            <a:lvl2pPr>
              <a:buNone/>
              <a:defRPr sz="2325" b="1">
                <a:solidFill>
                  <a:srgbClr val="2876A8"/>
                </a:solidFill>
                <a:latin typeface="Yu Gothic"/>
                <a:ea typeface="Yu Gothic"/>
                <a:cs typeface="Yu Gothic"/>
              </a:defRPr>
            </a:lvl2pPr>
            <a:lvl3pPr>
              <a:buNone/>
              <a:defRPr sz="2325" b="1">
                <a:solidFill>
                  <a:srgbClr val="2876A8"/>
                </a:solidFill>
                <a:latin typeface="Yu Gothic"/>
                <a:ea typeface="Yu Gothic"/>
                <a:cs typeface="Yu Gothic"/>
              </a:defRPr>
            </a:lvl3pPr>
            <a:lvl4pPr>
              <a:buNone/>
              <a:defRPr sz="2325" b="1">
                <a:solidFill>
                  <a:srgbClr val="2876A8"/>
                </a:solidFill>
                <a:latin typeface="Yu Gothic"/>
                <a:ea typeface="Yu Gothic"/>
                <a:cs typeface="Yu Gothic"/>
              </a:defRPr>
            </a:lvl4pPr>
            <a:lvl5pPr>
              <a:buNone/>
              <a:defRPr sz="2325" b="1">
                <a:solidFill>
                  <a:srgbClr val="2876A8"/>
                </a:solidFill>
                <a:latin typeface="Yu Gothic"/>
                <a:ea typeface="Yu Gothic"/>
                <a:cs typeface="Yu Gothic"/>
              </a:defRPr>
            </a:lvl5pPr>
            <a:lvl6pPr>
              <a:buNone/>
              <a:defRPr sz="2325" b="1">
                <a:solidFill>
                  <a:srgbClr val="2876A8"/>
                </a:solidFill>
                <a:latin typeface="Yu Gothic"/>
                <a:ea typeface="Yu Gothic"/>
                <a:cs typeface="Yu Gothic"/>
              </a:defRPr>
            </a:lvl6pPr>
            <a:lvl7pPr>
              <a:buNone/>
              <a:defRPr sz="2325" b="1">
                <a:solidFill>
                  <a:srgbClr val="2876A8"/>
                </a:solidFill>
                <a:latin typeface="Yu Gothic"/>
                <a:ea typeface="Yu Gothic"/>
                <a:cs typeface="Yu Gothic"/>
              </a:defRPr>
            </a:lvl7pPr>
            <a:lvl8pPr>
              <a:buNone/>
              <a:defRPr sz="2325" b="1">
                <a:solidFill>
                  <a:srgbClr val="2876A8"/>
                </a:solidFill>
                <a:latin typeface="Yu Gothic"/>
                <a:ea typeface="Yu Gothic"/>
                <a:cs typeface="Yu Gothic"/>
              </a:defRPr>
            </a:lvl8pPr>
            <a:lvl9pPr>
              <a:buNone/>
              <a:defRPr sz="2325" b="1">
                <a:solidFill>
                  <a:srgbClr val="2876A8"/>
                </a:solidFill>
                <a:latin typeface="Yu Gothic"/>
                <a:ea typeface="Yu Gothic"/>
                <a:cs typeface="Yu Gothic"/>
              </a:defRPr>
            </a:lvl9pPr>
          </a:lstStyle>
          <a:p xmlns:a="http://schemas.openxmlformats.org/drawingml/2006/main">
            <a:pPr>
              <a:buNone/>
              <a:defRPr sz="2325" b="1">
                <a:solidFill>
                  <a:srgbClr val="2876A8"/>
                </a:solidFill>
                <a:latin typeface="Yu Gothic"/>
                <a:ea typeface="Yu Gothic"/>
                <a:cs typeface="Yu Gothic"/>
              </a:defRPr>
            </a:pPr>
            <a:r>
              <a:rPr sz="2325" b="1">
                <a:solidFill>
                  <a:srgbClr val="2876A8"/>
                </a:solidFill>
                <a:latin typeface="Yu Gothic"/>
                <a:ea typeface="Yu Gothic"/>
                <a:cs typeface="Yu Gothic"/>
              </a:rPr>
              <a:t>= 540,000 mm⁴</a:t>
            </a:r>
          </a:p>
        </p:txBody>
      </p:sp>
      <p:sp>
        <p:nvSpPr>
          <p:cNvPr id="46" name="">
            <a:extLst xmlns:a="http://schemas.openxmlformats.org/drawingml/2006/main">
              <a:ext uri="{FF2B5EF4-FFF2-40B4-BE49-F238E27FC236}">
                <a16:creationId xmlns:a16="http://schemas.microsoft.com/office/drawing/2014/main" id="{AC574238-F2FD-44BC-9E69-832C700F8920}"/>
              </a:ext>
            </a:extLst>
          </p:cNvPr>
          <p:cNvSpPr>
            <a:spLocks xmlns:a="http://schemas.openxmlformats.org/drawingml/2006/main" noGrp="1"/>
          </p:cNvSpPr>
          <p:nvPr/>
        </p:nvSpPr>
        <p:spPr>
          <a:xfrm xmlns:a="http://schemas.openxmlformats.org/drawingml/2006/main">
            <a:off x="6477000" y="48577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Z = 540,000/30 = 18,000 mm³</a:t>
            </a:r>
          </a:p>
        </p:txBody>
      </p:sp>
      <p:sp>
        <p:nvSpPr>
          <p:cNvPr id="47" name="">
            <a:extLst xmlns:a="http://schemas.openxmlformats.org/drawingml/2006/main">
              <a:ext uri="{FF2B5EF4-FFF2-40B4-BE49-F238E27FC236}">
                <a16:creationId xmlns:a16="http://schemas.microsoft.com/office/drawing/2014/main" id="{4486DCBE-F1AF-432F-817D-DA3BB88DE5C5}"/>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Iは図の水平な中立軸まわりの値。寸法をmm、MをN·mmにそろえて計算する。</a:t>
            </a:r>
          </a:p>
        </p:txBody>
      </p:sp>
    </p:spTree>
    <p:extLst>
      <p:ext uri="{BB962C8B-B14F-4D97-AF65-F5344CB8AC3E}">
        <p14:creationId xmlns:p14="http://schemas.microsoft.com/office/powerpoint/2010/main" val="1702123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8CC9DC-4782-421D-BA67-F950DCB4A35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例題：応力とたわみ</a:t>
            </a:r>
          </a:p>
        </p:txBody>
      </p:sp>
      <p:sp>
        <p:nvSpPr>
          <p:cNvPr id="2" name="">
            <a:extLst xmlns:a="http://schemas.openxmlformats.org/drawingml/2006/main">
              <a:ext uri="{FF2B5EF4-FFF2-40B4-BE49-F238E27FC236}">
                <a16:creationId xmlns:a16="http://schemas.microsoft.com/office/drawing/2014/main" id="{DB0A861E-0AB8-4A21-B60F-35D513FD6613}"/>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7CBE03D3-DDCF-49FC-B44F-3D9FCEE4126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7ADF84AD-C1D8-4DC1-9075-77EFE5B047D8}"/>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52</a:t>
            </a:r>
          </a:p>
        </p:txBody>
      </p:sp>
      <p:sp>
        <p:nvSpPr>
          <p:cNvPr id="10" name="">
            <a:extLst xmlns:a="http://schemas.openxmlformats.org/drawingml/2006/main">
              <a:ext uri="{FF2B5EF4-FFF2-40B4-BE49-F238E27FC236}">
                <a16:creationId xmlns:a16="http://schemas.microsoft.com/office/drawing/2014/main" id="{9FB3AAE5-68D2-4512-A0F1-1BA459E0A1AF}"/>
              </a:ext>
            </a:extLst>
          </p:cNvPr>
          <p:cNvSpPr>
            <a:spLocks xmlns:a="http://schemas.openxmlformats.org/drawingml/2006/main" noGrp="1"/>
          </p:cNvSpPr>
          <p:nvPr/>
        </p:nvSpPr>
        <p:spPr>
          <a:xfrm xmlns:a="http://schemas.openxmlformats.org/drawingml/2006/main">
            <a:off x="809625" y="15240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断面の表面に生じる応力</a:t>
            </a:r>
          </a:p>
        </p:txBody>
      </p:sp>
      <p:sp>
        <p:nvSpPr>
          <p:cNvPr id="11" name="">
            <a:extLst xmlns:a="http://schemas.openxmlformats.org/drawingml/2006/main">
              <a:ext uri="{FF2B5EF4-FFF2-40B4-BE49-F238E27FC236}">
                <a16:creationId xmlns:a16="http://schemas.microsoft.com/office/drawing/2014/main" id="{140633F9-FC57-46EC-928B-9F3E08B1B904}"/>
              </a:ext>
            </a:extLst>
          </p:cNvPr>
          <p:cNvSpPr>
            <a:spLocks xmlns:a="http://schemas.openxmlformats.org/drawingml/2006/main" noGrp="1"/>
          </p:cNvSpPr>
          <p:nvPr/>
        </p:nvSpPr>
        <p:spPr>
          <a:xfrm xmlns:a="http://schemas.openxmlformats.org/drawingml/2006/main">
            <a:off x="7000875" y="15240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はり全体の変形</a:t>
            </a:r>
          </a:p>
        </p:txBody>
      </p:sp>
      <p:sp>
        <p:nvSpPr>
          <p:cNvPr id="12" name="">
            <a:extLst xmlns:a="http://schemas.openxmlformats.org/drawingml/2006/main">
              <a:ext uri="{FF2B5EF4-FFF2-40B4-BE49-F238E27FC236}">
                <a16:creationId xmlns:a16="http://schemas.microsoft.com/office/drawing/2014/main" id="{221E8470-94C1-4FA5-B776-E57E1C426340}"/>
              </a:ext>
            </a:extLst>
          </p:cNvPr>
          <p:cNvSpPr>
            <a:spLocks xmlns:a="http://schemas.openxmlformats.org/drawingml/2006/main" noGrp="1"/>
          </p:cNvSpPr>
          <p:nvPr/>
        </p:nvSpPr>
        <p:spPr>
          <a:xfrm xmlns:a="http://schemas.openxmlformats.org/drawingml/2006/main">
            <a:off x="1333500" y="2428875"/>
            <a:ext cx="857250" cy="17145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3" name="">
            <a:extLst xmlns:a="http://schemas.openxmlformats.org/drawingml/2006/main">
              <a:ext uri="{FF2B5EF4-FFF2-40B4-BE49-F238E27FC236}">
                <a16:creationId xmlns:a16="http://schemas.microsoft.com/office/drawing/2014/main" id="{AACF020C-8F1A-4BC2-9DB7-F117191D7AA4}"/>
              </a:ext>
            </a:extLst>
          </p:cNvPr>
          <p:cNvSpPr>
            <a:spLocks xmlns:a="http://schemas.openxmlformats.org/drawingml/2006/main" noGrp="1"/>
          </p:cNvSpPr>
          <p:nvPr/>
        </p:nvSpPr>
        <p:spPr>
          <a:xfrm xmlns:a="http://schemas.openxmlformats.org/drawingml/2006/main">
            <a:off x="109537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14" name="">
            <a:extLst xmlns:a="http://schemas.openxmlformats.org/drawingml/2006/main">
              <a:ext uri="{FF2B5EF4-FFF2-40B4-BE49-F238E27FC236}">
                <a16:creationId xmlns:a16="http://schemas.microsoft.com/office/drawing/2014/main" id="{AA8B8106-60C3-4557-BF71-53C48EAF133E}"/>
              </a:ext>
            </a:extLst>
          </p:cNvPr>
          <p:cNvSpPr>
            <a:spLocks xmlns:a="http://schemas.openxmlformats.org/drawingml/2006/main" noGrp="1"/>
          </p:cNvSpPr>
          <p:nvPr/>
        </p:nvSpPr>
        <p:spPr>
          <a:xfrm xmlns:a="http://schemas.openxmlformats.org/drawingml/2006/main">
            <a:off x="122872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5" name="">
            <a:extLst xmlns:a="http://schemas.openxmlformats.org/drawingml/2006/main">
              <a:ext uri="{FF2B5EF4-FFF2-40B4-BE49-F238E27FC236}">
                <a16:creationId xmlns:a16="http://schemas.microsoft.com/office/drawing/2014/main" id="{1E3A709C-7820-461D-9F1A-0746DB46F721}"/>
              </a:ext>
            </a:extLst>
          </p:cNvPr>
          <p:cNvSpPr>
            <a:spLocks xmlns:a="http://schemas.openxmlformats.org/drawingml/2006/main" noGrp="1"/>
          </p:cNvSpPr>
          <p:nvPr/>
        </p:nvSpPr>
        <p:spPr>
          <a:xfrm xmlns:a="http://schemas.openxmlformats.org/drawingml/2006/main">
            <a:off x="136207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6" name="">
            <a:extLst xmlns:a="http://schemas.openxmlformats.org/drawingml/2006/main">
              <a:ext uri="{FF2B5EF4-FFF2-40B4-BE49-F238E27FC236}">
                <a16:creationId xmlns:a16="http://schemas.microsoft.com/office/drawing/2014/main" id="{D7A54311-A786-4325-845C-84A545CBA295}"/>
              </a:ext>
            </a:extLst>
          </p:cNvPr>
          <p:cNvSpPr>
            <a:spLocks xmlns:a="http://schemas.openxmlformats.org/drawingml/2006/main" noGrp="1"/>
          </p:cNvSpPr>
          <p:nvPr/>
        </p:nvSpPr>
        <p:spPr>
          <a:xfrm xmlns:a="http://schemas.openxmlformats.org/drawingml/2006/main">
            <a:off x="149542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7" name="">
            <a:extLst xmlns:a="http://schemas.openxmlformats.org/drawingml/2006/main">
              <a:ext uri="{FF2B5EF4-FFF2-40B4-BE49-F238E27FC236}">
                <a16:creationId xmlns:a16="http://schemas.microsoft.com/office/drawing/2014/main" id="{095F1B2D-8AC6-42E3-82C3-DB2A7937EC7B}"/>
              </a:ext>
            </a:extLst>
          </p:cNvPr>
          <p:cNvSpPr>
            <a:spLocks xmlns:a="http://schemas.openxmlformats.org/drawingml/2006/main" noGrp="1"/>
          </p:cNvSpPr>
          <p:nvPr/>
        </p:nvSpPr>
        <p:spPr>
          <a:xfrm xmlns:a="http://schemas.openxmlformats.org/drawingml/2006/main">
            <a:off x="162877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8" name="">
            <a:extLst xmlns:a="http://schemas.openxmlformats.org/drawingml/2006/main">
              <a:ext uri="{FF2B5EF4-FFF2-40B4-BE49-F238E27FC236}">
                <a16:creationId xmlns:a16="http://schemas.microsoft.com/office/drawing/2014/main" id="{6C4FB385-24B6-43EA-A007-83EDA84FE5F8}"/>
              </a:ext>
            </a:extLst>
          </p:cNvPr>
          <p:cNvSpPr>
            <a:spLocks xmlns:a="http://schemas.openxmlformats.org/drawingml/2006/main" noGrp="1"/>
          </p:cNvSpPr>
          <p:nvPr/>
        </p:nvSpPr>
        <p:spPr>
          <a:xfrm xmlns:a="http://schemas.openxmlformats.org/drawingml/2006/main">
            <a:off x="176212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19" name="">
            <a:extLst xmlns:a="http://schemas.openxmlformats.org/drawingml/2006/main">
              <a:ext uri="{FF2B5EF4-FFF2-40B4-BE49-F238E27FC236}">
                <a16:creationId xmlns:a16="http://schemas.microsoft.com/office/drawing/2014/main" id="{21729E7B-A6EA-4ABF-AAD8-EDBD045EE1E4}"/>
              </a:ext>
            </a:extLst>
          </p:cNvPr>
          <p:cNvSpPr>
            <a:spLocks xmlns:a="http://schemas.openxmlformats.org/drawingml/2006/main" noGrp="1"/>
          </p:cNvSpPr>
          <p:nvPr/>
        </p:nvSpPr>
        <p:spPr>
          <a:xfrm xmlns:a="http://schemas.openxmlformats.org/drawingml/2006/main">
            <a:off x="189547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2283E85F-10F8-4EA7-8C7C-F65FD724435C}"/>
              </a:ext>
            </a:extLst>
          </p:cNvPr>
          <p:cNvSpPr>
            <a:spLocks xmlns:a="http://schemas.openxmlformats.org/drawingml/2006/main" noGrp="1"/>
          </p:cNvSpPr>
          <p:nvPr/>
        </p:nvSpPr>
        <p:spPr>
          <a:xfrm xmlns:a="http://schemas.openxmlformats.org/drawingml/2006/main">
            <a:off x="202882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4A4321B1-0192-4C8D-8CF6-9860CBFA55E4}"/>
              </a:ext>
            </a:extLst>
          </p:cNvPr>
          <p:cNvSpPr>
            <a:spLocks xmlns:a="http://schemas.openxmlformats.org/drawingml/2006/main" noGrp="1"/>
          </p:cNvSpPr>
          <p:nvPr/>
        </p:nvSpPr>
        <p:spPr>
          <a:xfrm xmlns:a="http://schemas.openxmlformats.org/drawingml/2006/main">
            <a:off x="216217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38DB7C15-2B04-4C65-A679-1E3DF76F4A3F}"/>
              </a:ext>
            </a:extLst>
          </p:cNvPr>
          <p:cNvSpPr>
            <a:spLocks xmlns:a="http://schemas.openxmlformats.org/drawingml/2006/main" noGrp="1"/>
          </p:cNvSpPr>
          <p:nvPr/>
        </p:nvSpPr>
        <p:spPr>
          <a:xfrm xmlns:a="http://schemas.openxmlformats.org/drawingml/2006/main">
            <a:off x="229552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9F353FB9-C494-4839-A127-9EC1DDAA093A}"/>
              </a:ext>
            </a:extLst>
          </p:cNvPr>
          <p:cNvSpPr>
            <a:spLocks xmlns:a="http://schemas.openxmlformats.org/drawingml/2006/main" noGrp="1"/>
          </p:cNvSpPr>
          <p:nvPr/>
        </p:nvSpPr>
        <p:spPr>
          <a:xfrm xmlns:a="http://schemas.openxmlformats.org/drawingml/2006/main">
            <a:off x="242887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253F2CBE-2480-4D69-99E9-C739A55910AA}"/>
              </a:ext>
            </a:extLst>
          </p:cNvPr>
          <p:cNvSpPr>
            <a:spLocks xmlns:a="http://schemas.openxmlformats.org/drawingml/2006/main" noGrp="1"/>
          </p:cNvSpPr>
          <p:nvPr/>
        </p:nvSpPr>
        <p:spPr>
          <a:xfrm xmlns:a="http://schemas.openxmlformats.org/drawingml/2006/main">
            <a:off x="256222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9DBF18A1-C3B7-4881-8A2E-2D12EF394F1F}"/>
              </a:ext>
            </a:extLst>
          </p:cNvPr>
          <p:cNvSpPr>
            <a:spLocks xmlns:a="http://schemas.openxmlformats.org/drawingml/2006/main" noGrp="1"/>
          </p:cNvSpPr>
          <p:nvPr/>
        </p:nvSpPr>
        <p:spPr>
          <a:xfrm xmlns:a="http://schemas.openxmlformats.org/drawingml/2006/main">
            <a:off x="269557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0E3ADAF0-5C78-44E5-84F5-EE4DD8881D9F}"/>
              </a:ext>
            </a:extLst>
          </p:cNvPr>
          <p:cNvSpPr>
            <a:spLocks xmlns:a="http://schemas.openxmlformats.org/drawingml/2006/main" noGrp="1"/>
          </p:cNvSpPr>
          <p:nvPr/>
        </p:nvSpPr>
        <p:spPr>
          <a:xfrm xmlns:a="http://schemas.openxmlformats.org/drawingml/2006/main">
            <a:off x="282892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7D518CA8-27E8-4F8F-9675-EA99131C108C}"/>
              </a:ext>
            </a:extLst>
          </p:cNvPr>
          <p:cNvSpPr>
            <a:spLocks xmlns:a="http://schemas.openxmlformats.org/drawingml/2006/main" noGrp="1"/>
          </p:cNvSpPr>
          <p:nvPr/>
        </p:nvSpPr>
        <p:spPr>
          <a:xfrm xmlns:a="http://schemas.openxmlformats.org/drawingml/2006/main">
            <a:off x="296227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DA04BAFA-3481-4D4D-B7BD-CC782CA1F7D9}"/>
              </a:ext>
            </a:extLst>
          </p:cNvPr>
          <p:cNvSpPr>
            <a:spLocks xmlns:a="http://schemas.openxmlformats.org/drawingml/2006/main" noGrp="1"/>
          </p:cNvSpPr>
          <p:nvPr/>
        </p:nvSpPr>
        <p:spPr>
          <a:xfrm xmlns:a="http://schemas.openxmlformats.org/drawingml/2006/main">
            <a:off x="309562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EB33BBCF-CB49-442C-9CE9-325363A6E392}"/>
              </a:ext>
            </a:extLst>
          </p:cNvPr>
          <p:cNvSpPr>
            <a:spLocks xmlns:a="http://schemas.openxmlformats.org/drawingml/2006/main" noGrp="1"/>
          </p:cNvSpPr>
          <p:nvPr/>
        </p:nvSpPr>
        <p:spPr>
          <a:xfrm xmlns:a="http://schemas.openxmlformats.org/drawingml/2006/main">
            <a:off x="322897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4E16F9A8-A09E-4D68-A491-F088E049C571}"/>
              </a:ext>
            </a:extLst>
          </p:cNvPr>
          <p:cNvSpPr>
            <a:spLocks xmlns:a="http://schemas.openxmlformats.org/drawingml/2006/main" noGrp="1"/>
          </p:cNvSpPr>
          <p:nvPr/>
        </p:nvSpPr>
        <p:spPr>
          <a:xfrm xmlns:a="http://schemas.openxmlformats.org/drawingml/2006/main">
            <a:off x="3362325" y="3286125"/>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662375E5-4467-4FAB-9247-D50710E48686}"/>
              </a:ext>
            </a:extLst>
          </p:cNvPr>
          <p:cNvSpPr>
            <a:spLocks xmlns:a="http://schemas.openxmlformats.org/drawingml/2006/main" noGrp="1"/>
          </p:cNvSpPr>
          <p:nvPr/>
        </p:nvSpPr>
        <p:spPr>
          <a:xfrm xmlns:a="http://schemas.openxmlformats.org/drawingml/2006/main">
            <a:off x="349567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7364276B-7C97-4CA8-ADF6-69421C29B4C9}"/>
              </a:ext>
            </a:extLst>
          </p:cNvPr>
          <p:cNvSpPr>
            <a:spLocks xmlns:a="http://schemas.openxmlformats.org/drawingml/2006/main" noGrp="1"/>
          </p:cNvSpPr>
          <p:nvPr/>
        </p:nvSpPr>
        <p:spPr>
          <a:xfrm xmlns:a="http://schemas.openxmlformats.org/drawingml/2006/main">
            <a:off x="3629025" y="3286125"/>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C4ABDF8A-61E8-4886-983B-A1EA7E2EEEB4}"/>
              </a:ext>
            </a:extLst>
          </p:cNvPr>
          <p:cNvSpPr>
            <a:spLocks xmlns:a="http://schemas.openxmlformats.org/drawingml/2006/main" noGrp="1"/>
          </p:cNvSpPr>
          <p:nvPr/>
        </p:nvSpPr>
        <p:spPr>
          <a:xfrm xmlns:a="http://schemas.openxmlformats.org/drawingml/2006/main">
            <a:off x="2190750" y="2428875"/>
            <a:ext cx="1333500" cy="9525"/>
          </a:xfrm>
          <a:custGeom xmlns:a="http://schemas.openxmlformats.org/drawingml/2006/main">
            <a:pathLst>
              <a:path w="1333500" h="9525">
                <a:moveTo>
                  <a:pt x="1333500" y="0"/>
                </a:moveTo>
                <a:lnTo>
                  <a:pt x="0" y="0"/>
                </a:lnTo>
              </a:path>
            </a:pathLst>
          </a:custGeom>
          <a:noFill xmlns:a="http://schemas.openxmlformats.org/drawingml/2006/main"/>
          <a:ln xmlns:a="http://schemas.openxmlformats.org/drawingml/2006/main" w="28575">
            <a:solidFill>
              <a:srgbClr val="AD8760"/>
            </a:solidFill>
          </a:ln>
        </p:spPr>
      </p:sp>
      <p:sp>
        <p:nvSpPr>
          <p:cNvPr id="34" name="">
            <a:extLst xmlns:a="http://schemas.openxmlformats.org/drawingml/2006/main">
              <a:ext uri="{FF2B5EF4-FFF2-40B4-BE49-F238E27FC236}">
                <a16:creationId xmlns:a16="http://schemas.microsoft.com/office/drawing/2014/main" id="{2D62090D-F029-4A9A-A42C-61F3A43CB155}"/>
              </a:ext>
            </a:extLst>
          </p:cNvPr>
          <p:cNvSpPr>
            <a:spLocks xmlns:a="http://schemas.openxmlformats.org/drawingml/2006/main" noGrp="1"/>
          </p:cNvSpPr>
          <p:nvPr/>
        </p:nvSpPr>
        <p:spPr>
          <a:xfrm xmlns:a="http://schemas.openxmlformats.org/drawingml/2006/main">
            <a:off x="2190750" y="2388870"/>
            <a:ext cx="95250" cy="80010"/>
          </a:xfrm>
          <a:custGeom xmlns:a="http://schemas.openxmlformats.org/drawingml/2006/main">
            <a:pathLst>
              <a:path w="95250" h="80010">
                <a:moveTo>
                  <a:pt x="0" y="40005"/>
                </a:moveTo>
                <a:lnTo>
                  <a:pt x="95250" y="80010"/>
                </a:lnTo>
                <a:lnTo>
                  <a:pt x="95250" y="0"/>
                </a:lnTo>
                <a:close/>
              </a:path>
            </a:pathLst>
          </a:custGeom>
          <a:solidFill xmlns:a="http://schemas.openxmlformats.org/drawingml/2006/main">
            <a:srgbClr val="AD8760"/>
          </a:solidFill>
          <a:ln xmlns:a="http://schemas.openxmlformats.org/drawingml/2006/main" w="4763">
            <a:solidFill>
              <a:srgbClr val="AD8760"/>
            </a:solidFill>
          </a:ln>
        </p:spPr>
      </p:sp>
      <p:sp>
        <p:nvSpPr>
          <p:cNvPr id="35" name="">
            <a:extLst xmlns:a="http://schemas.openxmlformats.org/drawingml/2006/main">
              <a:ext uri="{FF2B5EF4-FFF2-40B4-BE49-F238E27FC236}">
                <a16:creationId xmlns:a16="http://schemas.microsoft.com/office/drawing/2014/main" id="{838801D4-6414-4BA3-8F35-B06D2508B5E8}"/>
              </a:ext>
            </a:extLst>
          </p:cNvPr>
          <p:cNvSpPr>
            <a:spLocks xmlns:a="http://schemas.openxmlformats.org/drawingml/2006/main" noGrp="1"/>
          </p:cNvSpPr>
          <p:nvPr/>
        </p:nvSpPr>
        <p:spPr>
          <a:xfrm xmlns:a="http://schemas.openxmlformats.org/drawingml/2006/main">
            <a:off x="2190750" y="2857500"/>
            <a:ext cx="666750" cy="9525"/>
          </a:xfrm>
          <a:custGeom xmlns:a="http://schemas.openxmlformats.org/drawingml/2006/main">
            <a:pathLst>
              <a:path w="666750" h="9525">
                <a:moveTo>
                  <a:pt x="666750" y="0"/>
                </a:moveTo>
                <a:lnTo>
                  <a:pt x="0" y="0"/>
                </a:lnTo>
              </a:path>
            </a:pathLst>
          </a:custGeom>
          <a:noFill xmlns:a="http://schemas.openxmlformats.org/drawingml/2006/main"/>
          <a:ln xmlns:a="http://schemas.openxmlformats.org/drawingml/2006/main" w="28575">
            <a:solidFill>
              <a:srgbClr val="AD8760"/>
            </a:solidFill>
          </a:ln>
        </p:spPr>
      </p:sp>
      <p:sp>
        <p:nvSpPr>
          <p:cNvPr id="36" name="">
            <a:extLst xmlns:a="http://schemas.openxmlformats.org/drawingml/2006/main">
              <a:ext uri="{FF2B5EF4-FFF2-40B4-BE49-F238E27FC236}">
                <a16:creationId xmlns:a16="http://schemas.microsoft.com/office/drawing/2014/main" id="{9B48BAEC-6519-4FF6-A458-968477DFF613}"/>
              </a:ext>
            </a:extLst>
          </p:cNvPr>
          <p:cNvSpPr>
            <a:spLocks xmlns:a="http://schemas.openxmlformats.org/drawingml/2006/main" noGrp="1"/>
          </p:cNvSpPr>
          <p:nvPr/>
        </p:nvSpPr>
        <p:spPr>
          <a:xfrm xmlns:a="http://schemas.openxmlformats.org/drawingml/2006/main">
            <a:off x="2190750" y="2817495"/>
            <a:ext cx="95250" cy="80010"/>
          </a:xfrm>
          <a:custGeom xmlns:a="http://schemas.openxmlformats.org/drawingml/2006/main">
            <a:pathLst>
              <a:path w="95250" h="80010">
                <a:moveTo>
                  <a:pt x="0" y="40005"/>
                </a:moveTo>
                <a:lnTo>
                  <a:pt x="95250" y="80010"/>
                </a:lnTo>
                <a:lnTo>
                  <a:pt x="95250" y="0"/>
                </a:lnTo>
                <a:close/>
              </a:path>
            </a:pathLst>
          </a:custGeom>
          <a:solidFill xmlns:a="http://schemas.openxmlformats.org/drawingml/2006/main">
            <a:srgbClr val="AD8760"/>
          </a:solidFill>
          <a:ln xmlns:a="http://schemas.openxmlformats.org/drawingml/2006/main" w="4763">
            <a:solidFill>
              <a:srgbClr val="AD8760"/>
            </a:solidFill>
          </a:ln>
        </p:spPr>
      </p:sp>
      <p:sp>
        <p:nvSpPr>
          <p:cNvPr id="37" name="">
            <a:extLst xmlns:a="http://schemas.openxmlformats.org/drawingml/2006/main">
              <a:ext uri="{FF2B5EF4-FFF2-40B4-BE49-F238E27FC236}">
                <a16:creationId xmlns:a16="http://schemas.microsoft.com/office/drawing/2014/main" id="{CC9907A7-5A64-4694-B4AB-6551FCA16FE8}"/>
              </a:ext>
            </a:extLst>
          </p:cNvPr>
          <p:cNvSpPr>
            <a:spLocks xmlns:a="http://schemas.openxmlformats.org/drawingml/2006/main" noGrp="1"/>
          </p:cNvSpPr>
          <p:nvPr/>
        </p:nvSpPr>
        <p:spPr>
          <a:xfrm xmlns:a="http://schemas.openxmlformats.org/drawingml/2006/main">
            <a:off x="2190750" y="371475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087E8B"/>
            </a:solidFill>
          </a:ln>
        </p:spPr>
      </p:sp>
      <p:sp>
        <p:nvSpPr>
          <p:cNvPr id="38" name="">
            <a:extLst xmlns:a="http://schemas.openxmlformats.org/drawingml/2006/main">
              <a:ext uri="{FF2B5EF4-FFF2-40B4-BE49-F238E27FC236}">
                <a16:creationId xmlns:a16="http://schemas.microsoft.com/office/drawing/2014/main" id="{9F4CBDC5-B370-4B98-B7BC-A0490697D3CC}"/>
              </a:ext>
            </a:extLst>
          </p:cNvPr>
          <p:cNvSpPr>
            <a:spLocks xmlns:a="http://schemas.openxmlformats.org/drawingml/2006/main" noGrp="1"/>
          </p:cNvSpPr>
          <p:nvPr/>
        </p:nvSpPr>
        <p:spPr>
          <a:xfrm xmlns:a="http://schemas.openxmlformats.org/drawingml/2006/main">
            <a:off x="2762250" y="3674745"/>
            <a:ext cx="95250" cy="80010"/>
          </a:xfrm>
          <a:custGeom xmlns:a="http://schemas.openxmlformats.org/drawingml/2006/main">
            <a:pathLst>
              <a:path w="95250" h="80010">
                <a:moveTo>
                  <a:pt x="95250" y="40005"/>
                </a:moveTo>
                <a:lnTo>
                  <a:pt x="0" y="0"/>
                </a:lnTo>
                <a:lnTo>
                  <a:pt x="0" y="80010"/>
                </a:lnTo>
                <a:close/>
              </a:path>
            </a:pathLst>
          </a:custGeom>
          <a:solidFill xmlns:a="http://schemas.openxmlformats.org/drawingml/2006/main">
            <a:srgbClr val="087E8B"/>
          </a:solidFill>
          <a:ln xmlns:a="http://schemas.openxmlformats.org/drawingml/2006/main" w="4763">
            <a:solidFill>
              <a:srgbClr val="087E8B"/>
            </a:solidFill>
          </a:ln>
        </p:spPr>
      </p:sp>
      <p:sp>
        <p:nvSpPr>
          <p:cNvPr id="39" name="">
            <a:extLst xmlns:a="http://schemas.openxmlformats.org/drawingml/2006/main">
              <a:ext uri="{FF2B5EF4-FFF2-40B4-BE49-F238E27FC236}">
                <a16:creationId xmlns:a16="http://schemas.microsoft.com/office/drawing/2014/main" id="{6BFBFD53-2881-4640-AC14-04882877EA6B}"/>
              </a:ext>
            </a:extLst>
          </p:cNvPr>
          <p:cNvSpPr>
            <a:spLocks xmlns:a="http://schemas.openxmlformats.org/drawingml/2006/main" noGrp="1"/>
          </p:cNvSpPr>
          <p:nvPr/>
        </p:nvSpPr>
        <p:spPr>
          <a:xfrm xmlns:a="http://schemas.openxmlformats.org/drawingml/2006/main">
            <a:off x="2190750" y="4143375"/>
            <a:ext cx="1333500" cy="9525"/>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28575">
            <a:solidFill>
              <a:srgbClr val="087E8B"/>
            </a:solidFill>
          </a:ln>
        </p:spPr>
      </p:sp>
      <p:sp>
        <p:nvSpPr>
          <p:cNvPr id="40" name="">
            <a:extLst xmlns:a="http://schemas.openxmlformats.org/drawingml/2006/main">
              <a:ext uri="{FF2B5EF4-FFF2-40B4-BE49-F238E27FC236}">
                <a16:creationId xmlns:a16="http://schemas.microsoft.com/office/drawing/2014/main" id="{04163574-2F36-4745-A243-735D5C1A211A}"/>
              </a:ext>
            </a:extLst>
          </p:cNvPr>
          <p:cNvSpPr>
            <a:spLocks xmlns:a="http://schemas.openxmlformats.org/drawingml/2006/main" noGrp="1"/>
          </p:cNvSpPr>
          <p:nvPr/>
        </p:nvSpPr>
        <p:spPr>
          <a:xfrm xmlns:a="http://schemas.openxmlformats.org/drawingml/2006/main">
            <a:off x="3429000" y="4103370"/>
            <a:ext cx="95250" cy="80010"/>
          </a:xfrm>
          <a:custGeom xmlns:a="http://schemas.openxmlformats.org/drawingml/2006/main">
            <a:pathLst>
              <a:path w="95250" h="80010">
                <a:moveTo>
                  <a:pt x="95250" y="40005"/>
                </a:moveTo>
                <a:lnTo>
                  <a:pt x="0" y="0"/>
                </a:lnTo>
                <a:lnTo>
                  <a:pt x="0" y="80010"/>
                </a:lnTo>
                <a:close/>
              </a:path>
            </a:pathLst>
          </a:custGeom>
          <a:solidFill xmlns:a="http://schemas.openxmlformats.org/drawingml/2006/main">
            <a:srgbClr val="087E8B"/>
          </a:solidFill>
          <a:ln xmlns:a="http://schemas.openxmlformats.org/drawingml/2006/main" w="4763">
            <a:solidFill>
              <a:srgbClr val="087E8B"/>
            </a:solidFill>
          </a:ln>
        </p:spPr>
      </p:sp>
      <p:sp>
        <p:nvSpPr>
          <p:cNvPr id="41" name="">
            <a:extLst xmlns:a="http://schemas.openxmlformats.org/drawingml/2006/main">
              <a:ext uri="{FF2B5EF4-FFF2-40B4-BE49-F238E27FC236}">
                <a16:creationId xmlns:a16="http://schemas.microsoft.com/office/drawing/2014/main" id="{8BCDC998-E0F2-46A4-9BD7-109B0CE5E747}"/>
              </a:ext>
            </a:extLst>
          </p:cNvPr>
          <p:cNvSpPr>
            <a:spLocks xmlns:a="http://schemas.openxmlformats.org/drawingml/2006/main" noGrp="1"/>
          </p:cNvSpPr>
          <p:nvPr/>
        </p:nvSpPr>
        <p:spPr>
          <a:xfrm xmlns:a="http://schemas.openxmlformats.org/drawingml/2006/main">
            <a:off x="3762375" y="240982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AD8760"/>
                </a:solidFill>
                <a:latin typeface="Yu Gothic"/>
                <a:ea typeface="Yu Gothic"/>
                <a:cs typeface="Yu Gothic"/>
              </a:defRPr>
            </a:defPPr>
            <a:lvl1pPr>
              <a:buNone/>
              <a:defRPr sz="1875" b="1">
                <a:solidFill>
                  <a:srgbClr val="AD8760"/>
                </a:solidFill>
                <a:latin typeface="Yu Gothic"/>
                <a:ea typeface="Yu Gothic"/>
                <a:cs typeface="Yu Gothic"/>
              </a:defRPr>
            </a:lvl1pPr>
            <a:lvl2pPr>
              <a:buNone/>
              <a:defRPr sz="1875" b="1">
                <a:solidFill>
                  <a:srgbClr val="AD8760"/>
                </a:solidFill>
                <a:latin typeface="Yu Gothic"/>
                <a:ea typeface="Yu Gothic"/>
                <a:cs typeface="Yu Gothic"/>
              </a:defRPr>
            </a:lvl2pPr>
            <a:lvl3pPr>
              <a:buNone/>
              <a:defRPr sz="1875" b="1">
                <a:solidFill>
                  <a:srgbClr val="AD8760"/>
                </a:solidFill>
                <a:latin typeface="Yu Gothic"/>
                <a:ea typeface="Yu Gothic"/>
                <a:cs typeface="Yu Gothic"/>
              </a:defRPr>
            </a:lvl3pPr>
            <a:lvl4pPr>
              <a:buNone/>
              <a:defRPr sz="1875" b="1">
                <a:solidFill>
                  <a:srgbClr val="AD8760"/>
                </a:solidFill>
                <a:latin typeface="Yu Gothic"/>
                <a:ea typeface="Yu Gothic"/>
                <a:cs typeface="Yu Gothic"/>
              </a:defRPr>
            </a:lvl4pPr>
            <a:lvl5pPr>
              <a:buNone/>
              <a:defRPr sz="1875" b="1">
                <a:solidFill>
                  <a:srgbClr val="AD8760"/>
                </a:solidFill>
                <a:latin typeface="Yu Gothic"/>
                <a:ea typeface="Yu Gothic"/>
                <a:cs typeface="Yu Gothic"/>
              </a:defRPr>
            </a:lvl5pPr>
            <a:lvl6pPr>
              <a:buNone/>
              <a:defRPr sz="1875" b="1">
                <a:solidFill>
                  <a:srgbClr val="AD8760"/>
                </a:solidFill>
                <a:latin typeface="Yu Gothic"/>
                <a:ea typeface="Yu Gothic"/>
                <a:cs typeface="Yu Gothic"/>
              </a:defRPr>
            </a:lvl6pPr>
            <a:lvl7pPr>
              <a:buNone/>
              <a:defRPr sz="1875" b="1">
                <a:solidFill>
                  <a:srgbClr val="AD8760"/>
                </a:solidFill>
                <a:latin typeface="Yu Gothic"/>
                <a:ea typeface="Yu Gothic"/>
                <a:cs typeface="Yu Gothic"/>
              </a:defRPr>
            </a:lvl7pPr>
            <a:lvl8pPr>
              <a:buNone/>
              <a:defRPr sz="1875" b="1">
                <a:solidFill>
                  <a:srgbClr val="AD8760"/>
                </a:solidFill>
                <a:latin typeface="Yu Gothic"/>
                <a:ea typeface="Yu Gothic"/>
                <a:cs typeface="Yu Gothic"/>
              </a:defRPr>
            </a:lvl8pPr>
            <a:lvl9pPr>
              <a:buNone/>
              <a:defRPr sz="1875" b="1">
                <a:solidFill>
                  <a:srgbClr val="AD8760"/>
                </a:solidFill>
                <a:latin typeface="Yu Gothic"/>
                <a:ea typeface="Yu Gothic"/>
                <a:cs typeface="Yu Gothic"/>
              </a:defRPr>
            </a:lvl9pPr>
          </a:lstStyle>
          <a:p xmlns:a="http://schemas.openxmlformats.org/drawingml/2006/main">
            <a:pPr>
              <a:buNone/>
              <a:defRPr sz="1875" b="1">
                <a:solidFill>
                  <a:srgbClr val="AD8760"/>
                </a:solidFill>
                <a:latin typeface="Yu Gothic"/>
                <a:ea typeface="Yu Gothic"/>
                <a:cs typeface="Yu Gothic"/>
              </a:defRPr>
            </a:pPr>
            <a:r>
              <a:rPr sz="1875" b="1">
                <a:solidFill>
                  <a:srgbClr val="AD8760"/>
                </a:solidFill>
                <a:latin typeface="Yu Gothic"/>
                <a:ea typeface="Yu Gothic"/>
                <a:cs typeface="Yu Gothic"/>
              </a:rPr>
              <a:t>圧縮</a:t>
            </a:r>
          </a:p>
        </p:txBody>
      </p:sp>
      <p:sp>
        <p:nvSpPr>
          <p:cNvPr id="42" name="">
            <a:extLst xmlns:a="http://schemas.openxmlformats.org/drawingml/2006/main">
              <a:ext uri="{FF2B5EF4-FFF2-40B4-BE49-F238E27FC236}">
                <a16:creationId xmlns:a16="http://schemas.microsoft.com/office/drawing/2014/main" id="{29A0BB43-526B-43D4-8054-CAA4C48E464B}"/>
              </a:ext>
            </a:extLst>
          </p:cNvPr>
          <p:cNvSpPr>
            <a:spLocks xmlns:a="http://schemas.openxmlformats.org/drawingml/2006/main" noGrp="1"/>
          </p:cNvSpPr>
          <p:nvPr/>
        </p:nvSpPr>
        <p:spPr>
          <a:xfrm xmlns:a="http://schemas.openxmlformats.org/drawingml/2006/main">
            <a:off x="3762375" y="3810000"/>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引張り</a:t>
            </a:r>
          </a:p>
        </p:txBody>
      </p:sp>
      <p:sp>
        <p:nvSpPr>
          <p:cNvPr id="43" name="">
            <a:extLst xmlns:a="http://schemas.openxmlformats.org/drawingml/2006/main">
              <a:ext uri="{FF2B5EF4-FFF2-40B4-BE49-F238E27FC236}">
                <a16:creationId xmlns:a16="http://schemas.microsoft.com/office/drawing/2014/main" id="{A08B8CFB-DD54-4795-A018-B1352BFBAEB5}"/>
              </a:ext>
            </a:extLst>
          </p:cNvPr>
          <p:cNvSpPr>
            <a:spLocks xmlns:a="http://schemas.openxmlformats.org/drawingml/2006/main" noGrp="1"/>
          </p:cNvSpPr>
          <p:nvPr/>
        </p:nvSpPr>
        <p:spPr>
          <a:xfrm xmlns:a="http://schemas.openxmlformats.org/drawingml/2006/main">
            <a:off x="809625" y="47148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|σ|最大 = 72,000/18,000</a:t>
            </a:r>
          </a:p>
        </p:txBody>
      </p:sp>
      <p:sp>
        <p:nvSpPr>
          <p:cNvPr id="44" name="">
            <a:extLst xmlns:a="http://schemas.openxmlformats.org/drawingml/2006/main">
              <a:ext uri="{FF2B5EF4-FFF2-40B4-BE49-F238E27FC236}">
                <a16:creationId xmlns:a16="http://schemas.microsoft.com/office/drawing/2014/main" id="{E05018C5-9117-4A58-8CFD-D21A948C0D21}"/>
              </a:ext>
            </a:extLst>
          </p:cNvPr>
          <p:cNvSpPr>
            <a:spLocks xmlns:a="http://schemas.openxmlformats.org/drawingml/2006/main" noGrp="1"/>
          </p:cNvSpPr>
          <p:nvPr/>
        </p:nvSpPr>
        <p:spPr>
          <a:xfrm xmlns:a="http://schemas.openxmlformats.org/drawingml/2006/main">
            <a:off x="1762125" y="52387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876A8"/>
                </a:solidFill>
                <a:latin typeface="Yu Gothic"/>
                <a:ea typeface="Yu Gothic"/>
                <a:cs typeface="Yu Gothic"/>
              </a:defRPr>
            </a:defPPr>
            <a:lvl1pPr>
              <a:buNone/>
              <a:defRPr sz="2475" b="1">
                <a:solidFill>
                  <a:srgbClr val="2876A8"/>
                </a:solidFill>
                <a:latin typeface="Yu Gothic"/>
                <a:ea typeface="Yu Gothic"/>
                <a:cs typeface="Yu Gothic"/>
              </a:defRPr>
            </a:lvl1pPr>
            <a:lvl2pPr>
              <a:buNone/>
              <a:defRPr sz="2475" b="1">
                <a:solidFill>
                  <a:srgbClr val="2876A8"/>
                </a:solidFill>
                <a:latin typeface="Yu Gothic"/>
                <a:ea typeface="Yu Gothic"/>
                <a:cs typeface="Yu Gothic"/>
              </a:defRPr>
            </a:lvl2pPr>
            <a:lvl3pPr>
              <a:buNone/>
              <a:defRPr sz="2475" b="1">
                <a:solidFill>
                  <a:srgbClr val="2876A8"/>
                </a:solidFill>
                <a:latin typeface="Yu Gothic"/>
                <a:ea typeface="Yu Gothic"/>
                <a:cs typeface="Yu Gothic"/>
              </a:defRPr>
            </a:lvl3pPr>
            <a:lvl4pPr>
              <a:buNone/>
              <a:defRPr sz="2475" b="1">
                <a:solidFill>
                  <a:srgbClr val="2876A8"/>
                </a:solidFill>
                <a:latin typeface="Yu Gothic"/>
                <a:ea typeface="Yu Gothic"/>
                <a:cs typeface="Yu Gothic"/>
              </a:defRPr>
            </a:lvl4pPr>
            <a:lvl5pPr>
              <a:buNone/>
              <a:defRPr sz="2475" b="1">
                <a:solidFill>
                  <a:srgbClr val="2876A8"/>
                </a:solidFill>
                <a:latin typeface="Yu Gothic"/>
                <a:ea typeface="Yu Gothic"/>
                <a:cs typeface="Yu Gothic"/>
              </a:defRPr>
            </a:lvl5pPr>
            <a:lvl6pPr>
              <a:buNone/>
              <a:defRPr sz="2475" b="1">
                <a:solidFill>
                  <a:srgbClr val="2876A8"/>
                </a:solidFill>
                <a:latin typeface="Yu Gothic"/>
                <a:ea typeface="Yu Gothic"/>
                <a:cs typeface="Yu Gothic"/>
              </a:defRPr>
            </a:lvl6pPr>
            <a:lvl7pPr>
              <a:buNone/>
              <a:defRPr sz="2475" b="1">
                <a:solidFill>
                  <a:srgbClr val="2876A8"/>
                </a:solidFill>
                <a:latin typeface="Yu Gothic"/>
                <a:ea typeface="Yu Gothic"/>
                <a:cs typeface="Yu Gothic"/>
              </a:defRPr>
            </a:lvl7pPr>
            <a:lvl8pPr>
              <a:buNone/>
              <a:defRPr sz="2475" b="1">
                <a:solidFill>
                  <a:srgbClr val="2876A8"/>
                </a:solidFill>
                <a:latin typeface="Yu Gothic"/>
                <a:ea typeface="Yu Gothic"/>
                <a:cs typeface="Yu Gothic"/>
              </a:defRPr>
            </a:lvl8pPr>
            <a:lvl9pPr>
              <a:buNone/>
              <a:defRPr sz="2475" b="1">
                <a:solidFill>
                  <a:srgbClr val="2876A8"/>
                </a:solidFill>
                <a:latin typeface="Yu Gothic"/>
                <a:ea typeface="Yu Gothic"/>
                <a:cs typeface="Yu Gothic"/>
              </a:defRPr>
            </a:lvl9pPr>
          </a:lstStyle>
          <a:p xmlns:a="http://schemas.openxmlformats.org/drawingml/2006/main">
            <a:pPr>
              <a:buNone/>
              <a:defRPr sz="2475" b="1">
                <a:solidFill>
                  <a:srgbClr val="2876A8"/>
                </a:solidFill>
                <a:latin typeface="Yu Gothic"/>
                <a:ea typeface="Yu Gothic"/>
                <a:cs typeface="Yu Gothic"/>
              </a:defRPr>
            </a:pPr>
            <a:r>
              <a:rPr sz="2475" b="1">
                <a:solidFill>
                  <a:srgbClr val="2876A8"/>
                </a:solidFill>
                <a:latin typeface="Yu Gothic"/>
                <a:ea typeface="Yu Gothic"/>
                <a:cs typeface="Yu Gothic"/>
              </a:rPr>
              <a:t>= 4.00 MPa</a:t>
            </a:r>
          </a:p>
        </p:txBody>
      </p:sp>
      <p:sp>
        <p:nvSpPr>
          <p:cNvPr id="45" name="">
            <a:extLst xmlns:a="http://schemas.openxmlformats.org/drawingml/2006/main">
              <a:ext uri="{FF2B5EF4-FFF2-40B4-BE49-F238E27FC236}">
                <a16:creationId xmlns:a16="http://schemas.microsoft.com/office/drawing/2014/main" id="{8612AAF5-C0B5-4394-9EC9-496B3C742D04}"/>
              </a:ext>
            </a:extLst>
          </p:cNvPr>
          <p:cNvSpPr>
            <a:spLocks xmlns:a="http://schemas.openxmlformats.org/drawingml/2006/main" noGrp="1"/>
          </p:cNvSpPr>
          <p:nvPr/>
        </p:nvSpPr>
        <p:spPr>
          <a:xfrm xmlns:a="http://schemas.openxmlformats.org/drawingml/2006/main">
            <a:off x="7362825" y="30480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46" name="">
            <a:extLst xmlns:a="http://schemas.openxmlformats.org/drawingml/2006/main">
              <a:ext uri="{FF2B5EF4-FFF2-40B4-BE49-F238E27FC236}">
                <a16:creationId xmlns:a16="http://schemas.microsoft.com/office/drawing/2014/main" id="{742DA6CD-AD13-44C4-BD10-FF9E0C76C1BA}"/>
              </a:ext>
            </a:extLst>
          </p:cNvPr>
          <p:cNvSpPr>
            <a:spLocks xmlns:a="http://schemas.openxmlformats.org/drawingml/2006/main" noGrp="1"/>
          </p:cNvSpPr>
          <p:nvPr/>
        </p:nvSpPr>
        <p:spPr>
          <a:xfrm xmlns:a="http://schemas.openxmlformats.org/drawingml/2006/main">
            <a:off x="7248525" y="33432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47" name="">
            <a:extLst xmlns:a="http://schemas.openxmlformats.org/drawingml/2006/main">
              <a:ext uri="{FF2B5EF4-FFF2-40B4-BE49-F238E27FC236}">
                <a16:creationId xmlns:a16="http://schemas.microsoft.com/office/drawing/2014/main" id="{B7FAED02-3C42-4A5B-8451-1A701210B350}"/>
              </a:ext>
            </a:extLst>
          </p:cNvPr>
          <p:cNvSpPr>
            <a:spLocks xmlns:a="http://schemas.openxmlformats.org/drawingml/2006/main" noGrp="1"/>
          </p:cNvSpPr>
          <p:nvPr/>
        </p:nvSpPr>
        <p:spPr>
          <a:xfrm xmlns:a="http://schemas.openxmlformats.org/drawingml/2006/main">
            <a:off x="10791825" y="30480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48" name="">
            <a:extLst xmlns:a="http://schemas.openxmlformats.org/drawingml/2006/main">
              <a:ext uri="{FF2B5EF4-FFF2-40B4-BE49-F238E27FC236}">
                <a16:creationId xmlns:a16="http://schemas.microsoft.com/office/drawing/2014/main" id="{9CE79313-2ECA-48D4-8EF3-036C555E67B4}"/>
              </a:ext>
            </a:extLst>
          </p:cNvPr>
          <p:cNvSpPr>
            <a:spLocks xmlns:a="http://schemas.openxmlformats.org/drawingml/2006/main" noGrp="1"/>
          </p:cNvSpPr>
          <p:nvPr/>
        </p:nvSpPr>
        <p:spPr>
          <a:xfrm xmlns:a="http://schemas.openxmlformats.org/drawingml/2006/main">
            <a:off x="10829925" y="33051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49" name="">
            <a:extLst xmlns:a="http://schemas.openxmlformats.org/drawingml/2006/main">
              <a:ext uri="{FF2B5EF4-FFF2-40B4-BE49-F238E27FC236}">
                <a16:creationId xmlns:a16="http://schemas.microsoft.com/office/drawing/2014/main" id="{954AEC12-8000-45D8-89AB-11E06DA5E6CC}"/>
              </a:ext>
            </a:extLst>
          </p:cNvPr>
          <p:cNvSpPr>
            <a:spLocks xmlns:a="http://schemas.openxmlformats.org/drawingml/2006/main" noGrp="1"/>
          </p:cNvSpPr>
          <p:nvPr/>
        </p:nvSpPr>
        <p:spPr>
          <a:xfrm xmlns:a="http://schemas.openxmlformats.org/drawingml/2006/main">
            <a:off x="10982325" y="33051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50" name="">
            <a:extLst xmlns:a="http://schemas.openxmlformats.org/drawingml/2006/main">
              <a:ext uri="{FF2B5EF4-FFF2-40B4-BE49-F238E27FC236}">
                <a16:creationId xmlns:a16="http://schemas.microsoft.com/office/drawing/2014/main" id="{96876AC4-7FDC-431B-A443-F3458321D545}"/>
              </a:ext>
            </a:extLst>
          </p:cNvPr>
          <p:cNvSpPr>
            <a:spLocks xmlns:a="http://schemas.openxmlformats.org/drawingml/2006/main" noGrp="1"/>
          </p:cNvSpPr>
          <p:nvPr/>
        </p:nvSpPr>
        <p:spPr>
          <a:xfrm xmlns:a="http://schemas.openxmlformats.org/drawingml/2006/main">
            <a:off x="10677525" y="34194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51" name="">
            <a:extLst xmlns:a="http://schemas.openxmlformats.org/drawingml/2006/main">
              <a:ext uri="{FF2B5EF4-FFF2-40B4-BE49-F238E27FC236}">
                <a16:creationId xmlns:a16="http://schemas.microsoft.com/office/drawing/2014/main" id="{2AEC7E78-10AF-4695-A9D1-C8979027F56D}"/>
              </a:ext>
            </a:extLst>
          </p:cNvPr>
          <p:cNvSpPr>
            <a:spLocks xmlns:a="http://schemas.openxmlformats.org/drawingml/2006/main" noGrp="1"/>
          </p:cNvSpPr>
          <p:nvPr/>
        </p:nvSpPr>
        <p:spPr>
          <a:xfrm xmlns:a="http://schemas.openxmlformats.org/drawingml/2006/main">
            <a:off x="7524750" y="3048000"/>
            <a:ext cx="3429000" cy="523875"/>
          </a:xfrm>
          <a:custGeom xmlns:a="http://schemas.openxmlformats.org/drawingml/2006/main">
            <a:pathLst>
              <a:path w="3429000" h="523875">
                <a:moveTo>
                  <a:pt x="0" y="0"/>
                </a:moveTo>
                <a:lnTo>
                  <a:pt x="85725" y="51078"/>
                </a:lnTo>
                <a:lnTo>
                  <a:pt x="171450" y="99536"/>
                </a:lnTo>
                <a:lnTo>
                  <a:pt x="257175" y="145375"/>
                </a:lnTo>
                <a:lnTo>
                  <a:pt x="342900" y="188595"/>
                </a:lnTo>
                <a:lnTo>
                  <a:pt x="428625" y="229195"/>
                </a:lnTo>
                <a:lnTo>
                  <a:pt x="514350" y="267176"/>
                </a:lnTo>
                <a:lnTo>
                  <a:pt x="600075" y="302538"/>
                </a:lnTo>
                <a:lnTo>
                  <a:pt x="685800" y="335280"/>
                </a:lnTo>
                <a:lnTo>
                  <a:pt x="771525" y="365403"/>
                </a:lnTo>
                <a:lnTo>
                  <a:pt x="857250" y="392906"/>
                </a:lnTo>
                <a:lnTo>
                  <a:pt x="942975" y="417790"/>
                </a:lnTo>
                <a:lnTo>
                  <a:pt x="1028700" y="440055"/>
                </a:lnTo>
                <a:lnTo>
                  <a:pt x="1114425" y="459700"/>
                </a:lnTo>
                <a:lnTo>
                  <a:pt x="1200150" y="476726"/>
                </a:lnTo>
                <a:lnTo>
                  <a:pt x="1285875" y="491133"/>
                </a:lnTo>
                <a:lnTo>
                  <a:pt x="1371600" y="502920"/>
                </a:lnTo>
                <a:lnTo>
                  <a:pt x="1457325" y="512088"/>
                </a:lnTo>
                <a:lnTo>
                  <a:pt x="1543050" y="518636"/>
                </a:lnTo>
                <a:lnTo>
                  <a:pt x="1628775" y="522565"/>
                </a:lnTo>
                <a:lnTo>
                  <a:pt x="1714500" y="523875"/>
                </a:lnTo>
                <a:lnTo>
                  <a:pt x="1800225" y="522565"/>
                </a:lnTo>
                <a:lnTo>
                  <a:pt x="1885950" y="518636"/>
                </a:lnTo>
                <a:lnTo>
                  <a:pt x="1971675" y="512088"/>
                </a:lnTo>
                <a:lnTo>
                  <a:pt x="2057400" y="502920"/>
                </a:lnTo>
                <a:lnTo>
                  <a:pt x="2143125" y="491133"/>
                </a:lnTo>
                <a:lnTo>
                  <a:pt x="2228850" y="476726"/>
                </a:lnTo>
                <a:lnTo>
                  <a:pt x="2314575" y="459700"/>
                </a:lnTo>
                <a:lnTo>
                  <a:pt x="2400300" y="440055"/>
                </a:lnTo>
                <a:lnTo>
                  <a:pt x="2486025" y="417790"/>
                </a:lnTo>
                <a:lnTo>
                  <a:pt x="2571750" y="392906"/>
                </a:lnTo>
                <a:lnTo>
                  <a:pt x="2657475" y="365403"/>
                </a:lnTo>
                <a:lnTo>
                  <a:pt x="2743200" y="335280"/>
                </a:lnTo>
                <a:lnTo>
                  <a:pt x="2828925" y="302538"/>
                </a:lnTo>
                <a:lnTo>
                  <a:pt x="2914650" y="267176"/>
                </a:lnTo>
                <a:lnTo>
                  <a:pt x="3000375" y="229195"/>
                </a:lnTo>
                <a:lnTo>
                  <a:pt x="3086100" y="188595"/>
                </a:lnTo>
                <a:lnTo>
                  <a:pt x="3171825" y="145375"/>
                </a:lnTo>
                <a:lnTo>
                  <a:pt x="3257550" y="99536"/>
                </a:lnTo>
                <a:lnTo>
                  <a:pt x="3343275" y="51078"/>
                </a:lnTo>
                <a:lnTo>
                  <a:pt x="3429000" y="0"/>
                </a:lnTo>
              </a:path>
            </a:pathLst>
          </a:custGeom>
          <a:noFill xmlns:a="http://schemas.openxmlformats.org/drawingml/2006/main"/>
          <a:ln xmlns:a="http://schemas.openxmlformats.org/drawingml/2006/main" w="28575">
            <a:solidFill>
              <a:srgbClr val="2876A8"/>
            </a:solidFill>
          </a:ln>
        </p:spPr>
      </p:sp>
      <p:sp>
        <p:nvSpPr>
          <p:cNvPr id="52" name="">
            <a:extLst xmlns:a="http://schemas.openxmlformats.org/drawingml/2006/main">
              <a:ext uri="{FF2B5EF4-FFF2-40B4-BE49-F238E27FC236}">
                <a16:creationId xmlns:a16="http://schemas.microsoft.com/office/drawing/2014/main" id="{A1802129-1729-4F07-A2A2-152563A89155}"/>
              </a:ext>
            </a:extLst>
          </p:cNvPr>
          <p:cNvSpPr>
            <a:spLocks xmlns:a="http://schemas.openxmlformats.org/drawingml/2006/main" noGrp="1"/>
          </p:cNvSpPr>
          <p:nvPr/>
        </p:nvSpPr>
        <p:spPr>
          <a:xfrm xmlns:a="http://schemas.openxmlformats.org/drawingml/2006/main">
            <a:off x="7524750"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CF260640-372D-4773-850E-5E7A59F4C7A5}"/>
              </a:ext>
            </a:extLst>
          </p:cNvPr>
          <p:cNvSpPr>
            <a:spLocks xmlns:a="http://schemas.openxmlformats.org/drawingml/2006/main" noGrp="1"/>
          </p:cNvSpPr>
          <p:nvPr/>
        </p:nvSpPr>
        <p:spPr>
          <a:xfrm xmlns:a="http://schemas.openxmlformats.org/drawingml/2006/main">
            <a:off x="7656635"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139E931A-28ED-44D5-BE78-BC49F8C17334}"/>
              </a:ext>
            </a:extLst>
          </p:cNvPr>
          <p:cNvSpPr>
            <a:spLocks xmlns:a="http://schemas.openxmlformats.org/drawingml/2006/main" noGrp="1"/>
          </p:cNvSpPr>
          <p:nvPr/>
        </p:nvSpPr>
        <p:spPr>
          <a:xfrm xmlns:a="http://schemas.openxmlformats.org/drawingml/2006/main">
            <a:off x="7788519"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55" name="">
            <a:extLst xmlns:a="http://schemas.openxmlformats.org/drawingml/2006/main">
              <a:ext uri="{FF2B5EF4-FFF2-40B4-BE49-F238E27FC236}">
                <a16:creationId xmlns:a16="http://schemas.microsoft.com/office/drawing/2014/main" id="{9B99EBB0-268F-4C91-86BB-397DBD63E090}"/>
              </a:ext>
            </a:extLst>
          </p:cNvPr>
          <p:cNvSpPr>
            <a:spLocks xmlns:a="http://schemas.openxmlformats.org/drawingml/2006/main" noGrp="1"/>
          </p:cNvSpPr>
          <p:nvPr/>
        </p:nvSpPr>
        <p:spPr>
          <a:xfrm xmlns:a="http://schemas.openxmlformats.org/drawingml/2006/main">
            <a:off x="7920404"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56" name="">
            <a:extLst xmlns:a="http://schemas.openxmlformats.org/drawingml/2006/main">
              <a:ext uri="{FF2B5EF4-FFF2-40B4-BE49-F238E27FC236}">
                <a16:creationId xmlns:a16="http://schemas.microsoft.com/office/drawing/2014/main" id="{8F797217-261D-41A4-8371-B54A7634BA9D}"/>
              </a:ext>
            </a:extLst>
          </p:cNvPr>
          <p:cNvSpPr>
            <a:spLocks xmlns:a="http://schemas.openxmlformats.org/drawingml/2006/main" noGrp="1"/>
          </p:cNvSpPr>
          <p:nvPr/>
        </p:nvSpPr>
        <p:spPr>
          <a:xfrm xmlns:a="http://schemas.openxmlformats.org/drawingml/2006/main">
            <a:off x="8052288"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57" name="">
            <a:extLst xmlns:a="http://schemas.openxmlformats.org/drawingml/2006/main">
              <a:ext uri="{FF2B5EF4-FFF2-40B4-BE49-F238E27FC236}">
                <a16:creationId xmlns:a16="http://schemas.microsoft.com/office/drawing/2014/main" id="{51F3D28A-AEB3-4911-875E-E1A990D39E57}"/>
              </a:ext>
            </a:extLst>
          </p:cNvPr>
          <p:cNvSpPr>
            <a:spLocks xmlns:a="http://schemas.openxmlformats.org/drawingml/2006/main" noGrp="1"/>
          </p:cNvSpPr>
          <p:nvPr/>
        </p:nvSpPr>
        <p:spPr>
          <a:xfrm xmlns:a="http://schemas.openxmlformats.org/drawingml/2006/main">
            <a:off x="8184173"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58" name="">
            <a:extLst xmlns:a="http://schemas.openxmlformats.org/drawingml/2006/main">
              <a:ext uri="{FF2B5EF4-FFF2-40B4-BE49-F238E27FC236}">
                <a16:creationId xmlns:a16="http://schemas.microsoft.com/office/drawing/2014/main" id="{A88CB6CE-ED43-4794-9DAB-5CADAA1CF786}"/>
              </a:ext>
            </a:extLst>
          </p:cNvPr>
          <p:cNvSpPr>
            <a:spLocks xmlns:a="http://schemas.openxmlformats.org/drawingml/2006/main" noGrp="1"/>
          </p:cNvSpPr>
          <p:nvPr/>
        </p:nvSpPr>
        <p:spPr>
          <a:xfrm xmlns:a="http://schemas.openxmlformats.org/drawingml/2006/main">
            <a:off x="8316058"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59" name="">
            <a:extLst xmlns:a="http://schemas.openxmlformats.org/drawingml/2006/main">
              <a:ext uri="{FF2B5EF4-FFF2-40B4-BE49-F238E27FC236}">
                <a16:creationId xmlns:a16="http://schemas.microsoft.com/office/drawing/2014/main" id="{0B6DAF56-B5A2-4726-B0EA-9311ED8011CE}"/>
              </a:ext>
            </a:extLst>
          </p:cNvPr>
          <p:cNvSpPr>
            <a:spLocks xmlns:a="http://schemas.openxmlformats.org/drawingml/2006/main" noGrp="1"/>
          </p:cNvSpPr>
          <p:nvPr/>
        </p:nvSpPr>
        <p:spPr>
          <a:xfrm xmlns:a="http://schemas.openxmlformats.org/drawingml/2006/main">
            <a:off x="8447942"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0" name="">
            <a:extLst xmlns:a="http://schemas.openxmlformats.org/drawingml/2006/main">
              <a:ext uri="{FF2B5EF4-FFF2-40B4-BE49-F238E27FC236}">
                <a16:creationId xmlns:a16="http://schemas.microsoft.com/office/drawing/2014/main" id="{76E4E96F-D12E-4937-88D7-C237E76BE272}"/>
              </a:ext>
            </a:extLst>
          </p:cNvPr>
          <p:cNvSpPr>
            <a:spLocks xmlns:a="http://schemas.openxmlformats.org/drawingml/2006/main" noGrp="1"/>
          </p:cNvSpPr>
          <p:nvPr/>
        </p:nvSpPr>
        <p:spPr>
          <a:xfrm xmlns:a="http://schemas.openxmlformats.org/drawingml/2006/main">
            <a:off x="8579827"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1" name="">
            <a:extLst xmlns:a="http://schemas.openxmlformats.org/drawingml/2006/main">
              <a:ext uri="{FF2B5EF4-FFF2-40B4-BE49-F238E27FC236}">
                <a16:creationId xmlns:a16="http://schemas.microsoft.com/office/drawing/2014/main" id="{91DB07F5-5089-420E-9073-EB3F01CB4B4E}"/>
              </a:ext>
            </a:extLst>
          </p:cNvPr>
          <p:cNvSpPr>
            <a:spLocks xmlns:a="http://schemas.openxmlformats.org/drawingml/2006/main" noGrp="1"/>
          </p:cNvSpPr>
          <p:nvPr/>
        </p:nvSpPr>
        <p:spPr>
          <a:xfrm xmlns:a="http://schemas.openxmlformats.org/drawingml/2006/main">
            <a:off x="8711712"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2" name="">
            <a:extLst xmlns:a="http://schemas.openxmlformats.org/drawingml/2006/main">
              <a:ext uri="{FF2B5EF4-FFF2-40B4-BE49-F238E27FC236}">
                <a16:creationId xmlns:a16="http://schemas.microsoft.com/office/drawing/2014/main" id="{C919DACB-24B1-4D69-8312-F25E1EA23C82}"/>
              </a:ext>
            </a:extLst>
          </p:cNvPr>
          <p:cNvSpPr>
            <a:spLocks xmlns:a="http://schemas.openxmlformats.org/drawingml/2006/main" noGrp="1"/>
          </p:cNvSpPr>
          <p:nvPr/>
        </p:nvSpPr>
        <p:spPr>
          <a:xfrm xmlns:a="http://schemas.openxmlformats.org/drawingml/2006/main">
            <a:off x="8843596"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3" name="">
            <a:extLst xmlns:a="http://schemas.openxmlformats.org/drawingml/2006/main">
              <a:ext uri="{FF2B5EF4-FFF2-40B4-BE49-F238E27FC236}">
                <a16:creationId xmlns:a16="http://schemas.microsoft.com/office/drawing/2014/main" id="{076A33FE-DD87-4CB1-892F-4BD0015125D3}"/>
              </a:ext>
            </a:extLst>
          </p:cNvPr>
          <p:cNvSpPr>
            <a:spLocks xmlns:a="http://schemas.openxmlformats.org/drawingml/2006/main" noGrp="1"/>
          </p:cNvSpPr>
          <p:nvPr/>
        </p:nvSpPr>
        <p:spPr>
          <a:xfrm xmlns:a="http://schemas.openxmlformats.org/drawingml/2006/main">
            <a:off x="8975481"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4" name="">
            <a:extLst xmlns:a="http://schemas.openxmlformats.org/drawingml/2006/main">
              <a:ext uri="{FF2B5EF4-FFF2-40B4-BE49-F238E27FC236}">
                <a16:creationId xmlns:a16="http://schemas.microsoft.com/office/drawing/2014/main" id="{95667EC2-8282-44AF-ADF4-62F0390788ED}"/>
              </a:ext>
            </a:extLst>
          </p:cNvPr>
          <p:cNvSpPr>
            <a:spLocks xmlns:a="http://schemas.openxmlformats.org/drawingml/2006/main" noGrp="1"/>
          </p:cNvSpPr>
          <p:nvPr/>
        </p:nvSpPr>
        <p:spPr>
          <a:xfrm xmlns:a="http://schemas.openxmlformats.org/drawingml/2006/main">
            <a:off x="9107365"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5" name="">
            <a:extLst xmlns:a="http://schemas.openxmlformats.org/drawingml/2006/main">
              <a:ext uri="{FF2B5EF4-FFF2-40B4-BE49-F238E27FC236}">
                <a16:creationId xmlns:a16="http://schemas.microsoft.com/office/drawing/2014/main" id="{A97548B8-D501-4CF6-8026-A4111D0FE651}"/>
              </a:ext>
            </a:extLst>
          </p:cNvPr>
          <p:cNvSpPr>
            <a:spLocks xmlns:a="http://schemas.openxmlformats.org/drawingml/2006/main" noGrp="1"/>
          </p:cNvSpPr>
          <p:nvPr/>
        </p:nvSpPr>
        <p:spPr>
          <a:xfrm xmlns:a="http://schemas.openxmlformats.org/drawingml/2006/main">
            <a:off x="9239250"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6" name="">
            <a:extLst xmlns:a="http://schemas.openxmlformats.org/drawingml/2006/main">
              <a:ext uri="{FF2B5EF4-FFF2-40B4-BE49-F238E27FC236}">
                <a16:creationId xmlns:a16="http://schemas.microsoft.com/office/drawing/2014/main" id="{7E1F20D4-466E-46EA-8522-CAFC08F7D022}"/>
              </a:ext>
            </a:extLst>
          </p:cNvPr>
          <p:cNvSpPr>
            <a:spLocks xmlns:a="http://schemas.openxmlformats.org/drawingml/2006/main" noGrp="1"/>
          </p:cNvSpPr>
          <p:nvPr/>
        </p:nvSpPr>
        <p:spPr>
          <a:xfrm xmlns:a="http://schemas.openxmlformats.org/drawingml/2006/main">
            <a:off x="9371135"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7" name="">
            <a:extLst xmlns:a="http://schemas.openxmlformats.org/drawingml/2006/main">
              <a:ext uri="{FF2B5EF4-FFF2-40B4-BE49-F238E27FC236}">
                <a16:creationId xmlns:a16="http://schemas.microsoft.com/office/drawing/2014/main" id="{3E0F33C1-B895-428A-90B3-D81B9081B2AB}"/>
              </a:ext>
            </a:extLst>
          </p:cNvPr>
          <p:cNvSpPr>
            <a:spLocks xmlns:a="http://schemas.openxmlformats.org/drawingml/2006/main" noGrp="1"/>
          </p:cNvSpPr>
          <p:nvPr/>
        </p:nvSpPr>
        <p:spPr>
          <a:xfrm xmlns:a="http://schemas.openxmlformats.org/drawingml/2006/main">
            <a:off x="9503019"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8" name="">
            <a:extLst xmlns:a="http://schemas.openxmlformats.org/drawingml/2006/main">
              <a:ext uri="{FF2B5EF4-FFF2-40B4-BE49-F238E27FC236}">
                <a16:creationId xmlns:a16="http://schemas.microsoft.com/office/drawing/2014/main" id="{1E235B45-33F0-4545-84F0-61E410B98812}"/>
              </a:ext>
            </a:extLst>
          </p:cNvPr>
          <p:cNvSpPr>
            <a:spLocks xmlns:a="http://schemas.openxmlformats.org/drawingml/2006/main" noGrp="1"/>
          </p:cNvSpPr>
          <p:nvPr/>
        </p:nvSpPr>
        <p:spPr>
          <a:xfrm xmlns:a="http://schemas.openxmlformats.org/drawingml/2006/main">
            <a:off x="9634904"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69" name="">
            <a:extLst xmlns:a="http://schemas.openxmlformats.org/drawingml/2006/main">
              <a:ext uri="{FF2B5EF4-FFF2-40B4-BE49-F238E27FC236}">
                <a16:creationId xmlns:a16="http://schemas.microsoft.com/office/drawing/2014/main" id="{8EEBE932-BF3A-4056-A47A-F2C903911A57}"/>
              </a:ext>
            </a:extLst>
          </p:cNvPr>
          <p:cNvSpPr>
            <a:spLocks xmlns:a="http://schemas.openxmlformats.org/drawingml/2006/main" noGrp="1"/>
          </p:cNvSpPr>
          <p:nvPr/>
        </p:nvSpPr>
        <p:spPr>
          <a:xfrm xmlns:a="http://schemas.openxmlformats.org/drawingml/2006/main">
            <a:off x="9766788"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0" name="">
            <a:extLst xmlns:a="http://schemas.openxmlformats.org/drawingml/2006/main">
              <a:ext uri="{FF2B5EF4-FFF2-40B4-BE49-F238E27FC236}">
                <a16:creationId xmlns:a16="http://schemas.microsoft.com/office/drawing/2014/main" id="{CFE4C0D7-9107-4E65-B221-809F1E4F493E}"/>
              </a:ext>
            </a:extLst>
          </p:cNvPr>
          <p:cNvSpPr>
            <a:spLocks xmlns:a="http://schemas.openxmlformats.org/drawingml/2006/main" noGrp="1"/>
          </p:cNvSpPr>
          <p:nvPr/>
        </p:nvSpPr>
        <p:spPr>
          <a:xfrm xmlns:a="http://schemas.openxmlformats.org/drawingml/2006/main">
            <a:off x="9898673"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1" name="">
            <a:extLst xmlns:a="http://schemas.openxmlformats.org/drawingml/2006/main">
              <a:ext uri="{FF2B5EF4-FFF2-40B4-BE49-F238E27FC236}">
                <a16:creationId xmlns:a16="http://schemas.microsoft.com/office/drawing/2014/main" id="{F597C724-531F-4A3C-B23C-8C60673EA074}"/>
              </a:ext>
            </a:extLst>
          </p:cNvPr>
          <p:cNvSpPr>
            <a:spLocks xmlns:a="http://schemas.openxmlformats.org/drawingml/2006/main" noGrp="1"/>
          </p:cNvSpPr>
          <p:nvPr/>
        </p:nvSpPr>
        <p:spPr>
          <a:xfrm xmlns:a="http://schemas.openxmlformats.org/drawingml/2006/main">
            <a:off x="10030558"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2" name="">
            <a:extLst xmlns:a="http://schemas.openxmlformats.org/drawingml/2006/main">
              <a:ext uri="{FF2B5EF4-FFF2-40B4-BE49-F238E27FC236}">
                <a16:creationId xmlns:a16="http://schemas.microsoft.com/office/drawing/2014/main" id="{ED71C986-9A24-4A7C-9A25-0B2B764B9A38}"/>
              </a:ext>
            </a:extLst>
          </p:cNvPr>
          <p:cNvSpPr>
            <a:spLocks xmlns:a="http://schemas.openxmlformats.org/drawingml/2006/main" noGrp="1"/>
          </p:cNvSpPr>
          <p:nvPr/>
        </p:nvSpPr>
        <p:spPr>
          <a:xfrm xmlns:a="http://schemas.openxmlformats.org/drawingml/2006/main">
            <a:off x="10162442"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3" name="">
            <a:extLst xmlns:a="http://schemas.openxmlformats.org/drawingml/2006/main">
              <a:ext uri="{FF2B5EF4-FFF2-40B4-BE49-F238E27FC236}">
                <a16:creationId xmlns:a16="http://schemas.microsoft.com/office/drawing/2014/main" id="{B66CCF93-1D09-4846-AE3B-997F5A1707AE}"/>
              </a:ext>
            </a:extLst>
          </p:cNvPr>
          <p:cNvSpPr>
            <a:spLocks xmlns:a="http://schemas.openxmlformats.org/drawingml/2006/main" noGrp="1"/>
          </p:cNvSpPr>
          <p:nvPr/>
        </p:nvSpPr>
        <p:spPr>
          <a:xfrm xmlns:a="http://schemas.openxmlformats.org/drawingml/2006/main">
            <a:off x="10294327"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4" name="">
            <a:extLst xmlns:a="http://schemas.openxmlformats.org/drawingml/2006/main">
              <a:ext uri="{FF2B5EF4-FFF2-40B4-BE49-F238E27FC236}">
                <a16:creationId xmlns:a16="http://schemas.microsoft.com/office/drawing/2014/main" id="{045398B4-AE6E-497E-ABCB-670998A56A39}"/>
              </a:ext>
            </a:extLst>
          </p:cNvPr>
          <p:cNvSpPr>
            <a:spLocks xmlns:a="http://schemas.openxmlformats.org/drawingml/2006/main" noGrp="1"/>
          </p:cNvSpPr>
          <p:nvPr/>
        </p:nvSpPr>
        <p:spPr>
          <a:xfrm xmlns:a="http://schemas.openxmlformats.org/drawingml/2006/main">
            <a:off x="10426212"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5" name="">
            <a:extLst xmlns:a="http://schemas.openxmlformats.org/drawingml/2006/main">
              <a:ext uri="{FF2B5EF4-FFF2-40B4-BE49-F238E27FC236}">
                <a16:creationId xmlns:a16="http://schemas.microsoft.com/office/drawing/2014/main" id="{96D3938A-8846-48FD-863E-FD749971B51E}"/>
              </a:ext>
            </a:extLst>
          </p:cNvPr>
          <p:cNvSpPr>
            <a:spLocks xmlns:a="http://schemas.openxmlformats.org/drawingml/2006/main" noGrp="1"/>
          </p:cNvSpPr>
          <p:nvPr/>
        </p:nvSpPr>
        <p:spPr>
          <a:xfrm xmlns:a="http://schemas.openxmlformats.org/drawingml/2006/main">
            <a:off x="10558096"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6" name="">
            <a:extLst xmlns:a="http://schemas.openxmlformats.org/drawingml/2006/main">
              <a:ext uri="{FF2B5EF4-FFF2-40B4-BE49-F238E27FC236}">
                <a16:creationId xmlns:a16="http://schemas.microsoft.com/office/drawing/2014/main" id="{E1E4F4A8-9557-49D4-943C-BCA4D84EA9A7}"/>
              </a:ext>
            </a:extLst>
          </p:cNvPr>
          <p:cNvSpPr>
            <a:spLocks xmlns:a="http://schemas.openxmlformats.org/drawingml/2006/main" noGrp="1"/>
          </p:cNvSpPr>
          <p:nvPr/>
        </p:nvSpPr>
        <p:spPr>
          <a:xfrm xmlns:a="http://schemas.openxmlformats.org/drawingml/2006/main">
            <a:off x="10689981"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7" name="">
            <a:extLst xmlns:a="http://schemas.openxmlformats.org/drawingml/2006/main">
              <a:ext uri="{FF2B5EF4-FFF2-40B4-BE49-F238E27FC236}">
                <a16:creationId xmlns:a16="http://schemas.microsoft.com/office/drawing/2014/main" id="{A9CFB2A4-3383-48E0-8F97-4A8489577846}"/>
              </a:ext>
            </a:extLst>
          </p:cNvPr>
          <p:cNvSpPr>
            <a:spLocks xmlns:a="http://schemas.openxmlformats.org/drawingml/2006/main" noGrp="1"/>
          </p:cNvSpPr>
          <p:nvPr/>
        </p:nvSpPr>
        <p:spPr>
          <a:xfrm xmlns:a="http://schemas.openxmlformats.org/drawingml/2006/main">
            <a:off x="10821865" y="3048000"/>
            <a:ext cx="72537" cy="9525"/>
          </a:xfrm>
          <a:custGeom xmlns:a="http://schemas.openxmlformats.org/drawingml/2006/main">
            <a:pathLst>
              <a:path w="72537" h="9525">
                <a:moveTo>
                  <a:pt x="0" y="0"/>
                </a:moveTo>
                <a:lnTo>
                  <a:pt x="72537" y="0"/>
                </a:lnTo>
              </a:path>
            </a:pathLst>
          </a:custGeom>
          <a:noFill xmlns:a="http://schemas.openxmlformats.org/drawingml/2006/main"/>
          <a:ln xmlns:a="http://schemas.openxmlformats.org/drawingml/2006/main" w="11430">
            <a:solidFill>
              <a:srgbClr val="71818B"/>
            </a:solidFill>
          </a:ln>
        </p:spPr>
      </p:sp>
      <p:sp>
        <p:nvSpPr>
          <p:cNvPr id="78" name="">
            <a:extLst xmlns:a="http://schemas.openxmlformats.org/drawingml/2006/main">
              <a:ext uri="{FF2B5EF4-FFF2-40B4-BE49-F238E27FC236}">
                <a16:creationId xmlns:a16="http://schemas.microsoft.com/office/drawing/2014/main" id="{34E9C47B-548C-4B7B-9B1A-FA450A914DC3}"/>
              </a:ext>
            </a:extLst>
          </p:cNvPr>
          <p:cNvSpPr>
            <a:spLocks xmlns:a="http://schemas.openxmlformats.org/drawingml/2006/main" noGrp="1"/>
          </p:cNvSpPr>
          <p:nvPr/>
        </p:nvSpPr>
        <p:spPr>
          <a:xfrm xmlns:a="http://schemas.openxmlformats.org/drawingml/2006/main">
            <a:off x="9239250" y="2238375"/>
            <a:ext cx="9525" cy="762000"/>
          </a:xfrm>
          <a:custGeom xmlns:a="http://schemas.openxmlformats.org/drawingml/2006/main">
            <a:pathLst>
              <a:path w="9525" h="762000">
                <a:moveTo>
                  <a:pt x="0" y="0"/>
                </a:moveTo>
                <a:lnTo>
                  <a:pt x="0" y="762000"/>
                </a:lnTo>
              </a:path>
            </a:pathLst>
          </a:custGeom>
          <a:noFill xmlns:a="http://schemas.openxmlformats.org/drawingml/2006/main"/>
          <a:ln xmlns:a="http://schemas.openxmlformats.org/drawingml/2006/main" w="28575">
            <a:solidFill>
              <a:srgbClr val="C4483C"/>
            </a:solidFill>
          </a:ln>
        </p:spPr>
      </p:sp>
      <p:sp>
        <p:nvSpPr>
          <p:cNvPr id="79" name="">
            <a:extLst xmlns:a="http://schemas.openxmlformats.org/drawingml/2006/main">
              <a:ext uri="{FF2B5EF4-FFF2-40B4-BE49-F238E27FC236}">
                <a16:creationId xmlns:a16="http://schemas.microsoft.com/office/drawing/2014/main" id="{743F3856-733B-4DA0-9339-A06CAA50CCF5}"/>
              </a:ext>
            </a:extLst>
          </p:cNvPr>
          <p:cNvSpPr>
            <a:spLocks xmlns:a="http://schemas.openxmlformats.org/drawingml/2006/main" noGrp="1"/>
          </p:cNvSpPr>
          <p:nvPr/>
        </p:nvSpPr>
        <p:spPr>
          <a:xfrm xmlns:a="http://schemas.openxmlformats.org/drawingml/2006/main">
            <a:off x="9191244" y="288607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80" name="">
            <a:extLst xmlns:a="http://schemas.openxmlformats.org/drawingml/2006/main">
              <a:ext uri="{FF2B5EF4-FFF2-40B4-BE49-F238E27FC236}">
                <a16:creationId xmlns:a16="http://schemas.microsoft.com/office/drawing/2014/main" id="{439E4BC6-B2F0-4570-872A-B8B76FDA91E4}"/>
              </a:ext>
            </a:extLst>
          </p:cNvPr>
          <p:cNvSpPr>
            <a:spLocks xmlns:a="http://schemas.openxmlformats.org/drawingml/2006/main" noGrp="1"/>
          </p:cNvSpPr>
          <p:nvPr/>
        </p:nvSpPr>
        <p:spPr>
          <a:xfrm xmlns:a="http://schemas.openxmlformats.org/drawingml/2006/main">
            <a:off x="11334750" y="3048000"/>
            <a:ext cx="9525" cy="523875"/>
          </a:xfrm>
          <a:custGeom xmlns:a="http://schemas.openxmlformats.org/drawingml/2006/main">
            <a:pathLst>
              <a:path w="9525" h="523875">
                <a:moveTo>
                  <a:pt x="0" y="0"/>
                </a:moveTo>
                <a:lnTo>
                  <a:pt x="0" y="523875"/>
                </a:lnTo>
              </a:path>
            </a:pathLst>
          </a:custGeom>
          <a:noFill xmlns:a="http://schemas.openxmlformats.org/drawingml/2006/main"/>
          <a:ln xmlns:a="http://schemas.openxmlformats.org/drawingml/2006/main" w="14288">
            <a:solidFill>
              <a:srgbClr val="2876A8"/>
            </a:solidFill>
          </a:ln>
        </p:spPr>
      </p:sp>
      <p:sp>
        <p:nvSpPr>
          <p:cNvPr id="81" name="">
            <a:extLst xmlns:a="http://schemas.openxmlformats.org/drawingml/2006/main">
              <a:ext uri="{FF2B5EF4-FFF2-40B4-BE49-F238E27FC236}">
                <a16:creationId xmlns:a16="http://schemas.microsoft.com/office/drawing/2014/main" id="{9F17ECAB-7D22-42CD-B49A-EDDFFB6CC3E8}"/>
              </a:ext>
            </a:extLst>
          </p:cNvPr>
          <p:cNvSpPr>
            <a:spLocks xmlns:a="http://schemas.openxmlformats.org/drawingml/2006/main" noGrp="1"/>
          </p:cNvSpPr>
          <p:nvPr/>
        </p:nvSpPr>
        <p:spPr>
          <a:xfrm xmlns:a="http://schemas.openxmlformats.org/drawingml/2006/main">
            <a:off x="11306747" y="3505200"/>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82" name="">
            <a:extLst xmlns:a="http://schemas.openxmlformats.org/drawingml/2006/main">
              <a:ext uri="{FF2B5EF4-FFF2-40B4-BE49-F238E27FC236}">
                <a16:creationId xmlns:a16="http://schemas.microsoft.com/office/drawing/2014/main" id="{58734386-A9C6-4DFB-8E93-43206B1A3C19}"/>
              </a:ext>
            </a:extLst>
          </p:cNvPr>
          <p:cNvSpPr>
            <a:spLocks xmlns:a="http://schemas.openxmlformats.org/drawingml/2006/main" noGrp="1"/>
          </p:cNvSpPr>
          <p:nvPr/>
        </p:nvSpPr>
        <p:spPr>
          <a:xfrm xmlns:a="http://schemas.openxmlformats.org/drawingml/2006/main">
            <a:off x="11334750" y="3048000"/>
            <a:ext cx="9525" cy="523875"/>
          </a:xfrm>
          <a:custGeom xmlns:a="http://schemas.openxmlformats.org/drawingml/2006/main">
            <a:pathLst>
              <a:path w="9525" h="523875">
                <a:moveTo>
                  <a:pt x="0" y="523875"/>
                </a:moveTo>
                <a:lnTo>
                  <a:pt x="0" y="0"/>
                </a:lnTo>
              </a:path>
            </a:pathLst>
          </a:custGeom>
          <a:noFill xmlns:a="http://schemas.openxmlformats.org/drawingml/2006/main"/>
          <a:ln xmlns:a="http://schemas.openxmlformats.org/drawingml/2006/main" w="14288">
            <a:solidFill>
              <a:srgbClr val="2876A8"/>
            </a:solidFill>
          </a:ln>
        </p:spPr>
      </p:sp>
      <p:sp>
        <p:nvSpPr>
          <p:cNvPr id="83" name="">
            <a:extLst xmlns:a="http://schemas.openxmlformats.org/drawingml/2006/main">
              <a:ext uri="{FF2B5EF4-FFF2-40B4-BE49-F238E27FC236}">
                <a16:creationId xmlns:a16="http://schemas.microsoft.com/office/drawing/2014/main" id="{FB6877AF-2B01-4397-ADAC-A610D444913D}"/>
              </a:ext>
            </a:extLst>
          </p:cNvPr>
          <p:cNvSpPr>
            <a:spLocks xmlns:a="http://schemas.openxmlformats.org/drawingml/2006/main" noGrp="1"/>
          </p:cNvSpPr>
          <p:nvPr/>
        </p:nvSpPr>
        <p:spPr>
          <a:xfrm xmlns:a="http://schemas.openxmlformats.org/drawingml/2006/main">
            <a:off x="11306747" y="304800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84" name="">
            <a:extLst xmlns:a="http://schemas.openxmlformats.org/drawingml/2006/main">
              <a:ext uri="{FF2B5EF4-FFF2-40B4-BE49-F238E27FC236}">
                <a16:creationId xmlns:a16="http://schemas.microsoft.com/office/drawing/2014/main" id="{E9AF0740-713A-4D19-BAD6-98E9C3B52CAF}"/>
              </a:ext>
            </a:extLst>
          </p:cNvPr>
          <p:cNvSpPr>
            <a:spLocks xmlns:a="http://schemas.openxmlformats.org/drawingml/2006/main" noGrp="1"/>
          </p:cNvSpPr>
          <p:nvPr/>
        </p:nvSpPr>
        <p:spPr>
          <a:xfrm xmlns:a="http://schemas.openxmlformats.org/drawingml/2006/main">
            <a:off x="11449050" y="3109913"/>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buNone/>
              <a:defRPr sz="1875" b="0">
                <a:solidFill>
                  <a:srgbClr val="2876A8"/>
                </a:solidFill>
                <a:latin typeface="Yu Gothic"/>
                <a:ea typeface="Yu Gothic"/>
                <a:cs typeface="Yu Gothic"/>
              </a:defRPr>
            </a:lvl1pPr>
            <a:lvl2pPr>
              <a:buNone/>
              <a:defRPr sz="1875" b="0">
                <a:solidFill>
                  <a:srgbClr val="2876A8"/>
                </a:solidFill>
                <a:latin typeface="Yu Gothic"/>
                <a:ea typeface="Yu Gothic"/>
                <a:cs typeface="Yu Gothic"/>
              </a:defRPr>
            </a:lvl2pPr>
            <a:lvl3pPr>
              <a:buNone/>
              <a:defRPr sz="1875" b="0">
                <a:solidFill>
                  <a:srgbClr val="2876A8"/>
                </a:solidFill>
                <a:latin typeface="Yu Gothic"/>
                <a:ea typeface="Yu Gothic"/>
                <a:cs typeface="Yu Gothic"/>
              </a:defRPr>
            </a:lvl3pPr>
            <a:lvl4pPr>
              <a:buNone/>
              <a:defRPr sz="1875" b="0">
                <a:solidFill>
                  <a:srgbClr val="2876A8"/>
                </a:solidFill>
                <a:latin typeface="Yu Gothic"/>
                <a:ea typeface="Yu Gothic"/>
                <a:cs typeface="Yu Gothic"/>
              </a:defRPr>
            </a:lvl4pPr>
            <a:lvl5pPr>
              <a:buNone/>
              <a:defRPr sz="1875" b="0">
                <a:solidFill>
                  <a:srgbClr val="2876A8"/>
                </a:solidFill>
                <a:latin typeface="Yu Gothic"/>
                <a:ea typeface="Yu Gothic"/>
                <a:cs typeface="Yu Gothic"/>
              </a:defRPr>
            </a:lvl5pPr>
            <a:lvl6pPr>
              <a:buNone/>
              <a:defRPr sz="1875" b="0">
                <a:solidFill>
                  <a:srgbClr val="2876A8"/>
                </a:solidFill>
                <a:latin typeface="Yu Gothic"/>
                <a:ea typeface="Yu Gothic"/>
                <a:cs typeface="Yu Gothic"/>
              </a:defRPr>
            </a:lvl6pPr>
            <a:lvl7pPr>
              <a:buNone/>
              <a:defRPr sz="1875" b="0">
                <a:solidFill>
                  <a:srgbClr val="2876A8"/>
                </a:solidFill>
                <a:latin typeface="Yu Gothic"/>
                <a:ea typeface="Yu Gothic"/>
                <a:cs typeface="Yu Gothic"/>
              </a:defRPr>
            </a:lvl7pPr>
            <a:lvl8pPr>
              <a:buNone/>
              <a:defRPr sz="1875" b="0">
                <a:solidFill>
                  <a:srgbClr val="2876A8"/>
                </a:solidFill>
                <a:latin typeface="Yu Gothic"/>
                <a:ea typeface="Yu Gothic"/>
                <a:cs typeface="Yu Gothic"/>
              </a:defRPr>
            </a:lvl8pPr>
            <a:lvl9pPr>
              <a:buNone/>
              <a:defRPr sz="1875" b="0">
                <a:solidFill>
                  <a:srgbClr val="2876A8"/>
                </a:solidFill>
                <a:latin typeface="Yu Gothic"/>
                <a:ea typeface="Yu Gothic"/>
                <a:cs typeface="Yu Gothic"/>
              </a:defRPr>
            </a:lvl9pPr>
          </a:lstStyle>
          <a:p xmlns:a="http://schemas.openxmlformats.org/drawingml/2006/main">
            <a:pPr>
              <a:buNone/>
              <a:defRPr sz="1875" b="0">
                <a:solidFill>
                  <a:srgbClr val="2876A8"/>
                </a:solidFill>
                <a:latin typeface="Yu Gothic"/>
                <a:ea typeface="Yu Gothic"/>
                <a:cs typeface="Yu Gothic"/>
              </a:defRPr>
            </a:pPr>
            <a:r>
              <a:rPr sz="1875" b="0">
                <a:solidFill>
                  <a:srgbClr val="2876A8"/>
                </a:solidFill>
                <a:latin typeface="Yu Gothic"/>
                <a:ea typeface="Yu Gothic"/>
                <a:cs typeface="Yu Gothic"/>
              </a:rPr>
              <a:t>δ</a:t>
            </a:r>
          </a:p>
        </p:txBody>
      </p:sp>
      <p:sp>
        <p:nvSpPr>
          <p:cNvPr id="85" name="">
            <a:extLst xmlns:a="http://schemas.openxmlformats.org/drawingml/2006/main">
              <a:ext uri="{FF2B5EF4-FFF2-40B4-BE49-F238E27FC236}">
                <a16:creationId xmlns:a16="http://schemas.microsoft.com/office/drawing/2014/main" id="{937C3428-D743-45BE-B018-15A25C81D109}"/>
              </a:ext>
            </a:extLst>
          </p:cNvPr>
          <p:cNvSpPr>
            <a:spLocks xmlns:a="http://schemas.openxmlformats.org/drawingml/2006/main" noGrp="1"/>
          </p:cNvSpPr>
          <p:nvPr/>
        </p:nvSpPr>
        <p:spPr>
          <a:xfrm xmlns:a="http://schemas.openxmlformats.org/drawingml/2006/main">
            <a:off x="7000875" y="4333875"/>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δ最大 = FL³/(48EI)</a:t>
            </a:r>
          </a:p>
        </p:txBody>
      </p:sp>
      <p:sp>
        <p:nvSpPr>
          <p:cNvPr id="86" name="">
            <a:extLst xmlns:a="http://schemas.openxmlformats.org/drawingml/2006/main">
              <a:ext uri="{FF2B5EF4-FFF2-40B4-BE49-F238E27FC236}">
                <a16:creationId xmlns:a16="http://schemas.microsoft.com/office/drawing/2014/main" id="{779AC10C-F123-474F-8272-39B5F2D5F770}"/>
              </a:ext>
            </a:extLst>
          </p:cNvPr>
          <p:cNvSpPr>
            <a:spLocks xmlns:a="http://schemas.openxmlformats.org/drawingml/2006/main" noGrp="1"/>
          </p:cNvSpPr>
          <p:nvPr/>
        </p:nvSpPr>
        <p:spPr>
          <a:xfrm xmlns:a="http://schemas.openxmlformats.org/drawingml/2006/main">
            <a:off x="8096250" y="49530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876A8"/>
                </a:solidFill>
                <a:latin typeface="Yu Gothic"/>
                <a:ea typeface="Yu Gothic"/>
                <a:cs typeface="Yu Gothic"/>
              </a:defRPr>
            </a:defPPr>
            <a:lvl1pPr>
              <a:buNone/>
              <a:defRPr sz="2550" b="1">
                <a:solidFill>
                  <a:srgbClr val="2876A8"/>
                </a:solidFill>
                <a:latin typeface="Yu Gothic"/>
                <a:ea typeface="Yu Gothic"/>
                <a:cs typeface="Yu Gothic"/>
              </a:defRPr>
            </a:lvl1pPr>
            <a:lvl2pPr>
              <a:buNone/>
              <a:defRPr sz="2550" b="1">
                <a:solidFill>
                  <a:srgbClr val="2876A8"/>
                </a:solidFill>
                <a:latin typeface="Yu Gothic"/>
                <a:ea typeface="Yu Gothic"/>
                <a:cs typeface="Yu Gothic"/>
              </a:defRPr>
            </a:lvl2pPr>
            <a:lvl3pPr>
              <a:buNone/>
              <a:defRPr sz="2550" b="1">
                <a:solidFill>
                  <a:srgbClr val="2876A8"/>
                </a:solidFill>
                <a:latin typeface="Yu Gothic"/>
                <a:ea typeface="Yu Gothic"/>
                <a:cs typeface="Yu Gothic"/>
              </a:defRPr>
            </a:lvl3pPr>
            <a:lvl4pPr>
              <a:buNone/>
              <a:defRPr sz="2550" b="1">
                <a:solidFill>
                  <a:srgbClr val="2876A8"/>
                </a:solidFill>
                <a:latin typeface="Yu Gothic"/>
                <a:ea typeface="Yu Gothic"/>
                <a:cs typeface="Yu Gothic"/>
              </a:defRPr>
            </a:lvl4pPr>
            <a:lvl5pPr>
              <a:buNone/>
              <a:defRPr sz="2550" b="1">
                <a:solidFill>
                  <a:srgbClr val="2876A8"/>
                </a:solidFill>
                <a:latin typeface="Yu Gothic"/>
                <a:ea typeface="Yu Gothic"/>
                <a:cs typeface="Yu Gothic"/>
              </a:defRPr>
            </a:lvl5pPr>
            <a:lvl6pPr>
              <a:buNone/>
              <a:defRPr sz="2550" b="1">
                <a:solidFill>
                  <a:srgbClr val="2876A8"/>
                </a:solidFill>
                <a:latin typeface="Yu Gothic"/>
                <a:ea typeface="Yu Gothic"/>
                <a:cs typeface="Yu Gothic"/>
              </a:defRPr>
            </a:lvl6pPr>
            <a:lvl7pPr>
              <a:buNone/>
              <a:defRPr sz="2550" b="1">
                <a:solidFill>
                  <a:srgbClr val="2876A8"/>
                </a:solidFill>
                <a:latin typeface="Yu Gothic"/>
                <a:ea typeface="Yu Gothic"/>
                <a:cs typeface="Yu Gothic"/>
              </a:defRPr>
            </a:lvl7pPr>
            <a:lvl8pPr>
              <a:buNone/>
              <a:defRPr sz="2550" b="1">
                <a:solidFill>
                  <a:srgbClr val="2876A8"/>
                </a:solidFill>
                <a:latin typeface="Yu Gothic"/>
                <a:ea typeface="Yu Gothic"/>
                <a:cs typeface="Yu Gothic"/>
              </a:defRPr>
            </a:lvl8pPr>
            <a:lvl9pPr>
              <a:buNone/>
              <a:defRPr sz="2550" b="1">
                <a:solidFill>
                  <a:srgbClr val="2876A8"/>
                </a:solidFill>
                <a:latin typeface="Yu Gothic"/>
                <a:ea typeface="Yu Gothic"/>
                <a:cs typeface="Yu Gothic"/>
              </a:defRPr>
            </a:lvl9pPr>
          </a:lstStyle>
          <a:p xmlns:a="http://schemas.openxmlformats.org/drawingml/2006/main">
            <a:pPr>
              <a:buNone/>
              <a:defRPr sz="2550" b="1">
                <a:solidFill>
                  <a:srgbClr val="2876A8"/>
                </a:solidFill>
                <a:latin typeface="Yu Gothic"/>
                <a:ea typeface="Yu Gothic"/>
                <a:cs typeface="Yu Gothic"/>
              </a:defRPr>
            </a:pPr>
            <a:r>
              <a:rPr sz="2550" b="1">
                <a:solidFill>
                  <a:srgbClr val="2876A8"/>
                </a:solidFill>
                <a:latin typeface="Yu Gothic"/>
                <a:ea typeface="Yu Gothic"/>
                <a:cs typeface="Yu Gothic"/>
              </a:rPr>
              <a:t>= 1.33 mm</a:t>
            </a:r>
          </a:p>
        </p:txBody>
      </p:sp>
      <p:sp>
        <p:nvSpPr>
          <p:cNvPr id="87" name="">
            <a:extLst xmlns:a="http://schemas.openxmlformats.org/drawingml/2006/main">
              <a:ext uri="{FF2B5EF4-FFF2-40B4-BE49-F238E27FC236}">
                <a16:creationId xmlns:a16="http://schemas.microsoft.com/office/drawing/2014/main" id="{08786193-D5B8-4920-9082-D222FFEE932E}"/>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変形・応力は模式表示。値は計算モデルの結果であり、破壊や使用の可否には別の条件が必要。</a:t>
            </a:r>
          </a:p>
        </p:txBody>
      </p:sp>
    </p:spTree>
    <p:extLst>
      <p:ext uri="{BB962C8B-B14F-4D97-AF65-F5344CB8AC3E}">
        <p14:creationId xmlns:p14="http://schemas.microsoft.com/office/powerpoint/2010/main" val="15725604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F21A0C-2CB5-4DC7-91B8-F4019732B5A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計算を、単位と適用条件の両面から確認</a:t>
            </a:r>
          </a:p>
        </p:txBody>
      </p:sp>
      <p:sp>
        <p:nvSpPr>
          <p:cNvPr id="2" name="">
            <a:extLst xmlns:a="http://schemas.openxmlformats.org/drawingml/2006/main">
              <a:ext uri="{FF2B5EF4-FFF2-40B4-BE49-F238E27FC236}">
                <a16:creationId xmlns:a16="http://schemas.microsoft.com/office/drawing/2014/main" id="{A60B31F5-1BB2-4C99-8AD9-290789E798A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6FA3E1F-B49F-4296-8E4C-88FCE2A5806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DEADD35F-66F2-4891-AB4A-D8E8B5A01D49}"/>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確認する量</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確認の観点</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σ = M/Z</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(N·mm)/mm³ = N/mm² = MPa</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δ = FL³/(48EI)</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(N·mm³)/[(N/mm²)·mm⁴] = mm</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適用するモデル</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支持・荷重位置・均質性・小変形</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扱っていない現象</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接合、局所破壊、時間や繰返し等</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F64CF86-0DAE-4E50-B87B-60FBF2760B1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単位の整合は必要だが、それだけでモデルや物性値の選択を保証しない。</a:t>
            </a:r>
          </a:p>
        </p:txBody>
      </p:sp>
      <p:sp>
        <p:nvSpPr>
          <p:cNvPr id="6" name="">
            <a:extLst xmlns:a="http://schemas.openxmlformats.org/drawingml/2006/main">
              <a:ext uri="{FF2B5EF4-FFF2-40B4-BE49-F238E27FC236}">
                <a16:creationId xmlns:a16="http://schemas.microsoft.com/office/drawing/2014/main" id="{927E0F4D-AACD-4473-AFDA-069ED3BC6E7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52</a:t>
            </a:r>
          </a:p>
        </p:txBody>
      </p:sp>
    </p:spTree>
    <p:extLst>
      <p:ext uri="{BB962C8B-B14F-4D97-AF65-F5344CB8AC3E}">
        <p14:creationId xmlns:p14="http://schemas.microsoft.com/office/powerpoint/2010/main" val="1093819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88587B1-55B6-4C47-8B5C-C1809969985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幅一定で高さを2倍にする</a:t>
            </a:r>
          </a:p>
        </p:txBody>
      </p:sp>
      <p:sp>
        <p:nvSpPr>
          <p:cNvPr id="2" name="">
            <a:extLst xmlns:a="http://schemas.openxmlformats.org/drawingml/2006/main">
              <a:ext uri="{FF2B5EF4-FFF2-40B4-BE49-F238E27FC236}">
                <a16:creationId xmlns:a16="http://schemas.microsoft.com/office/drawing/2014/main" id="{94A49D54-C143-41C7-8D4D-915928E7F12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4" name="">
            <a:extLst xmlns:a="http://schemas.openxmlformats.org/drawingml/2006/main">
              <a:ext uri="{FF2B5EF4-FFF2-40B4-BE49-F238E27FC236}">
                <a16:creationId xmlns:a16="http://schemas.microsoft.com/office/drawing/2014/main" id="{A77440B3-559D-48F6-96F3-11A6E7AA83DA}"/>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15" name="">
            <a:extLst xmlns:a="http://schemas.openxmlformats.org/drawingml/2006/main">
              <a:ext uri="{FF2B5EF4-FFF2-40B4-BE49-F238E27FC236}">
                <a16:creationId xmlns:a16="http://schemas.microsoft.com/office/drawing/2014/main" id="{57331547-7347-41A3-8F8F-3AE96A0AD11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52</a:t>
            </a:r>
          </a:p>
        </p:txBody>
      </p:sp>
      <p:sp>
        <p:nvSpPr>
          <p:cNvPr id="17" name="">
            <a:extLst xmlns:a="http://schemas.openxmlformats.org/drawingml/2006/main">
              <a:ext uri="{FF2B5EF4-FFF2-40B4-BE49-F238E27FC236}">
                <a16:creationId xmlns:a16="http://schemas.microsoft.com/office/drawing/2014/main" id="{3C056349-E143-417F-A32B-ABF50F3B7150}"/>
              </a:ext>
            </a:extLst>
          </p:cNvPr>
          <p:cNvSpPr>
            <a:spLocks xmlns:a="http://schemas.openxmlformats.org/drawingml/2006/main" noGrp="1"/>
          </p:cNvSpPr>
          <p:nvPr/>
        </p:nvSpPr>
        <p:spPr>
          <a:xfrm xmlns:a="http://schemas.openxmlformats.org/drawingml/2006/main">
            <a:off x="809625" y="1524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b一定、hを2hへ</a:t>
            </a:r>
          </a:p>
        </p:txBody>
      </p:sp>
      <p:sp>
        <p:nvSpPr>
          <p:cNvPr id="18" name="">
            <a:extLst xmlns:a="http://schemas.openxmlformats.org/drawingml/2006/main">
              <a:ext uri="{FF2B5EF4-FFF2-40B4-BE49-F238E27FC236}">
                <a16:creationId xmlns:a16="http://schemas.microsoft.com/office/drawing/2014/main" id="{EE6A271A-8EC4-4409-94AB-3964A34BF6D6}"/>
              </a:ext>
            </a:extLst>
          </p:cNvPr>
          <p:cNvSpPr>
            <a:spLocks xmlns:a="http://schemas.openxmlformats.org/drawingml/2006/main" noGrp="1"/>
          </p:cNvSpPr>
          <p:nvPr/>
        </p:nvSpPr>
        <p:spPr>
          <a:xfrm xmlns:a="http://schemas.openxmlformats.org/drawingml/2006/main">
            <a:off x="2095500" y="3000375"/>
            <a:ext cx="1143000" cy="1047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9" name="">
            <a:extLst xmlns:a="http://schemas.openxmlformats.org/drawingml/2006/main">
              <a:ext uri="{FF2B5EF4-FFF2-40B4-BE49-F238E27FC236}">
                <a16:creationId xmlns:a16="http://schemas.microsoft.com/office/drawing/2014/main" id="{F0594F8B-862B-4783-9236-AEF874210294}"/>
              </a:ext>
            </a:extLst>
          </p:cNvPr>
          <p:cNvSpPr>
            <a:spLocks xmlns:a="http://schemas.openxmlformats.org/drawingml/2006/main" noGrp="1"/>
          </p:cNvSpPr>
          <p:nvPr/>
        </p:nvSpPr>
        <p:spPr>
          <a:xfrm xmlns:a="http://schemas.openxmlformats.org/drawingml/2006/main">
            <a:off x="16668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7016BCAA-DD7E-45D4-BAC2-5139CF447D0D}"/>
              </a:ext>
            </a:extLst>
          </p:cNvPr>
          <p:cNvSpPr>
            <a:spLocks xmlns:a="http://schemas.openxmlformats.org/drawingml/2006/main" noGrp="1"/>
          </p:cNvSpPr>
          <p:nvPr/>
        </p:nvSpPr>
        <p:spPr>
          <a:xfrm xmlns:a="http://schemas.openxmlformats.org/drawingml/2006/main">
            <a:off x="180022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BFBFA4CC-42AE-4A6B-9858-C336966F762B}"/>
              </a:ext>
            </a:extLst>
          </p:cNvPr>
          <p:cNvSpPr>
            <a:spLocks xmlns:a="http://schemas.openxmlformats.org/drawingml/2006/main" noGrp="1"/>
          </p:cNvSpPr>
          <p:nvPr/>
        </p:nvSpPr>
        <p:spPr>
          <a:xfrm xmlns:a="http://schemas.openxmlformats.org/drawingml/2006/main">
            <a:off x="19335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F83C2654-CB54-4AC9-95A4-ABB27E24C84D}"/>
              </a:ext>
            </a:extLst>
          </p:cNvPr>
          <p:cNvSpPr>
            <a:spLocks xmlns:a="http://schemas.openxmlformats.org/drawingml/2006/main" noGrp="1"/>
          </p:cNvSpPr>
          <p:nvPr/>
        </p:nvSpPr>
        <p:spPr>
          <a:xfrm xmlns:a="http://schemas.openxmlformats.org/drawingml/2006/main">
            <a:off x="206692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21717339-27A2-49C2-BE29-EBF364F0B0A7}"/>
              </a:ext>
            </a:extLst>
          </p:cNvPr>
          <p:cNvSpPr>
            <a:spLocks xmlns:a="http://schemas.openxmlformats.org/drawingml/2006/main" noGrp="1"/>
          </p:cNvSpPr>
          <p:nvPr/>
        </p:nvSpPr>
        <p:spPr>
          <a:xfrm xmlns:a="http://schemas.openxmlformats.org/drawingml/2006/main">
            <a:off x="22002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68E7D8C6-573A-4305-A157-3DB8F9934F7B}"/>
              </a:ext>
            </a:extLst>
          </p:cNvPr>
          <p:cNvSpPr>
            <a:spLocks xmlns:a="http://schemas.openxmlformats.org/drawingml/2006/main" noGrp="1"/>
          </p:cNvSpPr>
          <p:nvPr/>
        </p:nvSpPr>
        <p:spPr>
          <a:xfrm xmlns:a="http://schemas.openxmlformats.org/drawingml/2006/main">
            <a:off x="233362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EBFA2031-00ED-47DE-A532-F4904A57A0A5}"/>
              </a:ext>
            </a:extLst>
          </p:cNvPr>
          <p:cNvSpPr>
            <a:spLocks xmlns:a="http://schemas.openxmlformats.org/drawingml/2006/main" noGrp="1"/>
          </p:cNvSpPr>
          <p:nvPr/>
        </p:nvSpPr>
        <p:spPr>
          <a:xfrm xmlns:a="http://schemas.openxmlformats.org/drawingml/2006/main">
            <a:off x="24669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3F48AF8E-84EB-4DCD-AD13-1782DC572D75}"/>
              </a:ext>
            </a:extLst>
          </p:cNvPr>
          <p:cNvSpPr>
            <a:spLocks xmlns:a="http://schemas.openxmlformats.org/drawingml/2006/main" noGrp="1"/>
          </p:cNvSpPr>
          <p:nvPr/>
        </p:nvSpPr>
        <p:spPr>
          <a:xfrm xmlns:a="http://schemas.openxmlformats.org/drawingml/2006/main">
            <a:off x="260032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C725D69F-F952-4254-8521-5B24D2DF648E}"/>
              </a:ext>
            </a:extLst>
          </p:cNvPr>
          <p:cNvSpPr>
            <a:spLocks xmlns:a="http://schemas.openxmlformats.org/drawingml/2006/main" noGrp="1"/>
          </p:cNvSpPr>
          <p:nvPr/>
        </p:nvSpPr>
        <p:spPr>
          <a:xfrm xmlns:a="http://schemas.openxmlformats.org/drawingml/2006/main">
            <a:off x="273367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985AC271-58A4-4572-800E-8C4ADCD3F118}"/>
              </a:ext>
            </a:extLst>
          </p:cNvPr>
          <p:cNvSpPr>
            <a:spLocks xmlns:a="http://schemas.openxmlformats.org/drawingml/2006/main" noGrp="1"/>
          </p:cNvSpPr>
          <p:nvPr/>
        </p:nvSpPr>
        <p:spPr>
          <a:xfrm xmlns:a="http://schemas.openxmlformats.org/drawingml/2006/main">
            <a:off x="286702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EFDE52C3-95D1-4094-89BC-CC1B06C05D0D}"/>
              </a:ext>
            </a:extLst>
          </p:cNvPr>
          <p:cNvSpPr>
            <a:spLocks xmlns:a="http://schemas.openxmlformats.org/drawingml/2006/main" noGrp="1"/>
          </p:cNvSpPr>
          <p:nvPr/>
        </p:nvSpPr>
        <p:spPr>
          <a:xfrm xmlns:a="http://schemas.openxmlformats.org/drawingml/2006/main">
            <a:off x="300037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75BDCFF2-8399-4C56-85B6-4DA1B420BD3F}"/>
              </a:ext>
            </a:extLst>
          </p:cNvPr>
          <p:cNvSpPr>
            <a:spLocks xmlns:a="http://schemas.openxmlformats.org/drawingml/2006/main" noGrp="1"/>
          </p:cNvSpPr>
          <p:nvPr/>
        </p:nvSpPr>
        <p:spPr>
          <a:xfrm xmlns:a="http://schemas.openxmlformats.org/drawingml/2006/main">
            <a:off x="313372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11700AF1-091C-4E9D-A402-98EF8C165F9A}"/>
              </a:ext>
            </a:extLst>
          </p:cNvPr>
          <p:cNvSpPr>
            <a:spLocks xmlns:a="http://schemas.openxmlformats.org/drawingml/2006/main" noGrp="1"/>
          </p:cNvSpPr>
          <p:nvPr/>
        </p:nvSpPr>
        <p:spPr>
          <a:xfrm xmlns:a="http://schemas.openxmlformats.org/drawingml/2006/main">
            <a:off x="32670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A0CDC488-B199-4BAC-A630-BD7A9C7153AB}"/>
              </a:ext>
            </a:extLst>
          </p:cNvPr>
          <p:cNvSpPr>
            <a:spLocks xmlns:a="http://schemas.openxmlformats.org/drawingml/2006/main" noGrp="1"/>
          </p:cNvSpPr>
          <p:nvPr/>
        </p:nvSpPr>
        <p:spPr>
          <a:xfrm xmlns:a="http://schemas.openxmlformats.org/drawingml/2006/main">
            <a:off x="340042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3DD2F78D-D4A2-4AF1-B0A2-C7F9EDFCBC33}"/>
              </a:ext>
            </a:extLst>
          </p:cNvPr>
          <p:cNvSpPr>
            <a:spLocks xmlns:a="http://schemas.openxmlformats.org/drawingml/2006/main" noGrp="1"/>
          </p:cNvSpPr>
          <p:nvPr/>
        </p:nvSpPr>
        <p:spPr>
          <a:xfrm xmlns:a="http://schemas.openxmlformats.org/drawingml/2006/main">
            <a:off x="353377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5B9E6095-DEBC-449B-A0D2-C81B7D167348}"/>
              </a:ext>
            </a:extLst>
          </p:cNvPr>
          <p:cNvSpPr>
            <a:spLocks xmlns:a="http://schemas.openxmlformats.org/drawingml/2006/main" noGrp="1"/>
          </p:cNvSpPr>
          <p:nvPr/>
        </p:nvSpPr>
        <p:spPr>
          <a:xfrm xmlns:a="http://schemas.openxmlformats.org/drawingml/2006/main">
            <a:off x="2095500" y="435292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13335">
            <a:solidFill>
              <a:srgbClr val="2876A8"/>
            </a:solidFill>
          </a:ln>
        </p:spPr>
      </p:sp>
      <p:sp>
        <p:nvSpPr>
          <p:cNvPr id="35" name="">
            <a:extLst xmlns:a="http://schemas.openxmlformats.org/drawingml/2006/main">
              <a:ext uri="{FF2B5EF4-FFF2-40B4-BE49-F238E27FC236}">
                <a16:creationId xmlns:a16="http://schemas.microsoft.com/office/drawing/2014/main" id="{D69DA092-25F7-4FBD-8BF9-E9F7B4A2951B}"/>
              </a:ext>
            </a:extLst>
          </p:cNvPr>
          <p:cNvSpPr>
            <a:spLocks xmlns:a="http://schemas.openxmlformats.org/drawingml/2006/main" noGrp="1"/>
          </p:cNvSpPr>
          <p:nvPr/>
        </p:nvSpPr>
        <p:spPr>
          <a:xfrm xmlns:a="http://schemas.openxmlformats.org/drawingml/2006/main">
            <a:off x="3171825" y="43249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36" name="">
            <a:extLst xmlns:a="http://schemas.openxmlformats.org/drawingml/2006/main">
              <a:ext uri="{FF2B5EF4-FFF2-40B4-BE49-F238E27FC236}">
                <a16:creationId xmlns:a16="http://schemas.microsoft.com/office/drawing/2014/main" id="{D77E6011-D70F-446F-A234-8D1C426A132A}"/>
              </a:ext>
            </a:extLst>
          </p:cNvPr>
          <p:cNvSpPr>
            <a:spLocks xmlns:a="http://schemas.openxmlformats.org/drawingml/2006/main" noGrp="1"/>
          </p:cNvSpPr>
          <p:nvPr/>
        </p:nvSpPr>
        <p:spPr>
          <a:xfrm xmlns:a="http://schemas.openxmlformats.org/drawingml/2006/main">
            <a:off x="2095500" y="4352925"/>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13335">
            <a:solidFill>
              <a:srgbClr val="2876A8"/>
            </a:solidFill>
          </a:ln>
        </p:spPr>
      </p:sp>
      <p:sp>
        <p:nvSpPr>
          <p:cNvPr id="37" name="">
            <a:extLst xmlns:a="http://schemas.openxmlformats.org/drawingml/2006/main">
              <a:ext uri="{FF2B5EF4-FFF2-40B4-BE49-F238E27FC236}">
                <a16:creationId xmlns:a16="http://schemas.microsoft.com/office/drawing/2014/main" id="{0CF86D14-E746-43C3-88EF-18D044987018}"/>
              </a:ext>
            </a:extLst>
          </p:cNvPr>
          <p:cNvSpPr>
            <a:spLocks xmlns:a="http://schemas.openxmlformats.org/drawingml/2006/main" noGrp="1"/>
          </p:cNvSpPr>
          <p:nvPr/>
        </p:nvSpPr>
        <p:spPr>
          <a:xfrm xmlns:a="http://schemas.openxmlformats.org/drawingml/2006/main">
            <a:off x="2095500" y="43249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38" name="">
            <a:extLst xmlns:a="http://schemas.openxmlformats.org/drawingml/2006/main">
              <a:ext uri="{FF2B5EF4-FFF2-40B4-BE49-F238E27FC236}">
                <a16:creationId xmlns:a16="http://schemas.microsoft.com/office/drawing/2014/main" id="{7FD100D9-A140-4467-B4E7-466D1BB0DB31}"/>
              </a:ext>
            </a:extLst>
          </p:cNvPr>
          <p:cNvSpPr>
            <a:spLocks xmlns:a="http://schemas.openxmlformats.org/drawingml/2006/main" noGrp="1"/>
          </p:cNvSpPr>
          <p:nvPr/>
        </p:nvSpPr>
        <p:spPr>
          <a:xfrm xmlns:a="http://schemas.openxmlformats.org/drawingml/2006/main">
            <a:off x="2095500" y="4400550"/>
            <a:ext cx="114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b</a:t>
            </a:r>
          </a:p>
        </p:txBody>
      </p:sp>
      <p:sp>
        <p:nvSpPr>
          <p:cNvPr id="39" name="">
            <a:extLst xmlns:a="http://schemas.openxmlformats.org/drawingml/2006/main">
              <a:ext uri="{FF2B5EF4-FFF2-40B4-BE49-F238E27FC236}">
                <a16:creationId xmlns:a16="http://schemas.microsoft.com/office/drawing/2014/main" id="{A5643CE4-6323-4ACC-A59A-1BE392BE5628}"/>
              </a:ext>
            </a:extLst>
          </p:cNvPr>
          <p:cNvSpPr>
            <a:spLocks xmlns:a="http://schemas.openxmlformats.org/drawingml/2006/main" noGrp="1"/>
          </p:cNvSpPr>
          <p:nvPr/>
        </p:nvSpPr>
        <p:spPr>
          <a:xfrm xmlns:a="http://schemas.openxmlformats.org/drawingml/2006/main">
            <a:off x="3571875" y="3000375"/>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14288">
            <a:solidFill>
              <a:srgbClr val="2876A8"/>
            </a:solidFill>
          </a:ln>
        </p:spPr>
      </p:sp>
      <p:sp>
        <p:nvSpPr>
          <p:cNvPr id="40" name="">
            <a:extLst xmlns:a="http://schemas.openxmlformats.org/drawingml/2006/main">
              <a:ext uri="{FF2B5EF4-FFF2-40B4-BE49-F238E27FC236}">
                <a16:creationId xmlns:a16="http://schemas.microsoft.com/office/drawing/2014/main" id="{3B89D64F-6733-4F1E-98EE-C3EA8E8916CC}"/>
              </a:ext>
            </a:extLst>
          </p:cNvPr>
          <p:cNvSpPr>
            <a:spLocks xmlns:a="http://schemas.openxmlformats.org/drawingml/2006/main" noGrp="1"/>
          </p:cNvSpPr>
          <p:nvPr/>
        </p:nvSpPr>
        <p:spPr>
          <a:xfrm xmlns:a="http://schemas.openxmlformats.org/drawingml/2006/main">
            <a:off x="3543872" y="398145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41" name="">
            <a:extLst xmlns:a="http://schemas.openxmlformats.org/drawingml/2006/main">
              <a:ext uri="{FF2B5EF4-FFF2-40B4-BE49-F238E27FC236}">
                <a16:creationId xmlns:a16="http://schemas.microsoft.com/office/drawing/2014/main" id="{D22885C5-7C7D-4124-A079-1350D21D9C4D}"/>
              </a:ext>
            </a:extLst>
          </p:cNvPr>
          <p:cNvSpPr>
            <a:spLocks xmlns:a="http://schemas.openxmlformats.org/drawingml/2006/main" noGrp="1"/>
          </p:cNvSpPr>
          <p:nvPr/>
        </p:nvSpPr>
        <p:spPr>
          <a:xfrm xmlns:a="http://schemas.openxmlformats.org/drawingml/2006/main">
            <a:off x="3571875" y="3000375"/>
            <a:ext cx="9525" cy="1047750"/>
          </a:xfrm>
          <a:custGeom xmlns:a="http://schemas.openxmlformats.org/drawingml/2006/main">
            <a:pathLst>
              <a:path w="9525" h="1047750">
                <a:moveTo>
                  <a:pt x="0" y="1047750"/>
                </a:moveTo>
                <a:lnTo>
                  <a:pt x="0" y="0"/>
                </a:lnTo>
              </a:path>
            </a:pathLst>
          </a:custGeom>
          <a:noFill xmlns:a="http://schemas.openxmlformats.org/drawingml/2006/main"/>
          <a:ln xmlns:a="http://schemas.openxmlformats.org/drawingml/2006/main" w="14288">
            <a:solidFill>
              <a:srgbClr val="2876A8"/>
            </a:solidFill>
          </a:ln>
        </p:spPr>
      </p:sp>
      <p:sp>
        <p:nvSpPr>
          <p:cNvPr id="42" name="">
            <a:extLst xmlns:a="http://schemas.openxmlformats.org/drawingml/2006/main">
              <a:ext uri="{FF2B5EF4-FFF2-40B4-BE49-F238E27FC236}">
                <a16:creationId xmlns:a16="http://schemas.microsoft.com/office/drawing/2014/main" id="{7D5ED2DC-25C4-405F-8957-A8DB24F71458}"/>
              </a:ext>
            </a:extLst>
          </p:cNvPr>
          <p:cNvSpPr>
            <a:spLocks xmlns:a="http://schemas.openxmlformats.org/drawingml/2006/main" noGrp="1"/>
          </p:cNvSpPr>
          <p:nvPr/>
        </p:nvSpPr>
        <p:spPr>
          <a:xfrm xmlns:a="http://schemas.openxmlformats.org/drawingml/2006/main">
            <a:off x="3543872" y="300037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43" name="">
            <a:extLst xmlns:a="http://schemas.openxmlformats.org/drawingml/2006/main">
              <a:ext uri="{FF2B5EF4-FFF2-40B4-BE49-F238E27FC236}">
                <a16:creationId xmlns:a16="http://schemas.microsoft.com/office/drawing/2014/main" id="{541D893A-4DEE-4CE7-9C1C-0DA48EB11B45}"/>
              </a:ext>
            </a:extLst>
          </p:cNvPr>
          <p:cNvSpPr>
            <a:spLocks xmlns:a="http://schemas.openxmlformats.org/drawingml/2006/main" noGrp="1"/>
          </p:cNvSpPr>
          <p:nvPr/>
        </p:nvSpPr>
        <p:spPr>
          <a:xfrm xmlns:a="http://schemas.openxmlformats.org/drawingml/2006/main">
            <a:off x="3686175" y="33242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h</a:t>
            </a:r>
          </a:p>
        </p:txBody>
      </p:sp>
      <p:sp>
        <p:nvSpPr>
          <p:cNvPr id="44" name="">
            <a:extLst xmlns:a="http://schemas.openxmlformats.org/drawingml/2006/main">
              <a:ext uri="{FF2B5EF4-FFF2-40B4-BE49-F238E27FC236}">
                <a16:creationId xmlns:a16="http://schemas.microsoft.com/office/drawing/2014/main" id="{F88E2804-D907-4998-8809-A3EBE235A110}"/>
              </a:ext>
            </a:extLst>
          </p:cNvPr>
          <p:cNvSpPr>
            <a:spLocks xmlns:a="http://schemas.openxmlformats.org/drawingml/2006/main" noGrp="1"/>
          </p:cNvSpPr>
          <p:nvPr/>
        </p:nvSpPr>
        <p:spPr>
          <a:xfrm xmlns:a="http://schemas.openxmlformats.org/drawingml/2006/main">
            <a:off x="7381875" y="2476500"/>
            <a:ext cx="1143000" cy="2095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45" name="">
            <a:extLst xmlns:a="http://schemas.openxmlformats.org/drawingml/2006/main">
              <a:ext uri="{FF2B5EF4-FFF2-40B4-BE49-F238E27FC236}">
                <a16:creationId xmlns:a16="http://schemas.microsoft.com/office/drawing/2014/main" id="{181AF1D9-BB7B-4EFB-B40F-8563746533F4}"/>
              </a:ext>
            </a:extLst>
          </p:cNvPr>
          <p:cNvSpPr>
            <a:spLocks xmlns:a="http://schemas.openxmlformats.org/drawingml/2006/main" noGrp="1"/>
          </p:cNvSpPr>
          <p:nvPr/>
        </p:nvSpPr>
        <p:spPr>
          <a:xfrm xmlns:a="http://schemas.openxmlformats.org/drawingml/2006/main">
            <a:off x="695325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E5EDDAC8-B086-46FC-A1CB-5BC34BE6B38E}"/>
              </a:ext>
            </a:extLst>
          </p:cNvPr>
          <p:cNvSpPr>
            <a:spLocks xmlns:a="http://schemas.openxmlformats.org/drawingml/2006/main" noGrp="1"/>
          </p:cNvSpPr>
          <p:nvPr/>
        </p:nvSpPr>
        <p:spPr>
          <a:xfrm xmlns:a="http://schemas.openxmlformats.org/drawingml/2006/main">
            <a:off x="708660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8716F5E1-BA56-4CDA-85AB-83FABF6B8898}"/>
              </a:ext>
            </a:extLst>
          </p:cNvPr>
          <p:cNvSpPr>
            <a:spLocks xmlns:a="http://schemas.openxmlformats.org/drawingml/2006/main" noGrp="1"/>
          </p:cNvSpPr>
          <p:nvPr/>
        </p:nvSpPr>
        <p:spPr>
          <a:xfrm xmlns:a="http://schemas.openxmlformats.org/drawingml/2006/main">
            <a:off x="721995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D7FF3CA8-57EB-4BBB-B525-FAD3379F0D81}"/>
              </a:ext>
            </a:extLst>
          </p:cNvPr>
          <p:cNvSpPr>
            <a:spLocks xmlns:a="http://schemas.openxmlformats.org/drawingml/2006/main" noGrp="1"/>
          </p:cNvSpPr>
          <p:nvPr/>
        </p:nvSpPr>
        <p:spPr>
          <a:xfrm xmlns:a="http://schemas.openxmlformats.org/drawingml/2006/main">
            <a:off x="735330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3B4FE697-F161-467D-B02E-E8ABCBB0BADE}"/>
              </a:ext>
            </a:extLst>
          </p:cNvPr>
          <p:cNvSpPr>
            <a:spLocks xmlns:a="http://schemas.openxmlformats.org/drawingml/2006/main" noGrp="1"/>
          </p:cNvSpPr>
          <p:nvPr/>
        </p:nvSpPr>
        <p:spPr>
          <a:xfrm xmlns:a="http://schemas.openxmlformats.org/drawingml/2006/main">
            <a:off x="748665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0" name="">
            <a:extLst xmlns:a="http://schemas.openxmlformats.org/drawingml/2006/main">
              <a:ext uri="{FF2B5EF4-FFF2-40B4-BE49-F238E27FC236}">
                <a16:creationId xmlns:a16="http://schemas.microsoft.com/office/drawing/2014/main" id="{D3DBA449-1CE1-4371-8CF1-0475B580D417}"/>
              </a:ext>
            </a:extLst>
          </p:cNvPr>
          <p:cNvSpPr>
            <a:spLocks xmlns:a="http://schemas.openxmlformats.org/drawingml/2006/main" noGrp="1"/>
          </p:cNvSpPr>
          <p:nvPr/>
        </p:nvSpPr>
        <p:spPr>
          <a:xfrm xmlns:a="http://schemas.openxmlformats.org/drawingml/2006/main">
            <a:off x="762000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1" name="">
            <a:extLst xmlns:a="http://schemas.openxmlformats.org/drawingml/2006/main">
              <a:ext uri="{FF2B5EF4-FFF2-40B4-BE49-F238E27FC236}">
                <a16:creationId xmlns:a16="http://schemas.microsoft.com/office/drawing/2014/main" id="{072A4573-1373-4581-95AB-F652A564567A}"/>
              </a:ext>
            </a:extLst>
          </p:cNvPr>
          <p:cNvSpPr>
            <a:spLocks xmlns:a="http://schemas.openxmlformats.org/drawingml/2006/main" noGrp="1"/>
          </p:cNvSpPr>
          <p:nvPr/>
        </p:nvSpPr>
        <p:spPr>
          <a:xfrm xmlns:a="http://schemas.openxmlformats.org/drawingml/2006/main">
            <a:off x="775335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2" name="">
            <a:extLst xmlns:a="http://schemas.openxmlformats.org/drawingml/2006/main">
              <a:ext uri="{FF2B5EF4-FFF2-40B4-BE49-F238E27FC236}">
                <a16:creationId xmlns:a16="http://schemas.microsoft.com/office/drawing/2014/main" id="{B930E3E9-0B8D-4402-8B43-22AFCD056F41}"/>
              </a:ext>
            </a:extLst>
          </p:cNvPr>
          <p:cNvSpPr>
            <a:spLocks xmlns:a="http://schemas.openxmlformats.org/drawingml/2006/main" noGrp="1"/>
          </p:cNvSpPr>
          <p:nvPr/>
        </p:nvSpPr>
        <p:spPr>
          <a:xfrm xmlns:a="http://schemas.openxmlformats.org/drawingml/2006/main">
            <a:off x="788670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EE0F41AF-F05B-4834-B974-334EC4ADD04B}"/>
              </a:ext>
            </a:extLst>
          </p:cNvPr>
          <p:cNvSpPr>
            <a:spLocks xmlns:a="http://schemas.openxmlformats.org/drawingml/2006/main" noGrp="1"/>
          </p:cNvSpPr>
          <p:nvPr/>
        </p:nvSpPr>
        <p:spPr>
          <a:xfrm xmlns:a="http://schemas.openxmlformats.org/drawingml/2006/main">
            <a:off x="802005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027F3512-1E82-4AEC-A665-56D50585EC8B}"/>
              </a:ext>
            </a:extLst>
          </p:cNvPr>
          <p:cNvSpPr>
            <a:spLocks xmlns:a="http://schemas.openxmlformats.org/drawingml/2006/main" noGrp="1"/>
          </p:cNvSpPr>
          <p:nvPr/>
        </p:nvSpPr>
        <p:spPr>
          <a:xfrm xmlns:a="http://schemas.openxmlformats.org/drawingml/2006/main">
            <a:off x="815340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5" name="">
            <a:extLst xmlns:a="http://schemas.openxmlformats.org/drawingml/2006/main">
              <a:ext uri="{FF2B5EF4-FFF2-40B4-BE49-F238E27FC236}">
                <a16:creationId xmlns:a16="http://schemas.microsoft.com/office/drawing/2014/main" id="{00034837-0A7E-478D-8559-15A6A07F28A7}"/>
              </a:ext>
            </a:extLst>
          </p:cNvPr>
          <p:cNvSpPr>
            <a:spLocks xmlns:a="http://schemas.openxmlformats.org/drawingml/2006/main" noGrp="1"/>
          </p:cNvSpPr>
          <p:nvPr/>
        </p:nvSpPr>
        <p:spPr>
          <a:xfrm xmlns:a="http://schemas.openxmlformats.org/drawingml/2006/main">
            <a:off x="828675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6" name="">
            <a:extLst xmlns:a="http://schemas.openxmlformats.org/drawingml/2006/main">
              <a:ext uri="{FF2B5EF4-FFF2-40B4-BE49-F238E27FC236}">
                <a16:creationId xmlns:a16="http://schemas.microsoft.com/office/drawing/2014/main" id="{BC71AB44-7719-450A-B634-BEE3238541B5}"/>
              </a:ext>
            </a:extLst>
          </p:cNvPr>
          <p:cNvSpPr>
            <a:spLocks xmlns:a="http://schemas.openxmlformats.org/drawingml/2006/main" noGrp="1"/>
          </p:cNvSpPr>
          <p:nvPr/>
        </p:nvSpPr>
        <p:spPr>
          <a:xfrm xmlns:a="http://schemas.openxmlformats.org/drawingml/2006/main">
            <a:off x="842010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7" name="">
            <a:extLst xmlns:a="http://schemas.openxmlformats.org/drawingml/2006/main">
              <a:ext uri="{FF2B5EF4-FFF2-40B4-BE49-F238E27FC236}">
                <a16:creationId xmlns:a16="http://schemas.microsoft.com/office/drawing/2014/main" id="{9C89420B-455F-43A5-8588-35B009EB174D}"/>
              </a:ext>
            </a:extLst>
          </p:cNvPr>
          <p:cNvSpPr>
            <a:spLocks xmlns:a="http://schemas.openxmlformats.org/drawingml/2006/main" noGrp="1"/>
          </p:cNvSpPr>
          <p:nvPr/>
        </p:nvSpPr>
        <p:spPr>
          <a:xfrm xmlns:a="http://schemas.openxmlformats.org/drawingml/2006/main">
            <a:off x="855345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8" name="">
            <a:extLst xmlns:a="http://schemas.openxmlformats.org/drawingml/2006/main">
              <a:ext uri="{FF2B5EF4-FFF2-40B4-BE49-F238E27FC236}">
                <a16:creationId xmlns:a16="http://schemas.microsoft.com/office/drawing/2014/main" id="{7E1F4166-2A28-496C-89DF-39AC7EA9FAA8}"/>
              </a:ext>
            </a:extLst>
          </p:cNvPr>
          <p:cNvSpPr>
            <a:spLocks xmlns:a="http://schemas.openxmlformats.org/drawingml/2006/main" noGrp="1"/>
          </p:cNvSpPr>
          <p:nvPr/>
        </p:nvSpPr>
        <p:spPr>
          <a:xfrm xmlns:a="http://schemas.openxmlformats.org/drawingml/2006/main">
            <a:off x="868680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59" name="">
            <a:extLst xmlns:a="http://schemas.openxmlformats.org/drawingml/2006/main">
              <a:ext uri="{FF2B5EF4-FFF2-40B4-BE49-F238E27FC236}">
                <a16:creationId xmlns:a16="http://schemas.microsoft.com/office/drawing/2014/main" id="{B651F2CF-E3D2-4392-B789-6A9AC053ABFC}"/>
              </a:ext>
            </a:extLst>
          </p:cNvPr>
          <p:cNvSpPr>
            <a:spLocks xmlns:a="http://schemas.openxmlformats.org/drawingml/2006/main" noGrp="1"/>
          </p:cNvSpPr>
          <p:nvPr/>
        </p:nvSpPr>
        <p:spPr>
          <a:xfrm xmlns:a="http://schemas.openxmlformats.org/drawingml/2006/main">
            <a:off x="8820150"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60" name="">
            <a:extLst xmlns:a="http://schemas.openxmlformats.org/drawingml/2006/main">
              <a:ext uri="{FF2B5EF4-FFF2-40B4-BE49-F238E27FC236}">
                <a16:creationId xmlns:a16="http://schemas.microsoft.com/office/drawing/2014/main" id="{52E4D070-0729-4B79-B2FD-64F0CF656D70}"/>
              </a:ext>
            </a:extLst>
          </p:cNvPr>
          <p:cNvSpPr>
            <a:spLocks xmlns:a="http://schemas.openxmlformats.org/drawingml/2006/main" noGrp="1"/>
          </p:cNvSpPr>
          <p:nvPr/>
        </p:nvSpPr>
        <p:spPr>
          <a:xfrm xmlns:a="http://schemas.openxmlformats.org/drawingml/2006/main">
            <a:off x="7381875" y="487680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13335">
            <a:solidFill>
              <a:srgbClr val="2876A8"/>
            </a:solidFill>
          </a:ln>
        </p:spPr>
      </p:sp>
      <p:sp>
        <p:nvSpPr>
          <p:cNvPr id="61" name="">
            <a:extLst xmlns:a="http://schemas.openxmlformats.org/drawingml/2006/main">
              <a:ext uri="{FF2B5EF4-FFF2-40B4-BE49-F238E27FC236}">
                <a16:creationId xmlns:a16="http://schemas.microsoft.com/office/drawing/2014/main" id="{FF5A57E2-3DFE-4DA6-9D5A-74735E630279}"/>
              </a:ext>
            </a:extLst>
          </p:cNvPr>
          <p:cNvSpPr>
            <a:spLocks xmlns:a="http://schemas.openxmlformats.org/drawingml/2006/main" noGrp="1"/>
          </p:cNvSpPr>
          <p:nvPr/>
        </p:nvSpPr>
        <p:spPr>
          <a:xfrm xmlns:a="http://schemas.openxmlformats.org/drawingml/2006/main">
            <a:off x="8458200" y="48487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62" name="">
            <a:extLst xmlns:a="http://schemas.openxmlformats.org/drawingml/2006/main">
              <a:ext uri="{FF2B5EF4-FFF2-40B4-BE49-F238E27FC236}">
                <a16:creationId xmlns:a16="http://schemas.microsoft.com/office/drawing/2014/main" id="{AA271150-521C-4851-BB8F-D38322CC6BC3}"/>
              </a:ext>
            </a:extLst>
          </p:cNvPr>
          <p:cNvSpPr>
            <a:spLocks xmlns:a="http://schemas.openxmlformats.org/drawingml/2006/main" noGrp="1"/>
          </p:cNvSpPr>
          <p:nvPr/>
        </p:nvSpPr>
        <p:spPr>
          <a:xfrm xmlns:a="http://schemas.openxmlformats.org/drawingml/2006/main">
            <a:off x="7381875" y="4876800"/>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13335">
            <a:solidFill>
              <a:srgbClr val="2876A8"/>
            </a:solidFill>
          </a:ln>
        </p:spPr>
      </p:sp>
      <p:sp>
        <p:nvSpPr>
          <p:cNvPr id="63" name="">
            <a:extLst xmlns:a="http://schemas.openxmlformats.org/drawingml/2006/main">
              <a:ext uri="{FF2B5EF4-FFF2-40B4-BE49-F238E27FC236}">
                <a16:creationId xmlns:a16="http://schemas.microsoft.com/office/drawing/2014/main" id="{D27E1D27-31A2-4221-9562-C2C8C04E477D}"/>
              </a:ext>
            </a:extLst>
          </p:cNvPr>
          <p:cNvSpPr>
            <a:spLocks xmlns:a="http://schemas.openxmlformats.org/drawingml/2006/main" noGrp="1"/>
          </p:cNvSpPr>
          <p:nvPr/>
        </p:nvSpPr>
        <p:spPr>
          <a:xfrm xmlns:a="http://schemas.openxmlformats.org/drawingml/2006/main">
            <a:off x="7381875" y="48487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64" name="">
            <a:extLst xmlns:a="http://schemas.openxmlformats.org/drawingml/2006/main">
              <a:ext uri="{FF2B5EF4-FFF2-40B4-BE49-F238E27FC236}">
                <a16:creationId xmlns:a16="http://schemas.microsoft.com/office/drawing/2014/main" id="{6A3883AB-3FAA-42C3-A40C-6F3890208AAB}"/>
              </a:ext>
            </a:extLst>
          </p:cNvPr>
          <p:cNvSpPr>
            <a:spLocks xmlns:a="http://schemas.openxmlformats.org/drawingml/2006/main" noGrp="1"/>
          </p:cNvSpPr>
          <p:nvPr/>
        </p:nvSpPr>
        <p:spPr>
          <a:xfrm xmlns:a="http://schemas.openxmlformats.org/drawingml/2006/main">
            <a:off x="7381875" y="4924425"/>
            <a:ext cx="114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b</a:t>
            </a:r>
          </a:p>
        </p:txBody>
      </p:sp>
      <p:sp>
        <p:nvSpPr>
          <p:cNvPr id="65" name="">
            <a:extLst xmlns:a="http://schemas.openxmlformats.org/drawingml/2006/main">
              <a:ext uri="{FF2B5EF4-FFF2-40B4-BE49-F238E27FC236}">
                <a16:creationId xmlns:a16="http://schemas.microsoft.com/office/drawing/2014/main" id="{8B46D277-46D6-4231-9F26-6213C03C8210}"/>
              </a:ext>
            </a:extLst>
          </p:cNvPr>
          <p:cNvSpPr>
            <a:spLocks xmlns:a="http://schemas.openxmlformats.org/drawingml/2006/main" noGrp="1"/>
          </p:cNvSpPr>
          <p:nvPr/>
        </p:nvSpPr>
        <p:spPr>
          <a:xfrm xmlns:a="http://schemas.openxmlformats.org/drawingml/2006/main">
            <a:off x="8858250" y="2476500"/>
            <a:ext cx="9525" cy="2095500"/>
          </a:xfrm>
          <a:custGeom xmlns:a="http://schemas.openxmlformats.org/drawingml/2006/main">
            <a:pathLst>
              <a:path w="9525" h="2095500">
                <a:moveTo>
                  <a:pt x="0" y="0"/>
                </a:moveTo>
                <a:lnTo>
                  <a:pt x="0" y="2095500"/>
                </a:lnTo>
              </a:path>
            </a:pathLst>
          </a:custGeom>
          <a:noFill xmlns:a="http://schemas.openxmlformats.org/drawingml/2006/main"/>
          <a:ln xmlns:a="http://schemas.openxmlformats.org/drawingml/2006/main" w="14288">
            <a:solidFill>
              <a:srgbClr val="2876A8"/>
            </a:solidFill>
          </a:ln>
        </p:spPr>
      </p:sp>
      <p:sp>
        <p:nvSpPr>
          <p:cNvPr id="66" name="">
            <a:extLst xmlns:a="http://schemas.openxmlformats.org/drawingml/2006/main">
              <a:ext uri="{FF2B5EF4-FFF2-40B4-BE49-F238E27FC236}">
                <a16:creationId xmlns:a16="http://schemas.microsoft.com/office/drawing/2014/main" id="{491D67D5-6E8D-40E0-9FB8-CBE069B651DD}"/>
              </a:ext>
            </a:extLst>
          </p:cNvPr>
          <p:cNvSpPr>
            <a:spLocks xmlns:a="http://schemas.openxmlformats.org/drawingml/2006/main" noGrp="1"/>
          </p:cNvSpPr>
          <p:nvPr/>
        </p:nvSpPr>
        <p:spPr>
          <a:xfrm xmlns:a="http://schemas.openxmlformats.org/drawingml/2006/main">
            <a:off x="8830247" y="450532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67" name="">
            <a:extLst xmlns:a="http://schemas.openxmlformats.org/drawingml/2006/main">
              <a:ext uri="{FF2B5EF4-FFF2-40B4-BE49-F238E27FC236}">
                <a16:creationId xmlns:a16="http://schemas.microsoft.com/office/drawing/2014/main" id="{564662B8-61AA-41AE-8BA3-3C8538C13BC9}"/>
              </a:ext>
            </a:extLst>
          </p:cNvPr>
          <p:cNvSpPr>
            <a:spLocks xmlns:a="http://schemas.openxmlformats.org/drawingml/2006/main" noGrp="1"/>
          </p:cNvSpPr>
          <p:nvPr/>
        </p:nvSpPr>
        <p:spPr>
          <a:xfrm xmlns:a="http://schemas.openxmlformats.org/drawingml/2006/main">
            <a:off x="8858250" y="2476500"/>
            <a:ext cx="9525" cy="2095500"/>
          </a:xfrm>
          <a:custGeom xmlns:a="http://schemas.openxmlformats.org/drawingml/2006/main">
            <a:pathLst>
              <a:path w="9525" h="2095500">
                <a:moveTo>
                  <a:pt x="0" y="2095500"/>
                </a:moveTo>
                <a:lnTo>
                  <a:pt x="0" y="0"/>
                </a:lnTo>
              </a:path>
            </a:pathLst>
          </a:custGeom>
          <a:noFill xmlns:a="http://schemas.openxmlformats.org/drawingml/2006/main"/>
          <a:ln xmlns:a="http://schemas.openxmlformats.org/drawingml/2006/main" w="14288">
            <a:solidFill>
              <a:srgbClr val="2876A8"/>
            </a:solidFill>
          </a:ln>
        </p:spPr>
      </p:sp>
      <p:sp>
        <p:nvSpPr>
          <p:cNvPr id="68" name="">
            <a:extLst xmlns:a="http://schemas.openxmlformats.org/drawingml/2006/main">
              <a:ext uri="{FF2B5EF4-FFF2-40B4-BE49-F238E27FC236}">
                <a16:creationId xmlns:a16="http://schemas.microsoft.com/office/drawing/2014/main" id="{2684FA7D-EB05-44C6-8FAE-3E3E67C11896}"/>
              </a:ext>
            </a:extLst>
          </p:cNvPr>
          <p:cNvSpPr>
            <a:spLocks xmlns:a="http://schemas.openxmlformats.org/drawingml/2006/main" noGrp="1"/>
          </p:cNvSpPr>
          <p:nvPr/>
        </p:nvSpPr>
        <p:spPr>
          <a:xfrm xmlns:a="http://schemas.openxmlformats.org/drawingml/2006/main">
            <a:off x="8830247" y="247650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69" name="">
            <a:extLst xmlns:a="http://schemas.openxmlformats.org/drawingml/2006/main">
              <a:ext uri="{FF2B5EF4-FFF2-40B4-BE49-F238E27FC236}">
                <a16:creationId xmlns:a16="http://schemas.microsoft.com/office/drawing/2014/main" id="{A534882F-3B21-4895-9F12-328B2E2B4AC4}"/>
              </a:ext>
            </a:extLst>
          </p:cNvPr>
          <p:cNvSpPr>
            <a:spLocks xmlns:a="http://schemas.openxmlformats.org/drawingml/2006/main" noGrp="1"/>
          </p:cNvSpPr>
          <p:nvPr/>
        </p:nvSpPr>
        <p:spPr>
          <a:xfrm xmlns:a="http://schemas.openxmlformats.org/drawingml/2006/main">
            <a:off x="8972550" y="33242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2h</a:t>
            </a:r>
          </a:p>
        </p:txBody>
      </p:sp>
      <p:sp>
        <p:nvSpPr>
          <p:cNvPr id="70" name="">
            <a:extLst xmlns:a="http://schemas.openxmlformats.org/drawingml/2006/main">
              <a:ext uri="{FF2B5EF4-FFF2-40B4-BE49-F238E27FC236}">
                <a16:creationId xmlns:a16="http://schemas.microsoft.com/office/drawing/2014/main" id="{8C49DCA5-DECB-4778-A441-9EB091F56901}"/>
              </a:ext>
            </a:extLst>
          </p:cNvPr>
          <p:cNvSpPr>
            <a:spLocks xmlns:a="http://schemas.openxmlformats.org/drawingml/2006/main" noGrp="1"/>
          </p:cNvSpPr>
          <p:nvPr/>
        </p:nvSpPr>
        <p:spPr>
          <a:xfrm xmlns:a="http://schemas.openxmlformats.org/drawingml/2006/main">
            <a:off x="1714500" y="5143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基準</a:t>
            </a:r>
          </a:p>
        </p:txBody>
      </p:sp>
      <p:sp>
        <p:nvSpPr>
          <p:cNvPr id="71" name="">
            <a:extLst xmlns:a="http://schemas.openxmlformats.org/drawingml/2006/main">
              <a:ext uri="{FF2B5EF4-FFF2-40B4-BE49-F238E27FC236}">
                <a16:creationId xmlns:a16="http://schemas.microsoft.com/office/drawing/2014/main" id="{490A8F7F-0ACE-4EC8-8B1E-03584E4E9F83}"/>
              </a:ext>
            </a:extLst>
          </p:cNvPr>
          <p:cNvSpPr>
            <a:spLocks xmlns:a="http://schemas.openxmlformats.org/drawingml/2006/main" noGrp="1"/>
          </p:cNvSpPr>
          <p:nvPr/>
        </p:nvSpPr>
        <p:spPr>
          <a:xfrm xmlns:a="http://schemas.openxmlformats.org/drawingml/2006/main">
            <a:off x="7000875" y="51435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面積も2倍</a:t>
            </a:r>
          </a:p>
        </p:txBody>
      </p:sp>
      <p:sp>
        <p:nvSpPr>
          <p:cNvPr id="72" name="">
            <a:extLst xmlns:a="http://schemas.openxmlformats.org/drawingml/2006/main">
              <a:ext uri="{FF2B5EF4-FFF2-40B4-BE49-F238E27FC236}">
                <a16:creationId xmlns:a16="http://schemas.microsoft.com/office/drawing/2014/main" id="{9BAE094C-CCC6-45C2-AD35-2F20631EFE93}"/>
              </a:ext>
            </a:extLst>
          </p:cNvPr>
          <p:cNvSpPr>
            <a:spLocks xmlns:a="http://schemas.openxmlformats.org/drawingml/2006/main" noGrp="1"/>
          </p:cNvSpPr>
          <p:nvPr/>
        </p:nvSpPr>
        <p:spPr>
          <a:xfrm xmlns:a="http://schemas.openxmlformats.org/drawingml/2006/main">
            <a:off x="809625" y="209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A：2倍　I：8倍　Z：4倍</a:t>
            </a:r>
          </a:p>
        </p:txBody>
      </p:sp>
      <p:sp>
        <p:nvSpPr>
          <p:cNvPr id="73" name="">
            <a:extLst xmlns:a="http://schemas.openxmlformats.org/drawingml/2006/main">
              <a:ext uri="{FF2B5EF4-FFF2-40B4-BE49-F238E27FC236}">
                <a16:creationId xmlns:a16="http://schemas.microsoft.com/office/drawing/2014/main" id="{EB19D993-6599-4EF8-9FFE-DFBAAFB01A4A}"/>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同じMなら最大応力は1/4。同じF・L・Eならたわみは1/8。軸と断面の向きをそろえて比較する。</a:t>
            </a:r>
          </a:p>
        </p:txBody>
      </p:sp>
    </p:spTree>
    <p:extLst>
      <p:ext uri="{BB962C8B-B14F-4D97-AF65-F5344CB8AC3E}">
        <p14:creationId xmlns:p14="http://schemas.microsoft.com/office/powerpoint/2010/main" val="4767535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057CA1-9E74-442B-AEB9-DE08D2F3D53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同じ面積で高さを2倍にする</a:t>
            </a:r>
          </a:p>
        </p:txBody>
      </p:sp>
      <p:sp>
        <p:nvSpPr>
          <p:cNvPr id="2" name="">
            <a:extLst xmlns:a="http://schemas.openxmlformats.org/drawingml/2006/main">
              <a:ext uri="{FF2B5EF4-FFF2-40B4-BE49-F238E27FC236}">
                <a16:creationId xmlns:a16="http://schemas.microsoft.com/office/drawing/2014/main" id="{0CBBF623-8058-4FF1-BE02-23551325AC3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4" name="">
            <a:extLst xmlns:a="http://schemas.openxmlformats.org/drawingml/2006/main">
              <a:ext uri="{FF2B5EF4-FFF2-40B4-BE49-F238E27FC236}">
                <a16:creationId xmlns:a16="http://schemas.microsoft.com/office/drawing/2014/main" id="{6122B55B-DB33-4BA0-816E-07DB07BF7EA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15" name="">
            <a:extLst xmlns:a="http://schemas.openxmlformats.org/drawingml/2006/main">
              <a:ext uri="{FF2B5EF4-FFF2-40B4-BE49-F238E27FC236}">
                <a16:creationId xmlns:a16="http://schemas.microsoft.com/office/drawing/2014/main" id="{0D820B13-DC1A-43EA-B7FC-7F8784AAB415}"/>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52</a:t>
            </a:r>
          </a:p>
        </p:txBody>
      </p:sp>
      <p:sp>
        <p:nvSpPr>
          <p:cNvPr id="17" name="">
            <a:extLst xmlns:a="http://schemas.openxmlformats.org/drawingml/2006/main">
              <a:ext uri="{FF2B5EF4-FFF2-40B4-BE49-F238E27FC236}">
                <a16:creationId xmlns:a16="http://schemas.microsoft.com/office/drawing/2014/main" id="{7F74466D-67ED-4F58-A490-1545DE253615}"/>
              </a:ext>
            </a:extLst>
          </p:cNvPr>
          <p:cNvSpPr>
            <a:spLocks xmlns:a="http://schemas.openxmlformats.org/drawingml/2006/main" noGrp="1"/>
          </p:cNvSpPr>
          <p:nvPr/>
        </p:nvSpPr>
        <p:spPr>
          <a:xfrm xmlns:a="http://schemas.openxmlformats.org/drawingml/2006/main">
            <a:off x="809625" y="1524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A一定、hを2h、bをb/2へ</a:t>
            </a:r>
          </a:p>
        </p:txBody>
      </p:sp>
      <p:sp>
        <p:nvSpPr>
          <p:cNvPr id="18" name="">
            <a:extLst xmlns:a="http://schemas.openxmlformats.org/drawingml/2006/main">
              <a:ext uri="{FF2B5EF4-FFF2-40B4-BE49-F238E27FC236}">
                <a16:creationId xmlns:a16="http://schemas.microsoft.com/office/drawing/2014/main" id="{42AEBCE8-7D42-4315-95ED-52BCFF63704B}"/>
              </a:ext>
            </a:extLst>
          </p:cNvPr>
          <p:cNvSpPr>
            <a:spLocks xmlns:a="http://schemas.openxmlformats.org/drawingml/2006/main" noGrp="1"/>
          </p:cNvSpPr>
          <p:nvPr/>
        </p:nvSpPr>
        <p:spPr>
          <a:xfrm xmlns:a="http://schemas.openxmlformats.org/drawingml/2006/main">
            <a:off x="2095500" y="3000375"/>
            <a:ext cx="1143000" cy="1047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9" name="">
            <a:extLst xmlns:a="http://schemas.openxmlformats.org/drawingml/2006/main">
              <a:ext uri="{FF2B5EF4-FFF2-40B4-BE49-F238E27FC236}">
                <a16:creationId xmlns:a16="http://schemas.microsoft.com/office/drawing/2014/main" id="{B493FB10-A7B9-494F-8441-F38F778B2875}"/>
              </a:ext>
            </a:extLst>
          </p:cNvPr>
          <p:cNvSpPr>
            <a:spLocks xmlns:a="http://schemas.openxmlformats.org/drawingml/2006/main" noGrp="1"/>
          </p:cNvSpPr>
          <p:nvPr/>
        </p:nvSpPr>
        <p:spPr>
          <a:xfrm xmlns:a="http://schemas.openxmlformats.org/drawingml/2006/main">
            <a:off x="16668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105C8D4F-9A59-4D6D-B03B-9976C5C987BB}"/>
              </a:ext>
            </a:extLst>
          </p:cNvPr>
          <p:cNvSpPr>
            <a:spLocks xmlns:a="http://schemas.openxmlformats.org/drawingml/2006/main" noGrp="1"/>
          </p:cNvSpPr>
          <p:nvPr/>
        </p:nvSpPr>
        <p:spPr>
          <a:xfrm xmlns:a="http://schemas.openxmlformats.org/drawingml/2006/main">
            <a:off x="180022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03F94089-D11A-4AA8-B6F6-4C9EE664142F}"/>
              </a:ext>
            </a:extLst>
          </p:cNvPr>
          <p:cNvSpPr>
            <a:spLocks xmlns:a="http://schemas.openxmlformats.org/drawingml/2006/main" noGrp="1"/>
          </p:cNvSpPr>
          <p:nvPr/>
        </p:nvSpPr>
        <p:spPr>
          <a:xfrm xmlns:a="http://schemas.openxmlformats.org/drawingml/2006/main">
            <a:off x="19335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FEB2515B-A07C-45DD-B50B-E4961301314D}"/>
              </a:ext>
            </a:extLst>
          </p:cNvPr>
          <p:cNvSpPr>
            <a:spLocks xmlns:a="http://schemas.openxmlformats.org/drawingml/2006/main" noGrp="1"/>
          </p:cNvSpPr>
          <p:nvPr/>
        </p:nvSpPr>
        <p:spPr>
          <a:xfrm xmlns:a="http://schemas.openxmlformats.org/drawingml/2006/main">
            <a:off x="206692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6FD590C0-0E39-4DD0-9E69-7C914587D67C}"/>
              </a:ext>
            </a:extLst>
          </p:cNvPr>
          <p:cNvSpPr>
            <a:spLocks xmlns:a="http://schemas.openxmlformats.org/drawingml/2006/main" noGrp="1"/>
          </p:cNvSpPr>
          <p:nvPr/>
        </p:nvSpPr>
        <p:spPr>
          <a:xfrm xmlns:a="http://schemas.openxmlformats.org/drawingml/2006/main">
            <a:off x="22002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80DE8BCC-56D6-4BC9-8112-F474572A5714}"/>
              </a:ext>
            </a:extLst>
          </p:cNvPr>
          <p:cNvSpPr>
            <a:spLocks xmlns:a="http://schemas.openxmlformats.org/drawingml/2006/main" noGrp="1"/>
          </p:cNvSpPr>
          <p:nvPr/>
        </p:nvSpPr>
        <p:spPr>
          <a:xfrm xmlns:a="http://schemas.openxmlformats.org/drawingml/2006/main">
            <a:off x="233362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B2389B90-7DB0-49E0-AF5A-A64593E950A3}"/>
              </a:ext>
            </a:extLst>
          </p:cNvPr>
          <p:cNvSpPr>
            <a:spLocks xmlns:a="http://schemas.openxmlformats.org/drawingml/2006/main" noGrp="1"/>
          </p:cNvSpPr>
          <p:nvPr/>
        </p:nvSpPr>
        <p:spPr>
          <a:xfrm xmlns:a="http://schemas.openxmlformats.org/drawingml/2006/main">
            <a:off x="24669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FA23E0EB-CCF7-4D59-A2DF-87AF49AD563F}"/>
              </a:ext>
            </a:extLst>
          </p:cNvPr>
          <p:cNvSpPr>
            <a:spLocks xmlns:a="http://schemas.openxmlformats.org/drawingml/2006/main" noGrp="1"/>
          </p:cNvSpPr>
          <p:nvPr/>
        </p:nvSpPr>
        <p:spPr>
          <a:xfrm xmlns:a="http://schemas.openxmlformats.org/drawingml/2006/main">
            <a:off x="260032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71B9CEE0-055D-4F76-89DD-9F222E2CEDFB}"/>
              </a:ext>
            </a:extLst>
          </p:cNvPr>
          <p:cNvSpPr>
            <a:spLocks xmlns:a="http://schemas.openxmlformats.org/drawingml/2006/main" noGrp="1"/>
          </p:cNvSpPr>
          <p:nvPr/>
        </p:nvSpPr>
        <p:spPr>
          <a:xfrm xmlns:a="http://schemas.openxmlformats.org/drawingml/2006/main">
            <a:off x="273367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FA0C1A32-BF22-44DF-8449-64E1FC0C0BE8}"/>
              </a:ext>
            </a:extLst>
          </p:cNvPr>
          <p:cNvSpPr>
            <a:spLocks xmlns:a="http://schemas.openxmlformats.org/drawingml/2006/main" noGrp="1"/>
          </p:cNvSpPr>
          <p:nvPr/>
        </p:nvSpPr>
        <p:spPr>
          <a:xfrm xmlns:a="http://schemas.openxmlformats.org/drawingml/2006/main">
            <a:off x="286702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EB4E56C4-3D94-4574-99EF-E1B6881A588B}"/>
              </a:ext>
            </a:extLst>
          </p:cNvPr>
          <p:cNvSpPr>
            <a:spLocks xmlns:a="http://schemas.openxmlformats.org/drawingml/2006/main" noGrp="1"/>
          </p:cNvSpPr>
          <p:nvPr/>
        </p:nvSpPr>
        <p:spPr>
          <a:xfrm xmlns:a="http://schemas.openxmlformats.org/drawingml/2006/main">
            <a:off x="300037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C7E61874-6BBB-4E09-B1AB-E100A2068862}"/>
              </a:ext>
            </a:extLst>
          </p:cNvPr>
          <p:cNvSpPr>
            <a:spLocks xmlns:a="http://schemas.openxmlformats.org/drawingml/2006/main" noGrp="1"/>
          </p:cNvSpPr>
          <p:nvPr/>
        </p:nvSpPr>
        <p:spPr>
          <a:xfrm xmlns:a="http://schemas.openxmlformats.org/drawingml/2006/main">
            <a:off x="313372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135FEBC0-D91B-4622-9B43-D316B7949BC6}"/>
              </a:ext>
            </a:extLst>
          </p:cNvPr>
          <p:cNvSpPr>
            <a:spLocks xmlns:a="http://schemas.openxmlformats.org/drawingml/2006/main" noGrp="1"/>
          </p:cNvSpPr>
          <p:nvPr/>
        </p:nvSpPr>
        <p:spPr>
          <a:xfrm xmlns:a="http://schemas.openxmlformats.org/drawingml/2006/main">
            <a:off x="3267075" y="3524250"/>
            <a:ext cx="73342" cy="9525"/>
          </a:xfrm>
          <a:custGeom xmlns:a="http://schemas.openxmlformats.org/drawingml/2006/main">
            <a:pathLst>
              <a:path w="73342" h="9525">
                <a:moveTo>
                  <a:pt x="0" y="0"/>
                </a:moveTo>
                <a:lnTo>
                  <a:pt x="73342"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2816916A-01AE-454B-9323-D3B602D47059}"/>
              </a:ext>
            </a:extLst>
          </p:cNvPr>
          <p:cNvSpPr>
            <a:spLocks xmlns:a="http://schemas.openxmlformats.org/drawingml/2006/main" noGrp="1"/>
          </p:cNvSpPr>
          <p:nvPr/>
        </p:nvSpPr>
        <p:spPr>
          <a:xfrm xmlns:a="http://schemas.openxmlformats.org/drawingml/2006/main">
            <a:off x="340042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79AF6879-6D51-44C5-B973-FA52134058E0}"/>
              </a:ext>
            </a:extLst>
          </p:cNvPr>
          <p:cNvSpPr>
            <a:spLocks xmlns:a="http://schemas.openxmlformats.org/drawingml/2006/main" noGrp="1"/>
          </p:cNvSpPr>
          <p:nvPr/>
        </p:nvSpPr>
        <p:spPr>
          <a:xfrm xmlns:a="http://schemas.openxmlformats.org/drawingml/2006/main">
            <a:off x="3533775" y="3524250"/>
            <a:ext cx="73343" cy="9525"/>
          </a:xfrm>
          <a:custGeom xmlns:a="http://schemas.openxmlformats.org/drawingml/2006/main">
            <a:pathLst>
              <a:path w="73343" h="9525">
                <a:moveTo>
                  <a:pt x="0" y="0"/>
                </a:moveTo>
                <a:lnTo>
                  <a:pt x="73343"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A4A9B474-174A-44BD-A92B-537EC2395671}"/>
              </a:ext>
            </a:extLst>
          </p:cNvPr>
          <p:cNvSpPr>
            <a:spLocks xmlns:a="http://schemas.openxmlformats.org/drawingml/2006/main" noGrp="1"/>
          </p:cNvSpPr>
          <p:nvPr/>
        </p:nvSpPr>
        <p:spPr>
          <a:xfrm xmlns:a="http://schemas.openxmlformats.org/drawingml/2006/main">
            <a:off x="2095500" y="435292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13335">
            <a:solidFill>
              <a:srgbClr val="2876A8"/>
            </a:solidFill>
          </a:ln>
        </p:spPr>
      </p:sp>
      <p:sp>
        <p:nvSpPr>
          <p:cNvPr id="35" name="">
            <a:extLst xmlns:a="http://schemas.openxmlformats.org/drawingml/2006/main">
              <a:ext uri="{FF2B5EF4-FFF2-40B4-BE49-F238E27FC236}">
                <a16:creationId xmlns:a16="http://schemas.microsoft.com/office/drawing/2014/main" id="{6EC7466C-B004-48C9-B215-1250643A448C}"/>
              </a:ext>
            </a:extLst>
          </p:cNvPr>
          <p:cNvSpPr>
            <a:spLocks xmlns:a="http://schemas.openxmlformats.org/drawingml/2006/main" noGrp="1"/>
          </p:cNvSpPr>
          <p:nvPr/>
        </p:nvSpPr>
        <p:spPr>
          <a:xfrm xmlns:a="http://schemas.openxmlformats.org/drawingml/2006/main">
            <a:off x="3171825" y="43249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36" name="">
            <a:extLst xmlns:a="http://schemas.openxmlformats.org/drawingml/2006/main">
              <a:ext uri="{FF2B5EF4-FFF2-40B4-BE49-F238E27FC236}">
                <a16:creationId xmlns:a16="http://schemas.microsoft.com/office/drawing/2014/main" id="{3978D111-3B9F-43EE-B9A5-865090401A9F}"/>
              </a:ext>
            </a:extLst>
          </p:cNvPr>
          <p:cNvSpPr>
            <a:spLocks xmlns:a="http://schemas.openxmlformats.org/drawingml/2006/main" noGrp="1"/>
          </p:cNvSpPr>
          <p:nvPr/>
        </p:nvSpPr>
        <p:spPr>
          <a:xfrm xmlns:a="http://schemas.openxmlformats.org/drawingml/2006/main">
            <a:off x="2095500" y="4352925"/>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13335">
            <a:solidFill>
              <a:srgbClr val="2876A8"/>
            </a:solidFill>
          </a:ln>
        </p:spPr>
      </p:sp>
      <p:sp>
        <p:nvSpPr>
          <p:cNvPr id="37" name="">
            <a:extLst xmlns:a="http://schemas.openxmlformats.org/drawingml/2006/main">
              <a:ext uri="{FF2B5EF4-FFF2-40B4-BE49-F238E27FC236}">
                <a16:creationId xmlns:a16="http://schemas.microsoft.com/office/drawing/2014/main" id="{1915C94A-426E-4F45-8B27-AEF5840C4BCC}"/>
              </a:ext>
            </a:extLst>
          </p:cNvPr>
          <p:cNvSpPr>
            <a:spLocks xmlns:a="http://schemas.openxmlformats.org/drawingml/2006/main" noGrp="1"/>
          </p:cNvSpPr>
          <p:nvPr/>
        </p:nvSpPr>
        <p:spPr>
          <a:xfrm xmlns:a="http://schemas.openxmlformats.org/drawingml/2006/main">
            <a:off x="2095500" y="43249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38" name="">
            <a:extLst xmlns:a="http://schemas.openxmlformats.org/drawingml/2006/main">
              <a:ext uri="{FF2B5EF4-FFF2-40B4-BE49-F238E27FC236}">
                <a16:creationId xmlns:a16="http://schemas.microsoft.com/office/drawing/2014/main" id="{818DFDEF-6C39-4790-B656-D108E3A0E3BF}"/>
              </a:ext>
            </a:extLst>
          </p:cNvPr>
          <p:cNvSpPr>
            <a:spLocks xmlns:a="http://schemas.openxmlformats.org/drawingml/2006/main" noGrp="1"/>
          </p:cNvSpPr>
          <p:nvPr/>
        </p:nvSpPr>
        <p:spPr>
          <a:xfrm xmlns:a="http://schemas.openxmlformats.org/drawingml/2006/main">
            <a:off x="2095500" y="4400550"/>
            <a:ext cx="114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b</a:t>
            </a:r>
          </a:p>
        </p:txBody>
      </p:sp>
      <p:sp>
        <p:nvSpPr>
          <p:cNvPr id="39" name="">
            <a:extLst xmlns:a="http://schemas.openxmlformats.org/drawingml/2006/main">
              <a:ext uri="{FF2B5EF4-FFF2-40B4-BE49-F238E27FC236}">
                <a16:creationId xmlns:a16="http://schemas.microsoft.com/office/drawing/2014/main" id="{6B5573E5-F4DB-438C-B749-468BFEF44CE8}"/>
              </a:ext>
            </a:extLst>
          </p:cNvPr>
          <p:cNvSpPr>
            <a:spLocks xmlns:a="http://schemas.openxmlformats.org/drawingml/2006/main" noGrp="1"/>
          </p:cNvSpPr>
          <p:nvPr/>
        </p:nvSpPr>
        <p:spPr>
          <a:xfrm xmlns:a="http://schemas.openxmlformats.org/drawingml/2006/main">
            <a:off x="3571875" y="3000375"/>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14288">
            <a:solidFill>
              <a:srgbClr val="2876A8"/>
            </a:solidFill>
          </a:ln>
        </p:spPr>
      </p:sp>
      <p:sp>
        <p:nvSpPr>
          <p:cNvPr id="40" name="">
            <a:extLst xmlns:a="http://schemas.openxmlformats.org/drawingml/2006/main">
              <a:ext uri="{FF2B5EF4-FFF2-40B4-BE49-F238E27FC236}">
                <a16:creationId xmlns:a16="http://schemas.microsoft.com/office/drawing/2014/main" id="{BA8D3858-DACA-4F60-ABB2-D6D20C434729}"/>
              </a:ext>
            </a:extLst>
          </p:cNvPr>
          <p:cNvSpPr>
            <a:spLocks xmlns:a="http://schemas.openxmlformats.org/drawingml/2006/main" noGrp="1"/>
          </p:cNvSpPr>
          <p:nvPr/>
        </p:nvSpPr>
        <p:spPr>
          <a:xfrm xmlns:a="http://schemas.openxmlformats.org/drawingml/2006/main">
            <a:off x="3543872" y="398145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41" name="">
            <a:extLst xmlns:a="http://schemas.openxmlformats.org/drawingml/2006/main">
              <a:ext uri="{FF2B5EF4-FFF2-40B4-BE49-F238E27FC236}">
                <a16:creationId xmlns:a16="http://schemas.microsoft.com/office/drawing/2014/main" id="{B9C26738-7CFA-4E08-85DA-A7083E1294FC}"/>
              </a:ext>
            </a:extLst>
          </p:cNvPr>
          <p:cNvSpPr>
            <a:spLocks xmlns:a="http://schemas.openxmlformats.org/drawingml/2006/main" noGrp="1"/>
          </p:cNvSpPr>
          <p:nvPr/>
        </p:nvSpPr>
        <p:spPr>
          <a:xfrm xmlns:a="http://schemas.openxmlformats.org/drawingml/2006/main">
            <a:off x="3571875" y="3000375"/>
            <a:ext cx="9525" cy="1047750"/>
          </a:xfrm>
          <a:custGeom xmlns:a="http://schemas.openxmlformats.org/drawingml/2006/main">
            <a:pathLst>
              <a:path w="9525" h="1047750">
                <a:moveTo>
                  <a:pt x="0" y="1047750"/>
                </a:moveTo>
                <a:lnTo>
                  <a:pt x="0" y="0"/>
                </a:lnTo>
              </a:path>
            </a:pathLst>
          </a:custGeom>
          <a:noFill xmlns:a="http://schemas.openxmlformats.org/drawingml/2006/main"/>
          <a:ln xmlns:a="http://schemas.openxmlformats.org/drawingml/2006/main" w="14288">
            <a:solidFill>
              <a:srgbClr val="2876A8"/>
            </a:solidFill>
          </a:ln>
        </p:spPr>
      </p:sp>
      <p:sp>
        <p:nvSpPr>
          <p:cNvPr id="42" name="">
            <a:extLst xmlns:a="http://schemas.openxmlformats.org/drawingml/2006/main">
              <a:ext uri="{FF2B5EF4-FFF2-40B4-BE49-F238E27FC236}">
                <a16:creationId xmlns:a16="http://schemas.microsoft.com/office/drawing/2014/main" id="{900F170D-142F-40A0-9C07-0DB7748EB2F8}"/>
              </a:ext>
            </a:extLst>
          </p:cNvPr>
          <p:cNvSpPr>
            <a:spLocks xmlns:a="http://schemas.openxmlformats.org/drawingml/2006/main" noGrp="1"/>
          </p:cNvSpPr>
          <p:nvPr/>
        </p:nvSpPr>
        <p:spPr>
          <a:xfrm xmlns:a="http://schemas.openxmlformats.org/drawingml/2006/main">
            <a:off x="3543872" y="300037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43" name="">
            <a:extLst xmlns:a="http://schemas.openxmlformats.org/drawingml/2006/main">
              <a:ext uri="{FF2B5EF4-FFF2-40B4-BE49-F238E27FC236}">
                <a16:creationId xmlns:a16="http://schemas.microsoft.com/office/drawing/2014/main" id="{125751E7-216E-4F71-A8D2-DD19DB5D45C5}"/>
              </a:ext>
            </a:extLst>
          </p:cNvPr>
          <p:cNvSpPr>
            <a:spLocks xmlns:a="http://schemas.openxmlformats.org/drawingml/2006/main" noGrp="1"/>
          </p:cNvSpPr>
          <p:nvPr/>
        </p:nvSpPr>
        <p:spPr>
          <a:xfrm xmlns:a="http://schemas.openxmlformats.org/drawingml/2006/main">
            <a:off x="3686175" y="33242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h</a:t>
            </a:r>
          </a:p>
        </p:txBody>
      </p:sp>
      <p:sp>
        <p:nvSpPr>
          <p:cNvPr id="44" name="">
            <a:extLst xmlns:a="http://schemas.openxmlformats.org/drawingml/2006/main">
              <a:ext uri="{FF2B5EF4-FFF2-40B4-BE49-F238E27FC236}">
                <a16:creationId xmlns:a16="http://schemas.microsoft.com/office/drawing/2014/main" id="{716DE679-05E6-4FCE-829F-A184D52F8B4D}"/>
              </a:ext>
            </a:extLst>
          </p:cNvPr>
          <p:cNvSpPr>
            <a:spLocks xmlns:a="http://schemas.openxmlformats.org/drawingml/2006/main" noGrp="1"/>
          </p:cNvSpPr>
          <p:nvPr/>
        </p:nvSpPr>
        <p:spPr>
          <a:xfrm xmlns:a="http://schemas.openxmlformats.org/drawingml/2006/main">
            <a:off x="7667625" y="2476500"/>
            <a:ext cx="571500" cy="2095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45" name="">
            <a:extLst xmlns:a="http://schemas.openxmlformats.org/drawingml/2006/main">
              <a:ext uri="{FF2B5EF4-FFF2-40B4-BE49-F238E27FC236}">
                <a16:creationId xmlns:a16="http://schemas.microsoft.com/office/drawing/2014/main" id="{F9214465-C4A4-4FF8-AFBD-9595A8517FB6}"/>
              </a:ext>
            </a:extLst>
          </p:cNvPr>
          <p:cNvSpPr>
            <a:spLocks xmlns:a="http://schemas.openxmlformats.org/drawingml/2006/main" noGrp="1"/>
          </p:cNvSpPr>
          <p:nvPr/>
        </p:nvSpPr>
        <p:spPr>
          <a:xfrm xmlns:a="http://schemas.openxmlformats.org/drawingml/2006/main">
            <a:off x="7239000"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9C4C5DBE-7E21-4C0B-872F-2CDFA8E60F21}"/>
              </a:ext>
            </a:extLst>
          </p:cNvPr>
          <p:cNvSpPr>
            <a:spLocks xmlns:a="http://schemas.openxmlformats.org/drawingml/2006/main" noGrp="1"/>
          </p:cNvSpPr>
          <p:nvPr/>
        </p:nvSpPr>
        <p:spPr>
          <a:xfrm xmlns:a="http://schemas.openxmlformats.org/drawingml/2006/main">
            <a:off x="7368886"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BD098385-077F-4B88-85B0-5CBD08EA2118}"/>
              </a:ext>
            </a:extLst>
          </p:cNvPr>
          <p:cNvSpPr>
            <a:spLocks xmlns:a="http://schemas.openxmlformats.org/drawingml/2006/main" noGrp="1"/>
          </p:cNvSpPr>
          <p:nvPr/>
        </p:nvSpPr>
        <p:spPr>
          <a:xfrm xmlns:a="http://schemas.openxmlformats.org/drawingml/2006/main">
            <a:off x="7498773"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D56958FF-2353-47A0-AA53-F2E32CECB1AF}"/>
              </a:ext>
            </a:extLst>
          </p:cNvPr>
          <p:cNvSpPr>
            <a:spLocks xmlns:a="http://schemas.openxmlformats.org/drawingml/2006/main" noGrp="1"/>
          </p:cNvSpPr>
          <p:nvPr/>
        </p:nvSpPr>
        <p:spPr>
          <a:xfrm xmlns:a="http://schemas.openxmlformats.org/drawingml/2006/main">
            <a:off x="7628659"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3ECD8A5C-862F-4FE7-85CC-FEDCDD54EDA0}"/>
              </a:ext>
            </a:extLst>
          </p:cNvPr>
          <p:cNvSpPr>
            <a:spLocks xmlns:a="http://schemas.openxmlformats.org/drawingml/2006/main" noGrp="1"/>
          </p:cNvSpPr>
          <p:nvPr/>
        </p:nvSpPr>
        <p:spPr>
          <a:xfrm xmlns:a="http://schemas.openxmlformats.org/drawingml/2006/main">
            <a:off x="7758545"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50" name="">
            <a:extLst xmlns:a="http://schemas.openxmlformats.org/drawingml/2006/main">
              <a:ext uri="{FF2B5EF4-FFF2-40B4-BE49-F238E27FC236}">
                <a16:creationId xmlns:a16="http://schemas.microsoft.com/office/drawing/2014/main" id="{3E9AF66E-DC30-4DCF-8270-7C74B787644C}"/>
              </a:ext>
            </a:extLst>
          </p:cNvPr>
          <p:cNvSpPr>
            <a:spLocks xmlns:a="http://schemas.openxmlformats.org/drawingml/2006/main" noGrp="1"/>
          </p:cNvSpPr>
          <p:nvPr/>
        </p:nvSpPr>
        <p:spPr>
          <a:xfrm xmlns:a="http://schemas.openxmlformats.org/drawingml/2006/main">
            <a:off x="7888432"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51" name="">
            <a:extLst xmlns:a="http://schemas.openxmlformats.org/drawingml/2006/main">
              <a:ext uri="{FF2B5EF4-FFF2-40B4-BE49-F238E27FC236}">
                <a16:creationId xmlns:a16="http://schemas.microsoft.com/office/drawing/2014/main" id="{B81867BA-F0F3-4DB3-AE3A-AFC09DC8FF3D}"/>
              </a:ext>
            </a:extLst>
          </p:cNvPr>
          <p:cNvSpPr>
            <a:spLocks xmlns:a="http://schemas.openxmlformats.org/drawingml/2006/main" noGrp="1"/>
          </p:cNvSpPr>
          <p:nvPr/>
        </p:nvSpPr>
        <p:spPr>
          <a:xfrm xmlns:a="http://schemas.openxmlformats.org/drawingml/2006/main">
            <a:off x="8018318"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52" name="">
            <a:extLst xmlns:a="http://schemas.openxmlformats.org/drawingml/2006/main">
              <a:ext uri="{FF2B5EF4-FFF2-40B4-BE49-F238E27FC236}">
                <a16:creationId xmlns:a16="http://schemas.microsoft.com/office/drawing/2014/main" id="{679B6311-0385-4073-AC50-7F8C09B5B098}"/>
              </a:ext>
            </a:extLst>
          </p:cNvPr>
          <p:cNvSpPr>
            <a:spLocks xmlns:a="http://schemas.openxmlformats.org/drawingml/2006/main" noGrp="1"/>
          </p:cNvSpPr>
          <p:nvPr/>
        </p:nvSpPr>
        <p:spPr>
          <a:xfrm xmlns:a="http://schemas.openxmlformats.org/drawingml/2006/main">
            <a:off x="8148205"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41EE8390-6F57-414D-A05F-EA10F590BFD0}"/>
              </a:ext>
            </a:extLst>
          </p:cNvPr>
          <p:cNvSpPr>
            <a:spLocks xmlns:a="http://schemas.openxmlformats.org/drawingml/2006/main" noGrp="1"/>
          </p:cNvSpPr>
          <p:nvPr/>
        </p:nvSpPr>
        <p:spPr>
          <a:xfrm xmlns:a="http://schemas.openxmlformats.org/drawingml/2006/main">
            <a:off x="8278091"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D8BF60EB-330E-4D89-B372-08BC7C7FF598}"/>
              </a:ext>
            </a:extLst>
          </p:cNvPr>
          <p:cNvSpPr>
            <a:spLocks xmlns:a="http://schemas.openxmlformats.org/drawingml/2006/main" noGrp="1"/>
          </p:cNvSpPr>
          <p:nvPr/>
        </p:nvSpPr>
        <p:spPr>
          <a:xfrm xmlns:a="http://schemas.openxmlformats.org/drawingml/2006/main">
            <a:off x="8407977"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55" name="">
            <a:extLst xmlns:a="http://schemas.openxmlformats.org/drawingml/2006/main">
              <a:ext uri="{FF2B5EF4-FFF2-40B4-BE49-F238E27FC236}">
                <a16:creationId xmlns:a16="http://schemas.microsoft.com/office/drawing/2014/main" id="{20D413B8-9938-4ED5-BDAF-F9E3D4FFFCDF}"/>
              </a:ext>
            </a:extLst>
          </p:cNvPr>
          <p:cNvSpPr>
            <a:spLocks xmlns:a="http://schemas.openxmlformats.org/drawingml/2006/main" noGrp="1"/>
          </p:cNvSpPr>
          <p:nvPr/>
        </p:nvSpPr>
        <p:spPr>
          <a:xfrm xmlns:a="http://schemas.openxmlformats.org/drawingml/2006/main">
            <a:off x="8537864" y="3524250"/>
            <a:ext cx="71438" cy="9525"/>
          </a:xfrm>
          <a:custGeom xmlns:a="http://schemas.openxmlformats.org/drawingml/2006/main">
            <a:pathLst>
              <a:path w="71438" h="9525">
                <a:moveTo>
                  <a:pt x="0" y="0"/>
                </a:moveTo>
                <a:lnTo>
                  <a:pt x="71438" y="0"/>
                </a:lnTo>
              </a:path>
            </a:pathLst>
          </a:custGeom>
          <a:noFill xmlns:a="http://schemas.openxmlformats.org/drawingml/2006/main"/>
          <a:ln xmlns:a="http://schemas.openxmlformats.org/drawingml/2006/main" w="11430">
            <a:solidFill>
              <a:srgbClr val="71818B"/>
            </a:solidFill>
          </a:ln>
        </p:spPr>
      </p:sp>
      <p:sp>
        <p:nvSpPr>
          <p:cNvPr id="56" name="">
            <a:extLst xmlns:a="http://schemas.openxmlformats.org/drawingml/2006/main">
              <a:ext uri="{FF2B5EF4-FFF2-40B4-BE49-F238E27FC236}">
                <a16:creationId xmlns:a16="http://schemas.microsoft.com/office/drawing/2014/main" id="{81E1D485-9712-44AE-B814-AA405218D87A}"/>
              </a:ext>
            </a:extLst>
          </p:cNvPr>
          <p:cNvSpPr>
            <a:spLocks xmlns:a="http://schemas.openxmlformats.org/drawingml/2006/main" noGrp="1"/>
          </p:cNvSpPr>
          <p:nvPr/>
        </p:nvSpPr>
        <p:spPr>
          <a:xfrm xmlns:a="http://schemas.openxmlformats.org/drawingml/2006/main">
            <a:off x="7667625" y="4876800"/>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13335">
            <a:solidFill>
              <a:srgbClr val="2876A8"/>
            </a:solidFill>
          </a:ln>
        </p:spPr>
      </p:sp>
      <p:sp>
        <p:nvSpPr>
          <p:cNvPr id="57" name="">
            <a:extLst xmlns:a="http://schemas.openxmlformats.org/drawingml/2006/main">
              <a:ext uri="{FF2B5EF4-FFF2-40B4-BE49-F238E27FC236}">
                <a16:creationId xmlns:a16="http://schemas.microsoft.com/office/drawing/2014/main" id="{96D7CA1E-73F4-417E-9838-46724385B4FD}"/>
              </a:ext>
            </a:extLst>
          </p:cNvPr>
          <p:cNvSpPr>
            <a:spLocks xmlns:a="http://schemas.openxmlformats.org/drawingml/2006/main" noGrp="1"/>
          </p:cNvSpPr>
          <p:nvPr/>
        </p:nvSpPr>
        <p:spPr>
          <a:xfrm xmlns:a="http://schemas.openxmlformats.org/drawingml/2006/main">
            <a:off x="8172450" y="48487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2876A8"/>
          </a:solidFill>
          <a:ln xmlns:a="http://schemas.openxmlformats.org/drawingml/2006/main" w="4763">
            <a:solidFill>
              <a:srgbClr val="2876A8"/>
            </a:solidFill>
          </a:ln>
        </p:spPr>
      </p:sp>
      <p:sp>
        <p:nvSpPr>
          <p:cNvPr id="58" name="">
            <a:extLst xmlns:a="http://schemas.openxmlformats.org/drawingml/2006/main">
              <a:ext uri="{FF2B5EF4-FFF2-40B4-BE49-F238E27FC236}">
                <a16:creationId xmlns:a16="http://schemas.microsoft.com/office/drawing/2014/main" id="{94A975F0-8485-462D-81AE-D72824DA2829}"/>
              </a:ext>
            </a:extLst>
          </p:cNvPr>
          <p:cNvSpPr>
            <a:spLocks xmlns:a="http://schemas.openxmlformats.org/drawingml/2006/main" noGrp="1"/>
          </p:cNvSpPr>
          <p:nvPr/>
        </p:nvSpPr>
        <p:spPr>
          <a:xfrm xmlns:a="http://schemas.openxmlformats.org/drawingml/2006/main">
            <a:off x="7667625" y="4876800"/>
            <a:ext cx="571500" cy="9525"/>
          </a:xfrm>
          <a:custGeom xmlns:a="http://schemas.openxmlformats.org/drawingml/2006/main">
            <a:pathLst>
              <a:path w="571500" h="9525">
                <a:moveTo>
                  <a:pt x="571500" y="0"/>
                </a:moveTo>
                <a:lnTo>
                  <a:pt x="0" y="0"/>
                </a:lnTo>
              </a:path>
            </a:pathLst>
          </a:custGeom>
          <a:noFill xmlns:a="http://schemas.openxmlformats.org/drawingml/2006/main"/>
          <a:ln xmlns:a="http://schemas.openxmlformats.org/drawingml/2006/main" w="13335">
            <a:solidFill>
              <a:srgbClr val="2876A8"/>
            </a:solidFill>
          </a:ln>
        </p:spPr>
      </p:sp>
      <p:sp>
        <p:nvSpPr>
          <p:cNvPr id="59" name="">
            <a:extLst xmlns:a="http://schemas.openxmlformats.org/drawingml/2006/main">
              <a:ext uri="{FF2B5EF4-FFF2-40B4-BE49-F238E27FC236}">
                <a16:creationId xmlns:a16="http://schemas.microsoft.com/office/drawing/2014/main" id="{100DC5F7-A1B1-4BE6-9C0F-6E83C2605D7A}"/>
              </a:ext>
            </a:extLst>
          </p:cNvPr>
          <p:cNvSpPr>
            <a:spLocks xmlns:a="http://schemas.openxmlformats.org/drawingml/2006/main" noGrp="1"/>
          </p:cNvSpPr>
          <p:nvPr/>
        </p:nvSpPr>
        <p:spPr>
          <a:xfrm xmlns:a="http://schemas.openxmlformats.org/drawingml/2006/main">
            <a:off x="7667625" y="48487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2876A8"/>
          </a:solidFill>
          <a:ln xmlns:a="http://schemas.openxmlformats.org/drawingml/2006/main" w="4763">
            <a:solidFill>
              <a:srgbClr val="2876A8"/>
            </a:solidFill>
          </a:ln>
        </p:spPr>
      </p:sp>
      <p:sp>
        <p:nvSpPr>
          <p:cNvPr id="60" name="">
            <a:extLst xmlns:a="http://schemas.openxmlformats.org/drawingml/2006/main">
              <a:ext uri="{FF2B5EF4-FFF2-40B4-BE49-F238E27FC236}">
                <a16:creationId xmlns:a16="http://schemas.microsoft.com/office/drawing/2014/main" id="{F38869B9-A7CA-4E92-8661-A612E28E1B21}"/>
              </a:ext>
            </a:extLst>
          </p:cNvPr>
          <p:cNvSpPr>
            <a:spLocks xmlns:a="http://schemas.openxmlformats.org/drawingml/2006/main" noGrp="1"/>
          </p:cNvSpPr>
          <p:nvPr/>
        </p:nvSpPr>
        <p:spPr>
          <a:xfrm xmlns:a="http://schemas.openxmlformats.org/drawingml/2006/main">
            <a:off x="7667625" y="492442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2876A8"/>
                </a:solidFill>
                <a:latin typeface="Yu Gothic"/>
                <a:ea typeface="Yu Gothic"/>
                <a:cs typeface="Yu Gothic"/>
              </a:defRPr>
            </a:defPPr>
            <a:lvl1pPr algn="ctr">
              <a:buNone/>
              <a:defRPr sz="1800" b="0">
                <a:solidFill>
                  <a:srgbClr val="2876A8"/>
                </a:solidFill>
                <a:latin typeface="Yu Gothic"/>
                <a:ea typeface="Yu Gothic"/>
                <a:cs typeface="Yu Gothic"/>
              </a:defRPr>
            </a:lvl1pPr>
            <a:lvl2pPr algn="ctr">
              <a:buNone/>
              <a:defRPr sz="1800" b="0">
                <a:solidFill>
                  <a:srgbClr val="2876A8"/>
                </a:solidFill>
                <a:latin typeface="Yu Gothic"/>
                <a:ea typeface="Yu Gothic"/>
                <a:cs typeface="Yu Gothic"/>
              </a:defRPr>
            </a:lvl2pPr>
            <a:lvl3pPr algn="ctr">
              <a:buNone/>
              <a:defRPr sz="1800" b="0">
                <a:solidFill>
                  <a:srgbClr val="2876A8"/>
                </a:solidFill>
                <a:latin typeface="Yu Gothic"/>
                <a:ea typeface="Yu Gothic"/>
                <a:cs typeface="Yu Gothic"/>
              </a:defRPr>
            </a:lvl3pPr>
            <a:lvl4pPr algn="ctr">
              <a:buNone/>
              <a:defRPr sz="1800" b="0">
                <a:solidFill>
                  <a:srgbClr val="2876A8"/>
                </a:solidFill>
                <a:latin typeface="Yu Gothic"/>
                <a:ea typeface="Yu Gothic"/>
                <a:cs typeface="Yu Gothic"/>
              </a:defRPr>
            </a:lvl4pPr>
            <a:lvl5pPr algn="ctr">
              <a:buNone/>
              <a:defRPr sz="1800" b="0">
                <a:solidFill>
                  <a:srgbClr val="2876A8"/>
                </a:solidFill>
                <a:latin typeface="Yu Gothic"/>
                <a:ea typeface="Yu Gothic"/>
                <a:cs typeface="Yu Gothic"/>
              </a:defRPr>
            </a:lvl5pPr>
            <a:lvl6pPr algn="ctr">
              <a:buNone/>
              <a:defRPr sz="1800" b="0">
                <a:solidFill>
                  <a:srgbClr val="2876A8"/>
                </a:solidFill>
                <a:latin typeface="Yu Gothic"/>
                <a:ea typeface="Yu Gothic"/>
                <a:cs typeface="Yu Gothic"/>
              </a:defRPr>
            </a:lvl6pPr>
            <a:lvl7pPr algn="ctr">
              <a:buNone/>
              <a:defRPr sz="1800" b="0">
                <a:solidFill>
                  <a:srgbClr val="2876A8"/>
                </a:solidFill>
                <a:latin typeface="Yu Gothic"/>
                <a:ea typeface="Yu Gothic"/>
                <a:cs typeface="Yu Gothic"/>
              </a:defRPr>
            </a:lvl7pPr>
            <a:lvl8pPr algn="ctr">
              <a:buNone/>
              <a:defRPr sz="1800" b="0">
                <a:solidFill>
                  <a:srgbClr val="2876A8"/>
                </a:solidFill>
                <a:latin typeface="Yu Gothic"/>
                <a:ea typeface="Yu Gothic"/>
                <a:cs typeface="Yu Gothic"/>
              </a:defRPr>
            </a:lvl8pPr>
            <a:lvl9pPr algn="ctr">
              <a:buNone/>
              <a:defRPr sz="1800" b="0">
                <a:solidFill>
                  <a:srgbClr val="2876A8"/>
                </a:solidFill>
                <a:latin typeface="Yu Gothic"/>
                <a:ea typeface="Yu Gothic"/>
                <a:cs typeface="Yu Gothic"/>
              </a:defRPr>
            </a:lvl9pPr>
          </a:lstStyle>
          <a:p xmlns:a="http://schemas.openxmlformats.org/drawingml/2006/main">
            <a:pPr algn="ct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b/2</a:t>
            </a:r>
          </a:p>
        </p:txBody>
      </p:sp>
      <p:sp>
        <p:nvSpPr>
          <p:cNvPr id="61" name="">
            <a:extLst xmlns:a="http://schemas.openxmlformats.org/drawingml/2006/main">
              <a:ext uri="{FF2B5EF4-FFF2-40B4-BE49-F238E27FC236}">
                <a16:creationId xmlns:a16="http://schemas.microsoft.com/office/drawing/2014/main" id="{C3EABA81-C2E1-4273-8131-D624A8D86C6D}"/>
              </a:ext>
            </a:extLst>
          </p:cNvPr>
          <p:cNvSpPr>
            <a:spLocks xmlns:a="http://schemas.openxmlformats.org/drawingml/2006/main" noGrp="1"/>
          </p:cNvSpPr>
          <p:nvPr/>
        </p:nvSpPr>
        <p:spPr>
          <a:xfrm xmlns:a="http://schemas.openxmlformats.org/drawingml/2006/main">
            <a:off x="8572500" y="2476500"/>
            <a:ext cx="9525" cy="2095500"/>
          </a:xfrm>
          <a:custGeom xmlns:a="http://schemas.openxmlformats.org/drawingml/2006/main">
            <a:pathLst>
              <a:path w="9525" h="2095500">
                <a:moveTo>
                  <a:pt x="0" y="0"/>
                </a:moveTo>
                <a:lnTo>
                  <a:pt x="0" y="2095500"/>
                </a:lnTo>
              </a:path>
            </a:pathLst>
          </a:custGeom>
          <a:noFill xmlns:a="http://schemas.openxmlformats.org/drawingml/2006/main"/>
          <a:ln xmlns:a="http://schemas.openxmlformats.org/drawingml/2006/main" w="14288">
            <a:solidFill>
              <a:srgbClr val="2876A8"/>
            </a:solidFill>
          </a:ln>
        </p:spPr>
      </p:sp>
      <p:sp>
        <p:nvSpPr>
          <p:cNvPr id="62" name="">
            <a:extLst xmlns:a="http://schemas.openxmlformats.org/drawingml/2006/main">
              <a:ext uri="{FF2B5EF4-FFF2-40B4-BE49-F238E27FC236}">
                <a16:creationId xmlns:a16="http://schemas.microsoft.com/office/drawing/2014/main" id="{09FEFEFE-9B9F-4C03-9E0F-D332EC88C379}"/>
              </a:ext>
            </a:extLst>
          </p:cNvPr>
          <p:cNvSpPr>
            <a:spLocks xmlns:a="http://schemas.openxmlformats.org/drawingml/2006/main" noGrp="1"/>
          </p:cNvSpPr>
          <p:nvPr/>
        </p:nvSpPr>
        <p:spPr>
          <a:xfrm xmlns:a="http://schemas.openxmlformats.org/drawingml/2006/main">
            <a:off x="8544497" y="450532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63" name="">
            <a:extLst xmlns:a="http://schemas.openxmlformats.org/drawingml/2006/main">
              <a:ext uri="{FF2B5EF4-FFF2-40B4-BE49-F238E27FC236}">
                <a16:creationId xmlns:a16="http://schemas.microsoft.com/office/drawing/2014/main" id="{F9E309ED-CA14-4485-A42A-835CD5D7E0AF}"/>
              </a:ext>
            </a:extLst>
          </p:cNvPr>
          <p:cNvSpPr>
            <a:spLocks xmlns:a="http://schemas.openxmlformats.org/drawingml/2006/main" noGrp="1"/>
          </p:cNvSpPr>
          <p:nvPr/>
        </p:nvSpPr>
        <p:spPr>
          <a:xfrm xmlns:a="http://schemas.openxmlformats.org/drawingml/2006/main">
            <a:off x="8572500" y="2476500"/>
            <a:ext cx="9525" cy="2095500"/>
          </a:xfrm>
          <a:custGeom xmlns:a="http://schemas.openxmlformats.org/drawingml/2006/main">
            <a:pathLst>
              <a:path w="9525" h="2095500">
                <a:moveTo>
                  <a:pt x="0" y="2095500"/>
                </a:moveTo>
                <a:lnTo>
                  <a:pt x="0" y="0"/>
                </a:lnTo>
              </a:path>
            </a:pathLst>
          </a:custGeom>
          <a:noFill xmlns:a="http://schemas.openxmlformats.org/drawingml/2006/main"/>
          <a:ln xmlns:a="http://schemas.openxmlformats.org/drawingml/2006/main" w="14288">
            <a:solidFill>
              <a:srgbClr val="2876A8"/>
            </a:solidFill>
          </a:ln>
        </p:spPr>
      </p:sp>
      <p:sp>
        <p:nvSpPr>
          <p:cNvPr id="64" name="">
            <a:extLst xmlns:a="http://schemas.openxmlformats.org/drawingml/2006/main">
              <a:ext uri="{FF2B5EF4-FFF2-40B4-BE49-F238E27FC236}">
                <a16:creationId xmlns:a16="http://schemas.microsoft.com/office/drawing/2014/main" id="{DAE3FDE2-B2C1-42C8-81C4-65E08726F4A9}"/>
              </a:ext>
            </a:extLst>
          </p:cNvPr>
          <p:cNvSpPr>
            <a:spLocks xmlns:a="http://schemas.openxmlformats.org/drawingml/2006/main" noGrp="1"/>
          </p:cNvSpPr>
          <p:nvPr/>
        </p:nvSpPr>
        <p:spPr>
          <a:xfrm xmlns:a="http://schemas.openxmlformats.org/drawingml/2006/main">
            <a:off x="8544497" y="247650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65" name="">
            <a:extLst xmlns:a="http://schemas.openxmlformats.org/drawingml/2006/main">
              <a:ext uri="{FF2B5EF4-FFF2-40B4-BE49-F238E27FC236}">
                <a16:creationId xmlns:a16="http://schemas.microsoft.com/office/drawing/2014/main" id="{1203951B-E3FA-4E8F-B45C-BED6B603786E}"/>
              </a:ext>
            </a:extLst>
          </p:cNvPr>
          <p:cNvSpPr>
            <a:spLocks xmlns:a="http://schemas.openxmlformats.org/drawingml/2006/main" noGrp="1"/>
          </p:cNvSpPr>
          <p:nvPr/>
        </p:nvSpPr>
        <p:spPr>
          <a:xfrm xmlns:a="http://schemas.openxmlformats.org/drawingml/2006/main">
            <a:off x="8686800" y="33242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2h</a:t>
            </a:r>
          </a:p>
        </p:txBody>
      </p:sp>
      <p:sp>
        <p:nvSpPr>
          <p:cNvPr id="66" name="">
            <a:extLst xmlns:a="http://schemas.openxmlformats.org/drawingml/2006/main">
              <a:ext uri="{FF2B5EF4-FFF2-40B4-BE49-F238E27FC236}">
                <a16:creationId xmlns:a16="http://schemas.microsoft.com/office/drawing/2014/main" id="{F7124CF1-D820-4350-A066-70FA95445A66}"/>
              </a:ext>
            </a:extLst>
          </p:cNvPr>
          <p:cNvSpPr>
            <a:spLocks xmlns:a="http://schemas.openxmlformats.org/drawingml/2006/main" noGrp="1"/>
          </p:cNvSpPr>
          <p:nvPr/>
        </p:nvSpPr>
        <p:spPr>
          <a:xfrm xmlns:a="http://schemas.openxmlformats.org/drawingml/2006/main">
            <a:off x="1714500" y="5143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基準</a:t>
            </a:r>
          </a:p>
        </p:txBody>
      </p:sp>
      <p:sp>
        <p:nvSpPr>
          <p:cNvPr id="67" name="">
            <a:extLst xmlns:a="http://schemas.openxmlformats.org/drawingml/2006/main">
              <a:ext uri="{FF2B5EF4-FFF2-40B4-BE49-F238E27FC236}">
                <a16:creationId xmlns:a16="http://schemas.microsoft.com/office/drawing/2014/main" id="{608EAD5A-2826-4A5D-B4F1-421C197515A1}"/>
              </a:ext>
            </a:extLst>
          </p:cNvPr>
          <p:cNvSpPr>
            <a:spLocks xmlns:a="http://schemas.openxmlformats.org/drawingml/2006/main" noGrp="1"/>
          </p:cNvSpPr>
          <p:nvPr/>
        </p:nvSpPr>
        <p:spPr>
          <a:xfrm xmlns:a="http://schemas.openxmlformats.org/drawingml/2006/main">
            <a:off x="7000875" y="51435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同じ面積</a:t>
            </a:r>
          </a:p>
        </p:txBody>
      </p:sp>
      <p:sp>
        <p:nvSpPr>
          <p:cNvPr id="68" name="">
            <a:extLst xmlns:a="http://schemas.openxmlformats.org/drawingml/2006/main">
              <a:ext uri="{FF2B5EF4-FFF2-40B4-BE49-F238E27FC236}">
                <a16:creationId xmlns:a16="http://schemas.microsoft.com/office/drawing/2014/main" id="{BCFD227C-5800-403A-8048-B289C1D94807}"/>
              </a:ext>
            </a:extLst>
          </p:cNvPr>
          <p:cNvSpPr>
            <a:spLocks xmlns:a="http://schemas.openxmlformats.org/drawingml/2006/main" noGrp="1"/>
          </p:cNvSpPr>
          <p:nvPr/>
        </p:nvSpPr>
        <p:spPr>
          <a:xfrm xmlns:a="http://schemas.openxmlformats.org/drawingml/2006/main">
            <a:off x="809625" y="209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I：4倍　Z：2倍</a:t>
            </a:r>
          </a:p>
        </p:txBody>
      </p:sp>
      <p:sp>
        <p:nvSpPr>
          <p:cNvPr id="69" name="">
            <a:extLst xmlns:a="http://schemas.openxmlformats.org/drawingml/2006/main">
              <a:ext uri="{FF2B5EF4-FFF2-40B4-BE49-F238E27FC236}">
                <a16:creationId xmlns:a16="http://schemas.microsoft.com/office/drawing/2014/main" id="{64107AE0-1B6A-455C-A1A8-BAAC6CBCD408}"/>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同じMなら最大応力は1/2。同じF・L・Eならたわみは1/4。同じ材料・長さなら質量も同じ。</a:t>
            </a:r>
          </a:p>
        </p:txBody>
      </p:sp>
    </p:spTree>
    <p:extLst>
      <p:ext uri="{BB962C8B-B14F-4D97-AF65-F5344CB8AC3E}">
        <p14:creationId xmlns:p14="http://schemas.microsoft.com/office/powerpoint/2010/main" val="64605486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3089A7-2B96-4568-A3B9-AFE0715849C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同じ断面積でも、設計の結論が変わる</a:t>
            </a:r>
          </a:p>
        </p:txBody>
      </p:sp>
      <p:sp>
        <p:nvSpPr>
          <p:cNvPr id="2" name="">
            <a:extLst xmlns:a="http://schemas.openxmlformats.org/drawingml/2006/main">
              <a:ext uri="{FF2B5EF4-FFF2-40B4-BE49-F238E27FC236}">
                <a16:creationId xmlns:a16="http://schemas.microsoft.com/office/drawing/2014/main" id="{085AE8AF-9A1D-4B15-A26B-81065DA7F43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9DFE794-CAB5-447F-8A63-40D052BE1B4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21673F52-8D25-4C8A-B5F0-6285744D405F}"/>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143250"/>
                <a:gridCol w="3810000"/>
                <a:gridCol w="3810000"/>
              </a:tblGrid>
              <a:tr h="695325">
                <a:tc>
                  <a:txBody>
                    <a:bodyPr lIns="85725" tIns="85725" rIns="85725" bIns="85725"/>
                    <a:lstStyle/>
                    <a:p>
                      <a:r>
                        <a:rPr sz="2175" b="1">
                          <a:solidFill>
                            <a:srgbClr val="FFFFFF"/>
                          </a:solidFill>
                          <a:latin typeface="Yu Gothic"/>
                          <a:ea typeface="Yu Gothic"/>
                          <a:cs typeface="Yu Gothic"/>
                        </a:rPr>
                        <a:t>矩形 b×h / mm</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30×60</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20×90</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A / mm²</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1,800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1,800</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I / mm⁴</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540,000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1,215,000</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Z / mm³</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18,000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27,000</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σ / MPa、δ / mm</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4.00、1.33</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2.67、0.593</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E07B6C5-EDB3-4751-B768-591774A3EA8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F=240 N、L=1,200 mm、E=12,000 MPaの仮定モデル。支持等は基準例と同じ。</a:t>
            </a:r>
          </a:p>
        </p:txBody>
      </p:sp>
      <p:sp>
        <p:nvSpPr>
          <p:cNvPr id="6" name="">
            <a:extLst xmlns:a="http://schemas.openxmlformats.org/drawingml/2006/main">
              <a:ext uri="{FF2B5EF4-FFF2-40B4-BE49-F238E27FC236}">
                <a16:creationId xmlns:a16="http://schemas.microsoft.com/office/drawing/2014/main" id="{DADFD7CA-8060-48D1-BED6-AC2411CEFDB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52</a:t>
            </a:r>
          </a:p>
        </p:txBody>
      </p:sp>
    </p:spTree>
    <p:extLst>
      <p:ext uri="{BB962C8B-B14F-4D97-AF65-F5344CB8AC3E}">
        <p14:creationId xmlns:p14="http://schemas.microsoft.com/office/powerpoint/2010/main" val="104292128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F01FF3-CC92-4395-87C1-328C7C183C0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演習：三つの変更を比較</a:t>
            </a:r>
          </a:p>
        </p:txBody>
      </p:sp>
      <p:sp>
        <p:nvSpPr>
          <p:cNvPr id="2" name="">
            <a:extLst xmlns:a="http://schemas.openxmlformats.org/drawingml/2006/main">
              <a:ext uri="{FF2B5EF4-FFF2-40B4-BE49-F238E27FC236}">
                <a16:creationId xmlns:a16="http://schemas.microsoft.com/office/drawing/2014/main" id="{60B53465-2CB0-4852-943F-FC5B7B45666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E0AB3A09-BFAC-443E-A54F-3F5F23EBB90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9" name="">
            <a:extLst xmlns:a="http://schemas.openxmlformats.org/drawingml/2006/main">
              <a:ext uri="{FF2B5EF4-FFF2-40B4-BE49-F238E27FC236}">
                <a16:creationId xmlns:a16="http://schemas.microsoft.com/office/drawing/2014/main" id="{603DDDD0-B3EB-43C3-AC35-8AD1E3C5AD02}"/>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52</a:t>
            </a:r>
          </a:p>
        </p:txBody>
      </p:sp>
      <p:sp>
        <p:nvSpPr>
          <p:cNvPr id="11" name="">
            <a:extLst xmlns:a="http://schemas.openxmlformats.org/drawingml/2006/main">
              <a:ext uri="{FF2B5EF4-FFF2-40B4-BE49-F238E27FC236}">
                <a16:creationId xmlns:a16="http://schemas.microsoft.com/office/drawing/2014/main" id="{5B14FD53-791B-4BE4-A3EB-A29B9B84BECD}"/>
              </a:ext>
            </a:extLst>
          </p:cNvPr>
          <p:cNvSpPr>
            <a:spLocks xmlns:a="http://schemas.openxmlformats.org/drawingml/2006/main" noGrp="1"/>
          </p:cNvSpPr>
          <p:nvPr/>
        </p:nvSpPr>
        <p:spPr>
          <a:xfrm xmlns:a="http://schemas.openxmlformats.org/drawingml/2006/main">
            <a:off x="809625" y="1524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基準の例題から、一つの条件だけを変更する</a:t>
            </a:r>
          </a:p>
        </p:txBody>
      </p:sp>
      <p:graphicFrame>
        <p:nvGraphicFramePr>
          <p:cNvPr id="12" name="">
            <a:extLst xmlns:a="http://schemas.openxmlformats.org/drawingml/2006/main">
              <a:ext uri="{FF2B5EF4-FFF2-40B4-BE49-F238E27FC236}">
                <a16:creationId xmlns:a16="http://schemas.microsoft.com/office/drawing/2014/main" id="{DFDC45F0-7B4F-4A80-907E-D910E0D00397}"/>
              </a:ext>
            </a:extLst>
          </p:cNvPr>
          <p:cNvGraphicFramePr/>
          <p:nvPr/>
        </p:nvGraphicFramePr>
        <p:xfrm>
          <a:off xmlns:a="http://schemas.openxmlformats.org/drawingml/2006/main" x="714375" y="2333625"/>
          <a:ext xmlns:a="http://schemas.openxmlformats.org/drawingml/2006/main" cx="6286500" cy="2857500"/>
        </p:xfrm>
        <a:graphic xmlns:a="http://schemas.openxmlformats.org/drawingml/2006/main">
          <a:graphicData uri="http://schemas.openxmlformats.org/drawingml/2006/table">
            <a:tbl>
              <a:tblPr/>
              <a:tblGrid>
                <a:gridCol w="2476500"/>
                <a:gridCol w="1809750"/>
                <a:gridCol w="2000250"/>
              </a:tblGrid>
              <a:tr h="714375">
                <a:tc>
                  <a:txBody>
                    <a:bodyPr lIns="85725" tIns="85725" rIns="85725" bIns="85725"/>
                    <a:lstStyle/>
                    <a:p>
                      <a:r>
                        <a:rPr sz="1950" b="1">
                          <a:solidFill>
                            <a:srgbClr val="FFFFFF"/>
                          </a:solidFill>
                          <a:latin typeface="Yu Gothic"/>
                          <a:ea typeface="Yu Gothic"/>
                          <a:cs typeface="Yu Gothic"/>
                        </a:rPr>
                        <a:t>変える条件</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応力の倍率</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たわみの倍率</a:t>
                      </a:r>
                    </a:p>
                  </a:txBody>
                  <a:tcPr marL="91440" marR="91440" marT="45720" marB="45720">
                    <a:solidFill>
                      <a:srgbClr val="193B59"/>
                    </a:solidFill>
                  </a:tcPr>
                </a:tc>
              </a:tr>
              <a:tr h="714375">
                <a:tc>
                  <a:txBody>
                    <a:bodyPr lIns="85725" tIns="85725" rIns="85725" bIns="85725"/>
                    <a:lstStyle/>
                    <a:p>
                      <a:r>
                        <a:rPr sz="1950" b="0">
                          <a:solidFill>
                            <a:srgbClr val="263D4D"/>
                          </a:solidFill>
                          <a:latin typeface="Yu Gothic"/>
                          <a:ea typeface="Yu Gothic"/>
                          <a:cs typeface="Yu Gothic"/>
                        </a:rPr>
                        <a:t>Fだけ1.5倍</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a:t>
                      </a:r>
                    </a:p>
                  </a:txBody>
                  <a:tcPr marL="91440" marR="91440" marT="45720" marB="45720">
                    <a:solidFill>
                      <a:srgbClr val="E8F0F4"/>
                    </a:solidFill>
                  </a:tcPr>
                </a:tc>
              </a:tr>
              <a:tr h="714375">
                <a:tc>
                  <a:txBody>
                    <a:bodyPr lIns="85725" tIns="85725" rIns="85725" bIns="85725"/>
                    <a:lstStyle/>
                    <a:p>
                      <a:r>
                        <a:rPr sz="1950" b="0">
                          <a:solidFill>
                            <a:srgbClr val="263D4D"/>
                          </a:solidFill>
                          <a:latin typeface="Yu Gothic"/>
                          <a:ea typeface="Yu Gothic"/>
                          <a:cs typeface="Yu Gothic"/>
                        </a:rPr>
                        <a:t>Lだけ1.5倍</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a:t>
                      </a:r>
                    </a:p>
                  </a:txBody>
                  <a:tcPr marL="91440" marR="91440" marT="45720" marB="45720">
                    <a:solidFill>
                      <a:srgbClr val="FFFFFF"/>
                    </a:solidFill>
                  </a:tcPr>
                </a:tc>
              </a:tr>
              <a:tr h="714375">
                <a:tc>
                  <a:txBody>
                    <a:bodyPr lIns="85725" tIns="85725" rIns="85725" bIns="85725"/>
                    <a:lstStyle/>
                    <a:p>
                      <a:r>
                        <a:rPr sz="1950" b="0">
                          <a:solidFill>
                            <a:srgbClr val="263D4D"/>
                          </a:solidFill>
                          <a:latin typeface="Yu Gothic"/>
                          <a:ea typeface="Yu Gothic"/>
                          <a:cs typeface="Yu Gothic"/>
                        </a:rPr>
                        <a:t>Eだけ1.5倍</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a:t>
                      </a:r>
                    </a:p>
                  </a:txBody>
                  <a:tcPr marL="91440" marR="91440" marT="45720" marB="45720">
                    <a:solidFill>
                      <a:srgbClr val="E8F0F4"/>
                    </a:solidFill>
                  </a:tcPr>
                </a:tc>
              </a:tr>
            </a:tbl>
          </a:graphicData>
        </a:graphic>
      </p:graphicFrame>
      <p:sp>
        <p:nvSpPr>
          <p:cNvPr id="13" name="">
            <a:extLst xmlns:a="http://schemas.openxmlformats.org/drawingml/2006/main">
              <a:ext uri="{FF2B5EF4-FFF2-40B4-BE49-F238E27FC236}">
                <a16:creationId xmlns:a16="http://schemas.microsoft.com/office/drawing/2014/main" id="{202D0834-C38A-4ABA-B732-125CDB8B6AB9}"/>
              </a:ext>
            </a:extLst>
          </p:cNvPr>
          <p:cNvSpPr>
            <a:spLocks xmlns:a="http://schemas.openxmlformats.org/drawingml/2006/main" noGrp="1"/>
          </p:cNvSpPr>
          <p:nvPr/>
        </p:nvSpPr>
        <p:spPr>
          <a:xfrm xmlns:a="http://schemas.openxmlformats.org/drawingml/2006/main">
            <a:off x="7810500" y="2714625"/>
            <a:ext cx="1905000" cy="14287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4" name="">
            <a:extLst xmlns:a="http://schemas.openxmlformats.org/drawingml/2006/main">
              <a:ext uri="{FF2B5EF4-FFF2-40B4-BE49-F238E27FC236}">
                <a16:creationId xmlns:a16="http://schemas.microsoft.com/office/drawing/2014/main" id="{6A345574-68C8-4E4A-926A-E5F419A5F4AD}"/>
              </a:ext>
            </a:extLst>
          </p:cNvPr>
          <p:cNvSpPr>
            <a:spLocks xmlns:a="http://schemas.openxmlformats.org/drawingml/2006/main" noGrp="1"/>
          </p:cNvSpPr>
          <p:nvPr/>
        </p:nvSpPr>
        <p:spPr>
          <a:xfrm xmlns:a="http://schemas.openxmlformats.org/drawingml/2006/main">
            <a:off x="7648575" y="28575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5" name="">
            <a:extLst xmlns:a="http://schemas.openxmlformats.org/drawingml/2006/main">
              <a:ext uri="{FF2B5EF4-FFF2-40B4-BE49-F238E27FC236}">
                <a16:creationId xmlns:a16="http://schemas.microsoft.com/office/drawing/2014/main" id="{0FCAF3EB-C297-45D9-8207-97B39EF3ADC9}"/>
              </a:ext>
            </a:extLst>
          </p:cNvPr>
          <p:cNvSpPr>
            <a:spLocks xmlns:a="http://schemas.openxmlformats.org/drawingml/2006/main" noGrp="1"/>
          </p:cNvSpPr>
          <p:nvPr/>
        </p:nvSpPr>
        <p:spPr>
          <a:xfrm xmlns:a="http://schemas.openxmlformats.org/drawingml/2006/main">
            <a:off x="7534275" y="31527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6" name="">
            <a:extLst xmlns:a="http://schemas.openxmlformats.org/drawingml/2006/main">
              <a:ext uri="{FF2B5EF4-FFF2-40B4-BE49-F238E27FC236}">
                <a16:creationId xmlns:a16="http://schemas.microsoft.com/office/drawing/2014/main" id="{3AE39846-7A08-4F34-AA5D-06D374F11B77}"/>
              </a:ext>
            </a:extLst>
          </p:cNvPr>
          <p:cNvSpPr>
            <a:spLocks xmlns:a="http://schemas.openxmlformats.org/drawingml/2006/main" noGrp="1"/>
          </p:cNvSpPr>
          <p:nvPr/>
        </p:nvSpPr>
        <p:spPr>
          <a:xfrm xmlns:a="http://schemas.openxmlformats.org/drawingml/2006/main">
            <a:off x="9553575" y="28575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7" name="">
            <a:extLst xmlns:a="http://schemas.openxmlformats.org/drawingml/2006/main">
              <a:ext uri="{FF2B5EF4-FFF2-40B4-BE49-F238E27FC236}">
                <a16:creationId xmlns:a16="http://schemas.microsoft.com/office/drawing/2014/main" id="{4BBBD962-8D00-43C6-A4DA-83225BEACF62}"/>
              </a:ext>
            </a:extLst>
          </p:cNvPr>
          <p:cNvSpPr>
            <a:spLocks xmlns:a="http://schemas.openxmlformats.org/drawingml/2006/main" noGrp="1"/>
          </p:cNvSpPr>
          <p:nvPr/>
        </p:nvSpPr>
        <p:spPr>
          <a:xfrm xmlns:a="http://schemas.openxmlformats.org/drawingml/2006/main">
            <a:off x="9591675" y="3114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8" name="">
            <a:extLst xmlns:a="http://schemas.openxmlformats.org/drawingml/2006/main">
              <a:ext uri="{FF2B5EF4-FFF2-40B4-BE49-F238E27FC236}">
                <a16:creationId xmlns:a16="http://schemas.microsoft.com/office/drawing/2014/main" id="{906B8AF7-74B6-460F-8362-EDBADDB60216}"/>
              </a:ext>
            </a:extLst>
          </p:cNvPr>
          <p:cNvSpPr>
            <a:spLocks xmlns:a="http://schemas.openxmlformats.org/drawingml/2006/main" noGrp="1"/>
          </p:cNvSpPr>
          <p:nvPr/>
        </p:nvSpPr>
        <p:spPr>
          <a:xfrm xmlns:a="http://schemas.openxmlformats.org/drawingml/2006/main">
            <a:off x="9744075" y="3114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685D8B8B-CDE5-4E28-A90E-492968089073}"/>
              </a:ext>
            </a:extLst>
          </p:cNvPr>
          <p:cNvSpPr>
            <a:spLocks xmlns:a="http://schemas.openxmlformats.org/drawingml/2006/main" noGrp="1"/>
          </p:cNvSpPr>
          <p:nvPr/>
        </p:nvSpPr>
        <p:spPr>
          <a:xfrm xmlns:a="http://schemas.openxmlformats.org/drawingml/2006/main">
            <a:off x="9439275" y="32289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20" name="">
            <a:extLst xmlns:a="http://schemas.openxmlformats.org/drawingml/2006/main">
              <a:ext uri="{FF2B5EF4-FFF2-40B4-BE49-F238E27FC236}">
                <a16:creationId xmlns:a16="http://schemas.microsoft.com/office/drawing/2014/main" id="{35D66E4B-FE20-42DD-90CC-79ECBFA23038}"/>
              </a:ext>
            </a:extLst>
          </p:cNvPr>
          <p:cNvSpPr>
            <a:spLocks xmlns:a="http://schemas.openxmlformats.org/drawingml/2006/main" noGrp="1"/>
          </p:cNvSpPr>
          <p:nvPr/>
        </p:nvSpPr>
        <p:spPr>
          <a:xfrm xmlns:a="http://schemas.openxmlformats.org/drawingml/2006/main">
            <a:off x="8763000" y="2071688"/>
            <a:ext cx="9525" cy="614363"/>
          </a:xfrm>
          <a:custGeom xmlns:a="http://schemas.openxmlformats.org/drawingml/2006/main">
            <a:pathLst>
              <a:path w="9525" h="614363">
                <a:moveTo>
                  <a:pt x="0" y="0"/>
                </a:moveTo>
                <a:lnTo>
                  <a:pt x="0" y="614363"/>
                </a:lnTo>
              </a:path>
            </a:pathLst>
          </a:custGeom>
          <a:noFill xmlns:a="http://schemas.openxmlformats.org/drawingml/2006/main"/>
          <a:ln xmlns:a="http://schemas.openxmlformats.org/drawingml/2006/main" w="28575">
            <a:solidFill>
              <a:srgbClr val="C4483C"/>
            </a:solidFill>
          </a:ln>
        </p:spPr>
      </p:sp>
      <p:sp>
        <p:nvSpPr>
          <p:cNvPr id="21" name="">
            <a:extLst xmlns:a="http://schemas.openxmlformats.org/drawingml/2006/main">
              <a:ext uri="{FF2B5EF4-FFF2-40B4-BE49-F238E27FC236}">
                <a16:creationId xmlns:a16="http://schemas.microsoft.com/office/drawing/2014/main" id="{72CA7545-2F8D-4255-8956-53FD769DEB86}"/>
              </a:ext>
            </a:extLst>
          </p:cNvPr>
          <p:cNvSpPr>
            <a:spLocks xmlns:a="http://schemas.openxmlformats.org/drawingml/2006/main" noGrp="1"/>
          </p:cNvSpPr>
          <p:nvPr/>
        </p:nvSpPr>
        <p:spPr>
          <a:xfrm xmlns:a="http://schemas.openxmlformats.org/drawingml/2006/main">
            <a:off x="8714994" y="25717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2" name="">
            <a:extLst xmlns:a="http://schemas.openxmlformats.org/drawingml/2006/main">
              <a:ext uri="{FF2B5EF4-FFF2-40B4-BE49-F238E27FC236}">
                <a16:creationId xmlns:a16="http://schemas.microsoft.com/office/drawing/2014/main" id="{0CB79E9B-DEFA-4772-BC7C-0F9584DD07C9}"/>
              </a:ext>
            </a:extLst>
          </p:cNvPr>
          <p:cNvSpPr>
            <a:spLocks xmlns:a="http://schemas.openxmlformats.org/drawingml/2006/main" noGrp="1"/>
          </p:cNvSpPr>
          <p:nvPr/>
        </p:nvSpPr>
        <p:spPr>
          <a:xfrm xmlns:a="http://schemas.openxmlformats.org/drawingml/2006/main">
            <a:off x="10906125" y="247650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63D4D"/>
                </a:solidFill>
                <a:latin typeface="Yu Gothic"/>
                <a:ea typeface="Yu Gothic"/>
                <a:cs typeface="Yu Gothic"/>
              </a:defRPr>
            </a:defPPr>
            <a:lvl1pPr>
              <a:buNone/>
              <a:defRPr sz="1800" b="1">
                <a:solidFill>
                  <a:srgbClr val="263D4D"/>
                </a:solidFill>
                <a:latin typeface="Yu Gothic"/>
                <a:ea typeface="Yu Gothic"/>
                <a:cs typeface="Yu Gothic"/>
              </a:defRPr>
            </a:lvl1pPr>
            <a:lvl2pPr>
              <a:buNone/>
              <a:defRPr sz="1800" b="1">
                <a:solidFill>
                  <a:srgbClr val="263D4D"/>
                </a:solidFill>
                <a:latin typeface="Yu Gothic"/>
                <a:ea typeface="Yu Gothic"/>
                <a:cs typeface="Yu Gothic"/>
              </a:defRPr>
            </a:lvl2pPr>
            <a:lvl3pPr>
              <a:buNone/>
              <a:defRPr sz="1800" b="1">
                <a:solidFill>
                  <a:srgbClr val="263D4D"/>
                </a:solidFill>
                <a:latin typeface="Yu Gothic"/>
                <a:ea typeface="Yu Gothic"/>
                <a:cs typeface="Yu Gothic"/>
              </a:defRPr>
            </a:lvl3pPr>
            <a:lvl4pPr>
              <a:buNone/>
              <a:defRPr sz="1800" b="1">
                <a:solidFill>
                  <a:srgbClr val="263D4D"/>
                </a:solidFill>
                <a:latin typeface="Yu Gothic"/>
                <a:ea typeface="Yu Gothic"/>
                <a:cs typeface="Yu Gothic"/>
              </a:defRPr>
            </a:lvl4pPr>
            <a:lvl5pPr>
              <a:buNone/>
              <a:defRPr sz="1800" b="1">
                <a:solidFill>
                  <a:srgbClr val="263D4D"/>
                </a:solidFill>
                <a:latin typeface="Yu Gothic"/>
                <a:ea typeface="Yu Gothic"/>
                <a:cs typeface="Yu Gothic"/>
              </a:defRPr>
            </a:lvl5pPr>
            <a:lvl6pPr>
              <a:buNone/>
              <a:defRPr sz="1800" b="1">
                <a:solidFill>
                  <a:srgbClr val="263D4D"/>
                </a:solidFill>
                <a:latin typeface="Yu Gothic"/>
                <a:ea typeface="Yu Gothic"/>
                <a:cs typeface="Yu Gothic"/>
              </a:defRPr>
            </a:lvl6pPr>
            <a:lvl7pPr>
              <a:buNone/>
              <a:defRPr sz="1800" b="1">
                <a:solidFill>
                  <a:srgbClr val="263D4D"/>
                </a:solidFill>
                <a:latin typeface="Yu Gothic"/>
                <a:ea typeface="Yu Gothic"/>
                <a:cs typeface="Yu Gothic"/>
              </a:defRPr>
            </a:lvl7pPr>
            <a:lvl8pPr>
              <a:buNone/>
              <a:defRPr sz="1800" b="1">
                <a:solidFill>
                  <a:srgbClr val="263D4D"/>
                </a:solidFill>
                <a:latin typeface="Yu Gothic"/>
                <a:ea typeface="Yu Gothic"/>
                <a:cs typeface="Yu Gothic"/>
              </a:defRPr>
            </a:lvl8pPr>
            <a:lvl9pPr>
              <a:buNone/>
              <a:defRPr sz="1800" b="1">
                <a:solidFill>
                  <a:srgbClr val="263D4D"/>
                </a:solidFill>
                <a:latin typeface="Yu Gothic"/>
                <a:ea typeface="Yu Gothic"/>
                <a:cs typeface="Yu Gothic"/>
              </a:defRPr>
            </a:lvl9pPr>
          </a:lstStyle>
          <a:p xmlns:a="http://schemas.openxmlformats.org/drawingml/2006/main">
            <a:pPr>
              <a:buNone/>
              <a:defRPr sz="1800" b="1">
                <a:solidFill>
                  <a:srgbClr val="263D4D"/>
                </a:solidFill>
                <a:latin typeface="Yu Gothic"/>
                <a:ea typeface="Yu Gothic"/>
                <a:cs typeface="Yu Gothic"/>
              </a:defRPr>
            </a:pPr>
            <a:r>
              <a:rPr sz="1800" b="1">
                <a:solidFill>
                  <a:srgbClr val="263D4D"/>
                </a:solidFill>
                <a:latin typeface="Yu Gothic"/>
                <a:ea typeface="Yu Gothic"/>
                <a:cs typeface="Yu Gothic"/>
              </a:rPr>
              <a:t>1.5F</a:t>
            </a:r>
          </a:p>
        </p:txBody>
      </p:sp>
      <p:sp>
        <p:nvSpPr>
          <p:cNvPr id="23" name="">
            <a:extLst xmlns:a="http://schemas.openxmlformats.org/drawingml/2006/main">
              <a:ext uri="{FF2B5EF4-FFF2-40B4-BE49-F238E27FC236}">
                <a16:creationId xmlns:a16="http://schemas.microsoft.com/office/drawing/2014/main" id="{C94C72FC-C16A-4E22-8B86-BA366DDADF9E}"/>
              </a:ext>
            </a:extLst>
          </p:cNvPr>
          <p:cNvSpPr>
            <a:spLocks xmlns:a="http://schemas.openxmlformats.org/drawingml/2006/main" noGrp="1"/>
          </p:cNvSpPr>
          <p:nvPr/>
        </p:nvSpPr>
        <p:spPr>
          <a:xfrm xmlns:a="http://schemas.openxmlformats.org/drawingml/2006/main">
            <a:off x="7810500" y="3667125"/>
            <a:ext cx="2857500" cy="14287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4" name="">
            <a:extLst xmlns:a="http://schemas.openxmlformats.org/drawingml/2006/main">
              <a:ext uri="{FF2B5EF4-FFF2-40B4-BE49-F238E27FC236}">
                <a16:creationId xmlns:a16="http://schemas.microsoft.com/office/drawing/2014/main" id="{8247CB2F-36F8-411D-A4E1-077B6B29DE99}"/>
              </a:ext>
            </a:extLst>
          </p:cNvPr>
          <p:cNvSpPr>
            <a:spLocks xmlns:a="http://schemas.openxmlformats.org/drawingml/2006/main" noGrp="1"/>
          </p:cNvSpPr>
          <p:nvPr/>
        </p:nvSpPr>
        <p:spPr>
          <a:xfrm xmlns:a="http://schemas.openxmlformats.org/drawingml/2006/main">
            <a:off x="7648575" y="38100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25" name="">
            <a:extLst xmlns:a="http://schemas.openxmlformats.org/drawingml/2006/main">
              <a:ext uri="{FF2B5EF4-FFF2-40B4-BE49-F238E27FC236}">
                <a16:creationId xmlns:a16="http://schemas.microsoft.com/office/drawing/2014/main" id="{D450C50B-69CE-4D67-B6FC-82DB0C82B0C7}"/>
              </a:ext>
            </a:extLst>
          </p:cNvPr>
          <p:cNvSpPr>
            <a:spLocks xmlns:a="http://schemas.openxmlformats.org/drawingml/2006/main" noGrp="1"/>
          </p:cNvSpPr>
          <p:nvPr/>
        </p:nvSpPr>
        <p:spPr>
          <a:xfrm xmlns:a="http://schemas.openxmlformats.org/drawingml/2006/main">
            <a:off x="7534275" y="41052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26" name="">
            <a:extLst xmlns:a="http://schemas.openxmlformats.org/drawingml/2006/main">
              <a:ext uri="{FF2B5EF4-FFF2-40B4-BE49-F238E27FC236}">
                <a16:creationId xmlns:a16="http://schemas.microsoft.com/office/drawing/2014/main" id="{A9C75F94-51E3-478D-86D1-D2A999B7C947}"/>
              </a:ext>
            </a:extLst>
          </p:cNvPr>
          <p:cNvSpPr>
            <a:spLocks xmlns:a="http://schemas.openxmlformats.org/drawingml/2006/main" noGrp="1"/>
          </p:cNvSpPr>
          <p:nvPr/>
        </p:nvSpPr>
        <p:spPr>
          <a:xfrm xmlns:a="http://schemas.openxmlformats.org/drawingml/2006/main">
            <a:off x="10506075" y="38100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27" name="">
            <a:extLst xmlns:a="http://schemas.openxmlformats.org/drawingml/2006/main">
              <a:ext uri="{FF2B5EF4-FFF2-40B4-BE49-F238E27FC236}">
                <a16:creationId xmlns:a16="http://schemas.microsoft.com/office/drawing/2014/main" id="{4D165409-94CA-4BCD-A02F-2673BB702853}"/>
              </a:ext>
            </a:extLst>
          </p:cNvPr>
          <p:cNvSpPr>
            <a:spLocks xmlns:a="http://schemas.openxmlformats.org/drawingml/2006/main" noGrp="1"/>
          </p:cNvSpPr>
          <p:nvPr/>
        </p:nvSpPr>
        <p:spPr>
          <a:xfrm xmlns:a="http://schemas.openxmlformats.org/drawingml/2006/main">
            <a:off x="10544175" y="40671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8" name="">
            <a:extLst xmlns:a="http://schemas.openxmlformats.org/drawingml/2006/main">
              <a:ext uri="{FF2B5EF4-FFF2-40B4-BE49-F238E27FC236}">
                <a16:creationId xmlns:a16="http://schemas.microsoft.com/office/drawing/2014/main" id="{C4C2AD2C-4C29-40B1-837E-49024DEE021B}"/>
              </a:ext>
            </a:extLst>
          </p:cNvPr>
          <p:cNvSpPr>
            <a:spLocks xmlns:a="http://schemas.openxmlformats.org/drawingml/2006/main" noGrp="1"/>
          </p:cNvSpPr>
          <p:nvPr/>
        </p:nvSpPr>
        <p:spPr>
          <a:xfrm xmlns:a="http://schemas.openxmlformats.org/drawingml/2006/main">
            <a:off x="10696575" y="40671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9" name="">
            <a:extLst xmlns:a="http://schemas.openxmlformats.org/drawingml/2006/main">
              <a:ext uri="{FF2B5EF4-FFF2-40B4-BE49-F238E27FC236}">
                <a16:creationId xmlns:a16="http://schemas.microsoft.com/office/drawing/2014/main" id="{A2CA7F9C-83E4-40AB-88B8-98FFAC6F9D5B}"/>
              </a:ext>
            </a:extLst>
          </p:cNvPr>
          <p:cNvSpPr>
            <a:spLocks xmlns:a="http://schemas.openxmlformats.org/drawingml/2006/main" noGrp="1"/>
          </p:cNvSpPr>
          <p:nvPr/>
        </p:nvSpPr>
        <p:spPr>
          <a:xfrm xmlns:a="http://schemas.openxmlformats.org/drawingml/2006/main">
            <a:off x="10391775" y="41814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0" name="">
            <a:extLst xmlns:a="http://schemas.openxmlformats.org/drawingml/2006/main">
              <a:ext uri="{FF2B5EF4-FFF2-40B4-BE49-F238E27FC236}">
                <a16:creationId xmlns:a16="http://schemas.microsoft.com/office/drawing/2014/main" id="{6D6E3B8F-F6EC-4313-ADFA-C701201B0177}"/>
              </a:ext>
            </a:extLst>
          </p:cNvPr>
          <p:cNvSpPr>
            <a:spLocks xmlns:a="http://schemas.openxmlformats.org/drawingml/2006/main" noGrp="1"/>
          </p:cNvSpPr>
          <p:nvPr/>
        </p:nvSpPr>
        <p:spPr>
          <a:xfrm xmlns:a="http://schemas.openxmlformats.org/drawingml/2006/main">
            <a:off x="9239250" y="3238500"/>
            <a:ext cx="9525" cy="400050"/>
          </a:xfrm>
          <a:custGeom xmlns:a="http://schemas.openxmlformats.org/drawingml/2006/main">
            <a:pathLst>
              <a:path w="9525" h="400050">
                <a:moveTo>
                  <a:pt x="0" y="0"/>
                </a:moveTo>
                <a:lnTo>
                  <a:pt x="0" y="400050"/>
                </a:lnTo>
              </a:path>
            </a:pathLst>
          </a:custGeom>
          <a:noFill xmlns:a="http://schemas.openxmlformats.org/drawingml/2006/main"/>
          <a:ln xmlns:a="http://schemas.openxmlformats.org/drawingml/2006/main" w="28575">
            <a:solidFill>
              <a:srgbClr val="C4483C"/>
            </a:solidFill>
          </a:ln>
        </p:spPr>
      </p:sp>
      <p:sp>
        <p:nvSpPr>
          <p:cNvPr id="31" name="">
            <a:extLst xmlns:a="http://schemas.openxmlformats.org/drawingml/2006/main">
              <a:ext uri="{FF2B5EF4-FFF2-40B4-BE49-F238E27FC236}">
                <a16:creationId xmlns:a16="http://schemas.microsoft.com/office/drawing/2014/main" id="{D1AECD73-7C29-46A2-9AA4-0B71FF43AC11}"/>
              </a:ext>
            </a:extLst>
          </p:cNvPr>
          <p:cNvSpPr>
            <a:spLocks xmlns:a="http://schemas.openxmlformats.org/drawingml/2006/main" noGrp="1"/>
          </p:cNvSpPr>
          <p:nvPr/>
        </p:nvSpPr>
        <p:spPr>
          <a:xfrm xmlns:a="http://schemas.openxmlformats.org/drawingml/2006/main">
            <a:off x="9191244" y="35242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2" name="">
            <a:extLst xmlns:a="http://schemas.openxmlformats.org/drawingml/2006/main">
              <a:ext uri="{FF2B5EF4-FFF2-40B4-BE49-F238E27FC236}">
                <a16:creationId xmlns:a16="http://schemas.microsoft.com/office/drawing/2014/main" id="{B4360DD8-8D67-4B90-9874-049B001BE72F}"/>
              </a:ext>
            </a:extLst>
          </p:cNvPr>
          <p:cNvSpPr>
            <a:spLocks xmlns:a="http://schemas.openxmlformats.org/drawingml/2006/main" noGrp="1"/>
          </p:cNvSpPr>
          <p:nvPr/>
        </p:nvSpPr>
        <p:spPr>
          <a:xfrm xmlns:a="http://schemas.openxmlformats.org/drawingml/2006/main">
            <a:off x="10906125" y="342900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63D4D"/>
                </a:solidFill>
                <a:latin typeface="Yu Gothic"/>
                <a:ea typeface="Yu Gothic"/>
                <a:cs typeface="Yu Gothic"/>
              </a:defRPr>
            </a:defPPr>
            <a:lvl1pPr>
              <a:buNone/>
              <a:defRPr sz="1800" b="1">
                <a:solidFill>
                  <a:srgbClr val="263D4D"/>
                </a:solidFill>
                <a:latin typeface="Yu Gothic"/>
                <a:ea typeface="Yu Gothic"/>
                <a:cs typeface="Yu Gothic"/>
              </a:defRPr>
            </a:lvl1pPr>
            <a:lvl2pPr>
              <a:buNone/>
              <a:defRPr sz="1800" b="1">
                <a:solidFill>
                  <a:srgbClr val="263D4D"/>
                </a:solidFill>
                <a:latin typeface="Yu Gothic"/>
                <a:ea typeface="Yu Gothic"/>
                <a:cs typeface="Yu Gothic"/>
              </a:defRPr>
            </a:lvl2pPr>
            <a:lvl3pPr>
              <a:buNone/>
              <a:defRPr sz="1800" b="1">
                <a:solidFill>
                  <a:srgbClr val="263D4D"/>
                </a:solidFill>
                <a:latin typeface="Yu Gothic"/>
                <a:ea typeface="Yu Gothic"/>
                <a:cs typeface="Yu Gothic"/>
              </a:defRPr>
            </a:lvl3pPr>
            <a:lvl4pPr>
              <a:buNone/>
              <a:defRPr sz="1800" b="1">
                <a:solidFill>
                  <a:srgbClr val="263D4D"/>
                </a:solidFill>
                <a:latin typeface="Yu Gothic"/>
                <a:ea typeface="Yu Gothic"/>
                <a:cs typeface="Yu Gothic"/>
              </a:defRPr>
            </a:lvl4pPr>
            <a:lvl5pPr>
              <a:buNone/>
              <a:defRPr sz="1800" b="1">
                <a:solidFill>
                  <a:srgbClr val="263D4D"/>
                </a:solidFill>
                <a:latin typeface="Yu Gothic"/>
                <a:ea typeface="Yu Gothic"/>
                <a:cs typeface="Yu Gothic"/>
              </a:defRPr>
            </a:lvl5pPr>
            <a:lvl6pPr>
              <a:buNone/>
              <a:defRPr sz="1800" b="1">
                <a:solidFill>
                  <a:srgbClr val="263D4D"/>
                </a:solidFill>
                <a:latin typeface="Yu Gothic"/>
                <a:ea typeface="Yu Gothic"/>
                <a:cs typeface="Yu Gothic"/>
              </a:defRPr>
            </a:lvl6pPr>
            <a:lvl7pPr>
              <a:buNone/>
              <a:defRPr sz="1800" b="1">
                <a:solidFill>
                  <a:srgbClr val="263D4D"/>
                </a:solidFill>
                <a:latin typeface="Yu Gothic"/>
                <a:ea typeface="Yu Gothic"/>
                <a:cs typeface="Yu Gothic"/>
              </a:defRPr>
            </a:lvl7pPr>
            <a:lvl8pPr>
              <a:buNone/>
              <a:defRPr sz="1800" b="1">
                <a:solidFill>
                  <a:srgbClr val="263D4D"/>
                </a:solidFill>
                <a:latin typeface="Yu Gothic"/>
                <a:ea typeface="Yu Gothic"/>
                <a:cs typeface="Yu Gothic"/>
              </a:defRPr>
            </a:lvl8pPr>
            <a:lvl9pPr>
              <a:buNone/>
              <a:defRPr sz="1800" b="1">
                <a:solidFill>
                  <a:srgbClr val="263D4D"/>
                </a:solidFill>
                <a:latin typeface="Yu Gothic"/>
                <a:ea typeface="Yu Gothic"/>
                <a:cs typeface="Yu Gothic"/>
              </a:defRPr>
            </a:lvl9pPr>
          </a:lstStyle>
          <a:p xmlns:a="http://schemas.openxmlformats.org/drawingml/2006/main">
            <a:pPr>
              <a:buNone/>
              <a:defRPr sz="1800" b="1">
                <a:solidFill>
                  <a:srgbClr val="263D4D"/>
                </a:solidFill>
                <a:latin typeface="Yu Gothic"/>
                <a:ea typeface="Yu Gothic"/>
                <a:cs typeface="Yu Gothic"/>
              </a:defRPr>
            </a:pPr>
            <a:r>
              <a:rPr sz="1800" b="1">
                <a:solidFill>
                  <a:srgbClr val="263D4D"/>
                </a:solidFill>
                <a:latin typeface="Yu Gothic"/>
                <a:ea typeface="Yu Gothic"/>
                <a:cs typeface="Yu Gothic"/>
              </a:rPr>
              <a:t>1.5L</a:t>
            </a:r>
          </a:p>
        </p:txBody>
      </p:sp>
      <p:sp>
        <p:nvSpPr>
          <p:cNvPr id="33" name="">
            <a:extLst xmlns:a="http://schemas.openxmlformats.org/drawingml/2006/main">
              <a:ext uri="{FF2B5EF4-FFF2-40B4-BE49-F238E27FC236}">
                <a16:creationId xmlns:a16="http://schemas.microsoft.com/office/drawing/2014/main" id="{0B3C9D59-5C5A-4110-BDE1-3031E720FB34}"/>
              </a:ext>
            </a:extLst>
          </p:cNvPr>
          <p:cNvSpPr>
            <a:spLocks xmlns:a="http://schemas.openxmlformats.org/drawingml/2006/main" noGrp="1"/>
          </p:cNvSpPr>
          <p:nvPr/>
        </p:nvSpPr>
        <p:spPr>
          <a:xfrm xmlns:a="http://schemas.openxmlformats.org/drawingml/2006/main">
            <a:off x="7810500" y="4619625"/>
            <a:ext cx="1905000" cy="142875"/>
          </a:xfrm>
          <a:prstGeom xmlns:a="http://schemas.openxmlformats.org/drawingml/2006/main" prst="rect">
            <a:avLst/>
          </a:prstGeom>
          <a:solidFill xmlns:a="http://schemas.openxmlformats.org/drawingml/2006/main">
            <a:srgbClr val="C8E1EC"/>
          </a:solidFill>
          <a:ln xmlns:a="http://schemas.openxmlformats.org/drawingml/2006/main" w="16193">
            <a:solidFill>
              <a:srgbClr val="2876A8"/>
            </a:solidFill>
          </a:ln>
        </p:spPr>
      </p:sp>
      <p:sp>
        <p:nvSpPr>
          <p:cNvPr id="34" name="">
            <a:extLst xmlns:a="http://schemas.openxmlformats.org/drawingml/2006/main">
              <a:ext uri="{FF2B5EF4-FFF2-40B4-BE49-F238E27FC236}">
                <a16:creationId xmlns:a16="http://schemas.microsoft.com/office/drawing/2014/main" id="{1A053B3F-7312-49AC-B2AA-3DF568CE26F0}"/>
              </a:ext>
            </a:extLst>
          </p:cNvPr>
          <p:cNvSpPr>
            <a:spLocks xmlns:a="http://schemas.openxmlformats.org/drawingml/2006/main" noGrp="1"/>
          </p:cNvSpPr>
          <p:nvPr/>
        </p:nvSpPr>
        <p:spPr>
          <a:xfrm xmlns:a="http://schemas.openxmlformats.org/drawingml/2006/main">
            <a:off x="7648575" y="47625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5" name="">
            <a:extLst xmlns:a="http://schemas.openxmlformats.org/drawingml/2006/main">
              <a:ext uri="{FF2B5EF4-FFF2-40B4-BE49-F238E27FC236}">
                <a16:creationId xmlns:a16="http://schemas.microsoft.com/office/drawing/2014/main" id="{745A84B5-15AE-4C85-BB33-720B36707F2B}"/>
              </a:ext>
            </a:extLst>
          </p:cNvPr>
          <p:cNvSpPr>
            <a:spLocks xmlns:a="http://schemas.openxmlformats.org/drawingml/2006/main" noGrp="1"/>
          </p:cNvSpPr>
          <p:nvPr/>
        </p:nvSpPr>
        <p:spPr>
          <a:xfrm xmlns:a="http://schemas.openxmlformats.org/drawingml/2006/main">
            <a:off x="7534275" y="50577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6" name="">
            <a:extLst xmlns:a="http://schemas.openxmlformats.org/drawingml/2006/main">
              <a:ext uri="{FF2B5EF4-FFF2-40B4-BE49-F238E27FC236}">
                <a16:creationId xmlns:a16="http://schemas.microsoft.com/office/drawing/2014/main" id="{5210C88D-57E4-4A96-BFF1-7C7A31CD60A4}"/>
              </a:ext>
            </a:extLst>
          </p:cNvPr>
          <p:cNvSpPr>
            <a:spLocks xmlns:a="http://schemas.openxmlformats.org/drawingml/2006/main" noGrp="1"/>
          </p:cNvSpPr>
          <p:nvPr/>
        </p:nvSpPr>
        <p:spPr>
          <a:xfrm xmlns:a="http://schemas.openxmlformats.org/drawingml/2006/main">
            <a:off x="9553575" y="47625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7" name="">
            <a:extLst xmlns:a="http://schemas.openxmlformats.org/drawingml/2006/main">
              <a:ext uri="{FF2B5EF4-FFF2-40B4-BE49-F238E27FC236}">
                <a16:creationId xmlns:a16="http://schemas.microsoft.com/office/drawing/2014/main" id="{B276EED2-92CA-4A46-98B2-49E666513902}"/>
              </a:ext>
            </a:extLst>
          </p:cNvPr>
          <p:cNvSpPr>
            <a:spLocks xmlns:a="http://schemas.openxmlformats.org/drawingml/2006/main" noGrp="1"/>
          </p:cNvSpPr>
          <p:nvPr/>
        </p:nvSpPr>
        <p:spPr>
          <a:xfrm xmlns:a="http://schemas.openxmlformats.org/drawingml/2006/main">
            <a:off x="9591675" y="5019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8" name="">
            <a:extLst xmlns:a="http://schemas.openxmlformats.org/drawingml/2006/main">
              <a:ext uri="{FF2B5EF4-FFF2-40B4-BE49-F238E27FC236}">
                <a16:creationId xmlns:a16="http://schemas.microsoft.com/office/drawing/2014/main" id="{ED389D6C-30D0-416E-B518-0487DF3BD021}"/>
              </a:ext>
            </a:extLst>
          </p:cNvPr>
          <p:cNvSpPr>
            <a:spLocks xmlns:a="http://schemas.openxmlformats.org/drawingml/2006/main" noGrp="1"/>
          </p:cNvSpPr>
          <p:nvPr/>
        </p:nvSpPr>
        <p:spPr>
          <a:xfrm xmlns:a="http://schemas.openxmlformats.org/drawingml/2006/main">
            <a:off x="9744075" y="5019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9" name="">
            <a:extLst xmlns:a="http://schemas.openxmlformats.org/drawingml/2006/main">
              <a:ext uri="{FF2B5EF4-FFF2-40B4-BE49-F238E27FC236}">
                <a16:creationId xmlns:a16="http://schemas.microsoft.com/office/drawing/2014/main" id="{8D54DBDA-DDCE-422A-B142-1567AD51F0B8}"/>
              </a:ext>
            </a:extLst>
          </p:cNvPr>
          <p:cNvSpPr>
            <a:spLocks xmlns:a="http://schemas.openxmlformats.org/drawingml/2006/main" noGrp="1"/>
          </p:cNvSpPr>
          <p:nvPr/>
        </p:nvSpPr>
        <p:spPr>
          <a:xfrm xmlns:a="http://schemas.openxmlformats.org/drawingml/2006/main">
            <a:off x="9439275" y="51339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40" name="">
            <a:extLst xmlns:a="http://schemas.openxmlformats.org/drawingml/2006/main">
              <a:ext uri="{FF2B5EF4-FFF2-40B4-BE49-F238E27FC236}">
                <a16:creationId xmlns:a16="http://schemas.microsoft.com/office/drawing/2014/main" id="{115C8C3E-FBAB-496B-9C16-BACF9F2CDA8E}"/>
              </a:ext>
            </a:extLst>
          </p:cNvPr>
          <p:cNvSpPr>
            <a:spLocks xmlns:a="http://schemas.openxmlformats.org/drawingml/2006/main" noGrp="1"/>
          </p:cNvSpPr>
          <p:nvPr/>
        </p:nvSpPr>
        <p:spPr>
          <a:xfrm xmlns:a="http://schemas.openxmlformats.org/drawingml/2006/main">
            <a:off x="8763000" y="4191000"/>
            <a:ext cx="9525" cy="400050"/>
          </a:xfrm>
          <a:custGeom xmlns:a="http://schemas.openxmlformats.org/drawingml/2006/main">
            <a:pathLst>
              <a:path w="9525" h="400050">
                <a:moveTo>
                  <a:pt x="0" y="0"/>
                </a:moveTo>
                <a:lnTo>
                  <a:pt x="0" y="400050"/>
                </a:lnTo>
              </a:path>
            </a:pathLst>
          </a:custGeom>
          <a:noFill xmlns:a="http://schemas.openxmlformats.org/drawingml/2006/main"/>
          <a:ln xmlns:a="http://schemas.openxmlformats.org/drawingml/2006/main" w="28575">
            <a:solidFill>
              <a:srgbClr val="C4483C"/>
            </a:solidFill>
          </a:ln>
        </p:spPr>
      </p:sp>
      <p:sp>
        <p:nvSpPr>
          <p:cNvPr id="41" name="">
            <a:extLst xmlns:a="http://schemas.openxmlformats.org/drawingml/2006/main">
              <a:ext uri="{FF2B5EF4-FFF2-40B4-BE49-F238E27FC236}">
                <a16:creationId xmlns:a16="http://schemas.microsoft.com/office/drawing/2014/main" id="{C2C8433A-AFF4-4D05-A5FF-A997B89C9F40}"/>
              </a:ext>
            </a:extLst>
          </p:cNvPr>
          <p:cNvSpPr>
            <a:spLocks xmlns:a="http://schemas.openxmlformats.org/drawingml/2006/main" noGrp="1"/>
          </p:cNvSpPr>
          <p:nvPr/>
        </p:nvSpPr>
        <p:spPr>
          <a:xfrm xmlns:a="http://schemas.openxmlformats.org/drawingml/2006/main">
            <a:off x="8714994" y="44767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2" name="">
            <a:extLst xmlns:a="http://schemas.openxmlformats.org/drawingml/2006/main">
              <a:ext uri="{FF2B5EF4-FFF2-40B4-BE49-F238E27FC236}">
                <a16:creationId xmlns:a16="http://schemas.microsoft.com/office/drawing/2014/main" id="{4DAFDAF9-3A4A-4AEE-9F2E-DA8261833A38}"/>
              </a:ext>
            </a:extLst>
          </p:cNvPr>
          <p:cNvSpPr>
            <a:spLocks xmlns:a="http://schemas.openxmlformats.org/drawingml/2006/main" noGrp="1"/>
          </p:cNvSpPr>
          <p:nvPr/>
        </p:nvSpPr>
        <p:spPr>
          <a:xfrm xmlns:a="http://schemas.openxmlformats.org/drawingml/2006/main">
            <a:off x="10906125" y="438150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63D4D"/>
                </a:solidFill>
                <a:latin typeface="Yu Gothic"/>
                <a:ea typeface="Yu Gothic"/>
                <a:cs typeface="Yu Gothic"/>
              </a:defRPr>
            </a:defPPr>
            <a:lvl1pPr>
              <a:buNone/>
              <a:defRPr sz="1800" b="1">
                <a:solidFill>
                  <a:srgbClr val="263D4D"/>
                </a:solidFill>
                <a:latin typeface="Yu Gothic"/>
                <a:ea typeface="Yu Gothic"/>
                <a:cs typeface="Yu Gothic"/>
              </a:defRPr>
            </a:lvl1pPr>
            <a:lvl2pPr>
              <a:buNone/>
              <a:defRPr sz="1800" b="1">
                <a:solidFill>
                  <a:srgbClr val="263D4D"/>
                </a:solidFill>
                <a:latin typeface="Yu Gothic"/>
                <a:ea typeface="Yu Gothic"/>
                <a:cs typeface="Yu Gothic"/>
              </a:defRPr>
            </a:lvl2pPr>
            <a:lvl3pPr>
              <a:buNone/>
              <a:defRPr sz="1800" b="1">
                <a:solidFill>
                  <a:srgbClr val="263D4D"/>
                </a:solidFill>
                <a:latin typeface="Yu Gothic"/>
                <a:ea typeface="Yu Gothic"/>
                <a:cs typeface="Yu Gothic"/>
              </a:defRPr>
            </a:lvl3pPr>
            <a:lvl4pPr>
              <a:buNone/>
              <a:defRPr sz="1800" b="1">
                <a:solidFill>
                  <a:srgbClr val="263D4D"/>
                </a:solidFill>
                <a:latin typeface="Yu Gothic"/>
                <a:ea typeface="Yu Gothic"/>
                <a:cs typeface="Yu Gothic"/>
              </a:defRPr>
            </a:lvl4pPr>
            <a:lvl5pPr>
              <a:buNone/>
              <a:defRPr sz="1800" b="1">
                <a:solidFill>
                  <a:srgbClr val="263D4D"/>
                </a:solidFill>
                <a:latin typeface="Yu Gothic"/>
                <a:ea typeface="Yu Gothic"/>
                <a:cs typeface="Yu Gothic"/>
              </a:defRPr>
            </a:lvl5pPr>
            <a:lvl6pPr>
              <a:buNone/>
              <a:defRPr sz="1800" b="1">
                <a:solidFill>
                  <a:srgbClr val="263D4D"/>
                </a:solidFill>
                <a:latin typeface="Yu Gothic"/>
                <a:ea typeface="Yu Gothic"/>
                <a:cs typeface="Yu Gothic"/>
              </a:defRPr>
            </a:lvl6pPr>
            <a:lvl7pPr>
              <a:buNone/>
              <a:defRPr sz="1800" b="1">
                <a:solidFill>
                  <a:srgbClr val="263D4D"/>
                </a:solidFill>
                <a:latin typeface="Yu Gothic"/>
                <a:ea typeface="Yu Gothic"/>
                <a:cs typeface="Yu Gothic"/>
              </a:defRPr>
            </a:lvl7pPr>
            <a:lvl8pPr>
              <a:buNone/>
              <a:defRPr sz="1800" b="1">
                <a:solidFill>
                  <a:srgbClr val="263D4D"/>
                </a:solidFill>
                <a:latin typeface="Yu Gothic"/>
                <a:ea typeface="Yu Gothic"/>
                <a:cs typeface="Yu Gothic"/>
              </a:defRPr>
            </a:lvl8pPr>
            <a:lvl9pPr>
              <a:buNone/>
              <a:defRPr sz="1800" b="1">
                <a:solidFill>
                  <a:srgbClr val="263D4D"/>
                </a:solidFill>
                <a:latin typeface="Yu Gothic"/>
                <a:ea typeface="Yu Gothic"/>
                <a:cs typeface="Yu Gothic"/>
              </a:defRPr>
            </a:lvl9pPr>
          </a:lstStyle>
          <a:p xmlns:a="http://schemas.openxmlformats.org/drawingml/2006/main">
            <a:pPr>
              <a:buNone/>
              <a:defRPr sz="1800" b="1">
                <a:solidFill>
                  <a:srgbClr val="263D4D"/>
                </a:solidFill>
                <a:latin typeface="Yu Gothic"/>
                <a:ea typeface="Yu Gothic"/>
                <a:cs typeface="Yu Gothic"/>
              </a:defRPr>
            </a:pPr>
            <a:r>
              <a:rPr sz="1800" b="1">
                <a:solidFill>
                  <a:srgbClr val="263D4D"/>
                </a:solidFill>
                <a:latin typeface="Yu Gothic"/>
                <a:ea typeface="Yu Gothic"/>
                <a:cs typeface="Yu Gothic"/>
              </a:rPr>
              <a:t>1.5E</a:t>
            </a:r>
          </a:p>
        </p:txBody>
      </p:sp>
      <p:sp>
        <p:nvSpPr>
          <p:cNvPr id="43" name="">
            <a:extLst xmlns:a="http://schemas.openxmlformats.org/drawingml/2006/main">
              <a:ext uri="{FF2B5EF4-FFF2-40B4-BE49-F238E27FC236}">
                <a16:creationId xmlns:a16="http://schemas.microsoft.com/office/drawing/2014/main" id="{2AC05C95-7437-4E1A-81DF-18102DEEF2DB}"/>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自己確認の目安180秒。中央荷重・単純支持、IとZは同じとして、式から倍率を予想する。</a:t>
            </a:r>
          </a:p>
        </p:txBody>
      </p:sp>
    </p:spTree>
    <p:extLst>
      <p:ext uri="{BB962C8B-B14F-4D97-AF65-F5344CB8AC3E}">
        <p14:creationId xmlns:p14="http://schemas.microsoft.com/office/powerpoint/2010/main" val="7830182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BBDA34-AA01-4B70-9C79-A9BCD0B05D1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変更の比較：解説</a:t>
            </a:r>
          </a:p>
        </p:txBody>
      </p:sp>
      <p:sp>
        <p:nvSpPr>
          <p:cNvPr id="2" name="">
            <a:extLst xmlns:a="http://schemas.openxmlformats.org/drawingml/2006/main">
              <a:ext uri="{FF2B5EF4-FFF2-40B4-BE49-F238E27FC236}">
                <a16:creationId xmlns:a16="http://schemas.microsoft.com/office/drawing/2014/main" id="{D0D6DD7C-946A-4900-BCBE-ABFD935EFE1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AE924776-7D19-4B5B-A10B-3E7FC382704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7" name="">
            <a:extLst xmlns:a="http://schemas.openxmlformats.org/drawingml/2006/main">
              <a:ext uri="{FF2B5EF4-FFF2-40B4-BE49-F238E27FC236}">
                <a16:creationId xmlns:a16="http://schemas.microsoft.com/office/drawing/2014/main" id="{7564CC5C-84A8-4975-BCCB-C07825953CB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28 / 52</a:t>
            </a:r>
          </a:p>
        </p:txBody>
      </p:sp>
      <p:sp>
        <p:nvSpPr>
          <p:cNvPr id="9" name="">
            <a:extLst xmlns:a="http://schemas.openxmlformats.org/drawingml/2006/main">
              <a:ext uri="{FF2B5EF4-FFF2-40B4-BE49-F238E27FC236}">
                <a16:creationId xmlns:a16="http://schemas.microsoft.com/office/drawing/2014/main" id="{2880C366-3466-4629-BBF6-9340161DE7EC}"/>
              </a:ext>
            </a:extLst>
          </p:cNvPr>
          <p:cNvSpPr>
            <a:spLocks xmlns:a="http://schemas.openxmlformats.org/drawingml/2006/main" noGrp="1"/>
          </p:cNvSpPr>
          <p:nvPr/>
        </p:nvSpPr>
        <p:spPr>
          <a:xfrm xmlns:a="http://schemas.openxmlformats.org/drawingml/2006/main">
            <a:off x="809625" y="1524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基準の例題から、一つの条件だけを変更する</a:t>
            </a:r>
          </a:p>
        </p:txBody>
      </p:sp>
      <p:graphicFrame>
        <p:nvGraphicFramePr>
          <p:cNvPr id="10" name="">
            <a:extLst xmlns:a="http://schemas.openxmlformats.org/drawingml/2006/main">
              <a:ext uri="{FF2B5EF4-FFF2-40B4-BE49-F238E27FC236}">
                <a16:creationId xmlns:a16="http://schemas.microsoft.com/office/drawing/2014/main" id="{4253B7ED-5872-4E37-8AFF-22358E784DC6}"/>
              </a:ext>
            </a:extLst>
          </p:cNvPr>
          <p:cNvGraphicFramePr/>
          <p:nvPr/>
        </p:nvGraphicFramePr>
        <p:xfrm>
          <a:off xmlns:a="http://schemas.openxmlformats.org/drawingml/2006/main" x="714375" y="2333625"/>
          <a:ext xmlns:a="http://schemas.openxmlformats.org/drawingml/2006/main" cx="6286500" cy="2857500"/>
        </p:xfrm>
        <a:graphic xmlns:a="http://schemas.openxmlformats.org/drawingml/2006/main">
          <a:graphicData uri="http://schemas.openxmlformats.org/drawingml/2006/table">
            <a:tbl>
              <a:tblPr/>
              <a:tblGrid>
                <a:gridCol w="2476500"/>
                <a:gridCol w="1809750"/>
                <a:gridCol w="2000250"/>
              </a:tblGrid>
              <a:tr h="714375">
                <a:tc>
                  <a:txBody>
                    <a:bodyPr lIns="85725" tIns="85725" rIns="85725" bIns="85725"/>
                    <a:lstStyle/>
                    <a:p>
                      <a:r>
                        <a:rPr sz="1950" b="1">
                          <a:solidFill>
                            <a:srgbClr val="FFFFFF"/>
                          </a:solidFill>
                          <a:latin typeface="Yu Gothic"/>
                          <a:ea typeface="Yu Gothic"/>
                          <a:cs typeface="Yu Gothic"/>
                        </a:rPr>
                        <a:t>変える条件</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応力の倍率</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たわみの倍率</a:t>
                      </a:r>
                    </a:p>
                  </a:txBody>
                  <a:tcPr marL="91440" marR="91440" marT="45720" marB="45720">
                    <a:solidFill>
                      <a:srgbClr val="193B59"/>
                    </a:solidFill>
                  </a:tcPr>
                </a:tc>
              </a:tr>
              <a:tr h="714375">
                <a:tc>
                  <a:txBody>
                    <a:bodyPr lIns="85725" tIns="85725" rIns="85725" bIns="85725"/>
                    <a:lstStyle/>
                    <a:p>
                      <a:r>
                        <a:rPr sz="1950" b="0">
                          <a:solidFill>
                            <a:srgbClr val="263D4D"/>
                          </a:solidFill>
                          <a:latin typeface="Yu Gothic"/>
                          <a:ea typeface="Yu Gothic"/>
                          <a:cs typeface="Yu Gothic"/>
                        </a:rPr>
                        <a:t>Fだけ1.5倍</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1.5</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1.5</a:t>
                      </a:r>
                    </a:p>
                  </a:txBody>
                  <a:tcPr marL="91440" marR="91440" marT="45720" marB="45720">
                    <a:solidFill>
                      <a:srgbClr val="E8F0F4"/>
                    </a:solidFill>
                  </a:tcPr>
                </a:tc>
              </a:tr>
              <a:tr h="714375">
                <a:tc>
                  <a:txBody>
                    <a:bodyPr lIns="85725" tIns="85725" rIns="85725" bIns="85725"/>
                    <a:lstStyle/>
                    <a:p>
                      <a:r>
                        <a:rPr sz="1950" b="0">
                          <a:solidFill>
                            <a:srgbClr val="263D4D"/>
                          </a:solidFill>
                          <a:latin typeface="Yu Gothic"/>
                          <a:ea typeface="Yu Gothic"/>
                          <a:cs typeface="Yu Gothic"/>
                        </a:rPr>
                        <a:t>Lだけ1.5倍</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1.5</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3.375</a:t>
                      </a:r>
                    </a:p>
                  </a:txBody>
                  <a:tcPr marL="91440" marR="91440" marT="45720" marB="45720">
                    <a:solidFill>
                      <a:srgbClr val="FFFFFF"/>
                    </a:solidFill>
                  </a:tcPr>
                </a:tc>
              </a:tr>
              <a:tr h="714375">
                <a:tc>
                  <a:txBody>
                    <a:bodyPr lIns="85725" tIns="85725" rIns="85725" bIns="85725"/>
                    <a:lstStyle/>
                    <a:p>
                      <a:r>
                        <a:rPr sz="1950" b="0">
                          <a:solidFill>
                            <a:srgbClr val="263D4D"/>
                          </a:solidFill>
                          <a:latin typeface="Yu Gothic"/>
                          <a:ea typeface="Yu Gothic"/>
                          <a:cs typeface="Yu Gothic"/>
                        </a:rPr>
                        <a:t>Eだけ1.5倍</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1（不変）</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2/3</a:t>
                      </a:r>
                    </a:p>
                  </a:txBody>
                  <a:tcPr marL="91440" marR="91440" marT="45720" marB="45720">
                    <a:solidFill>
                      <a:srgbClr val="E8F0F4"/>
                    </a:solidFill>
                  </a:tcPr>
                </a:tc>
              </a:tr>
            </a:tbl>
          </a:graphicData>
        </a:graphic>
      </p:graphicFrame>
      <p:sp>
        <p:nvSpPr>
          <p:cNvPr id="11" name="">
            <a:extLst xmlns:a="http://schemas.openxmlformats.org/drawingml/2006/main">
              <a:ext uri="{FF2B5EF4-FFF2-40B4-BE49-F238E27FC236}">
                <a16:creationId xmlns:a16="http://schemas.microsoft.com/office/drawing/2014/main" id="{C6F506FD-65B2-43D5-81BF-EC46ADE5421A}"/>
              </a:ext>
            </a:extLst>
          </p:cNvPr>
          <p:cNvSpPr>
            <a:spLocks xmlns:a="http://schemas.openxmlformats.org/drawingml/2006/main" noGrp="1"/>
          </p:cNvSpPr>
          <p:nvPr/>
        </p:nvSpPr>
        <p:spPr>
          <a:xfrm xmlns:a="http://schemas.openxmlformats.org/drawingml/2006/main">
            <a:off x="7810500" y="2714625"/>
            <a:ext cx="1905000" cy="14287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2" name="">
            <a:extLst xmlns:a="http://schemas.openxmlformats.org/drawingml/2006/main">
              <a:ext uri="{FF2B5EF4-FFF2-40B4-BE49-F238E27FC236}">
                <a16:creationId xmlns:a16="http://schemas.microsoft.com/office/drawing/2014/main" id="{6F91301A-AE0E-4817-87C5-FB616B1ECDA1}"/>
              </a:ext>
            </a:extLst>
          </p:cNvPr>
          <p:cNvSpPr>
            <a:spLocks xmlns:a="http://schemas.openxmlformats.org/drawingml/2006/main" noGrp="1"/>
          </p:cNvSpPr>
          <p:nvPr/>
        </p:nvSpPr>
        <p:spPr>
          <a:xfrm xmlns:a="http://schemas.openxmlformats.org/drawingml/2006/main">
            <a:off x="7648575" y="28575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3" name="">
            <a:extLst xmlns:a="http://schemas.openxmlformats.org/drawingml/2006/main">
              <a:ext uri="{FF2B5EF4-FFF2-40B4-BE49-F238E27FC236}">
                <a16:creationId xmlns:a16="http://schemas.microsoft.com/office/drawing/2014/main" id="{3E807D4C-5D60-4C25-A5AB-858496064A83}"/>
              </a:ext>
            </a:extLst>
          </p:cNvPr>
          <p:cNvSpPr>
            <a:spLocks xmlns:a="http://schemas.openxmlformats.org/drawingml/2006/main" noGrp="1"/>
          </p:cNvSpPr>
          <p:nvPr/>
        </p:nvSpPr>
        <p:spPr>
          <a:xfrm xmlns:a="http://schemas.openxmlformats.org/drawingml/2006/main">
            <a:off x="7534275" y="31527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4" name="">
            <a:extLst xmlns:a="http://schemas.openxmlformats.org/drawingml/2006/main">
              <a:ext uri="{FF2B5EF4-FFF2-40B4-BE49-F238E27FC236}">
                <a16:creationId xmlns:a16="http://schemas.microsoft.com/office/drawing/2014/main" id="{0728C3B0-F170-4628-BB82-B5DF108D1DD9}"/>
              </a:ext>
            </a:extLst>
          </p:cNvPr>
          <p:cNvSpPr>
            <a:spLocks xmlns:a="http://schemas.openxmlformats.org/drawingml/2006/main" noGrp="1"/>
          </p:cNvSpPr>
          <p:nvPr/>
        </p:nvSpPr>
        <p:spPr>
          <a:xfrm xmlns:a="http://schemas.openxmlformats.org/drawingml/2006/main">
            <a:off x="9553575" y="28575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15" name="">
            <a:extLst xmlns:a="http://schemas.openxmlformats.org/drawingml/2006/main">
              <a:ext uri="{FF2B5EF4-FFF2-40B4-BE49-F238E27FC236}">
                <a16:creationId xmlns:a16="http://schemas.microsoft.com/office/drawing/2014/main" id="{6EFA180D-A5A8-48AF-AE85-D87E0D8D402F}"/>
              </a:ext>
            </a:extLst>
          </p:cNvPr>
          <p:cNvSpPr>
            <a:spLocks xmlns:a="http://schemas.openxmlformats.org/drawingml/2006/main" noGrp="1"/>
          </p:cNvSpPr>
          <p:nvPr/>
        </p:nvSpPr>
        <p:spPr>
          <a:xfrm xmlns:a="http://schemas.openxmlformats.org/drawingml/2006/main">
            <a:off x="9591675" y="3114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6" name="">
            <a:extLst xmlns:a="http://schemas.openxmlformats.org/drawingml/2006/main">
              <a:ext uri="{FF2B5EF4-FFF2-40B4-BE49-F238E27FC236}">
                <a16:creationId xmlns:a16="http://schemas.microsoft.com/office/drawing/2014/main" id="{0B94C856-F62B-4BCB-8425-44A5B6B82B82}"/>
              </a:ext>
            </a:extLst>
          </p:cNvPr>
          <p:cNvSpPr>
            <a:spLocks xmlns:a="http://schemas.openxmlformats.org/drawingml/2006/main" noGrp="1"/>
          </p:cNvSpPr>
          <p:nvPr/>
        </p:nvSpPr>
        <p:spPr>
          <a:xfrm xmlns:a="http://schemas.openxmlformats.org/drawingml/2006/main">
            <a:off x="9744075" y="3114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17" name="">
            <a:extLst xmlns:a="http://schemas.openxmlformats.org/drawingml/2006/main">
              <a:ext uri="{FF2B5EF4-FFF2-40B4-BE49-F238E27FC236}">
                <a16:creationId xmlns:a16="http://schemas.microsoft.com/office/drawing/2014/main" id="{9A8333C3-84A1-41A0-9BE5-C9FFE33D2D6E}"/>
              </a:ext>
            </a:extLst>
          </p:cNvPr>
          <p:cNvSpPr>
            <a:spLocks xmlns:a="http://schemas.openxmlformats.org/drawingml/2006/main" noGrp="1"/>
          </p:cNvSpPr>
          <p:nvPr/>
        </p:nvSpPr>
        <p:spPr>
          <a:xfrm xmlns:a="http://schemas.openxmlformats.org/drawingml/2006/main">
            <a:off x="9439275" y="32289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18" name="">
            <a:extLst xmlns:a="http://schemas.openxmlformats.org/drawingml/2006/main">
              <a:ext uri="{FF2B5EF4-FFF2-40B4-BE49-F238E27FC236}">
                <a16:creationId xmlns:a16="http://schemas.microsoft.com/office/drawing/2014/main" id="{D5E24843-4FCA-4074-AB5D-1269ABAA4B1B}"/>
              </a:ext>
            </a:extLst>
          </p:cNvPr>
          <p:cNvSpPr>
            <a:spLocks xmlns:a="http://schemas.openxmlformats.org/drawingml/2006/main" noGrp="1"/>
          </p:cNvSpPr>
          <p:nvPr/>
        </p:nvSpPr>
        <p:spPr>
          <a:xfrm xmlns:a="http://schemas.openxmlformats.org/drawingml/2006/main">
            <a:off x="8763000" y="2071688"/>
            <a:ext cx="9525" cy="614363"/>
          </a:xfrm>
          <a:custGeom xmlns:a="http://schemas.openxmlformats.org/drawingml/2006/main">
            <a:pathLst>
              <a:path w="9525" h="614363">
                <a:moveTo>
                  <a:pt x="0" y="0"/>
                </a:moveTo>
                <a:lnTo>
                  <a:pt x="0" y="614363"/>
                </a:lnTo>
              </a:path>
            </a:pathLst>
          </a:custGeom>
          <a:noFill xmlns:a="http://schemas.openxmlformats.org/drawingml/2006/main"/>
          <a:ln xmlns:a="http://schemas.openxmlformats.org/drawingml/2006/main" w="28575">
            <a:solidFill>
              <a:srgbClr val="C4483C"/>
            </a:solidFill>
          </a:ln>
        </p:spPr>
      </p:sp>
      <p:sp>
        <p:nvSpPr>
          <p:cNvPr id="19" name="">
            <a:extLst xmlns:a="http://schemas.openxmlformats.org/drawingml/2006/main">
              <a:ext uri="{FF2B5EF4-FFF2-40B4-BE49-F238E27FC236}">
                <a16:creationId xmlns:a16="http://schemas.microsoft.com/office/drawing/2014/main" id="{569FFF13-8C13-4451-BF84-451C427DC001}"/>
              </a:ext>
            </a:extLst>
          </p:cNvPr>
          <p:cNvSpPr>
            <a:spLocks xmlns:a="http://schemas.openxmlformats.org/drawingml/2006/main" noGrp="1"/>
          </p:cNvSpPr>
          <p:nvPr/>
        </p:nvSpPr>
        <p:spPr>
          <a:xfrm xmlns:a="http://schemas.openxmlformats.org/drawingml/2006/main">
            <a:off x="8714994" y="25717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0" name="">
            <a:extLst xmlns:a="http://schemas.openxmlformats.org/drawingml/2006/main">
              <a:ext uri="{FF2B5EF4-FFF2-40B4-BE49-F238E27FC236}">
                <a16:creationId xmlns:a16="http://schemas.microsoft.com/office/drawing/2014/main" id="{5A64E823-EE71-4478-AD3D-E44FFAB49FDF}"/>
              </a:ext>
            </a:extLst>
          </p:cNvPr>
          <p:cNvSpPr>
            <a:spLocks xmlns:a="http://schemas.openxmlformats.org/drawingml/2006/main" noGrp="1"/>
          </p:cNvSpPr>
          <p:nvPr/>
        </p:nvSpPr>
        <p:spPr>
          <a:xfrm xmlns:a="http://schemas.openxmlformats.org/drawingml/2006/main">
            <a:off x="10906125" y="247650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63D4D"/>
                </a:solidFill>
                <a:latin typeface="Yu Gothic"/>
                <a:ea typeface="Yu Gothic"/>
                <a:cs typeface="Yu Gothic"/>
              </a:defRPr>
            </a:defPPr>
            <a:lvl1pPr>
              <a:buNone/>
              <a:defRPr sz="1800" b="1">
                <a:solidFill>
                  <a:srgbClr val="263D4D"/>
                </a:solidFill>
                <a:latin typeface="Yu Gothic"/>
                <a:ea typeface="Yu Gothic"/>
                <a:cs typeface="Yu Gothic"/>
              </a:defRPr>
            </a:lvl1pPr>
            <a:lvl2pPr>
              <a:buNone/>
              <a:defRPr sz="1800" b="1">
                <a:solidFill>
                  <a:srgbClr val="263D4D"/>
                </a:solidFill>
                <a:latin typeface="Yu Gothic"/>
                <a:ea typeface="Yu Gothic"/>
                <a:cs typeface="Yu Gothic"/>
              </a:defRPr>
            </a:lvl2pPr>
            <a:lvl3pPr>
              <a:buNone/>
              <a:defRPr sz="1800" b="1">
                <a:solidFill>
                  <a:srgbClr val="263D4D"/>
                </a:solidFill>
                <a:latin typeface="Yu Gothic"/>
                <a:ea typeface="Yu Gothic"/>
                <a:cs typeface="Yu Gothic"/>
              </a:defRPr>
            </a:lvl3pPr>
            <a:lvl4pPr>
              <a:buNone/>
              <a:defRPr sz="1800" b="1">
                <a:solidFill>
                  <a:srgbClr val="263D4D"/>
                </a:solidFill>
                <a:latin typeface="Yu Gothic"/>
                <a:ea typeface="Yu Gothic"/>
                <a:cs typeface="Yu Gothic"/>
              </a:defRPr>
            </a:lvl4pPr>
            <a:lvl5pPr>
              <a:buNone/>
              <a:defRPr sz="1800" b="1">
                <a:solidFill>
                  <a:srgbClr val="263D4D"/>
                </a:solidFill>
                <a:latin typeface="Yu Gothic"/>
                <a:ea typeface="Yu Gothic"/>
                <a:cs typeface="Yu Gothic"/>
              </a:defRPr>
            </a:lvl5pPr>
            <a:lvl6pPr>
              <a:buNone/>
              <a:defRPr sz="1800" b="1">
                <a:solidFill>
                  <a:srgbClr val="263D4D"/>
                </a:solidFill>
                <a:latin typeface="Yu Gothic"/>
                <a:ea typeface="Yu Gothic"/>
                <a:cs typeface="Yu Gothic"/>
              </a:defRPr>
            </a:lvl6pPr>
            <a:lvl7pPr>
              <a:buNone/>
              <a:defRPr sz="1800" b="1">
                <a:solidFill>
                  <a:srgbClr val="263D4D"/>
                </a:solidFill>
                <a:latin typeface="Yu Gothic"/>
                <a:ea typeface="Yu Gothic"/>
                <a:cs typeface="Yu Gothic"/>
              </a:defRPr>
            </a:lvl7pPr>
            <a:lvl8pPr>
              <a:buNone/>
              <a:defRPr sz="1800" b="1">
                <a:solidFill>
                  <a:srgbClr val="263D4D"/>
                </a:solidFill>
                <a:latin typeface="Yu Gothic"/>
                <a:ea typeface="Yu Gothic"/>
                <a:cs typeface="Yu Gothic"/>
              </a:defRPr>
            </a:lvl8pPr>
            <a:lvl9pPr>
              <a:buNone/>
              <a:defRPr sz="1800" b="1">
                <a:solidFill>
                  <a:srgbClr val="263D4D"/>
                </a:solidFill>
                <a:latin typeface="Yu Gothic"/>
                <a:ea typeface="Yu Gothic"/>
                <a:cs typeface="Yu Gothic"/>
              </a:defRPr>
            </a:lvl9pPr>
          </a:lstStyle>
          <a:p xmlns:a="http://schemas.openxmlformats.org/drawingml/2006/main">
            <a:pPr>
              <a:buNone/>
              <a:defRPr sz="1800" b="1">
                <a:solidFill>
                  <a:srgbClr val="263D4D"/>
                </a:solidFill>
                <a:latin typeface="Yu Gothic"/>
                <a:ea typeface="Yu Gothic"/>
                <a:cs typeface="Yu Gothic"/>
              </a:defRPr>
            </a:pPr>
            <a:r>
              <a:rPr sz="1800" b="1">
                <a:solidFill>
                  <a:srgbClr val="263D4D"/>
                </a:solidFill>
                <a:latin typeface="Yu Gothic"/>
                <a:ea typeface="Yu Gothic"/>
                <a:cs typeface="Yu Gothic"/>
              </a:rPr>
              <a:t>1.5F</a:t>
            </a:r>
          </a:p>
        </p:txBody>
      </p:sp>
      <p:sp>
        <p:nvSpPr>
          <p:cNvPr id="21" name="">
            <a:extLst xmlns:a="http://schemas.openxmlformats.org/drawingml/2006/main">
              <a:ext uri="{FF2B5EF4-FFF2-40B4-BE49-F238E27FC236}">
                <a16:creationId xmlns:a16="http://schemas.microsoft.com/office/drawing/2014/main" id="{A65C8C35-B92B-43EC-B8F8-9874F5F62C8C}"/>
              </a:ext>
            </a:extLst>
          </p:cNvPr>
          <p:cNvSpPr>
            <a:spLocks xmlns:a="http://schemas.openxmlformats.org/drawingml/2006/main" noGrp="1"/>
          </p:cNvSpPr>
          <p:nvPr/>
        </p:nvSpPr>
        <p:spPr>
          <a:xfrm xmlns:a="http://schemas.openxmlformats.org/drawingml/2006/main">
            <a:off x="7810500" y="3667125"/>
            <a:ext cx="2857500" cy="14287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2" name="">
            <a:extLst xmlns:a="http://schemas.openxmlformats.org/drawingml/2006/main">
              <a:ext uri="{FF2B5EF4-FFF2-40B4-BE49-F238E27FC236}">
                <a16:creationId xmlns:a16="http://schemas.microsoft.com/office/drawing/2014/main" id="{3D5EF109-FA93-4D60-815A-5BB2DF24A35E}"/>
              </a:ext>
            </a:extLst>
          </p:cNvPr>
          <p:cNvSpPr>
            <a:spLocks xmlns:a="http://schemas.openxmlformats.org/drawingml/2006/main" noGrp="1"/>
          </p:cNvSpPr>
          <p:nvPr/>
        </p:nvSpPr>
        <p:spPr>
          <a:xfrm xmlns:a="http://schemas.openxmlformats.org/drawingml/2006/main">
            <a:off x="7648575" y="38100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23" name="">
            <a:extLst xmlns:a="http://schemas.openxmlformats.org/drawingml/2006/main">
              <a:ext uri="{FF2B5EF4-FFF2-40B4-BE49-F238E27FC236}">
                <a16:creationId xmlns:a16="http://schemas.microsoft.com/office/drawing/2014/main" id="{11AF24AF-6799-4516-9FE8-3711386EF23F}"/>
              </a:ext>
            </a:extLst>
          </p:cNvPr>
          <p:cNvSpPr>
            <a:spLocks xmlns:a="http://schemas.openxmlformats.org/drawingml/2006/main" noGrp="1"/>
          </p:cNvSpPr>
          <p:nvPr/>
        </p:nvSpPr>
        <p:spPr>
          <a:xfrm xmlns:a="http://schemas.openxmlformats.org/drawingml/2006/main">
            <a:off x="7534275" y="41052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24" name="">
            <a:extLst xmlns:a="http://schemas.openxmlformats.org/drawingml/2006/main">
              <a:ext uri="{FF2B5EF4-FFF2-40B4-BE49-F238E27FC236}">
                <a16:creationId xmlns:a16="http://schemas.microsoft.com/office/drawing/2014/main" id="{DF49CE87-BAA6-4C5D-B8E0-78298B45656A}"/>
              </a:ext>
            </a:extLst>
          </p:cNvPr>
          <p:cNvSpPr>
            <a:spLocks xmlns:a="http://schemas.openxmlformats.org/drawingml/2006/main" noGrp="1"/>
          </p:cNvSpPr>
          <p:nvPr/>
        </p:nvSpPr>
        <p:spPr>
          <a:xfrm xmlns:a="http://schemas.openxmlformats.org/drawingml/2006/main">
            <a:off x="10506075" y="38100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25" name="">
            <a:extLst xmlns:a="http://schemas.openxmlformats.org/drawingml/2006/main">
              <a:ext uri="{FF2B5EF4-FFF2-40B4-BE49-F238E27FC236}">
                <a16:creationId xmlns:a16="http://schemas.microsoft.com/office/drawing/2014/main" id="{0072D92C-E5A2-4592-A765-00F37013209A}"/>
              </a:ext>
            </a:extLst>
          </p:cNvPr>
          <p:cNvSpPr>
            <a:spLocks xmlns:a="http://schemas.openxmlformats.org/drawingml/2006/main" noGrp="1"/>
          </p:cNvSpPr>
          <p:nvPr/>
        </p:nvSpPr>
        <p:spPr>
          <a:xfrm xmlns:a="http://schemas.openxmlformats.org/drawingml/2006/main">
            <a:off x="10544175" y="40671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6" name="">
            <a:extLst xmlns:a="http://schemas.openxmlformats.org/drawingml/2006/main">
              <a:ext uri="{FF2B5EF4-FFF2-40B4-BE49-F238E27FC236}">
                <a16:creationId xmlns:a16="http://schemas.microsoft.com/office/drawing/2014/main" id="{EB3B7947-3C25-4179-A98B-E4E767B6064C}"/>
              </a:ext>
            </a:extLst>
          </p:cNvPr>
          <p:cNvSpPr>
            <a:spLocks xmlns:a="http://schemas.openxmlformats.org/drawingml/2006/main" noGrp="1"/>
          </p:cNvSpPr>
          <p:nvPr/>
        </p:nvSpPr>
        <p:spPr>
          <a:xfrm xmlns:a="http://schemas.openxmlformats.org/drawingml/2006/main">
            <a:off x="10696575" y="40671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27" name="">
            <a:extLst xmlns:a="http://schemas.openxmlformats.org/drawingml/2006/main">
              <a:ext uri="{FF2B5EF4-FFF2-40B4-BE49-F238E27FC236}">
                <a16:creationId xmlns:a16="http://schemas.microsoft.com/office/drawing/2014/main" id="{798ABC03-9D44-4B8D-8E04-66A2EA95C6BE}"/>
              </a:ext>
            </a:extLst>
          </p:cNvPr>
          <p:cNvSpPr>
            <a:spLocks xmlns:a="http://schemas.openxmlformats.org/drawingml/2006/main" noGrp="1"/>
          </p:cNvSpPr>
          <p:nvPr/>
        </p:nvSpPr>
        <p:spPr>
          <a:xfrm xmlns:a="http://schemas.openxmlformats.org/drawingml/2006/main">
            <a:off x="10391775" y="41814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28" name="">
            <a:extLst xmlns:a="http://schemas.openxmlformats.org/drawingml/2006/main">
              <a:ext uri="{FF2B5EF4-FFF2-40B4-BE49-F238E27FC236}">
                <a16:creationId xmlns:a16="http://schemas.microsoft.com/office/drawing/2014/main" id="{86A8635C-FFE0-48EA-99B2-7284DE4D4A57}"/>
              </a:ext>
            </a:extLst>
          </p:cNvPr>
          <p:cNvSpPr>
            <a:spLocks xmlns:a="http://schemas.openxmlformats.org/drawingml/2006/main" noGrp="1"/>
          </p:cNvSpPr>
          <p:nvPr/>
        </p:nvSpPr>
        <p:spPr>
          <a:xfrm xmlns:a="http://schemas.openxmlformats.org/drawingml/2006/main">
            <a:off x="9239250" y="3238500"/>
            <a:ext cx="9525" cy="400050"/>
          </a:xfrm>
          <a:custGeom xmlns:a="http://schemas.openxmlformats.org/drawingml/2006/main">
            <a:pathLst>
              <a:path w="9525" h="400050">
                <a:moveTo>
                  <a:pt x="0" y="0"/>
                </a:moveTo>
                <a:lnTo>
                  <a:pt x="0" y="400050"/>
                </a:lnTo>
              </a:path>
            </a:pathLst>
          </a:custGeom>
          <a:noFill xmlns:a="http://schemas.openxmlformats.org/drawingml/2006/main"/>
          <a:ln xmlns:a="http://schemas.openxmlformats.org/drawingml/2006/main" w="28575">
            <a:solidFill>
              <a:srgbClr val="C4483C"/>
            </a:solidFill>
          </a:ln>
        </p:spPr>
      </p:sp>
      <p:sp>
        <p:nvSpPr>
          <p:cNvPr id="29" name="">
            <a:extLst xmlns:a="http://schemas.openxmlformats.org/drawingml/2006/main">
              <a:ext uri="{FF2B5EF4-FFF2-40B4-BE49-F238E27FC236}">
                <a16:creationId xmlns:a16="http://schemas.microsoft.com/office/drawing/2014/main" id="{6424AB05-C021-480C-8673-09ABD40724D8}"/>
              </a:ext>
            </a:extLst>
          </p:cNvPr>
          <p:cNvSpPr>
            <a:spLocks xmlns:a="http://schemas.openxmlformats.org/drawingml/2006/main" noGrp="1"/>
          </p:cNvSpPr>
          <p:nvPr/>
        </p:nvSpPr>
        <p:spPr>
          <a:xfrm xmlns:a="http://schemas.openxmlformats.org/drawingml/2006/main">
            <a:off x="9191244" y="35242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0" name="">
            <a:extLst xmlns:a="http://schemas.openxmlformats.org/drawingml/2006/main">
              <a:ext uri="{FF2B5EF4-FFF2-40B4-BE49-F238E27FC236}">
                <a16:creationId xmlns:a16="http://schemas.microsoft.com/office/drawing/2014/main" id="{B84D047B-F023-41FB-A880-5ECCC86BB662}"/>
              </a:ext>
            </a:extLst>
          </p:cNvPr>
          <p:cNvSpPr>
            <a:spLocks xmlns:a="http://schemas.openxmlformats.org/drawingml/2006/main" noGrp="1"/>
          </p:cNvSpPr>
          <p:nvPr/>
        </p:nvSpPr>
        <p:spPr>
          <a:xfrm xmlns:a="http://schemas.openxmlformats.org/drawingml/2006/main">
            <a:off x="10906125" y="342900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63D4D"/>
                </a:solidFill>
                <a:latin typeface="Yu Gothic"/>
                <a:ea typeface="Yu Gothic"/>
                <a:cs typeface="Yu Gothic"/>
              </a:defRPr>
            </a:defPPr>
            <a:lvl1pPr>
              <a:buNone/>
              <a:defRPr sz="1800" b="1">
                <a:solidFill>
                  <a:srgbClr val="263D4D"/>
                </a:solidFill>
                <a:latin typeface="Yu Gothic"/>
                <a:ea typeface="Yu Gothic"/>
                <a:cs typeface="Yu Gothic"/>
              </a:defRPr>
            </a:lvl1pPr>
            <a:lvl2pPr>
              <a:buNone/>
              <a:defRPr sz="1800" b="1">
                <a:solidFill>
                  <a:srgbClr val="263D4D"/>
                </a:solidFill>
                <a:latin typeface="Yu Gothic"/>
                <a:ea typeface="Yu Gothic"/>
                <a:cs typeface="Yu Gothic"/>
              </a:defRPr>
            </a:lvl2pPr>
            <a:lvl3pPr>
              <a:buNone/>
              <a:defRPr sz="1800" b="1">
                <a:solidFill>
                  <a:srgbClr val="263D4D"/>
                </a:solidFill>
                <a:latin typeface="Yu Gothic"/>
                <a:ea typeface="Yu Gothic"/>
                <a:cs typeface="Yu Gothic"/>
              </a:defRPr>
            </a:lvl3pPr>
            <a:lvl4pPr>
              <a:buNone/>
              <a:defRPr sz="1800" b="1">
                <a:solidFill>
                  <a:srgbClr val="263D4D"/>
                </a:solidFill>
                <a:latin typeface="Yu Gothic"/>
                <a:ea typeface="Yu Gothic"/>
                <a:cs typeface="Yu Gothic"/>
              </a:defRPr>
            </a:lvl4pPr>
            <a:lvl5pPr>
              <a:buNone/>
              <a:defRPr sz="1800" b="1">
                <a:solidFill>
                  <a:srgbClr val="263D4D"/>
                </a:solidFill>
                <a:latin typeface="Yu Gothic"/>
                <a:ea typeface="Yu Gothic"/>
                <a:cs typeface="Yu Gothic"/>
              </a:defRPr>
            </a:lvl5pPr>
            <a:lvl6pPr>
              <a:buNone/>
              <a:defRPr sz="1800" b="1">
                <a:solidFill>
                  <a:srgbClr val="263D4D"/>
                </a:solidFill>
                <a:latin typeface="Yu Gothic"/>
                <a:ea typeface="Yu Gothic"/>
                <a:cs typeface="Yu Gothic"/>
              </a:defRPr>
            </a:lvl6pPr>
            <a:lvl7pPr>
              <a:buNone/>
              <a:defRPr sz="1800" b="1">
                <a:solidFill>
                  <a:srgbClr val="263D4D"/>
                </a:solidFill>
                <a:latin typeface="Yu Gothic"/>
                <a:ea typeface="Yu Gothic"/>
                <a:cs typeface="Yu Gothic"/>
              </a:defRPr>
            </a:lvl7pPr>
            <a:lvl8pPr>
              <a:buNone/>
              <a:defRPr sz="1800" b="1">
                <a:solidFill>
                  <a:srgbClr val="263D4D"/>
                </a:solidFill>
                <a:latin typeface="Yu Gothic"/>
                <a:ea typeface="Yu Gothic"/>
                <a:cs typeface="Yu Gothic"/>
              </a:defRPr>
            </a:lvl8pPr>
            <a:lvl9pPr>
              <a:buNone/>
              <a:defRPr sz="1800" b="1">
                <a:solidFill>
                  <a:srgbClr val="263D4D"/>
                </a:solidFill>
                <a:latin typeface="Yu Gothic"/>
                <a:ea typeface="Yu Gothic"/>
                <a:cs typeface="Yu Gothic"/>
              </a:defRPr>
            </a:lvl9pPr>
          </a:lstStyle>
          <a:p xmlns:a="http://schemas.openxmlformats.org/drawingml/2006/main">
            <a:pPr>
              <a:buNone/>
              <a:defRPr sz="1800" b="1">
                <a:solidFill>
                  <a:srgbClr val="263D4D"/>
                </a:solidFill>
                <a:latin typeface="Yu Gothic"/>
                <a:ea typeface="Yu Gothic"/>
                <a:cs typeface="Yu Gothic"/>
              </a:defRPr>
            </a:pPr>
            <a:r>
              <a:rPr sz="1800" b="1">
                <a:solidFill>
                  <a:srgbClr val="263D4D"/>
                </a:solidFill>
                <a:latin typeface="Yu Gothic"/>
                <a:ea typeface="Yu Gothic"/>
                <a:cs typeface="Yu Gothic"/>
              </a:rPr>
              <a:t>1.5L</a:t>
            </a:r>
          </a:p>
        </p:txBody>
      </p:sp>
      <p:sp>
        <p:nvSpPr>
          <p:cNvPr id="31" name="">
            <a:extLst xmlns:a="http://schemas.openxmlformats.org/drawingml/2006/main">
              <a:ext uri="{FF2B5EF4-FFF2-40B4-BE49-F238E27FC236}">
                <a16:creationId xmlns:a16="http://schemas.microsoft.com/office/drawing/2014/main" id="{5C5A974D-7D30-4CDF-A820-E276CB3DDCF2}"/>
              </a:ext>
            </a:extLst>
          </p:cNvPr>
          <p:cNvSpPr>
            <a:spLocks xmlns:a="http://schemas.openxmlformats.org/drawingml/2006/main" noGrp="1"/>
          </p:cNvSpPr>
          <p:nvPr/>
        </p:nvSpPr>
        <p:spPr>
          <a:xfrm xmlns:a="http://schemas.openxmlformats.org/drawingml/2006/main">
            <a:off x="7810500" y="4619625"/>
            <a:ext cx="1905000" cy="142875"/>
          </a:xfrm>
          <a:prstGeom xmlns:a="http://schemas.openxmlformats.org/drawingml/2006/main" prst="rect">
            <a:avLst/>
          </a:prstGeom>
          <a:solidFill xmlns:a="http://schemas.openxmlformats.org/drawingml/2006/main">
            <a:srgbClr val="C8E1EC"/>
          </a:solidFill>
          <a:ln xmlns:a="http://schemas.openxmlformats.org/drawingml/2006/main" w="16193">
            <a:solidFill>
              <a:srgbClr val="2876A8"/>
            </a:solidFill>
          </a:ln>
        </p:spPr>
      </p:sp>
      <p:sp>
        <p:nvSpPr>
          <p:cNvPr id="32" name="">
            <a:extLst xmlns:a="http://schemas.openxmlformats.org/drawingml/2006/main">
              <a:ext uri="{FF2B5EF4-FFF2-40B4-BE49-F238E27FC236}">
                <a16:creationId xmlns:a16="http://schemas.microsoft.com/office/drawing/2014/main" id="{9EE4E39A-916A-4116-8353-1ABD4BD5A89A}"/>
              </a:ext>
            </a:extLst>
          </p:cNvPr>
          <p:cNvSpPr>
            <a:spLocks xmlns:a="http://schemas.openxmlformats.org/drawingml/2006/main" noGrp="1"/>
          </p:cNvSpPr>
          <p:nvPr/>
        </p:nvSpPr>
        <p:spPr>
          <a:xfrm xmlns:a="http://schemas.openxmlformats.org/drawingml/2006/main">
            <a:off x="7648575" y="47625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3" name="">
            <a:extLst xmlns:a="http://schemas.openxmlformats.org/drawingml/2006/main">
              <a:ext uri="{FF2B5EF4-FFF2-40B4-BE49-F238E27FC236}">
                <a16:creationId xmlns:a16="http://schemas.microsoft.com/office/drawing/2014/main" id="{87C24D99-F574-41D4-B904-8FAEB115F53C}"/>
              </a:ext>
            </a:extLst>
          </p:cNvPr>
          <p:cNvSpPr>
            <a:spLocks xmlns:a="http://schemas.openxmlformats.org/drawingml/2006/main" noGrp="1"/>
          </p:cNvSpPr>
          <p:nvPr/>
        </p:nvSpPr>
        <p:spPr>
          <a:xfrm xmlns:a="http://schemas.openxmlformats.org/drawingml/2006/main">
            <a:off x="7534275" y="50577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4" name="">
            <a:extLst xmlns:a="http://schemas.openxmlformats.org/drawingml/2006/main">
              <a:ext uri="{FF2B5EF4-FFF2-40B4-BE49-F238E27FC236}">
                <a16:creationId xmlns:a16="http://schemas.microsoft.com/office/drawing/2014/main" id="{A1DC0BA0-4380-46D9-B772-713BE73FBECA}"/>
              </a:ext>
            </a:extLst>
          </p:cNvPr>
          <p:cNvSpPr>
            <a:spLocks xmlns:a="http://schemas.openxmlformats.org/drawingml/2006/main" noGrp="1"/>
          </p:cNvSpPr>
          <p:nvPr/>
        </p:nvSpPr>
        <p:spPr>
          <a:xfrm xmlns:a="http://schemas.openxmlformats.org/drawingml/2006/main">
            <a:off x="9553575" y="4762500"/>
            <a:ext cx="323850" cy="247650"/>
          </a:xfrm>
          <a:custGeom xmlns:a="http://schemas.openxmlformats.org/drawingml/2006/main">
            <a:pathLst>
              <a:path w="323850" h="247650">
                <a:moveTo>
                  <a:pt x="161925" y="0"/>
                </a:moveTo>
                <a:lnTo>
                  <a:pt x="0" y="247650"/>
                </a:lnTo>
                <a:lnTo>
                  <a:pt x="323850" y="247650"/>
                </a:lnTo>
                <a:close/>
              </a:path>
            </a:pathLst>
          </a:custGeom>
          <a:solidFill xmlns:a="http://schemas.openxmlformats.org/drawingml/2006/main">
            <a:srgbClr val="FFFFFF"/>
          </a:solidFill>
          <a:ln xmlns:a="http://schemas.openxmlformats.org/drawingml/2006/main" w="19050">
            <a:solidFill>
              <a:srgbClr val="2876A8"/>
            </a:solidFill>
          </a:ln>
        </p:spPr>
      </p:sp>
      <p:sp>
        <p:nvSpPr>
          <p:cNvPr id="35" name="">
            <a:extLst xmlns:a="http://schemas.openxmlformats.org/drawingml/2006/main">
              <a:ext uri="{FF2B5EF4-FFF2-40B4-BE49-F238E27FC236}">
                <a16:creationId xmlns:a16="http://schemas.microsoft.com/office/drawing/2014/main" id="{10691D74-9E34-4AC2-A884-36330CA8B5D6}"/>
              </a:ext>
            </a:extLst>
          </p:cNvPr>
          <p:cNvSpPr>
            <a:spLocks xmlns:a="http://schemas.openxmlformats.org/drawingml/2006/main" noGrp="1"/>
          </p:cNvSpPr>
          <p:nvPr/>
        </p:nvSpPr>
        <p:spPr>
          <a:xfrm xmlns:a="http://schemas.openxmlformats.org/drawingml/2006/main">
            <a:off x="9591675" y="5019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6" name="">
            <a:extLst xmlns:a="http://schemas.openxmlformats.org/drawingml/2006/main">
              <a:ext uri="{FF2B5EF4-FFF2-40B4-BE49-F238E27FC236}">
                <a16:creationId xmlns:a16="http://schemas.microsoft.com/office/drawing/2014/main" id="{87BEB1D9-8EE3-4761-8F09-3BE233776709}"/>
              </a:ext>
            </a:extLst>
          </p:cNvPr>
          <p:cNvSpPr>
            <a:spLocks xmlns:a="http://schemas.openxmlformats.org/drawingml/2006/main" noGrp="1"/>
          </p:cNvSpPr>
          <p:nvPr/>
        </p:nvSpPr>
        <p:spPr>
          <a:xfrm xmlns:a="http://schemas.openxmlformats.org/drawingml/2006/main">
            <a:off x="9744075" y="5019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37" name="">
            <a:extLst xmlns:a="http://schemas.openxmlformats.org/drawingml/2006/main">
              <a:ext uri="{FF2B5EF4-FFF2-40B4-BE49-F238E27FC236}">
                <a16:creationId xmlns:a16="http://schemas.microsoft.com/office/drawing/2014/main" id="{708CA606-6722-41BA-B659-69260FB02A93}"/>
              </a:ext>
            </a:extLst>
          </p:cNvPr>
          <p:cNvSpPr>
            <a:spLocks xmlns:a="http://schemas.openxmlformats.org/drawingml/2006/main" noGrp="1"/>
          </p:cNvSpPr>
          <p:nvPr/>
        </p:nvSpPr>
        <p:spPr>
          <a:xfrm xmlns:a="http://schemas.openxmlformats.org/drawingml/2006/main">
            <a:off x="9439275" y="51339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19050">
            <a:solidFill>
              <a:srgbClr val="71818B"/>
            </a:solidFill>
          </a:ln>
        </p:spPr>
      </p:sp>
      <p:sp>
        <p:nvSpPr>
          <p:cNvPr id="38" name="">
            <a:extLst xmlns:a="http://schemas.openxmlformats.org/drawingml/2006/main">
              <a:ext uri="{FF2B5EF4-FFF2-40B4-BE49-F238E27FC236}">
                <a16:creationId xmlns:a16="http://schemas.microsoft.com/office/drawing/2014/main" id="{16925624-C02C-4577-A0F6-A6EE635148B5}"/>
              </a:ext>
            </a:extLst>
          </p:cNvPr>
          <p:cNvSpPr>
            <a:spLocks xmlns:a="http://schemas.openxmlformats.org/drawingml/2006/main" noGrp="1"/>
          </p:cNvSpPr>
          <p:nvPr/>
        </p:nvSpPr>
        <p:spPr>
          <a:xfrm xmlns:a="http://schemas.openxmlformats.org/drawingml/2006/main">
            <a:off x="8763000" y="4191000"/>
            <a:ext cx="9525" cy="400050"/>
          </a:xfrm>
          <a:custGeom xmlns:a="http://schemas.openxmlformats.org/drawingml/2006/main">
            <a:pathLst>
              <a:path w="9525" h="400050">
                <a:moveTo>
                  <a:pt x="0" y="0"/>
                </a:moveTo>
                <a:lnTo>
                  <a:pt x="0" y="400050"/>
                </a:lnTo>
              </a:path>
            </a:pathLst>
          </a:custGeom>
          <a:noFill xmlns:a="http://schemas.openxmlformats.org/drawingml/2006/main"/>
          <a:ln xmlns:a="http://schemas.openxmlformats.org/drawingml/2006/main" w="28575">
            <a:solidFill>
              <a:srgbClr val="C4483C"/>
            </a:solidFill>
          </a:ln>
        </p:spPr>
      </p:sp>
      <p:sp>
        <p:nvSpPr>
          <p:cNvPr id="39" name="">
            <a:extLst xmlns:a="http://schemas.openxmlformats.org/drawingml/2006/main">
              <a:ext uri="{FF2B5EF4-FFF2-40B4-BE49-F238E27FC236}">
                <a16:creationId xmlns:a16="http://schemas.microsoft.com/office/drawing/2014/main" id="{3DD8A754-3660-473A-83E5-C245832B2E0D}"/>
              </a:ext>
            </a:extLst>
          </p:cNvPr>
          <p:cNvSpPr>
            <a:spLocks xmlns:a="http://schemas.openxmlformats.org/drawingml/2006/main" noGrp="1"/>
          </p:cNvSpPr>
          <p:nvPr/>
        </p:nvSpPr>
        <p:spPr>
          <a:xfrm xmlns:a="http://schemas.openxmlformats.org/drawingml/2006/main">
            <a:off x="8714994" y="44767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40" name="">
            <a:extLst xmlns:a="http://schemas.openxmlformats.org/drawingml/2006/main">
              <a:ext uri="{FF2B5EF4-FFF2-40B4-BE49-F238E27FC236}">
                <a16:creationId xmlns:a16="http://schemas.microsoft.com/office/drawing/2014/main" id="{FF0F9D21-1A11-466C-A0CA-729CA928A757}"/>
              </a:ext>
            </a:extLst>
          </p:cNvPr>
          <p:cNvSpPr>
            <a:spLocks xmlns:a="http://schemas.openxmlformats.org/drawingml/2006/main" noGrp="1"/>
          </p:cNvSpPr>
          <p:nvPr/>
        </p:nvSpPr>
        <p:spPr>
          <a:xfrm xmlns:a="http://schemas.openxmlformats.org/drawingml/2006/main">
            <a:off x="10906125" y="438150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63D4D"/>
                </a:solidFill>
                <a:latin typeface="Yu Gothic"/>
                <a:ea typeface="Yu Gothic"/>
                <a:cs typeface="Yu Gothic"/>
              </a:defRPr>
            </a:defPPr>
            <a:lvl1pPr>
              <a:buNone/>
              <a:defRPr sz="1800" b="1">
                <a:solidFill>
                  <a:srgbClr val="263D4D"/>
                </a:solidFill>
                <a:latin typeface="Yu Gothic"/>
                <a:ea typeface="Yu Gothic"/>
                <a:cs typeface="Yu Gothic"/>
              </a:defRPr>
            </a:lvl1pPr>
            <a:lvl2pPr>
              <a:buNone/>
              <a:defRPr sz="1800" b="1">
                <a:solidFill>
                  <a:srgbClr val="263D4D"/>
                </a:solidFill>
                <a:latin typeface="Yu Gothic"/>
                <a:ea typeface="Yu Gothic"/>
                <a:cs typeface="Yu Gothic"/>
              </a:defRPr>
            </a:lvl2pPr>
            <a:lvl3pPr>
              <a:buNone/>
              <a:defRPr sz="1800" b="1">
                <a:solidFill>
                  <a:srgbClr val="263D4D"/>
                </a:solidFill>
                <a:latin typeface="Yu Gothic"/>
                <a:ea typeface="Yu Gothic"/>
                <a:cs typeface="Yu Gothic"/>
              </a:defRPr>
            </a:lvl3pPr>
            <a:lvl4pPr>
              <a:buNone/>
              <a:defRPr sz="1800" b="1">
                <a:solidFill>
                  <a:srgbClr val="263D4D"/>
                </a:solidFill>
                <a:latin typeface="Yu Gothic"/>
                <a:ea typeface="Yu Gothic"/>
                <a:cs typeface="Yu Gothic"/>
              </a:defRPr>
            </a:lvl4pPr>
            <a:lvl5pPr>
              <a:buNone/>
              <a:defRPr sz="1800" b="1">
                <a:solidFill>
                  <a:srgbClr val="263D4D"/>
                </a:solidFill>
                <a:latin typeface="Yu Gothic"/>
                <a:ea typeface="Yu Gothic"/>
                <a:cs typeface="Yu Gothic"/>
              </a:defRPr>
            </a:lvl5pPr>
            <a:lvl6pPr>
              <a:buNone/>
              <a:defRPr sz="1800" b="1">
                <a:solidFill>
                  <a:srgbClr val="263D4D"/>
                </a:solidFill>
                <a:latin typeface="Yu Gothic"/>
                <a:ea typeface="Yu Gothic"/>
                <a:cs typeface="Yu Gothic"/>
              </a:defRPr>
            </a:lvl6pPr>
            <a:lvl7pPr>
              <a:buNone/>
              <a:defRPr sz="1800" b="1">
                <a:solidFill>
                  <a:srgbClr val="263D4D"/>
                </a:solidFill>
                <a:latin typeface="Yu Gothic"/>
                <a:ea typeface="Yu Gothic"/>
                <a:cs typeface="Yu Gothic"/>
              </a:defRPr>
            </a:lvl7pPr>
            <a:lvl8pPr>
              <a:buNone/>
              <a:defRPr sz="1800" b="1">
                <a:solidFill>
                  <a:srgbClr val="263D4D"/>
                </a:solidFill>
                <a:latin typeface="Yu Gothic"/>
                <a:ea typeface="Yu Gothic"/>
                <a:cs typeface="Yu Gothic"/>
              </a:defRPr>
            </a:lvl8pPr>
            <a:lvl9pPr>
              <a:buNone/>
              <a:defRPr sz="1800" b="1">
                <a:solidFill>
                  <a:srgbClr val="263D4D"/>
                </a:solidFill>
                <a:latin typeface="Yu Gothic"/>
                <a:ea typeface="Yu Gothic"/>
                <a:cs typeface="Yu Gothic"/>
              </a:defRPr>
            </a:lvl9pPr>
          </a:lstStyle>
          <a:p xmlns:a="http://schemas.openxmlformats.org/drawingml/2006/main">
            <a:pPr>
              <a:buNone/>
              <a:defRPr sz="1800" b="1">
                <a:solidFill>
                  <a:srgbClr val="263D4D"/>
                </a:solidFill>
                <a:latin typeface="Yu Gothic"/>
                <a:ea typeface="Yu Gothic"/>
                <a:cs typeface="Yu Gothic"/>
              </a:defRPr>
            </a:pPr>
            <a:r>
              <a:rPr sz="1800" b="1">
                <a:solidFill>
                  <a:srgbClr val="263D4D"/>
                </a:solidFill>
                <a:latin typeface="Yu Gothic"/>
                <a:ea typeface="Yu Gothic"/>
                <a:cs typeface="Yu Gothic"/>
              </a:rPr>
              <a:t>1.5E</a:t>
            </a:r>
          </a:p>
        </p:txBody>
      </p:sp>
      <p:sp>
        <p:nvSpPr>
          <p:cNvPr id="41" name="">
            <a:extLst xmlns:a="http://schemas.openxmlformats.org/drawingml/2006/main">
              <a:ext uri="{FF2B5EF4-FFF2-40B4-BE49-F238E27FC236}">
                <a16:creationId xmlns:a16="http://schemas.microsoft.com/office/drawing/2014/main" id="{9294A7C1-F3CA-4CC2-9704-242CA680ABF9}"/>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σ最大 = FL/(4Z)、δ最大 = FL³/(48EI)。Lだけ1.5倍なら、たわみは1.5³ = 3.375倍。</a:t>
            </a:r>
          </a:p>
        </p:txBody>
      </p:sp>
    </p:spTree>
    <p:extLst>
      <p:ext uri="{BB962C8B-B14F-4D97-AF65-F5344CB8AC3E}">
        <p14:creationId xmlns:p14="http://schemas.microsoft.com/office/powerpoint/2010/main" val="206672734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441B37-65AB-4316-A6DD-42BDEA3B38D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感度分析：何を変えると結果が動くか</a:t>
            </a:r>
          </a:p>
        </p:txBody>
      </p:sp>
      <p:sp>
        <p:nvSpPr>
          <p:cNvPr id="2" name="">
            <a:extLst xmlns:a="http://schemas.openxmlformats.org/drawingml/2006/main">
              <a:ext uri="{FF2B5EF4-FFF2-40B4-BE49-F238E27FC236}">
                <a16:creationId xmlns:a16="http://schemas.microsoft.com/office/drawing/2014/main" id="{DC66F896-B3ED-4375-94D5-A6BB951948A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943C88A-C220-4F07-AD7E-A7841818114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DEE213D3-2F3E-48DD-92BC-7E20F3C914E6}"/>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1つだけ変える</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たわみの倍率</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荷重Fを1.10倍</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1.10</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長さLを1.10倍</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1.10³ = 1.331</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高さhを1.10倍：幅一定</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1/(1.10³) ≈ 0.751</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ヤング率Eを1.10倍</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1/1.10 ≈ 0.909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92FB29D-B8FE-480A-A903-90236DD827B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他の入力を一定とした比較。寸法変更時の荷重・質量の連動にも注意する。</a:t>
            </a:r>
          </a:p>
        </p:txBody>
      </p:sp>
      <p:sp>
        <p:nvSpPr>
          <p:cNvPr id="6" name="">
            <a:extLst xmlns:a="http://schemas.openxmlformats.org/drawingml/2006/main">
              <a:ext uri="{FF2B5EF4-FFF2-40B4-BE49-F238E27FC236}">
                <a16:creationId xmlns:a16="http://schemas.microsoft.com/office/drawing/2014/main" id="{2A5CC11E-1431-4A87-A2BB-36DC61DDDEC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29 / 52</a:t>
            </a:r>
          </a:p>
        </p:txBody>
      </p:sp>
    </p:spTree>
    <p:extLst>
      <p:ext uri="{BB962C8B-B14F-4D97-AF65-F5344CB8AC3E}">
        <p14:creationId xmlns:p14="http://schemas.microsoft.com/office/powerpoint/2010/main" val="90926338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8D9609-9C54-4FF2-8945-79509DB7A36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F6E4C4C6-637D-498B-A9A7-0C8BAA6A9C8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EA53CA3-7A91-41B5-A67E-6274E26CAC65}"/>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EE2BAB3D-36C0-4150-BA17-04875EB94210}"/>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F89AF4B9-CC3E-4E91-83D1-4429B33DE940}"/>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再開後：二つの制限を満たす荷重</a:t>
            </a:r>
          </a:p>
        </p:txBody>
      </p:sp>
      <p:sp>
        <p:nvSpPr>
          <p:cNvPr id="6" name="">
            <a:extLst xmlns:a="http://schemas.openxmlformats.org/drawingml/2006/main">
              <a:ext uri="{FF2B5EF4-FFF2-40B4-BE49-F238E27FC236}">
                <a16:creationId xmlns:a16="http://schemas.microsoft.com/office/drawing/2014/main" id="{24827F06-E9B9-4346-9F99-0113C308D4D1}"/>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57A54965-14C6-4171-84D8-EB8C06266DA0}"/>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87999FB7-AE1C-4487-B787-F3A84614CEE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52</a:t>
            </a:r>
          </a:p>
        </p:txBody>
      </p:sp>
    </p:spTree>
    <p:extLst>
      <p:ext uri="{BB962C8B-B14F-4D97-AF65-F5344CB8AC3E}">
        <p14:creationId xmlns:p14="http://schemas.microsoft.com/office/powerpoint/2010/main" val="26865967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25B536-059D-42DD-851C-16FE142C2E9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二つの制限を満たす荷重</a:t>
            </a:r>
          </a:p>
        </p:txBody>
      </p:sp>
      <p:sp>
        <p:nvSpPr>
          <p:cNvPr id="2" name="">
            <a:extLst xmlns:a="http://schemas.openxmlformats.org/drawingml/2006/main">
              <a:ext uri="{FF2B5EF4-FFF2-40B4-BE49-F238E27FC236}">
                <a16:creationId xmlns:a16="http://schemas.microsoft.com/office/drawing/2014/main" id="{6BDB0E85-D6DA-40CA-B115-63A43349B46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195BA147-B001-491B-A163-47F5E30AD0B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AEF7087F-EA4B-4365-9AFC-E0218C70560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52</a:t>
            </a:r>
          </a:p>
        </p:txBody>
      </p:sp>
      <p:sp>
        <p:nvSpPr>
          <p:cNvPr id="10" name="">
            <a:extLst xmlns:a="http://schemas.openxmlformats.org/drawingml/2006/main">
              <a:ext uri="{FF2B5EF4-FFF2-40B4-BE49-F238E27FC236}">
                <a16:creationId xmlns:a16="http://schemas.microsoft.com/office/drawing/2014/main" id="{45E7B8B1-1ADA-4379-B7D2-73C4322AA8BE}"/>
              </a:ext>
            </a:extLst>
          </p:cNvPr>
          <p:cNvSpPr>
            <a:spLocks xmlns:a="http://schemas.openxmlformats.org/drawingml/2006/main" noGrp="1"/>
          </p:cNvSpPr>
          <p:nvPr/>
        </p:nvSpPr>
        <p:spPr>
          <a:xfrm xmlns:a="http://schemas.openxmlformats.org/drawingml/2006/main">
            <a:off x="809625" y="1476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仮定：許容応力6 MPa、許容たわみ2 mm</a:t>
            </a:r>
          </a:p>
        </p:txBody>
      </p:sp>
      <p:sp>
        <p:nvSpPr>
          <p:cNvPr id="11" name="">
            <a:extLst xmlns:a="http://schemas.openxmlformats.org/drawingml/2006/main">
              <a:ext uri="{FF2B5EF4-FFF2-40B4-BE49-F238E27FC236}">
                <a16:creationId xmlns:a16="http://schemas.microsoft.com/office/drawing/2014/main" id="{7A30DD27-E004-4C70-AA00-72F76752A0B6}"/>
              </a:ext>
            </a:extLst>
          </p:cNvPr>
          <p:cNvSpPr>
            <a:spLocks xmlns:a="http://schemas.openxmlformats.org/drawingml/2006/main" noGrp="1"/>
          </p:cNvSpPr>
          <p:nvPr/>
        </p:nvSpPr>
        <p:spPr>
          <a:xfrm xmlns:a="http://schemas.openxmlformats.org/drawingml/2006/main">
            <a:off x="809625" y="2238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63D4D"/>
                </a:solidFill>
                <a:latin typeface="Yu Gothic"/>
                <a:ea typeface="Yu Gothic"/>
                <a:cs typeface="Yu Gothic"/>
              </a:defRPr>
            </a:defPPr>
            <a:lvl1pPr>
              <a:buNone/>
              <a:defRPr sz="2400" b="0">
                <a:solidFill>
                  <a:srgbClr val="263D4D"/>
                </a:solidFill>
                <a:latin typeface="Yu Gothic"/>
                <a:ea typeface="Yu Gothic"/>
                <a:cs typeface="Yu Gothic"/>
              </a:defRPr>
            </a:lvl1pPr>
            <a:lvl2pPr>
              <a:buNone/>
              <a:defRPr sz="2400" b="0">
                <a:solidFill>
                  <a:srgbClr val="263D4D"/>
                </a:solidFill>
                <a:latin typeface="Yu Gothic"/>
                <a:ea typeface="Yu Gothic"/>
                <a:cs typeface="Yu Gothic"/>
              </a:defRPr>
            </a:lvl2pPr>
            <a:lvl3pPr>
              <a:buNone/>
              <a:defRPr sz="2400" b="0">
                <a:solidFill>
                  <a:srgbClr val="263D4D"/>
                </a:solidFill>
                <a:latin typeface="Yu Gothic"/>
                <a:ea typeface="Yu Gothic"/>
                <a:cs typeface="Yu Gothic"/>
              </a:defRPr>
            </a:lvl3pPr>
            <a:lvl4pPr>
              <a:buNone/>
              <a:defRPr sz="2400" b="0">
                <a:solidFill>
                  <a:srgbClr val="263D4D"/>
                </a:solidFill>
                <a:latin typeface="Yu Gothic"/>
                <a:ea typeface="Yu Gothic"/>
                <a:cs typeface="Yu Gothic"/>
              </a:defRPr>
            </a:lvl4pPr>
            <a:lvl5pPr>
              <a:buNone/>
              <a:defRPr sz="2400" b="0">
                <a:solidFill>
                  <a:srgbClr val="263D4D"/>
                </a:solidFill>
                <a:latin typeface="Yu Gothic"/>
                <a:ea typeface="Yu Gothic"/>
                <a:cs typeface="Yu Gothic"/>
              </a:defRPr>
            </a:lvl5pPr>
            <a:lvl6pPr>
              <a:buNone/>
              <a:defRPr sz="2400" b="0">
                <a:solidFill>
                  <a:srgbClr val="263D4D"/>
                </a:solidFill>
                <a:latin typeface="Yu Gothic"/>
                <a:ea typeface="Yu Gothic"/>
                <a:cs typeface="Yu Gothic"/>
              </a:defRPr>
            </a:lvl6pPr>
            <a:lvl7pPr>
              <a:buNone/>
              <a:defRPr sz="2400" b="0">
                <a:solidFill>
                  <a:srgbClr val="263D4D"/>
                </a:solidFill>
                <a:latin typeface="Yu Gothic"/>
                <a:ea typeface="Yu Gothic"/>
                <a:cs typeface="Yu Gothic"/>
              </a:defRPr>
            </a:lvl7pPr>
            <a:lvl8pPr>
              <a:buNone/>
              <a:defRPr sz="2400" b="0">
                <a:solidFill>
                  <a:srgbClr val="263D4D"/>
                </a:solidFill>
                <a:latin typeface="Yu Gothic"/>
                <a:ea typeface="Yu Gothic"/>
                <a:cs typeface="Yu Gothic"/>
              </a:defRPr>
            </a:lvl8pPr>
            <a:lvl9pPr>
              <a:buNone/>
              <a:defRPr sz="2400" b="0">
                <a:solidFill>
                  <a:srgbClr val="263D4D"/>
                </a:solidFill>
                <a:latin typeface="Yu Gothic"/>
                <a:ea typeface="Yu Gothic"/>
                <a:cs typeface="Yu Gothic"/>
              </a:defRPr>
            </a:lvl9pPr>
          </a:lstStyle>
          <a:p xmlns:a="http://schemas.openxmlformats.org/drawingml/2006/main">
            <a:pPr>
              <a:buNone/>
              <a:defRPr sz="2400" b="0">
                <a:solidFill>
                  <a:srgbClr val="263D4D"/>
                </a:solidFill>
                <a:latin typeface="Yu Gothic"/>
                <a:ea typeface="Yu Gothic"/>
                <a:cs typeface="Yu Gothic"/>
              </a:defRPr>
            </a:pPr>
            <a:r>
              <a:rPr sz="2400" b="0">
                <a:solidFill>
                  <a:srgbClr val="263D4D"/>
                </a:solidFill>
                <a:latin typeface="Yu Gothic"/>
                <a:ea typeface="Yu Gothic"/>
                <a:cs typeface="Yu Gothic"/>
              </a:rPr>
              <a:t>応力：F ≤ 4Zσ許容/L = 360 N</a:t>
            </a:r>
          </a:p>
        </p:txBody>
      </p:sp>
      <p:sp>
        <p:nvSpPr>
          <p:cNvPr id="12" name="">
            <a:extLst xmlns:a="http://schemas.openxmlformats.org/drawingml/2006/main">
              <a:ext uri="{FF2B5EF4-FFF2-40B4-BE49-F238E27FC236}">
                <a16:creationId xmlns:a16="http://schemas.microsoft.com/office/drawing/2014/main" id="{2B1C341A-9E9A-441C-A896-548619167987}"/>
              </a:ext>
            </a:extLst>
          </p:cNvPr>
          <p:cNvSpPr>
            <a:spLocks xmlns:a="http://schemas.openxmlformats.org/drawingml/2006/main" noGrp="1"/>
          </p:cNvSpPr>
          <p:nvPr/>
        </p:nvSpPr>
        <p:spPr>
          <a:xfrm xmlns:a="http://schemas.openxmlformats.org/drawingml/2006/main">
            <a:off x="809625" y="3000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63D4D"/>
                </a:solidFill>
                <a:latin typeface="Yu Gothic"/>
                <a:ea typeface="Yu Gothic"/>
                <a:cs typeface="Yu Gothic"/>
              </a:defRPr>
            </a:defPPr>
            <a:lvl1pPr>
              <a:buNone/>
              <a:defRPr sz="2400" b="0">
                <a:solidFill>
                  <a:srgbClr val="263D4D"/>
                </a:solidFill>
                <a:latin typeface="Yu Gothic"/>
                <a:ea typeface="Yu Gothic"/>
                <a:cs typeface="Yu Gothic"/>
              </a:defRPr>
            </a:lvl1pPr>
            <a:lvl2pPr>
              <a:buNone/>
              <a:defRPr sz="2400" b="0">
                <a:solidFill>
                  <a:srgbClr val="263D4D"/>
                </a:solidFill>
                <a:latin typeface="Yu Gothic"/>
                <a:ea typeface="Yu Gothic"/>
                <a:cs typeface="Yu Gothic"/>
              </a:defRPr>
            </a:lvl2pPr>
            <a:lvl3pPr>
              <a:buNone/>
              <a:defRPr sz="2400" b="0">
                <a:solidFill>
                  <a:srgbClr val="263D4D"/>
                </a:solidFill>
                <a:latin typeface="Yu Gothic"/>
                <a:ea typeface="Yu Gothic"/>
                <a:cs typeface="Yu Gothic"/>
              </a:defRPr>
            </a:lvl3pPr>
            <a:lvl4pPr>
              <a:buNone/>
              <a:defRPr sz="2400" b="0">
                <a:solidFill>
                  <a:srgbClr val="263D4D"/>
                </a:solidFill>
                <a:latin typeface="Yu Gothic"/>
                <a:ea typeface="Yu Gothic"/>
                <a:cs typeface="Yu Gothic"/>
              </a:defRPr>
            </a:lvl4pPr>
            <a:lvl5pPr>
              <a:buNone/>
              <a:defRPr sz="2400" b="0">
                <a:solidFill>
                  <a:srgbClr val="263D4D"/>
                </a:solidFill>
                <a:latin typeface="Yu Gothic"/>
                <a:ea typeface="Yu Gothic"/>
                <a:cs typeface="Yu Gothic"/>
              </a:defRPr>
            </a:lvl5pPr>
            <a:lvl6pPr>
              <a:buNone/>
              <a:defRPr sz="2400" b="0">
                <a:solidFill>
                  <a:srgbClr val="263D4D"/>
                </a:solidFill>
                <a:latin typeface="Yu Gothic"/>
                <a:ea typeface="Yu Gothic"/>
                <a:cs typeface="Yu Gothic"/>
              </a:defRPr>
            </a:lvl6pPr>
            <a:lvl7pPr>
              <a:buNone/>
              <a:defRPr sz="2400" b="0">
                <a:solidFill>
                  <a:srgbClr val="263D4D"/>
                </a:solidFill>
                <a:latin typeface="Yu Gothic"/>
                <a:ea typeface="Yu Gothic"/>
                <a:cs typeface="Yu Gothic"/>
              </a:defRPr>
            </a:lvl7pPr>
            <a:lvl8pPr>
              <a:buNone/>
              <a:defRPr sz="2400" b="0">
                <a:solidFill>
                  <a:srgbClr val="263D4D"/>
                </a:solidFill>
                <a:latin typeface="Yu Gothic"/>
                <a:ea typeface="Yu Gothic"/>
                <a:cs typeface="Yu Gothic"/>
              </a:defRPr>
            </a:lvl8pPr>
            <a:lvl9pPr>
              <a:buNone/>
              <a:defRPr sz="2400" b="0">
                <a:solidFill>
                  <a:srgbClr val="263D4D"/>
                </a:solidFill>
                <a:latin typeface="Yu Gothic"/>
                <a:ea typeface="Yu Gothic"/>
                <a:cs typeface="Yu Gothic"/>
              </a:defRPr>
            </a:lvl9pPr>
          </a:lstStyle>
          <a:p xmlns:a="http://schemas.openxmlformats.org/drawingml/2006/main">
            <a:pPr>
              <a:buNone/>
              <a:defRPr sz="2400" b="0">
                <a:solidFill>
                  <a:srgbClr val="263D4D"/>
                </a:solidFill>
                <a:latin typeface="Yu Gothic"/>
                <a:ea typeface="Yu Gothic"/>
                <a:cs typeface="Yu Gothic"/>
              </a:defRPr>
            </a:pPr>
            <a:r>
              <a:rPr sz="2400" b="0">
                <a:solidFill>
                  <a:srgbClr val="263D4D"/>
                </a:solidFill>
                <a:latin typeface="Yu Gothic"/>
                <a:ea typeface="Yu Gothic"/>
                <a:cs typeface="Yu Gothic"/>
              </a:rPr>
              <a:t>たわみ：F ≤ 48EIδ許容/L³ = 360 N</a:t>
            </a:r>
          </a:p>
        </p:txBody>
      </p:sp>
      <p:sp>
        <p:nvSpPr>
          <p:cNvPr id="13" name="">
            <a:extLst xmlns:a="http://schemas.openxmlformats.org/drawingml/2006/main">
              <a:ext uri="{FF2B5EF4-FFF2-40B4-BE49-F238E27FC236}">
                <a16:creationId xmlns:a16="http://schemas.microsoft.com/office/drawing/2014/main" id="{99CA0E5D-6B71-4835-A11F-D8C13295593C}"/>
              </a:ext>
            </a:extLst>
          </p:cNvPr>
          <p:cNvSpPr>
            <a:spLocks xmlns:a="http://schemas.openxmlformats.org/drawingml/2006/main" noGrp="1"/>
          </p:cNvSpPr>
          <p:nvPr/>
        </p:nvSpPr>
        <p:spPr>
          <a:xfrm xmlns:a="http://schemas.openxmlformats.org/drawingml/2006/main">
            <a:off x="1619250" y="4476750"/>
            <a:ext cx="9144000" cy="9525"/>
          </a:xfrm>
          <a:custGeom xmlns:a="http://schemas.openxmlformats.org/drawingml/2006/main">
            <a:pathLst>
              <a:path w="9144000" h="9525">
                <a:moveTo>
                  <a:pt x="0" y="0"/>
                </a:moveTo>
                <a:lnTo>
                  <a:pt x="9144000" y="0"/>
                </a:lnTo>
              </a:path>
            </a:pathLst>
          </a:custGeom>
          <a:noFill xmlns:a="http://schemas.openxmlformats.org/drawingml/2006/main"/>
          <a:ln xmlns:a="http://schemas.openxmlformats.org/drawingml/2006/main" w="19050">
            <a:solidFill>
              <a:srgbClr val="71818B"/>
            </a:solidFill>
          </a:ln>
        </p:spPr>
      </p:sp>
      <p:sp>
        <p:nvSpPr>
          <p:cNvPr id="14" name="">
            <a:extLst xmlns:a="http://schemas.openxmlformats.org/drawingml/2006/main">
              <a:ext uri="{FF2B5EF4-FFF2-40B4-BE49-F238E27FC236}">
                <a16:creationId xmlns:a16="http://schemas.microsoft.com/office/drawing/2014/main" id="{37FDDADA-C6C9-46A8-AE26-A57BE4651399}"/>
              </a:ext>
            </a:extLst>
          </p:cNvPr>
          <p:cNvSpPr>
            <a:spLocks xmlns:a="http://schemas.openxmlformats.org/drawingml/2006/main" noGrp="1"/>
          </p:cNvSpPr>
          <p:nvPr/>
        </p:nvSpPr>
        <p:spPr>
          <a:xfrm xmlns:a="http://schemas.openxmlformats.org/drawingml/2006/main">
            <a:off x="10677525" y="4440746"/>
            <a:ext cx="85725" cy="72009"/>
          </a:xfrm>
          <a:custGeom xmlns:a="http://schemas.openxmlformats.org/drawingml/2006/main">
            <a:pathLst>
              <a:path w="85725" h="72009">
                <a:moveTo>
                  <a:pt x="85725" y="36004"/>
                </a:moveTo>
                <a:lnTo>
                  <a:pt x="0" y="0"/>
                </a:lnTo>
                <a:lnTo>
                  <a:pt x="0" y="72009"/>
                </a:lnTo>
                <a:close/>
              </a:path>
            </a:pathLst>
          </a:custGeom>
          <a:solidFill xmlns:a="http://schemas.openxmlformats.org/drawingml/2006/main">
            <a:srgbClr val="71818B"/>
          </a:solidFill>
          <a:ln xmlns:a="http://schemas.openxmlformats.org/drawingml/2006/main" w="4763">
            <a:solidFill>
              <a:srgbClr val="71818B"/>
            </a:solidFill>
          </a:ln>
        </p:spPr>
      </p:sp>
      <p:sp>
        <p:nvSpPr>
          <p:cNvPr id="15" name="">
            <a:extLst xmlns:a="http://schemas.openxmlformats.org/drawingml/2006/main">
              <a:ext uri="{FF2B5EF4-FFF2-40B4-BE49-F238E27FC236}">
                <a16:creationId xmlns:a16="http://schemas.microsoft.com/office/drawing/2014/main" id="{93979815-C281-46A2-9717-7DF21D9026BB}"/>
              </a:ext>
            </a:extLst>
          </p:cNvPr>
          <p:cNvSpPr>
            <a:spLocks xmlns:a="http://schemas.openxmlformats.org/drawingml/2006/main" noGrp="1"/>
          </p:cNvSpPr>
          <p:nvPr/>
        </p:nvSpPr>
        <p:spPr>
          <a:xfrm xmlns:a="http://schemas.openxmlformats.org/drawingml/2006/main">
            <a:off x="1619250" y="4476750"/>
            <a:ext cx="8229600" cy="9525"/>
          </a:xfrm>
          <a:custGeom xmlns:a="http://schemas.openxmlformats.org/drawingml/2006/main">
            <a:pathLst>
              <a:path w="8229600" h="9525">
                <a:moveTo>
                  <a:pt x="0" y="0"/>
                </a:moveTo>
                <a:lnTo>
                  <a:pt x="8229600" y="0"/>
                </a:lnTo>
              </a:path>
            </a:pathLst>
          </a:custGeom>
          <a:noFill xmlns:a="http://schemas.openxmlformats.org/drawingml/2006/main"/>
          <a:ln xmlns:a="http://schemas.openxmlformats.org/drawingml/2006/main" w="104775">
            <a:solidFill>
              <a:srgbClr val="087E8B"/>
            </a:solidFill>
          </a:ln>
        </p:spPr>
      </p:sp>
      <p:sp>
        <p:nvSpPr>
          <p:cNvPr id="16" name="">
            <a:extLst xmlns:a="http://schemas.openxmlformats.org/drawingml/2006/main">
              <a:ext uri="{FF2B5EF4-FFF2-40B4-BE49-F238E27FC236}">
                <a16:creationId xmlns:a16="http://schemas.microsoft.com/office/drawing/2014/main" id="{D63BC070-F9E2-4745-89DA-B2CCEC0E4F4B}"/>
              </a:ext>
            </a:extLst>
          </p:cNvPr>
          <p:cNvSpPr>
            <a:spLocks xmlns:a="http://schemas.openxmlformats.org/drawingml/2006/main" noGrp="1"/>
          </p:cNvSpPr>
          <p:nvPr/>
        </p:nvSpPr>
        <p:spPr>
          <a:xfrm xmlns:a="http://schemas.openxmlformats.org/drawingml/2006/main">
            <a:off x="1619250" y="4305300"/>
            <a:ext cx="9525" cy="342900"/>
          </a:xfrm>
          <a:custGeom xmlns:a="http://schemas.openxmlformats.org/drawingml/2006/main">
            <a:pathLst>
              <a:path w="9525" h="342900">
                <a:moveTo>
                  <a:pt x="0" y="0"/>
                </a:moveTo>
                <a:lnTo>
                  <a:pt x="0" y="342900"/>
                </a:lnTo>
              </a:path>
            </a:pathLst>
          </a:custGeom>
          <a:noFill xmlns:a="http://schemas.openxmlformats.org/drawingml/2006/main"/>
          <a:ln xmlns:a="http://schemas.openxmlformats.org/drawingml/2006/main" w="19050">
            <a:solidFill>
              <a:srgbClr val="2876A8"/>
            </a:solidFill>
          </a:ln>
        </p:spPr>
      </p:sp>
      <p:sp>
        <p:nvSpPr>
          <p:cNvPr id="17" name="">
            <a:extLst xmlns:a="http://schemas.openxmlformats.org/drawingml/2006/main">
              <a:ext uri="{FF2B5EF4-FFF2-40B4-BE49-F238E27FC236}">
                <a16:creationId xmlns:a16="http://schemas.microsoft.com/office/drawing/2014/main" id="{77EBF934-13A3-4C76-9FCB-51644A8D1402}"/>
              </a:ext>
            </a:extLst>
          </p:cNvPr>
          <p:cNvSpPr>
            <a:spLocks xmlns:a="http://schemas.openxmlformats.org/drawingml/2006/main" noGrp="1"/>
          </p:cNvSpPr>
          <p:nvPr/>
        </p:nvSpPr>
        <p:spPr>
          <a:xfrm xmlns:a="http://schemas.openxmlformats.org/drawingml/2006/main">
            <a:off x="1095375" y="468630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876A8"/>
                </a:solidFill>
                <a:latin typeface="Yu Gothic"/>
                <a:ea typeface="Yu Gothic"/>
                <a:cs typeface="Yu Gothic"/>
              </a:defRPr>
            </a:defPPr>
            <a:lvl1pPr>
              <a:buNone/>
              <a:defRPr sz="2025" b="1">
                <a:solidFill>
                  <a:srgbClr val="2876A8"/>
                </a:solidFill>
                <a:latin typeface="Yu Gothic"/>
                <a:ea typeface="Yu Gothic"/>
                <a:cs typeface="Yu Gothic"/>
              </a:defRPr>
            </a:lvl1pPr>
            <a:lvl2pPr>
              <a:buNone/>
              <a:defRPr sz="2025" b="1">
                <a:solidFill>
                  <a:srgbClr val="2876A8"/>
                </a:solidFill>
                <a:latin typeface="Yu Gothic"/>
                <a:ea typeface="Yu Gothic"/>
                <a:cs typeface="Yu Gothic"/>
              </a:defRPr>
            </a:lvl2pPr>
            <a:lvl3pPr>
              <a:buNone/>
              <a:defRPr sz="2025" b="1">
                <a:solidFill>
                  <a:srgbClr val="2876A8"/>
                </a:solidFill>
                <a:latin typeface="Yu Gothic"/>
                <a:ea typeface="Yu Gothic"/>
                <a:cs typeface="Yu Gothic"/>
              </a:defRPr>
            </a:lvl3pPr>
            <a:lvl4pPr>
              <a:buNone/>
              <a:defRPr sz="2025" b="1">
                <a:solidFill>
                  <a:srgbClr val="2876A8"/>
                </a:solidFill>
                <a:latin typeface="Yu Gothic"/>
                <a:ea typeface="Yu Gothic"/>
                <a:cs typeface="Yu Gothic"/>
              </a:defRPr>
            </a:lvl4pPr>
            <a:lvl5pPr>
              <a:buNone/>
              <a:defRPr sz="2025" b="1">
                <a:solidFill>
                  <a:srgbClr val="2876A8"/>
                </a:solidFill>
                <a:latin typeface="Yu Gothic"/>
                <a:ea typeface="Yu Gothic"/>
                <a:cs typeface="Yu Gothic"/>
              </a:defRPr>
            </a:lvl5pPr>
            <a:lvl6pPr>
              <a:buNone/>
              <a:defRPr sz="2025" b="1">
                <a:solidFill>
                  <a:srgbClr val="2876A8"/>
                </a:solidFill>
                <a:latin typeface="Yu Gothic"/>
                <a:ea typeface="Yu Gothic"/>
                <a:cs typeface="Yu Gothic"/>
              </a:defRPr>
            </a:lvl6pPr>
            <a:lvl7pPr>
              <a:buNone/>
              <a:defRPr sz="2025" b="1">
                <a:solidFill>
                  <a:srgbClr val="2876A8"/>
                </a:solidFill>
                <a:latin typeface="Yu Gothic"/>
                <a:ea typeface="Yu Gothic"/>
                <a:cs typeface="Yu Gothic"/>
              </a:defRPr>
            </a:lvl7pPr>
            <a:lvl8pPr>
              <a:buNone/>
              <a:defRPr sz="2025" b="1">
                <a:solidFill>
                  <a:srgbClr val="2876A8"/>
                </a:solidFill>
                <a:latin typeface="Yu Gothic"/>
                <a:ea typeface="Yu Gothic"/>
                <a:cs typeface="Yu Gothic"/>
              </a:defRPr>
            </a:lvl8pPr>
            <a:lvl9pPr>
              <a:buNone/>
              <a:defRPr sz="2025" b="1">
                <a:solidFill>
                  <a:srgbClr val="2876A8"/>
                </a:solidFill>
                <a:latin typeface="Yu Gothic"/>
                <a:ea typeface="Yu Gothic"/>
                <a:cs typeface="Yu Gothic"/>
              </a:defRPr>
            </a:lvl9pPr>
          </a:lstStyle>
          <a:p xmlns:a="http://schemas.openxmlformats.org/drawingml/2006/main">
            <a:pP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0</a:t>
            </a:r>
          </a:p>
        </p:txBody>
      </p:sp>
      <p:sp>
        <p:nvSpPr>
          <p:cNvPr id="18" name="">
            <a:extLst xmlns:a="http://schemas.openxmlformats.org/drawingml/2006/main">
              <a:ext uri="{FF2B5EF4-FFF2-40B4-BE49-F238E27FC236}">
                <a16:creationId xmlns:a16="http://schemas.microsoft.com/office/drawing/2014/main" id="{4649A0D4-ABC9-4566-8153-1CC52E111D27}"/>
              </a:ext>
            </a:extLst>
          </p:cNvPr>
          <p:cNvSpPr>
            <a:spLocks xmlns:a="http://schemas.openxmlformats.org/drawingml/2006/main" noGrp="1"/>
          </p:cNvSpPr>
          <p:nvPr/>
        </p:nvSpPr>
        <p:spPr>
          <a:xfrm xmlns:a="http://schemas.openxmlformats.org/drawingml/2006/main">
            <a:off x="9848850" y="4305300"/>
            <a:ext cx="9525" cy="342900"/>
          </a:xfrm>
          <a:custGeom xmlns:a="http://schemas.openxmlformats.org/drawingml/2006/main">
            <a:pathLst>
              <a:path w="9525" h="342900">
                <a:moveTo>
                  <a:pt x="0" y="0"/>
                </a:moveTo>
                <a:lnTo>
                  <a:pt x="0" y="342900"/>
                </a:lnTo>
              </a:path>
            </a:pathLst>
          </a:custGeom>
          <a:noFill xmlns:a="http://schemas.openxmlformats.org/drawingml/2006/main"/>
          <a:ln xmlns:a="http://schemas.openxmlformats.org/drawingml/2006/main" w="19050">
            <a:solidFill>
              <a:srgbClr val="2876A8"/>
            </a:solidFill>
          </a:ln>
        </p:spPr>
      </p:sp>
      <p:sp>
        <p:nvSpPr>
          <p:cNvPr id="19" name="">
            <a:extLst xmlns:a="http://schemas.openxmlformats.org/drawingml/2006/main">
              <a:ext uri="{FF2B5EF4-FFF2-40B4-BE49-F238E27FC236}">
                <a16:creationId xmlns:a16="http://schemas.microsoft.com/office/drawing/2014/main" id="{785AC344-465C-4F37-964D-D63CC6AC8C1B}"/>
              </a:ext>
            </a:extLst>
          </p:cNvPr>
          <p:cNvSpPr>
            <a:spLocks xmlns:a="http://schemas.openxmlformats.org/drawingml/2006/main" noGrp="1"/>
          </p:cNvSpPr>
          <p:nvPr/>
        </p:nvSpPr>
        <p:spPr>
          <a:xfrm xmlns:a="http://schemas.openxmlformats.org/drawingml/2006/main">
            <a:off x="9324975" y="468630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876A8"/>
                </a:solidFill>
                <a:latin typeface="Yu Gothic"/>
                <a:ea typeface="Yu Gothic"/>
                <a:cs typeface="Yu Gothic"/>
              </a:defRPr>
            </a:defPPr>
            <a:lvl1pPr>
              <a:buNone/>
              <a:defRPr sz="2025" b="1">
                <a:solidFill>
                  <a:srgbClr val="2876A8"/>
                </a:solidFill>
                <a:latin typeface="Yu Gothic"/>
                <a:ea typeface="Yu Gothic"/>
                <a:cs typeface="Yu Gothic"/>
              </a:defRPr>
            </a:lvl1pPr>
            <a:lvl2pPr>
              <a:buNone/>
              <a:defRPr sz="2025" b="1">
                <a:solidFill>
                  <a:srgbClr val="2876A8"/>
                </a:solidFill>
                <a:latin typeface="Yu Gothic"/>
                <a:ea typeface="Yu Gothic"/>
                <a:cs typeface="Yu Gothic"/>
              </a:defRPr>
            </a:lvl2pPr>
            <a:lvl3pPr>
              <a:buNone/>
              <a:defRPr sz="2025" b="1">
                <a:solidFill>
                  <a:srgbClr val="2876A8"/>
                </a:solidFill>
                <a:latin typeface="Yu Gothic"/>
                <a:ea typeface="Yu Gothic"/>
                <a:cs typeface="Yu Gothic"/>
              </a:defRPr>
            </a:lvl3pPr>
            <a:lvl4pPr>
              <a:buNone/>
              <a:defRPr sz="2025" b="1">
                <a:solidFill>
                  <a:srgbClr val="2876A8"/>
                </a:solidFill>
                <a:latin typeface="Yu Gothic"/>
                <a:ea typeface="Yu Gothic"/>
                <a:cs typeface="Yu Gothic"/>
              </a:defRPr>
            </a:lvl4pPr>
            <a:lvl5pPr>
              <a:buNone/>
              <a:defRPr sz="2025" b="1">
                <a:solidFill>
                  <a:srgbClr val="2876A8"/>
                </a:solidFill>
                <a:latin typeface="Yu Gothic"/>
                <a:ea typeface="Yu Gothic"/>
                <a:cs typeface="Yu Gothic"/>
              </a:defRPr>
            </a:lvl5pPr>
            <a:lvl6pPr>
              <a:buNone/>
              <a:defRPr sz="2025" b="1">
                <a:solidFill>
                  <a:srgbClr val="2876A8"/>
                </a:solidFill>
                <a:latin typeface="Yu Gothic"/>
                <a:ea typeface="Yu Gothic"/>
                <a:cs typeface="Yu Gothic"/>
              </a:defRPr>
            </a:lvl6pPr>
            <a:lvl7pPr>
              <a:buNone/>
              <a:defRPr sz="2025" b="1">
                <a:solidFill>
                  <a:srgbClr val="2876A8"/>
                </a:solidFill>
                <a:latin typeface="Yu Gothic"/>
                <a:ea typeface="Yu Gothic"/>
                <a:cs typeface="Yu Gothic"/>
              </a:defRPr>
            </a:lvl7pPr>
            <a:lvl8pPr>
              <a:buNone/>
              <a:defRPr sz="2025" b="1">
                <a:solidFill>
                  <a:srgbClr val="2876A8"/>
                </a:solidFill>
                <a:latin typeface="Yu Gothic"/>
                <a:ea typeface="Yu Gothic"/>
                <a:cs typeface="Yu Gothic"/>
              </a:defRPr>
            </a:lvl8pPr>
            <a:lvl9pPr>
              <a:buNone/>
              <a:defRPr sz="2025" b="1">
                <a:solidFill>
                  <a:srgbClr val="2876A8"/>
                </a:solidFill>
                <a:latin typeface="Yu Gothic"/>
                <a:ea typeface="Yu Gothic"/>
                <a:cs typeface="Yu Gothic"/>
              </a:defRPr>
            </a:lvl9pPr>
          </a:lstStyle>
          <a:p xmlns:a="http://schemas.openxmlformats.org/drawingml/2006/main">
            <a:pP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360 N</a:t>
            </a:r>
          </a:p>
        </p:txBody>
      </p:sp>
      <p:sp>
        <p:nvSpPr>
          <p:cNvPr id="20" name="">
            <a:extLst xmlns:a="http://schemas.openxmlformats.org/drawingml/2006/main">
              <a:ext uri="{FF2B5EF4-FFF2-40B4-BE49-F238E27FC236}">
                <a16:creationId xmlns:a16="http://schemas.microsoft.com/office/drawing/2014/main" id="{AEC652F6-D6B0-4446-B1CD-6E0B25FA382D}"/>
              </a:ext>
            </a:extLst>
          </p:cNvPr>
          <p:cNvSpPr>
            <a:spLocks xmlns:a="http://schemas.openxmlformats.org/drawingml/2006/main" noGrp="1"/>
          </p:cNvSpPr>
          <p:nvPr/>
        </p:nvSpPr>
        <p:spPr>
          <a:xfrm xmlns:a="http://schemas.openxmlformats.org/drawingml/2006/main">
            <a:off x="4286250" y="5143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087E8B"/>
                </a:solidFill>
                <a:latin typeface="Yu Gothic"/>
                <a:ea typeface="Yu Gothic"/>
                <a:cs typeface="Yu Gothic"/>
              </a:defRPr>
            </a:defPPr>
            <a:lvl1pPr>
              <a:buNone/>
              <a:defRPr sz="2400" b="1">
                <a:solidFill>
                  <a:srgbClr val="087E8B"/>
                </a:solidFill>
                <a:latin typeface="Yu Gothic"/>
                <a:ea typeface="Yu Gothic"/>
                <a:cs typeface="Yu Gothic"/>
              </a:defRPr>
            </a:lvl1pPr>
            <a:lvl2pPr>
              <a:buNone/>
              <a:defRPr sz="2400" b="1">
                <a:solidFill>
                  <a:srgbClr val="087E8B"/>
                </a:solidFill>
                <a:latin typeface="Yu Gothic"/>
                <a:ea typeface="Yu Gothic"/>
                <a:cs typeface="Yu Gothic"/>
              </a:defRPr>
            </a:lvl2pPr>
            <a:lvl3pPr>
              <a:buNone/>
              <a:defRPr sz="2400" b="1">
                <a:solidFill>
                  <a:srgbClr val="087E8B"/>
                </a:solidFill>
                <a:latin typeface="Yu Gothic"/>
                <a:ea typeface="Yu Gothic"/>
                <a:cs typeface="Yu Gothic"/>
              </a:defRPr>
            </a:lvl3pPr>
            <a:lvl4pPr>
              <a:buNone/>
              <a:defRPr sz="2400" b="1">
                <a:solidFill>
                  <a:srgbClr val="087E8B"/>
                </a:solidFill>
                <a:latin typeface="Yu Gothic"/>
                <a:ea typeface="Yu Gothic"/>
                <a:cs typeface="Yu Gothic"/>
              </a:defRPr>
            </a:lvl4pPr>
            <a:lvl5pPr>
              <a:buNone/>
              <a:defRPr sz="2400" b="1">
                <a:solidFill>
                  <a:srgbClr val="087E8B"/>
                </a:solidFill>
                <a:latin typeface="Yu Gothic"/>
                <a:ea typeface="Yu Gothic"/>
                <a:cs typeface="Yu Gothic"/>
              </a:defRPr>
            </a:lvl5pPr>
            <a:lvl6pPr>
              <a:buNone/>
              <a:defRPr sz="2400" b="1">
                <a:solidFill>
                  <a:srgbClr val="087E8B"/>
                </a:solidFill>
                <a:latin typeface="Yu Gothic"/>
                <a:ea typeface="Yu Gothic"/>
                <a:cs typeface="Yu Gothic"/>
              </a:defRPr>
            </a:lvl6pPr>
            <a:lvl7pPr>
              <a:buNone/>
              <a:defRPr sz="2400" b="1">
                <a:solidFill>
                  <a:srgbClr val="087E8B"/>
                </a:solidFill>
                <a:latin typeface="Yu Gothic"/>
                <a:ea typeface="Yu Gothic"/>
                <a:cs typeface="Yu Gothic"/>
              </a:defRPr>
            </a:lvl7pPr>
            <a:lvl8pPr>
              <a:buNone/>
              <a:defRPr sz="2400" b="1">
                <a:solidFill>
                  <a:srgbClr val="087E8B"/>
                </a:solidFill>
                <a:latin typeface="Yu Gothic"/>
                <a:ea typeface="Yu Gothic"/>
                <a:cs typeface="Yu Gothic"/>
              </a:defRPr>
            </a:lvl8pPr>
            <a:lvl9pPr>
              <a:buNone/>
              <a:defRPr sz="2400" b="1">
                <a:solidFill>
                  <a:srgbClr val="087E8B"/>
                </a:solidFill>
                <a:latin typeface="Yu Gothic"/>
                <a:ea typeface="Yu Gothic"/>
                <a:cs typeface="Yu Gothic"/>
              </a:defRPr>
            </a:lvl9pPr>
          </a:lstStyle>
          <a:p xmlns:a="http://schemas.openxmlformats.org/drawingml/2006/main">
            <a:pPr>
              <a:buNone/>
              <a:defRPr sz="2400" b="1">
                <a:solidFill>
                  <a:srgbClr val="087E8B"/>
                </a:solidFill>
                <a:latin typeface="Yu Gothic"/>
                <a:ea typeface="Yu Gothic"/>
                <a:cs typeface="Yu Gothic"/>
              </a:defRPr>
            </a:pPr>
            <a:r>
              <a:rPr sz="2400" b="1">
                <a:solidFill>
                  <a:srgbClr val="087E8B"/>
                </a:solidFill>
                <a:latin typeface="Yu Gothic"/>
                <a:ea typeface="Yu Gothic"/>
                <a:cs typeface="Yu Gothic"/>
              </a:rPr>
              <a:t>二つの上限が一致</a:t>
            </a:r>
          </a:p>
        </p:txBody>
      </p:sp>
      <p:sp>
        <p:nvSpPr>
          <p:cNvPr id="21" name="">
            <a:extLst xmlns:a="http://schemas.openxmlformats.org/drawingml/2006/main">
              <a:ext uri="{FF2B5EF4-FFF2-40B4-BE49-F238E27FC236}">
                <a16:creationId xmlns:a16="http://schemas.microsoft.com/office/drawing/2014/main" id="{EAF79364-18D9-42E2-9E77-2AA55C4E0270}"/>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第19画面の寸法とEに限ったモデル値。実際の物性値や接合条件を満たすかは別に確認する。</a:t>
            </a:r>
          </a:p>
        </p:txBody>
      </p:sp>
    </p:spTree>
    <p:extLst>
      <p:ext uri="{BB962C8B-B14F-4D97-AF65-F5344CB8AC3E}">
        <p14:creationId xmlns:p14="http://schemas.microsoft.com/office/powerpoint/2010/main" val="7477359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A48728-11B7-4E8F-9002-376FC1B3E49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演習：たわみの条件が厳しくなったら</a:t>
            </a:r>
          </a:p>
        </p:txBody>
      </p:sp>
      <p:sp>
        <p:nvSpPr>
          <p:cNvPr id="2" name="">
            <a:extLst xmlns:a="http://schemas.openxmlformats.org/drawingml/2006/main">
              <a:ext uri="{FF2B5EF4-FFF2-40B4-BE49-F238E27FC236}">
                <a16:creationId xmlns:a16="http://schemas.microsoft.com/office/drawing/2014/main" id="{3DB27EE9-D199-4DF2-9211-18C7C0FAE62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4B88C721-41D6-4552-8A21-069607613F9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2F8B218A-7A06-453C-9726-825868844DE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52</a:t>
            </a:r>
          </a:p>
        </p:txBody>
      </p:sp>
      <p:sp>
        <p:nvSpPr>
          <p:cNvPr id="10" name="">
            <a:extLst xmlns:a="http://schemas.openxmlformats.org/drawingml/2006/main">
              <a:ext uri="{FF2B5EF4-FFF2-40B4-BE49-F238E27FC236}">
                <a16:creationId xmlns:a16="http://schemas.microsoft.com/office/drawing/2014/main" id="{D9E4831A-FC26-4088-99BF-0914BC41FDDD}"/>
              </a:ext>
            </a:extLst>
          </p:cNvPr>
          <p:cNvSpPr>
            <a:spLocks xmlns:a="http://schemas.openxmlformats.org/drawingml/2006/main" noGrp="1"/>
          </p:cNvSpPr>
          <p:nvPr/>
        </p:nvSpPr>
        <p:spPr>
          <a:xfrm xmlns:a="http://schemas.openxmlformats.org/drawingml/2006/main">
            <a:off x="809625" y="1524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許容応力6 MPaは同じ</a:t>
            </a:r>
          </a:p>
        </p:txBody>
      </p:sp>
      <p:sp>
        <p:nvSpPr>
          <p:cNvPr id="11" name="">
            <a:extLst xmlns:a="http://schemas.openxmlformats.org/drawingml/2006/main">
              <a:ext uri="{FF2B5EF4-FFF2-40B4-BE49-F238E27FC236}">
                <a16:creationId xmlns:a16="http://schemas.microsoft.com/office/drawing/2014/main" id="{2B9928BE-B07A-4834-A24C-8D45B63E88C7}"/>
              </a:ext>
            </a:extLst>
          </p:cNvPr>
          <p:cNvSpPr>
            <a:spLocks xmlns:a="http://schemas.openxmlformats.org/drawingml/2006/main" noGrp="1"/>
          </p:cNvSpPr>
          <p:nvPr/>
        </p:nvSpPr>
        <p:spPr>
          <a:xfrm xmlns:a="http://schemas.openxmlformats.org/drawingml/2006/main">
            <a:off x="809625" y="20955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63D4D"/>
                </a:solidFill>
                <a:latin typeface="Yu Gothic"/>
                <a:ea typeface="Yu Gothic"/>
                <a:cs typeface="Yu Gothic"/>
              </a:defRPr>
            </a:defPPr>
            <a:lvl1pPr>
              <a:buNone/>
              <a:defRPr sz="2400" b="0">
                <a:solidFill>
                  <a:srgbClr val="263D4D"/>
                </a:solidFill>
                <a:latin typeface="Yu Gothic"/>
                <a:ea typeface="Yu Gothic"/>
                <a:cs typeface="Yu Gothic"/>
              </a:defRPr>
            </a:lvl1pPr>
            <a:lvl2pPr>
              <a:buNone/>
              <a:defRPr sz="2400" b="0">
                <a:solidFill>
                  <a:srgbClr val="263D4D"/>
                </a:solidFill>
                <a:latin typeface="Yu Gothic"/>
                <a:ea typeface="Yu Gothic"/>
                <a:cs typeface="Yu Gothic"/>
              </a:defRPr>
            </a:lvl2pPr>
            <a:lvl3pPr>
              <a:buNone/>
              <a:defRPr sz="2400" b="0">
                <a:solidFill>
                  <a:srgbClr val="263D4D"/>
                </a:solidFill>
                <a:latin typeface="Yu Gothic"/>
                <a:ea typeface="Yu Gothic"/>
                <a:cs typeface="Yu Gothic"/>
              </a:defRPr>
            </a:lvl3pPr>
            <a:lvl4pPr>
              <a:buNone/>
              <a:defRPr sz="2400" b="0">
                <a:solidFill>
                  <a:srgbClr val="263D4D"/>
                </a:solidFill>
                <a:latin typeface="Yu Gothic"/>
                <a:ea typeface="Yu Gothic"/>
                <a:cs typeface="Yu Gothic"/>
              </a:defRPr>
            </a:lvl4pPr>
            <a:lvl5pPr>
              <a:buNone/>
              <a:defRPr sz="2400" b="0">
                <a:solidFill>
                  <a:srgbClr val="263D4D"/>
                </a:solidFill>
                <a:latin typeface="Yu Gothic"/>
                <a:ea typeface="Yu Gothic"/>
                <a:cs typeface="Yu Gothic"/>
              </a:defRPr>
            </a:lvl5pPr>
            <a:lvl6pPr>
              <a:buNone/>
              <a:defRPr sz="2400" b="0">
                <a:solidFill>
                  <a:srgbClr val="263D4D"/>
                </a:solidFill>
                <a:latin typeface="Yu Gothic"/>
                <a:ea typeface="Yu Gothic"/>
                <a:cs typeface="Yu Gothic"/>
              </a:defRPr>
            </a:lvl6pPr>
            <a:lvl7pPr>
              <a:buNone/>
              <a:defRPr sz="2400" b="0">
                <a:solidFill>
                  <a:srgbClr val="263D4D"/>
                </a:solidFill>
                <a:latin typeface="Yu Gothic"/>
                <a:ea typeface="Yu Gothic"/>
                <a:cs typeface="Yu Gothic"/>
              </a:defRPr>
            </a:lvl7pPr>
            <a:lvl8pPr>
              <a:buNone/>
              <a:defRPr sz="2400" b="0">
                <a:solidFill>
                  <a:srgbClr val="263D4D"/>
                </a:solidFill>
                <a:latin typeface="Yu Gothic"/>
                <a:ea typeface="Yu Gothic"/>
                <a:cs typeface="Yu Gothic"/>
              </a:defRPr>
            </a:lvl8pPr>
            <a:lvl9pPr>
              <a:buNone/>
              <a:defRPr sz="2400" b="0">
                <a:solidFill>
                  <a:srgbClr val="263D4D"/>
                </a:solidFill>
                <a:latin typeface="Yu Gothic"/>
                <a:ea typeface="Yu Gothic"/>
                <a:cs typeface="Yu Gothic"/>
              </a:defRPr>
            </a:lvl9pPr>
          </a:lstStyle>
          <a:p xmlns:a="http://schemas.openxmlformats.org/drawingml/2006/main">
            <a:pPr>
              <a:buNone/>
              <a:defRPr sz="2400" b="0">
                <a:solidFill>
                  <a:srgbClr val="263D4D"/>
                </a:solidFill>
                <a:latin typeface="Yu Gothic"/>
                <a:ea typeface="Yu Gothic"/>
                <a:cs typeface="Yu Gothic"/>
              </a:defRPr>
            </a:pPr>
            <a:r>
              <a:rPr sz="2400" b="0">
                <a:solidFill>
                  <a:srgbClr val="263D4D"/>
                </a:solidFill>
                <a:latin typeface="Yu Gothic"/>
                <a:ea typeface="Yu Gothic"/>
                <a:cs typeface="Yu Gothic"/>
              </a:rPr>
              <a:t>許容たわみだけを2 mmから1 mmへ</a:t>
            </a:r>
          </a:p>
        </p:txBody>
      </p:sp>
      <p:sp>
        <p:nvSpPr>
          <p:cNvPr id="12" name="">
            <a:extLst xmlns:a="http://schemas.openxmlformats.org/drawingml/2006/main">
              <a:ext uri="{FF2B5EF4-FFF2-40B4-BE49-F238E27FC236}">
                <a16:creationId xmlns:a16="http://schemas.microsoft.com/office/drawing/2014/main" id="{F2DADF50-E99B-4B59-B15A-996669A2382B}"/>
              </a:ext>
            </a:extLst>
          </p:cNvPr>
          <p:cNvSpPr>
            <a:spLocks xmlns:a="http://schemas.openxmlformats.org/drawingml/2006/main" noGrp="1"/>
          </p:cNvSpPr>
          <p:nvPr/>
        </p:nvSpPr>
        <p:spPr>
          <a:xfrm xmlns:a="http://schemas.openxmlformats.org/drawingml/2006/main">
            <a:off x="1666875"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13" name="">
            <a:extLst xmlns:a="http://schemas.openxmlformats.org/drawingml/2006/main">
              <a:ext uri="{FF2B5EF4-FFF2-40B4-BE49-F238E27FC236}">
                <a16:creationId xmlns:a16="http://schemas.microsoft.com/office/drawing/2014/main" id="{83042B3A-C8BB-42F5-84AF-0C70F1C543BC}"/>
              </a:ext>
            </a:extLst>
          </p:cNvPr>
          <p:cNvSpPr>
            <a:spLocks xmlns:a="http://schemas.openxmlformats.org/drawingml/2006/main" noGrp="1"/>
          </p:cNvSpPr>
          <p:nvPr/>
        </p:nvSpPr>
        <p:spPr>
          <a:xfrm xmlns:a="http://schemas.openxmlformats.org/drawingml/2006/main">
            <a:off x="1798377"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14" name="">
            <a:extLst xmlns:a="http://schemas.openxmlformats.org/drawingml/2006/main">
              <a:ext uri="{FF2B5EF4-FFF2-40B4-BE49-F238E27FC236}">
                <a16:creationId xmlns:a16="http://schemas.microsoft.com/office/drawing/2014/main" id="{83609554-FAC4-476F-A073-B123CDF992F0}"/>
              </a:ext>
            </a:extLst>
          </p:cNvPr>
          <p:cNvSpPr>
            <a:spLocks xmlns:a="http://schemas.openxmlformats.org/drawingml/2006/main" noGrp="1"/>
          </p:cNvSpPr>
          <p:nvPr/>
        </p:nvSpPr>
        <p:spPr>
          <a:xfrm xmlns:a="http://schemas.openxmlformats.org/drawingml/2006/main">
            <a:off x="1929879"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15" name="">
            <a:extLst xmlns:a="http://schemas.openxmlformats.org/drawingml/2006/main">
              <a:ext uri="{FF2B5EF4-FFF2-40B4-BE49-F238E27FC236}">
                <a16:creationId xmlns:a16="http://schemas.microsoft.com/office/drawing/2014/main" id="{6282CD1A-132C-4E1B-ACC9-68472423B554}"/>
              </a:ext>
            </a:extLst>
          </p:cNvPr>
          <p:cNvSpPr>
            <a:spLocks xmlns:a="http://schemas.openxmlformats.org/drawingml/2006/main" noGrp="1"/>
          </p:cNvSpPr>
          <p:nvPr/>
        </p:nvSpPr>
        <p:spPr>
          <a:xfrm xmlns:a="http://schemas.openxmlformats.org/drawingml/2006/main">
            <a:off x="2061381"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16" name="">
            <a:extLst xmlns:a="http://schemas.openxmlformats.org/drawingml/2006/main">
              <a:ext uri="{FF2B5EF4-FFF2-40B4-BE49-F238E27FC236}">
                <a16:creationId xmlns:a16="http://schemas.microsoft.com/office/drawing/2014/main" id="{17F2CE41-DBD5-447B-A798-3318260FDE77}"/>
              </a:ext>
            </a:extLst>
          </p:cNvPr>
          <p:cNvSpPr>
            <a:spLocks xmlns:a="http://schemas.openxmlformats.org/drawingml/2006/main" noGrp="1"/>
          </p:cNvSpPr>
          <p:nvPr/>
        </p:nvSpPr>
        <p:spPr>
          <a:xfrm xmlns:a="http://schemas.openxmlformats.org/drawingml/2006/main">
            <a:off x="2192882"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17" name="">
            <a:extLst xmlns:a="http://schemas.openxmlformats.org/drawingml/2006/main">
              <a:ext uri="{FF2B5EF4-FFF2-40B4-BE49-F238E27FC236}">
                <a16:creationId xmlns:a16="http://schemas.microsoft.com/office/drawing/2014/main" id="{747B0101-5747-45E2-8C20-DEB479CE45F8}"/>
              </a:ext>
            </a:extLst>
          </p:cNvPr>
          <p:cNvSpPr>
            <a:spLocks xmlns:a="http://schemas.openxmlformats.org/drawingml/2006/main" noGrp="1"/>
          </p:cNvSpPr>
          <p:nvPr/>
        </p:nvSpPr>
        <p:spPr>
          <a:xfrm xmlns:a="http://schemas.openxmlformats.org/drawingml/2006/main">
            <a:off x="2324384"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18" name="">
            <a:extLst xmlns:a="http://schemas.openxmlformats.org/drawingml/2006/main">
              <a:ext uri="{FF2B5EF4-FFF2-40B4-BE49-F238E27FC236}">
                <a16:creationId xmlns:a16="http://schemas.microsoft.com/office/drawing/2014/main" id="{0657DFB5-F4FD-4366-8A44-7939CBF306D9}"/>
              </a:ext>
            </a:extLst>
          </p:cNvPr>
          <p:cNvSpPr>
            <a:spLocks xmlns:a="http://schemas.openxmlformats.org/drawingml/2006/main" noGrp="1"/>
          </p:cNvSpPr>
          <p:nvPr/>
        </p:nvSpPr>
        <p:spPr>
          <a:xfrm xmlns:a="http://schemas.openxmlformats.org/drawingml/2006/main">
            <a:off x="2455886"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19" name="">
            <a:extLst xmlns:a="http://schemas.openxmlformats.org/drawingml/2006/main">
              <a:ext uri="{FF2B5EF4-FFF2-40B4-BE49-F238E27FC236}">
                <a16:creationId xmlns:a16="http://schemas.microsoft.com/office/drawing/2014/main" id="{40EE3E4F-B64F-4073-9331-332CA4B3C759}"/>
              </a:ext>
            </a:extLst>
          </p:cNvPr>
          <p:cNvSpPr>
            <a:spLocks xmlns:a="http://schemas.openxmlformats.org/drawingml/2006/main" noGrp="1"/>
          </p:cNvSpPr>
          <p:nvPr/>
        </p:nvSpPr>
        <p:spPr>
          <a:xfrm xmlns:a="http://schemas.openxmlformats.org/drawingml/2006/main">
            <a:off x="2587388"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0" name="">
            <a:extLst xmlns:a="http://schemas.openxmlformats.org/drawingml/2006/main">
              <a:ext uri="{FF2B5EF4-FFF2-40B4-BE49-F238E27FC236}">
                <a16:creationId xmlns:a16="http://schemas.microsoft.com/office/drawing/2014/main" id="{C207C566-0391-4DE7-944C-5C7A9C50CFA4}"/>
              </a:ext>
            </a:extLst>
          </p:cNvPr>
          <p:cNvSpPr>
            <a:spLocks xmlns:a="http://schemas.openxmlformats.org/drawingml/2006/main" noGrp="1"/>
          </p:cNvSpPr>
          <p:nvPr/>
        </p:nvSpPr>
        <p:spPr>
          <a:xfrm xmlns:a="http://schemas.openxmlformats.org/drawingml/2006/main">
            <a:off x="2718890"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1" name="">
            <a:extLst xmlns:a="http://schemas.openxmlformats.org/drawingml/2006/main">
              <a:ext uri="{FF2B5EF4-FFF2-40B4-BE49-F238E27FC236}">
                <a16:creationId xmlns:a16="http://schemas.microsoft.com/office/drawing/2014/main" id="{691954D1-91C7-484A-9960-D1A25008250D}"/>
              </a:ext>
            </a:extLst>
          </p:cNvPr>
          <p:cNvSpPr>
            <a:spLocks xmlns:a="http://schemas.openxmlformats.org/drawingml/2006/main" noGrp="1"/>
          </p:cNvSpPr>
          <p:nvPr/>
        </p:nvSpPr>
        <p:spPr>
          <a:xfrm xmlns:a="http://schemas.openxmlformats.org/drawingml/2006/main">
            <a:off x="2850392"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2" name="">
            <a:extLst xmlns:a="http://schemas.openxmlformats.org/drawingml/2006/main">
              <a:ext uri="{FF2B5EF4-FFF2-40B4-BE49-F238E27FC236}">
                <a16:creationId xmlns:a16="http://schemas.microsoft.com/office/drawing/2014/main" id="{30962EB9-9870-43BB-BEC0-A147E9D6F2EB}"/>
              </a:ext>
            </a:extLst>
          </p:cNvPr>
          <p:cNvSpPr>
            <a:spLocks xmlns:a="http://schemas.openxmlformats.org/drawingml/2006/main" noGrp="1"/>
          </p:cNvSpPr>
          <p:nvPr/>
        </p:nvSpPr>
        <p:spPr>
          <a:xfrm xmlns:a="http://schemas.openxmlformats.org/drawingml/2006/main">
            <a:off x="2981894"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3" name="">
            <a:extLst xmlns:a="http://schemas.openxmlformats.org/drawingml/2006/main">
              <a:ext uri="{FF2B5EF4-FFF2-40B4-BE49-F238E27FC236}">
                <a16:creationId xmlns:a16="http://schemas.microsoft.com/office/drawing/2014/main" id="{3102E0ED-309F-4A98-AD60-854F3B8C532B}"/>
              </a:ext>
            </a:extLst>
          </p:cNvPr>
          <p:cNvSpPr>
            <a:spLocks xmlns:a="http://schemas.openxmlformats.org/drawingml/2006/main" noGrp="1"/>
          </p:cNvSpPr>
          <p:nvPr/>
        </p:nvSpPr>
        <p:spPr>
          <a:xfrm xmlns:a="http://schemas.openxmlformats.org/drawingml/2006/main">
            <a:off x="3113396"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4" name="">
            <a:extLst xmlns:a="http://schemas.openxmlformats.org/drawingml/2006/main">
              <a:ext uri="{FF2B5EF4-FFF2-40B4-BE49-F238E27FC236}">
                <a16:creationId xmlns:a16="http://schemas.microsoft.com/office/drawing/2014/main" id="{C6715E1B-065C-4040-AB94-939A700EF7DE}"/>
              </a:ext>
            </a:extLst>
          </p:cNvPr>
          <p:cNvSpPr>
            <a:spLocks xmlns:a="http://schemas.openxmlformats.org/drawingml/2006/main" noGrp="1"/>
          </p:cNvSpPr>
          <p:nvPr/>
        </p:nvSpPr>
        <p:spPr>
          <a:xfrm xmlns:a="http://schemas.openxmlformats.org/drawingml/2006/main">
            <a:off x="3244897"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5" name="">
            <a:extLst xmlns:a="http://schemas.openxmlformats.org/drawingml/2006/main">
              <a:ext uri="{FF2B5EF4-FFF2-40B4-BE49-F238E27FC236}">
                <a16:creationId xmlns:a16="http://schemas.microsoft.com/office/drawing/2014/main" id="{EAD7EE7C-B5BD-4FAC-A2A5-49F1DF65244D}"/>
              </a:ext>
            </a:extLst>
          </p:cNvPr>
          <p:cNvSpPr>
            <a:spLocks xmlns:a="http://schemas.openxmlformats.org/drawingml/2006/main" noGrp="1"/>
          </p:cNvSpPr>
          <p:nvPr/>
        </p:nvSpPr>
        <p:spPr>
          <a:xfrm xmlns:a="http://schemas.openxmlformats.org/drawingml/2006/main">
            <a:off x="3376399"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6" name="">
            <a:extLst xmlns:a="http://schemas.openxmlformats.org/drawingml/2006/main">
              <a:ext uri="{FF2B5EF4-FFF2-40B4-BE49-F238E27FC236}">
                <a16:creationId xmlns:a16="http://schemas.microsoft.com/office/drawing/2014/main" id="{0E53D73E-1CF9-4D5A-81F3-45E02AECD597}"/>
              </a:ext>
            </a:extLst>
          </p:cNvPr>
          <p:cNvSpPr>
            <a:spLocks xmlns:a="http://schemas.openxmlformats.org/drawingml/2006/main" noGrp="1"/>
          </p:cNvSpPr>
          <p:nvPr/>
        </p:nvSpPr>
        <p:spPr>
          <a:xfrm xmlns:a="http://schemas.openxmlformats.org/drawingml/2006/main">
            <a:off x="3507901"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7" name="">
            <a:extLst xmlns:a="http://schemas.openxmlformats.org/drawingml/2006/main">
              <a:ext uri="{FF2B5EF4-FFF2-40B4-BE49-F238E27FC236}">
                <a16:creationId xmlns:a16="http://schemas.microsoft.com/office/drawing/2014/main" id="{A7FF4C69-21F2-459E-811F-ADFBB9394D37}"/>
              </a:ext>
            </a:extLst>
          </p:cNvPr>
          <p:cNvSpPr>
            <a:spLocks xmlns:a="http://schemas.openxmlformats.org/drawingml/2006/main" noGrp="1"/>
          </p:cNvSpPr>
          <p:nvPr/>
        </p:nvSpPr>
        <p:spPr>
          <a:xfrm xmlns:a="http://schemas.openxmlformats.org/drawingml/2006/main">
            <a:off x="3639403"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8" name="">
            <a:extLst xmlns:a="http://schemas.openxmlformats.org/drawingml/2006/main">
              <a:ext uri="{FF2B5EF4-FFF2-40B4-BE49-F238E27FC236}">
                <a16:creationId xmlns:a16="http://schemas.microsoft.com/office/drawing/2014/main" id="{BD0B383F-0067-4BE8-AC60-C63960D7DE71}"/>
              </a:ext>
            </a:extLst>
          </p:cNvPr>
          <p:cNvSpPr>
            <a:spLocks xmlns:a="http://schemas.openxmlformats.org/drawingml/2006/main" noGrp="1"/>
          </p:cNvSpPr>
          <p:nvPr/>
        </p:nvSpPr>
        <p:spPr>
          <a:xfrm xmlns:a="http://schemas.openxmlformats.org/drawingml/2006/main">
            <a:off x="3770905"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29" name="">
            <a:extLst xmlns:a="http://schemas.openxmlformats.org/drawingml/2006/main">
              <a:ext uri="{FF2B5EF4-FFF2-40B4-BE49-F238E27FC236}">
                <a16:creationId xmlns:a16="http://schemas.microsoft.com/office/drawing/2014/main" id="{7E828BC0-DFBB-408A-895A-4069B4F0BA8C}"/>
              </a:ext>
            </a:extLst>
          </p:cNvPr>
          <p:cNvSpPr>
            <a:spLocks xmlns:a="http://schemas.openxmlformats.org/drawingml/2006/main" noGrp="1"/>
          </p:cNvSpPr>
          <p:nvPr/>
        </p:nvSpPr>
        <p:spPr>
          <a:xfrm xmlns:a="http://schemas.openxmlformats.org/drawingml/2006/main">
            <a:off x="3902407"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0" name="">
            <a:extLst xmlns:a="http://schemas.openxmlformats.org/drawingml/2006/main">
              <a:ext uri="{FF2B5EF4-FFF2-40B4-BE49-F238E27FC236}">
                <a16:creationId xmlns:a16="http://schemas.microsoft.com/office/drawing/2014/main" id="{38A1288D-BA3C-4D41-89DC-2523D168C402}"/>
              </a:ext>
            </a:extLst>
          </p:cNvPr>
          <p:cNvSpPr>
            <a:spLocks xmlns:a="http://schemas.openxmlformats.org/drawingml/2006/main" noGrp="1"/>
          </p:cNvSpPr>
          <p:nvPr/>
        </p:nvSpPr>
        <p:spPr>
          <a:xfrm xmlns:a="http://schemas.openxmlformats.org/drawingml/2006/main">
            <a:off x="4033909"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1" name="">
            <a:extLst xmlns:a="http://schemas.openxmlformats.org/drawingml/2006/main">
              <a:ext uri="{FF2B5EF4-FFF2-40B4-BE49-F238E27FC236}">
                <a16:creationId xmlns:a16="http://schemas.microsoft.com/office/drawing/2014/main" id="{09EF1FBA-76F3-49A5-BDC5-57DE75044B8B}"/>
              </a:ext>
            </a:extLst>
          </p:cNvPr>
          <p:cNvSpPr>
            <a:spLocks xmlns:a="http://schemas.openxmlformats.org/drawingml/2006/main" noGrp="1"/>
          </p:cNvSpPr>
          <p:nvPr/>
        </p:nvSpPr>
        <p:spPr>
          <a:xfrm xmlns:a="http://schemas.openxmlformats.org/drawingml/2006/main">
            <a:off x="4165410"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2" name="">
            <a:extLst xmlns:a="http://schemas.openxmlformats.org/drawingml/2006/main">
              <a:ext uri="{FF2B5EF4-FFF2-40B4-BE49-F238E27FC236}">
                <a16:creationId xmlns:a16="http://schemas.microsoft.com/office/drawing/2014/main" id="{489C5F5B-9C4C-411E-A19E-ACB6BDF85614}"/>
              </a:ext>
            </a:extLst>
          </p:cNvPr>
          <p:cNvSpPr>
            <a:spLocks xmlns:a="http://schemas.openxmlformats.org/drawingml/2006/main" noGrp="1"/>
          </p:cNvSpPr>
          <p:nvPr/>
        </p:nvSpPr>
        <p:spPr>
          <a:xfrm xmlns:a="http://schemas.openxmlformats.org/drawingml/2006/main">
            <a:off x="4296912"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3" name="">
            <a:extLst xmlns:a="http://schemas.openxmlformats.org/drawingml/2006/main">
              <a:ext uri="{FF2B5EF4-FFF2-40B4-BE49-F238E27FC236}">
                <a16:creationId xmlns:a16="http://schemas.microsoft.com/office/drawing/2014/main" id="{757DE918-A0ED-4EF5-AF44-DD966ECD66F7}"/>
              </a:ext>
            </a:extLst>
          </p:cNvPr>
          <p:cNvSpPr>
            <a:spLocks xmlns:a="http://schemas.openxmlformats.org/drawingml/2006/main" noGrp="1"/>
          </p:cNvSpPr>
          <p:nvPr/>
        </p:nvSpPr>
        <p:spPr>
          <a:xfrm xmlns:a="http://schemas.openxmlformats.org/drawingml/2006/main">
            <a:off x="4428414"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4" name="">
            <a:extLst xmlns:a="http://schemas.openxmlformats.org/drawingml/2006/main">
              <a:ext uri="{FF2B5EF4-FFF2-40B4-BE49-F238E27FC236}">
                <a16:creationId xmlns:a16="http://schemas.microsoft.com/office/drawing/2014/main" id="{E18CBC8F-7307-4A38-981D-CA681BEA7A59}"/>
              </a:ext>
            </a:extLst>
          </p:cNvPr>
          <p:cNvSpPr>
            <a:spLocks xmlns:a="http://schemas.openxmlformats.org/drawingml/2006/main" noGrp="1"/>
          </p:cNvSpPr>
          <p:nvPr/>
        </p:nvSpPr>
        <p:spPr>
          <a:xfrm xmlns:a="http://schemas.openxmlformats.org/drawingml/2006/main">
            <a:off x="4559916"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5" name="">
            <a:extLst xmlns:a="http://schemas.openxmlformats.org/drawingml/2006/main">
              <a:ext uri="{FF2B5EF4-FFF2-40B4-BE49-F238E27FC236}">
                <a16:creationId xmlns:a16="http://schemas.microsoft.com/office/drawing/2014/main" id="{BE7F329A-789A-44B6-9437-E1E33C694BAC}"/>
              </a:ext>
            </a:extLst>
          </p:cNvPr>
          <p:cNvSpPr>
            <a:spLocks xmlns:a="http://schemas.openxmlformats.org/drawingml/2006/main" noGrp="1"/>
          </p:cNvSpPr>
          <p:nvPr/>
        </p:nvSpPr>
        <p:spPr>
          <a:xfrm xmlns:a="http://schemas.openxmlformats.org/drawingml/2006/main">
            <a:off x="4691418"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6" name="">
            <a:extLst xmlns:a="http://schemas.openxmlformats.org/drawingml/2006/main">
              <a:ext uri="{FF2B5EF4-FFF2-40B4-BE49-F238E27FC236}">
                <a16:creationId xmlns:a16="http://schemas.microsoft.com/office/drawing/2014/main" id="{C1649B80-2311-4C71-B740-78274FC964F3}"/>
              </a:ext>
            </a:extLst>
          </p:cNvPr>
          <p:cNvSpPr>
            <a:spLocks xmlns:a="http://schemas.openxmlformats.org/drawingml/2006/main" noGrp="1"/>
          </p:cNvSpPr>
          <p:nvPr/>
        </p:nvSpPr>
        <p:spPr>
          <a:xfrm xmlns:a="http://schemas.openxmlformats.org/drawingml/2006/main">
            <a:off x="4822920"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7" name="">
            <a:extLst xmlns:a="http://schemas.openxmlformats.org/drawingml/2006/main">
              <a:ext uri="{FF2B5EF4-FFF2-40B4-BE49-F238E27FC236}">
                <a16:creationId xmlns:a16="http://schemas.microsoft.com/office/drawing/2014/main" id="{0FFECA1A-54FE-46BA-817D-A363C5A21C6F}"/>
              </a:ext>
            </a:extLst>
          </p:cNvPr>
          <p:cNvSpPr>
            <a:spLocks xmlns:a="http://schemas.openxmlformats.org/drawingml/2006/main" noGrp="1"/>
          </p:cNvSpPr>
          <p:nvPr/>
        </p:nvSpPr>
        <p:spPr>
          <a:xfrm xmlns:a="http://schemas.openxmlformats.org/drawingml/2006/main">
            <a:off x="4954422"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8" name="">
            <a:extLst xmlns:a="http://schemas.openxmlformats.org/drawingml/2006/main">
              <a:ext uri="{FF2B5EF4-FFF2-40B4-BE49-F238E27FC236}">
                <a16:creationId xmlns:a16="http://schemas.microsoft.com/office/drawing/2014/main" id="{C3AC579A-70B8-4E94-8FDB-151656DCA897}"/>
              </a:ext>
            </a:extLst>
          </p:cNvPr>
          <p:cNvSpPr>
            <a:spLocks xmlns:a="http://schemas.openxmlformats.org/drawingml/2006/main" noGrp="1"/>
          </p:cNvSpPr>
          <p:nvPr/>
        </p:nvSpPr>
        <p:spPr>
          <a:xfrm xmlns:a="http://schemas.openxmlformats.org/drawingml/2006/main">
            <a:off x="5085924"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39" name="">
            <a:extLst xmlns:a="http://schemas.openxmlformats.org/drawingml/2006/main">
              <a:ext uri="{FF2B5EF4-FFF2-40B4-BE49-F238E27FC236}">
                <a16:creationId xmlns:a16="http://schemas.microsoft.com/office/drawing/2014/main" id="{B89E8651-55FB-43B1-99A1-7FF1AF70CD8D}"/>
              </a:ext>
            </a:extLst>
          </p:cNvPr>
          <p:cNvSpPr>
            <a:spLocks xmlns:a="http://schemas.openxmlformats.org/drawingml/2006/main" noGrp="1"/>
          </p:cNvSpPr>
          <p:nvPr/>
        </p:nvSpPr>
        <p:spPr>
          <a:xfrm xmlns:a="http://schemas.openxmlformats.org/drawingml/2006/main">
            <a:off x="5217425"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0" name="">
            <a:extLst xmlns:a="http://schemas.openxmlformats.org/drawingml/2006/main">
              <a:ext uri="{FF2B5EF4-FFF2-40B4-BE49-F238E27FC236}">
                <a16:creationId xmlns:a16="http://schemas.microsoft.com/office/drawing/2014/main" id="{60CF8861-7DB8-403D-895F-366EA16C68F7}"/>
              </a:ext>
            </a:extLst>
          </p:cNvPr>
          <p:cNvSpPr>
            <a:spLocks xmlns:a="http://schemas.openxmlformats.org/drawingml/2006/main" noGrp="1"/>
          </p:cNvSpPr>
          <p:nvPr/>
        </p:nvSpPr>
        <p:spPr>
          <a:xfrm xmlns:a="http://schemas.openxmlformats.org/drawingml/2006/main">
            <a:off x="5348927"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1" name="">
            <a:extLst xmlns:a="http://schemas.openxmlformats.org/drawingml/2006/main">
              <a:ext uri="{FF2B5EF4-FFF2-40B4-BE49-F238E27FC236}">
                <a16:creationId xmlns:a16="http://schemas.microsoft.com/office/drawing/2014/main" id="{C8718A19-C356-4375-BF06-04BE86B528BC}"/>
              </a:ext>
            </a:extLst>
          </p:cNvPr>
          <p:cNvSpPr>
            <a:spLocks xmlns:a="http://schemas.openxmlformats.org/drawingml/2006/main" noGrp="1"/>
          </p:cNvSpPr>
          <p:nvPr/>
        </p:nvSpPr>
        <p:spPr>
          <a:xfrm xmlns:a="http://schemas.openxmlformats.org/drawingml/2006/main">
            <a:off x="5480429"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2" name="">
            <a:extLst xmlns:a="http://schemas.openxmlformats.org/drawingml/2006/main">
              <a:ext uri="{FF2B5EF4-FFF2-40B4-BE49-F238E27FC236}">
                <a16:creationId xmlns:a16="http://schemas.microsoft.com/office/drawing/2014/main" id="{2E4817BA-1B48-465D-895A-FDC80A030683}"/>
              </a:ext>
            </a:extLst>
          </p:cNvPr>
          <p:cNvSpPr>
            <a:spLocks xmlns:a="http://schemas.openxmlformats.org/drawingml/2006/main" noGrp="1"/>
          </p:cNvSpPr>
          <p:nvPr/>
        </p:nvSpPr>
        <p:spPr>
          <a:xfrm xmlns:a="http://schemas.openxmlformats.org/drawingml/2006/main">
            <a:off x="5611931"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3" name="">
            <a:extLst xmlns:a="http://schemas.openxmlformats.org/drawingml/2006/main">
              <a:ext uri="{FF2B5EF4-FFF2-40B4-BE49-F238E27FC236}">
                <a16:creationId xmlns:a16="http://schemas.microsoft.com/office/drawing/2014/main" id="{D8CD5B03-7EF9-448A-A3EE-D4FBEC8CD3EF}"/>
              </a:ext>
            </a:extLst>
          </p:cNvPr>
          <p:cNvSpPr>
            <a:spLocks xmlns:a="http://schemas.openxmlformats.org/drawingml/2006/main" noGrp="1"/>
          </p:cNvSpPr>
          <p:nvPr/>
        </p:nvSpPr>
        <p:spPr>
          <a:xfrm xmlns:a="http://schemas.openxmlformats.org/drawingml/2006/main">
            <a:off x="5743433"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4" name="">
            <a:extLst xmlns:a="http://schemas.openxmlformats.org/drawingml/2006/main">
              <a:ext uri="{FF2B5EF4-FFF2-40B4-BE49-F238E27FC236}">
                <a16:creationId xmlns:a16="http://schemas.microsoft.com/office/drawing/2014/main" id="{B5034109-6F47-43CB-A325-3A16E689FF45}"/>
              </a:ext>
            </a:extLst>
          </p:cNvPr>
          <p:cNvSpPr>
            <a:spLocks xmlns:a="http://schemas.openxmlformats.org/drawingml/2006/main" noGrp="1"/>
          </p:cNvSpPr>
          <p:nvPr/>
        </p:nvSpPr>
        <p:spPr>
          <a:xfrm xmlns:a="http://schemas.openxmlformats.org/drawingml/2006/main">
            <a:off x="5874935"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5" name="">
            <a:extLst xmlns:a="http://schemas.openxmlformats.org/drawingml/2006/main">
              <a:ext uri="{FF2B5EF4-FFF2-40B4-BE49-F238E27FC236}">
                <a16:creationId xmlns:a16="http://schemas.microsoft.com/office/drawing/2014/main" id="{60EB39C1-5A50-4A5C-B539-134D7A57F423}"/>
              </a:ext>
            </a:extLst>
          </p:cNvPr>
          <p:cNvSpPr>
            <a:spLocks xmlns:a="http://schemas.openxmlformats.org/drawingml/2006/main" noGrp="1"/>
          </p:cNvSpPr>
          <p:nvPr/>
        </p:nvSpPr>
        <p:spPr>
          <a:xfrm xmlns:a="http://schemas.openxmlformats.org/drawingml/2006/main">
            <a:off x="6006437"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6" name="">
            <a:extLst xmlns:a="http://schemas.openxmlformats.org/drawingml/2006/main">
              <a:ext uri="{FF2B5EF4-FFF2-40B4-BE49-F238E27FC236}">
                <a16:creationId xmlns:a16="http://schemas.microsoft.com/office/drawing/2014/main" id="{0BD78AFC-B5B9-4D6A-B1F7-4AE3FE93637E}"/>
              </a:ext>
            </a:extLst>
          </p:cNvPr>
          <p:cNvSpPr>
            <a:spLocks xmlns:a="http://schemas.openxmlformats.org/drawingml/2006/main" noGrp="1"/>
          </p:cNvSpPr>
          <p:nvPr/>
        </p:nvSpPr>
        <p:spPr>
          <a:xfrm xmlns:a="http://schemas.openxmlformats.org/drawingml/2006/main">
            <a:off x="6137938"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7" name="">
            <a:extLst xmlns:a="http://schemas.openxmlformats.org/drawingml/2006/main">
              <a:ext uri="{FF2B5EF4-FFF2-40B4-BE49-F238E27FC236}">
                <a16:creationId xmlns:a16="http://schemas.microsoft.com/office/drawing/2014/main" id="{0C2542C0-DFBF-4FAA-A3D4-AA33C2629BAC}"/>
              </a:ext>
            </a:extLst>
          </p:cNvPr>
          <p:cNvSpPr>
            <a:spLocks xmlns:a="http://schemas.openxmlformats.org/drawingml/2006/main" noGrp="1"/>
          </p:cNvSpPr>
          <p:nvPr/>
        </p:nvSpPr>
        <p:spPr>
          <a:xfrm xmlns:a="http://schemas.openxmlformats.org/drawingml/2006/main">
            <a:off x="6269440"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8" name="">
            <a:extLst xmlns:a="http://schemas.openxmlformats.org/drawingml/2006/main">
              <a:ext uri="{FF2B5EF4-FFF2-40B4-BE49-F238E27FC236}">
                <a16:creationId xmlns:a16="http://schemas.microsoft.com/office/drawing/2014/main" id="{54D28100-B3B3-46C8-9EF8-6721537D78D5}"/>
              </a:ext>
            </a:extLst>
          </p:cNvPr>
          <p:cNvSpPr>
            <a:spLocks xmlns:a="http://schemas.openxmlformats.org/drawingml/2006/main" noGrp="1"/>
          </p:cNvSpPr>
          <p:nvPr/>
        </p:nvSpPr>
        <p:spPr>
          <a:xfrm xmlns:a="http://schemas.openxmlformats.org/drawingml/2006/main">
            <a:off x="6400942"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49" name="">
            <a:extLst xmlns:a="http://schemas.openxmlformats.org/drawingml/2006/main">
              <a:ext uri="{FF2B5EF4-FFF2-40B4-BE49-F238E27FC236}">
                <a16:creationId xmlns:a16="http://schemas.microsoft.com/office/drawing/2014/main" id="{851CBCF7-A893-4452-AFB2-83E7742DAB7E}"/>
              </a:ext>
            </a:extLst>
          </p:cNvPr>
          <p:cNvSpPr>
            <a:spLocks xmlns:a="http://schemas.openxmlformats.org/drawingml/2006/main" noGrp="1"/>
          </p:cNvSpPr>
          <p:nvPr/>
        </p:nvSpPr>
        <p:spPr>
          <a:xfrm xmlns:a="http://schemas.openxmlformats.org/drawingml/2006/main">
            <a:off x="6532444"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0" name="">
            <a:extLst xmlns:a="http://schemas.openxmlformats.org/drawingml/2006/main">
              <a:ext uri="{FF2B5EF4-FFF2-40B4-BE49-F238E27FC236}">
                <a16:creationId xmlns:a16="http://schemas.microsoft.com/office/drawing/2014/main" id="{AF6896C3-162A-4A62-92F6-D072D8A9E4B5}"/>
              </a:ext>
            </a:extLst>
          </p:cNvPr>
          <p:cNvSpPr>
            <a:spLocks xmlns:a="http://schemas.openxmlformats.org/drawingml/2006/main" noGrp="1"/>
          </p:cNvSpPr>
          <p:nvPr/>
        </p:nvSpPr>
        <p:spPr>
          <a:xfrm xmlns:a="http://schemas.openxmlformats.org/drawingml/2006/main">
            <a:off x="6663946"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1" name="">
            <a:extLst xmlns:a="http://schemas.openxmlformats.org/drawingml/2006/main">
              <a:ext uri="{FF2B5EF4-FFF2-40B4-BE49-F238E27FC236}">
                <a16:creationId xmlns:a16="http://schemas.microsoft.com/office/drawing/2014/main" id="{555C013E-8A8D-493D-991E-75A63A104C12}"/>
              </a:ext>
            </a:extLst>
          </p:cNvPr>
          <p:cNvSpPr>
            <a:spLocks xmlns:a="http://schemas.openxmlformats.org/drawingml/2006/main" noGrp="1"/>
          </p:cNvSpPr>
          <p:nvPr/>
        </p:nvSpPr>
        <p:spPr>
          <a:xfrm xmlns:a="http://schemas.openxmlformats.org/drawingml/2006/main">
            <a:off x="6795448"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2" name="">
            <a:extLst xmlns:a="http://schemas.openxmlformats.org/drawingml/2006/main">
              <a:ext uri="{FF2B5EF4-FFF2-40B4-BE49-F238E27FC236}">
                <a16:creationId xmlns:a16="http://schemas.microsoft.com/office/drawing/2014/main" id="{DB2AAD0A-C541-4BF4-87C5-E67BCA8F62AA}"/>
              </a:ext>
            </a:extLst>
          </p:cNvPr>
          <p:cNvSpPr>
            <a:spLocks xmlns:a="http://schemas.openxmlformats.org/drawingml/2006/main" noGrp="1"/>
          </p:cNvSpPr>
          <p:nvPr/>
        </p:nvSpPr>
        <p:spPr>
          <a:xfrm xmlns:a="http://schemas.openxmlformats.org/drawingml/2006/main">
            <a:off x="6926950"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3" name="">
            <a:extLst xmlns:a="http://schemas.openxmlformats.org/drawingml/2006/main">
              <a:ext uri="{FF2B5EF4-FFF2-40B4-BE49-F238E27FC236}">
                <a16:creationId xmlns:a16="http://schemas.microsoft.com/office/drawing/2014/main" id="{400300F3-47FF-4D1B-A32F-29B365E239B3}"/>
              </a:ext>
            </a:extLst>
          </p:cNvPr>
          <p:cNvSpPr>
            <a:spLocks xmlns:a="http://schemas.openxmlformats.org/drawingml/2006/main" noGrp="1"/>
          </p:cNvSpPr>
          <p:nvPr/>
        </p:nvSpPr>
        <p:spPr>
          <a:xfrm xmlns:a="http://schemas.openxmlformats.org/drawingml/2006/main">
            <a:off x="7058451"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4" name="">
            <a:extLst xmlns:a="http://schemas.openxmlformats.org/drawingml/2006/main">
              <a:ext uri="{FF2B5EF4-FFF2-40B4-BE49-F238E27FC236}">
                <a16:creationId xmlns:a16="http://schemas.microsoft.com/office/drawing/2014/main" id="{E98FFF0D-330D-4A27-B9E0-847218424EF0}"/>
              </a:ext>
            </a:extLst>
          </p:cNvPr>
          <p:cNvSpPr>
            <a:spLocks xmlns:a="http://schemas.openxmlformats.org/drawingml/2006/main" noGrp="1"/>
          </p:cNvSpPr>
          <p:nvPr/>
        </p:nvSpPr>
        <p:spPr>
          <a:xfrm xmlns:a="http://schemas.openxmlformats.org/drawingml/2006/main">
            <a:off x="7189953"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5" name="">
            <a:extLst xmlns:a="http://schemas.openxmlformats.org/drawingml/2006/main">
              <a:ext uri="{FF2B5EF4-FFF2-40B4-BE49-F238E27FC236}">
                <a16:creationId xmlns:a16="http://schemas.microsoft.com/office/drawing/2014/main" id="{148BEA9B-157D-42C1-AA7C-BE993F7C209D}"/>
              </a:ext>
            </a:extLst>
          </p:cNvPr>
          <p:cNvSpPr>
            <a:spLocks xmlns:a="http://schemas.openxmlformats.org/drawingml/2006/main" noGrp="1"/>
          </p:cNvSpPr>
          <p:nvPr/>
        </p:nvSpPr>
        <p:spPr>
          <a:xfrm xmlns:a="http://schemas.openxmlformats.org/drawingml/2006/main">
            <a:off x="7321455"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6" name="">
            <a:extLst xmlns:a="http://schemas.openxmlformats.org/drawingml/2006/main">
              <a:ext uri="{FF2B5EF4-FFF2-40B4-BE49-F238E27FC236}">
                <a16:creationId xmlns:a16="http://schemas.microsoft.com/office/drawing/2014/main" id="{5B5495CF-A638-4652-BB27-08DE2BE6919B}"/>
              </a:ext>
            </a:extLst>
          </p:cNvPr>
          <p:cNvSpPr>
            <a:spLocks xmlns:a="http://schemas.openxmlformats.org/drawingml/2006/main" noGrp="1"/>
          </p:cNvSpPr>
          <p:nvPr/>
        </p:nvSpPr>
        <p:spPr>
          <a:xfrm xmlns:a="http://schemas.openxmlformats.org/drawingml/2006/main">
            <a:off x="7452957"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7" name="">
            <a:extLst xmlns:a="http://schemas.openxmlformats.org/drawingml/2006/main">
              <a:ext uri="{FF2B5EF4-FFF2-40B4-BE49-F238E27FC236}">
                <a16:creationId xmlns:a16="http://schemas.microsoft.com/office/drawing/2014/main" id="{C81F1359-58FB-4A53-BCA3-719DE8E24363}"/>
              </a:ext>
            </a:extLst>
          </p:cNvPr>
          <p:cNvSpPr>
            <a:spLocks xmlns:a="http://schemas.openxmlformats.org/drawingml/2006/main" noGrp="1"/>
          </p:cNvSpPr>
          <p:nvPr/>
        </p:nvSpPr>
        <p:spPr>
          <a:xfrm xmlns:a="http://schemas.openxmlformats.org/drawingml/2006/main">
            <a:off x="7584459"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8" name="">
            <a:extLst xmlns:a="http://schemas.openxmlformats.org/drawingml/2006/main">
              <a:ext uri="{FF2B5EF4-FFF2-40B4-BE49-F238E27FC236}">
                <a16:creationId xmlns:a16="http://schemas.microsoft.com/office/drawing/2014/main" id="{4AC28498-06E4-46D5-8B98-73ED6C13F23A}"/>
              </a:ext>
            </a:extLst>
          </p:cNvPr>
          <p:cNvSpPr>
            <a:spLocks xmlns:a="http://schemas.openxmlformats.org/drawingml/2006/main" noGrp="1"/>
          </p:cNvSpPr>
          <p:nvPr/>
        </p:nvSpPr>
        <p:spPr>
          <a:xfrm xmlns:a="http://schemas.openxmlformats.org/drawingml/2006/main">
            <a:off x="7715961"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59" name="">
            <a:extLst xmlns:a="http://schemas.openxmlformats.org/drawingml/2006/main">
              <a:ext uri="{FF2B5EF4-FFF2-40B4-BE49-F238E27FC236}">
                <a16:creationId xmlns:a16="http://schemas.microsoft.com/office/drawing/2014/main" id="{B0F6F828-91C4-4D39-8F97-4668F1FA2B8C}"/>
              </a:ext>
            </a:extLst>
          </p:cNvPr>
          <p:cNvSpPr>
            <a:spLocks xmlns:a="http://schemas.openxmlformats.org/drawingml/2006/main" noGrp="1"/>
          </p:cNvSpPr>
          <p:nvPr/>
        </p:nvSpPr>
        <p:spPr>
          <a:xfrm xmlns:a="http://schemas.openxmlformats.org/drawingml/2006/main">
            <a:off x="7847463"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0" name="">
            <a:extLst xmlns:a="http://schemas.openxmlformats.org/drawingml/2006/main">
              <a:ext uri="{FF2B5EF4-FFF2-40B4-BE49-F238E27FC236}">
                <a16:creationId xmlns:a16="http://schemas.microsoft.com/office/drawing/2014/main" id="{BCCBA339-1A7A-4E36-9B00-C95492B43BA6}"/>
              </a:ext>
            </a:extLst>
          </p:cNvPr>
          <p:cNvSpPr>
            <a:spLocks xmlns:a="http://schemas.openxmlformats.org/drawingml/2006/main" noGrp="1"/>
          </p:cNvSpPr>
          <p:nvPr/>
        </p:nvSpPr>
        <p:spPr>
          <a:xfrm xmlns:a="http://schemas.openxmlformats.org/drawingml/2006/main">
            <a:off x="7978965"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1" name="">
            <a:extLst xmlns:a="http://schemas.openxmlformats.org/drawingml/2006/main">
              <a:ext uri="{FF2B5EF4-FFF2-40B4-BE49-F238E27FC236}">
                <a16:creationId xmlns:a16="http://schemas.microsoft.com/office/drawing/2014/main" id="{68C6E694-AC46-4B5D-B43C-4D3591ABB7C1}"/>
              </a:ext>
            </a:extLst>
          </p:cNvPr>
          <p:cNvSpPr>
            <a:spLocks xmlns:a="http://schemas.openxmlformats.org/drawingml/2006/main" noGrp="1"/>
          </p:cNvSpPr>
          <p:nvPr/>
        </p:nvSpPr>
        <p:spPr>
          <a:xfrm xmlns:a="http://schemas.openxmlformats.org/drawingml/2006/main">
            <a:off x="8110466"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2" name="">
            <a:extLst xmlns:a="http://schemas.openxmlformats.org/drawingml/2006/main">
              <a:ext uri="{FF2B5EF4-FFF2-40B4-BE49-F238E27FC236}">
                <a16:creationId xmlns:a16="http://schemas.microsoft.com/office/drawing/2014/main" id="{EDCE5AAA-0336-4618-9A80-0E4B86F12800}"/>
              </a:ext>
            </a:extLst>
          </p:cNvPr>
          <p:cNvSpPr>
            <a:spLocks xmlns:a="http://schemas.openxmlformats.org/drawingml/2006/main" noGrp="1"/>
          </p:cNvSpPr>
          <p:nvPr/>
        </p:nvSpPr>
        <p:spPr>
          <a:xfrm xmlns:a="http://schemas.openxmlformats.org/drawingml/2006/main">
            <a:off x="8241968"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3" name="">
            <a:extLst xmlns:a="http://schemas.openxmlformats.org/drawingml/2006/main">
              <a:ext uri="{FF2B5EF4-FFF2-40B4-BE49-F238E27FC236}">
                <a16:creationId xmlns:a16="http://schemas.microsoft.com/office/drawing/2014/main" id="{C264A262-07F8-4301-96FD-7EB4F69DAC5C}"/>
              </a:ext>
            </a:extLst>
          </p:cNvPr>
          <p:cNvSpPr>
            <a:spLocks xmlns:a="http://schemas.openxmlformats.org/drawingml/2006/main" noGrp="1"/>
          </p:cNvSpPr>
          <p:nvPr/>
        </p:nvSpPr>
        <p:spPr>
          <a:xfrm xmlns:a="http://schemas.openxmlformats.org/drawingml/2006/main">
            <a:off x="8373470"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4" name="">
            <a:extLst xmlns:a="http://schemas.openxmlformats.org/drawingml/2006/main">
              <a:ext uri="{FF2B5EF4-FFF2-40B4-BE49-F238E27FC236}">
                <a16:creationId xmlns:a16="http://schemas.microsoft.com/office/drawing/2014/main" id="{896BA186-EA18-427A-9E42-A09F6C21F5B7}"/>
              </a:ext>
            </a:extLst>
          </p:cNvPr>
          <p:cNvSpPr>
            <a:spLocks xmlns:a="http://schemas.openxmlformats.org/drawingml/2006/main" noGrp="1"/>
          </p:cNvSpPr>
          <p:nvPr/>
        </p:nvSpPr>
        <p:spPr>
          <a:xfrm xmlns:a="http://schemas.openxmlformats.org/drawingml/2006/main">
            <a:off x="8504972"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5" name="">
            <a:extLst xmlns:a="http://schemas.openxmlformats.org/drawingml/2006/main">
              <a:ext uri="{FF2B5EF4-FFF2-40B4-BE49-F238E27FC236}">
                <a16:creationId xmlns:a16="http://schemas.microsoft.com/office/drawing/2014/main" id="{DF47C4BA-EA3B-484D-AD9C-3E95C9ADECC6}"/>
              </a:ext>
            </a:extLst>
          </p:cNvPr>
          <p:cNvSpPr>
            <a:spLocks xmlns:a="http://schemas.openxmlformats.org/drawingml/2006/main" noGrp="1"/>
          </p:cNvSpPr>
          <p:nvPr/>
        </p:nvSpPr>
        <p:spPr>
          <a:xfrm xmlns:a="http://schemas.openxmlformats.org/drawingml/2006/main">
            <a:off x="8636474"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6" name="">
            <a:extLst xmlns:a="http://schemas.openxmlformats.org/drawingml/2006/main">
              <a:ext uri="{FF2B5EF4-FFF2-40B4-BE49-F238E27FC236}">
                <a16:creationId xmlns:a16="http://schemas.microsoft.com/office/drawing/2014/main" id="{40CB0440-00BC-4CB3-A293-7B13BA253F48}"/>
              </a:ext>
            </a:extLst>
          </p:cNvPr>
          <p:cNvSpPr>
            <a:spLocks xmlns:a="http://schemas.openxmlformats.org/drawingml/2006/main" noGrp="1"/>
          </p:cNvSpPr>
          <p:nvPr/>
        </p:nvSpPr>
        <p:spPr>
          <a:xfrm xmlns:a="http://schemas.openxmlformats.org/drawingml/2006/main">
            <a:off x="8767976"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7" name="">
            <a:extLst xmlns:a="http://schemas.openxmlformats.org/drawingml/2006/main">
              <a:ext uri="{FF2B5EF4-FFF2-40B4-BE49-F238E27FC236}">
                <a16:creationId xmlns:a16="http://schemas.microsoft.com/office/drawing/2014/main" id="{FFEACD53-98CE-424E-B10D-BB6BEA6915FC}"/>
              </a:ext>
            </a:extLst>
          </p:cNvPr>
          <p:cNvSpPr>
            <a:spLocks xmlns:a="http://schemas.openxmlformats.org/drawingml/2006/main" noGrp="1"/>
          </p:cNvSpPr>
          <p:nvPr/>
        </p:nvSpPr>
        <p:spPr>
          <a:xfrm xmlns:a="http://schemas.openxmlformats.org/drawingml/2006/main">
            <a:off x="8899478"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8" name="">
            <a:extLst xmlns:a="http://schemas.openxmlformats.org/drawingml/2006/main">
              <a:ext uri="{FF2B5EF4-FFF2-40B4-BE49-F238E27FC236}">
                <a16:creationId xmlns:a16="http://schemas.microsoft.com/office/drawing/2014/main" id="{45AA39F4-314E-4801-AF67-AC3E758F8BB9}"/>
              </a:ext>
            </a:extLst>
          </p:cNvPr>
          <p:cNvSpPr>
            <a:spLocks xmlns:a="http://schemas.openxmlformats.org/drawingml/2006/main" noGrp="1"/>
          </p:cNvSpPr>
          <p:nvPr/>
        </p:nvSpPr>
        <p:spPr>
          <a:xfrm xmlns:a="http://schemas.openxmlformats.org/drawingml/2006/main">
            <a:off x="9030979"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69" name="">
            <a:extLst xmlns:a="http://schemas.openxmlformats.org/drawingml/2006/main">
              <a:ext uri="{FF2B5EF4-FFF2-40B4-BE49-F238E27FC236}">
                <a16:creationId xmlns:a16="http://schemas.microsoft.com/office/drawing/2014/main" id="{C169A334-CAA7-47C3-B94E-61195683D32E}"/>
              </a:ext>
            </a:extLst>
          </p:cNvPr>
          <p:cNvSpPr>
            <a:spLocks xmlns:a="http://schemas.openxmlformats.org/drawingml/2006/main" noGrp="1"/>
          </p:cNvSpPr>
          <p:nvPr/>
        </p:nvSpPr>
        <p:spPr>
          <a:xfrm xmlns:a="http://schemas.openxmlformats.org/drawingml/2006/main">
            <a:off x="9162481"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0" name="">
            <a:extLst xmlns:a="http://schemas.openxmlformats.org/drawingml/2006/main">
              <a:ext uri="{FF2B5EF4-FFF2-40B4-BE49-F238E27FC236}">
                <a16:creationId xmlns:a16="http://schemas.microsoft.com/office/drawing/2014/main" id="{29A8799D-73C0-4377-BD46-D49D4BA39424}"/>
              </a:ext>
            </a:extLst>
          </p:cNvPr>
          <p:cNvSpPr>
            <a:spLocks xmlns:a="http://schemas.openxmlformats.org/drawingml/2006/main" noGrp="1"/>
          </p:cNvSpPr>
          <p:nvPr/>
        </p:nvSpPr>
        <p:spPr>
          <a:xfrm xmlns:a="http://schemas.openxmlformats.org/drawingml/2006/main">
            <a:off x="9293983"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1" name="">
            <a:extLst xmlns:a="http://schemas.openxmlformats.org/drawingml/2006/main">
              <a:ext uri="{FF2B5EF4-FFF2-40B4-BE49-F238E27FC236}">
                <a16:creationId xmlns:a16="http://schemas.microsoft.com/office/drawing/2014/main" id="{CF370DEB-CCD7-4EFC-94DB-FF5EC7D61F6B}"/>
              </a:ext>
            </a:extLst>
          </p:cNvPr>
          <p:cNvSpPr>
            <a:spLocks xmlns:a="http://schemas.openxmlformats.org/drawingml/2006/main" noGrp="1"/>
          </p:cNvSpPr>
          <p:nvPr/>
        </p:nvSpPr>
        <p:spPr>
          <a:xfrm xmlns:a="http://schemas.openxmlformats.org/drawingml/2006/main">
            <a:off x="9425485"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2" name="">
            <a:extLst xmlns:a="http://schemas.openxmlformats.org/drawingml/2006/main">
              <a:ext uri="{FF2B5EF4-FFF2-40B4-BE49-F238E27FC236}">
                <a16:creationId xmlns:a16="http://schemas.microsoft.com/office/drawing/2014/main" id="{DF0E3E60-1850-463C-96AC-E7AA00147FC2}"/>
              </a:ext>
            </a:extLst>
          </p:cNvPr>
          <p:cNvSpPr>
            <a:spLocks xmlns:a="http://schemas.openxmlformats.org/drawingml/2006/main" noGrp="1"/>
          </p:cNvSpPr>
          <p:nvPr/>
        </p:nvSpPr>
        <p:spPr>
          <a:xfrm xmlns:a="http://schemas.openxmlformats.org/drawingml/2006/main">
            <a:off x="9556987"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3" name="">
            <a:extLst xmlns:a="http://schemas.openxmlformats.org/drawingml/2006/main">
              <a:ext uri="{FF2B5EF4-FFF2-40B4-BE49-F238E27FC236}">
                <a16:creationId xmlns:a16="http://schemas.microsoft.com/office/drawing/2014/main" id="{39DF7C13-9F74-4D84-A454-465DF0EEA8A4}"/>
              </a:ext>
            </a:extLst>
          </p:cNvPr>
          <p:cNvSpPr>
            <a:spLocks xmlns:a="http://schemas.openxmlformats.org/drawingml/2006/main" noGrp="1"/>
          </p:cNvSpPr>
          <p:nvPr/>
        </p:nvSpPr>
        <p:spPr>
          <a:xfrm xmlns:a="http://schemas.openxmlformats.org/drawingml/2006/main">
            <a:off x="9688489"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4" name="">
            <a:extLst xmlns:a="http://schemas.openxmlformats.org/drawingml/2006/main">
              <a:ext uri="{FF2B5EF4-FFF2-40B4-BE49-F238E27FC236}">
                <a16:creationId xmlns:a16="http://schemas.microsoft.com/office/drawing/2014/main" id="{22360504-A19E-40D9-B9C7-0F5D85A33CB7}"/>
              </a:ext>
            </a:extLst>
          </p:cNvPr>
          <p:cNvSpPr>
            <a:spLocks xmlns:a="http://schemas.openxmlformats.org/drawingml/2006/main" noGrp="1"/>
          </p:cNvSpPr>
          <p:nvPr/>
        </p:nvSpPr>
        <p:spPr>
          <a:xfrm xmlns:a="http://schemas.openxmlformats.org/drawingml/2006/main">
            <a:off x="9819991"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5" name="">
            <a:extLst xmlns:a="http://schemas.openxmlformats.org/drawingml/2006/main">
              <a:ext uri="{FF2B5EF4-FFF2-40B4-BE49-F238E27FC236}">
                <a16:creationId xmlns:a16="http://schemas.microsoft.com/office/drawing/2014/main" id="{ECB96488-9D63-4C54-9129-70EE4BF3EBDD}"/>
              </a:ext>
            </a:extLst>
          </p:cNvPr>
          <p:cNvSpPr>
            <a:spLocks xmlns:a="http://schemas.openxmlformats.org/drawingml/2006/main" noGrp="1"/>
          </p:cNvSpPr>
          <p:nvPr/>
        </p:nvSpPr>
        <p:spPr>
          <a:xfrm xmlns:a="http://schemas.openxmlformats.org/drawingml/2006/main">
            <a:off x="9951493"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6" name="">
            <a:extLst xmlns:a="http://schemas.openxmlformats.org/drawingml/2006/main">
              <a:ext uri="{FF2B5EF4-FFF2-40B4-BE49-F238E27FC236}">
                <a16:creationId xmlns:a16="http://schemas.microsoft.com/office/drawing/2014/main" id="{FDADFA2B-60DC-4D70-9943-07BD181A6990}"/>
              </a:ext>
            </a:extLst>
          </p:cNvPr>
          <p:cNvSpPr>
            <a:spLocks xmlns:a="http://schemas.openxmlformats.org/drawingml/2006/main" noGrp="1"/>
          </p:cNvSpPr>
          <p:nvPr/>
        </p:nvSpPr>
        <p:spPr>
          <a:xfrm xmlns:a="http://schemas.openxmlformats.org/drawingml/2006/main">
            <a:off x="10082994"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7" name="">
            <a:extLst xmlns:a="http://schemas.openxmlformats.org/drawingml/2006/main">
              <a:ext uri="{FF2B5EF4-FFF2-40B4-BE49-F238E27FC236}">
                <a16:creationId xmlns:a16="http://schemas.microsoft.com/office/drawing/2014/main" id="{D8122988-0141-483D-BB7C-238840226DC4}"/>
              </a:ext>
            </a:extLst>
          </p:cNvPr>
          <p:cNvSpPr>
            <a:spLocks xmlns:a="http://schemas.openxmlformats.org/drawingml/2006/main" noGrp="1"/>
          </p:cNvSpPr>
          <p:nvPr/>
        </p:nvSpPr>
        <p:spPr>
          <a:xfrm xmlns:a="http://schemas.openxmlformats.org/drawingml/2006/main">
            <a:off x="10214496"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8" name="">
            <a:extLst xmlns:a="http://schemas.openxmlformats.org/drawingml/2006/main">
              <a:ext uri="{FF2B5EF4-FFF2-40B4-BE49-F238E27FC236}">
                <a16:creationId xmlns:a16="http://schemas.microsoft.com/office/drawing/2014/main" id="{43801457-9D7E-4718-8EA1-BEBABF0BE4E3}"/>
              </a:ext>
            </a:extLst>
          </p:cNvPr>
          <p:cNvSpPr>
            <a:spLocks xmlns:a="http://schemas.openxmlformats.org/drawingml/2006/main" noGrp="1"/>
          </p:cNvSpPr>
          <p:nvPr/>
        </p:nvSpPr>
        <p:spPr>
          <a:xfrm xmlns:a="http://schemas.openxmlformats.org/drawingml/2006/main">
            <a:off x="10345998" y="3619500"/>
            <a:ext cx="72326" cy="9525"/>
          </a:xfrm>
          <a:custGeom xmlns:a="http://schemas.openxmlformats.org/drawingml/2006/main">
            <a:pathLst>
              <a:path w="72326" h="9525">
                <a:moveTo>
                  <a:pt x="0" y="0"/>
                </a:moveTo>
                <a:lnTo>
                  <a:pt x="72326" y="0"/>
                </a:lnTo>
              </a:path>
            </a:pathLst>
          </a:custGeom>
          <a:noFill xmlns:a="http://schemas.openxmlformats.org/drawingml/2006/main"/>
          <a:ln xmlns:a="http://schemas.openxmlformats.org/drawingml/2006/main" w="11430">
            <a:solidFill>
              <a:srgbClr val="71818B"/>
            </a:solidFill>
          </a:ln>
        </p:spPr>
      </p:sp>
      <p:sp>
        <p:nvSpPr>
          <p:cNvPr id="79" name="">
            <a:extLst xmlns:a="http://schemas.openxmlformats.org/drawingml/2006/main">
              <a:ext uri="{FF2B5EF4-FFF2-40B4-BE49-F238E27FC236}">
                <a16:creationId xmlns:a16="http://schemas.microsoft.com/office/drawing/2014/main" id="{44772BEB-0697-42C4-9E68-DB48F7BF68A5}"/>
              </a:ext>
            </a:extLst>
          </p:cNvPr>
          <p:cNvSpPr>
            <a:spLocks xmlns:a="http://schemas.openxmlformats.org/drawingml/2006/main" noGrp="1"/>
          </p:cNvSpPr>
          <p:nvPr/>
        </p:nvSpPr>
        <p:spPr>
          <a:xfrm xmlns:a="http://schemas.openxmlformats.org/drawingml/2006/main">
            <a:off x="1666875" y="4048125"/>
            <a:ext cx="8810625" cy="9525"/>
          </a:xfrm>
          <a:custGeom xmlns:a="http://schemas.openxmlformats.org/drawingml/2006/main">
            <a:pathLst>
              <a:path w="8810625" h="9525">
                <a:moveTo>
                  <a:pt x="0" y="0"/>
                </a:moveTo>
                <a:lnTo>
                  <a:pt x="8810625" y="0"/>
                </a:lnTo>
              </a:path>
            </a:pathLst>
          </a:custGeom>
          <a:noFill xmlns:a="http://schemas.openxmlformats.org/drawingml/2006/main"/>
          <a:ln xmlns:a="http://schemas.openxmlformats.org/drawingml/2006/main" w="28575">
            <a:solidFill>
              <a:srgbClr val="2876A8"/>
            </a:solidFill>
          </a:ln>
        </p:spPr>
      </p:sp>
      <p:sp>
        <p:nvSpPr>
          <p:cNvPr id="80" name="">
            <a:extLst xmlns:a="http://schemas.openxmlformats.org/drawingml/2006/main">
              <a:ext uri="{FF2B5EF4-FFF2-40B4-BE49-F238E27FC236}">
                <a16:creationId xmlns:a16="http://schemas.microsoft.com/office/drawing/2014/main" id="{1AF94ECF-6300-47CF-BBD2-DFEDA564B97C}"/>
              </a:ext>
            </a:extLst>
          </p:cNvPr>
          <p:cNvSpPr>
            <a:spLocks xmlns:a="http://schemas.openxmlformats.org/drawingml/2006/main" noGrp="1"/>
          </p:cNvSpPr>
          <p:nvPr/>
        </p:nvSpPr>
        <p:spPr>
          <a:xfrm xmlns:a="http://schemas.openxmlformats.org/drawingml/2006/main">
            <a:off x="1666875" y="4476750"/>
            <a:ext cx="8810625" cy="9525"/>
          </a:xfrm>
          <a:custGeom xmlns:a="http://schemas.openxmlformats.org/drawingml/2006/main">
            <a:pathLst>
              <a:path w="8810625" h="9525">
                <a:moveTo>
                  <a:pt x="0" y="0"/>
                </a:moveTo>
                <a:lnTo>
                  <a:pt x="8810625" y="0"/>
                </a:lnTo>
              </a:path>
            </a:pathLst>
          </a:custGeom>
          <a:noFill xmlns:a="http://schemas.openxmlformats.org/drawingml/2006/main"/>
          <a:ln xmlns:a="http://schemas.openxmlformats.org/drawingml/2006/main" w="28575">
            <a:solidFill>
              <a:srgbClr val="71818B"/>
            </a:solidFill>
          </a:ln>
        </p:spPr>
      </p:sp>
      <p:sp>
        <p:nvSpPr>
          <p:cNvPr id="81" name="">
            <a:extLst xmlns:a="http://schemas.openxmlformats.org/drawingml/2006/main">
              <a:ext uri="{FF2B5EF4-FFF2-40B4-BE49-F238E27FC236}">
                <a16:creationId xmlns:a16="http://schemas.microsoft.com/office/drawing/2014/main" id="{EA2910E1-F1AF-42CD-8D61-83620D85056D}"/>
              </a:ext>
            </a:extLst>
          </p:cNvPr>
          <p:cNvSpPr>
            <a:spLocks xmlns:a="http://schemas.openxmlformats.org/drawingml/2006/main" noGrp="1"/>
          </p:cNvSpPr>
          <p:nvPr/>
        </p:nvSpPr>
        <p:spPr>
          <a:xfrm xmlns:a="http://schemas.openxmlformats.org/drawingml/2006/main">
            <a:off x="1905000" y="3619500"/>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14288">
            <a:solidFill>
              <a:srgbClr val="2876A8"/>
            </a:solidFill>
          </a:ln>
        </p:spPr>
      </p:sp>
      <p:sp>
        <p:nvSpPr>
          <p:cNvPr id="82" name="">
            <a:extLst xmlns:a="http://schemas.openxmlformats.org/drawingml/2006/main">
              <a:ext uri="{FF2B5EF4-FFF2-40B4-BE49-F238E27FC236}">
                <a16:creationId xmlns:a16="http://schemas.microsoft.com/office/drawing/2014/main" id="{F1383C8F-2D57-48D8-B110-7FCC92C4134A}"/>
              </a:ext>
            </a:extLst>
          </p:cNvPr>
          <p:cNvSpPr>
            <a:spLocks xmlns:a="http://schemas.openxmlformats.org/drawingml/2006/main" noGrp="1"/>
          </p:cNvSpPr>
          <p:nvPr/>
        </p:nvSpPr>
        <p:spPr>
          <a:xfrm xmlns:a="http://schemas.openxmlformats.org/drawingml/2006/main">
            <a:off x="1876997" y="398145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83" name="">
            <a:extLst xmlns:a="http://schemas.openxmlformats.org/drawingml/2006/main">
              <a:ext uri="{FF2B5EF4-FFF2-40B4-BE49-F238E27FC236}">
                <a16:creationId xmlns:a16="http://schemas.microsoft.com/office/drawing/2014/main" id="{B8BCD4A4-AEA3-40DB-819C-0177418804BE}"/>
              </a:ext>
            </a:extLst>
          </p:cNvPr>
          <p:cNvSpPr>
            <a:spLocks xmlns:a="http://schemas.openxmlformats.org/drawingml/2006/main" noGrp="1"/>
          </p:cNvSpPr>
          <p:nvPr/>
        </p:nvSpPr>
        <p:spPr>
          <a:xfrm xmlns:a="http://schemas.openxmlformats.org/drawingml/2006/main">
            <a:off x="1905000" y="3619500"/>
            <a:ext cx="9525" cy="428625"/>
          </a:xfrm>
          <a:custGeom xmlns:a="http://schemas.openxmlformats.org/drawingml/2006/main">
            <a:pathLst>
              <a:path w="9525" h="428625">
                <a:moveTo>
                  <a:pt x="0" y="428625"/>
                </a:moveTo>
                <a:lnTo>
                  <a:pt x="0" y="0"/>
                </a:lnTo>
              </a:path>
            </a:pathLst>
          </a:custGeom>
          <a:noFill xmlns:a="http://schemas.openxmlformats.org/drawingml/2006/main"/>
          <a:ln xmlns:a="http://schemas.openxmlformats.org/drawingml/2006/main" w="14288">
            <a:solidFill>
              <a:srgbClr val="2876A8"/>
            </a:solidFill>
          </a:ln>
        </p:spPr>
      </p:sp>
      <p:sp>
        <p:nvSpPr>
          <p:cNvPr id="84" name="">
            <a:extLst xmlns:a="http://schemas.openxmlformats.org/drawingml/2006/main">
              <a:ext uri="{FF2B5EF4-FFF2-40B4-BE49-F238E27FC236}">
                <a16:creationId xmlns:a16="http://schemas.microsoft.com/office/drawing/2014/main" id="{1ED573DC-3EBC-4FD1-BEA8-D6F257C239F0}"/>
              </a:ext>
            </a:extLst>
          </p:cNvPr>
          <p:cNvSpPr>
            <a:spLocks xmlns:a="http://schemas.openxmlformats.org/drawingml/2006/main" noGrp="1"/>
          </p:cNvSpPr>
          <p:nvPr/>
        </p:nvSpPr>
        <p:spPr>
          <a:xfrm xmlns:a="http://schemas.openxmlformats.org/drawingml/2006/main">
            <a:off x="1876997" y="3619500"/>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2876A8"/>
          </a:solidFill>
          <a:ln xmlns:a="http://schemas.openxmlformats.org/drawingml/2006/main" w="4763">
            <a:solidFill>
              <a:srgbClr val="2876A8"/>
            </a:solidFill>
          </a:ln>
        </p:spPr>
      </p:sp>
      <p:sp>
        <p:nvSpPr>
          <p:cNvPr id="85" name="">
            <a:extLst xmlns:a="http://schemas.openxmlformats.org/drawingml/2006/main">
              <a:ext uri="{FF2B5EF4-FFF2-40B4-BE49-F238E27FC236}">
                <a16:creationId xmlns:a16="http://schemas.microsoft.com/office/drawing/2014/main" id="{0902C965-EF27-4C28-AE3F-EC89885F3334}"/>
              </a:ext>
            </a:extLst>
          </p:cNvPr>
          <p:cNvSpPr>
            <a:spLocks xmlns:a="http://schemas.openxmlformats.org/drawingml/2006/main" noGrp="1"/>
          </p:cNvSpPr>
          <p:nvPr/>
        </p:nvSpPr>
        <p:spPr>
          <a:xfrm xmlns:a="http://schemas.openxmlformats.org/drawingml/2006/main">
            <a:off x="2019300" y="3633788"/>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1 mm</a:t>
            </a:r>
          </a:p>
        </p:txBody>
      </p:sp>
      <p:sp>
        <p:nvSpPr>
          <p:cNvPr id="86" name="">
            <a:extLst xmlns:a="http://schemas.openxmlformats.org/drawingml/2006/main">
              <a:ext uri="{FF2B5EF4-FFF2-40B4-BE49-F238E27FC236}">
                <a16:creationId xmlns:a16="http://schemas.microsoft.com/office/drawing/2014/main" id="{4C6E81A5-AFA4-4CF1-B14B-95EFFD535756}"/>
              </a:ext>
            </a:extLst>
          </p:cNvPr>
          <p:cNvSpPr>
            <a:spLocks xmlns:a="http://schemas.openxmlformats.org/drawingml/2006/main" noGrp="1"/>
          </p:cNvSpPr>
          <p:nvPr/>
        </p:nvSpPr>
        <p:spPr>
          <a:xfrm xmlns:a="http://schemas.openxmlformats.org/drawingml/2006/main">
            <a:off x="10858500" y="3619500"/>
            <a:ext cx="9525" cy="857250"/>
          </a:xfrm>
          <a:custGeom xmlns:a="http://schemas.openxmlformats.org/drawingml/2006/main">
            <a:pathLst>
              <a:path w="9525" h="857250">
                <a:moveTo>
                  <a:pt x="0" y="0"/>
                </a:moveTo>
                <a:lnTo>
                  <a:pt x="0" y="857250"/>
                </a:lnTo>
              </a:path>
            </a:pathLst>
          </a:custGeom>
          <a:noFill xmlns:a="http://schemas.openxmlformats.org/drawingml/2006/main"/>
          <a:ln xmlns:a="http://schemas.openxmlformats.org/drawingml/2006/main" w="14288">
            <a:solidFill>
              <a:srgbClr val="71818B"/>
            </a:solidFill>
          </a:ln>
        </p:spPr>
      </p:sp>
      <p:sp>
        <p:nvSpPr>
          <p:cNvPr id="87" name="">
            <a:extLst xmlns:a="http://schemas.openxmlformats.org/drawingml/2006/main">
              <a:ext uri="{FF2B5EF4-FFF2-40B4-BE49-F238E27FC236}">
                <a16:creationId xmlns:a16="http://schemas.microsoft.com/office/drawing/2014/main" id="{2EA15508-7203-4F4C-B0A7-781EFFDE755C}"/>
              </a:ext>
            </a:extLst>
          </p:cNvPr>
          <p:cNvSpPr>
            <a:spLocks xmlns:a="http://schemas.openxmlformats.org/drawingml/2006/main" noGrp="1"/>
          </p:cNvSpPr>
          <p:nvPr/>
        </p:nvSpPr>
        <p:spPr>
          <a:xfrm xmlns:a="http://schemas.openxmlformats.org/drawingml/2006/main">
            <a:off x="10830497" y="441007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88" name="">
            <a:extLst xmlns:a="http://schemas.openxmlformats.org/drawingml/2006/main">
              <a:ext uri="{FF2B5EF4-FFF2-40B4-BE49-F238E27FC236}">
                <a16:creationId xmlns:a16="http://schemas.microsoft.com/office/drawing/2014/main" id="{A90730E5-094F-48D1-992E-515C4BFFE573}"/>
              </a:ext>
            </a:extLst>
          </p:cNvPr>
          <p:cNvSpPr>
            <a:spLocks xmlns:a="http://schemas.openxmlformats.org/drawingml/2006/main" noGrp="1"/>
          </p:cNvSpPr>
          <p:nvPr/>
        </p:nvSpPr>
        <p:spPr>
          <a:xfrm xmlns:a="http://schemas.openxmlformats.org/drawingml/2006/main">
            <a:off x="10858500" y="3619500"/>
            <a:ext cx="9525" cy="857250"/>
          </a:xfrm>
          <a:custGeom xmlns:a="http://schemas.openxmlformats.org/drawingml/2006/main">
            <a:pathLst>
              <a:path w="9525" h="857250">
                <a:moveTo>
                  <a:pt x="0" y="857250"/>
                </a:moveTo>
                <a:lnTo>
                  <a:pt x="0" y="0"/>
                </a:lnTo>
              </a:path>
            </a:pathLst>
          </a:custGeom>
          <a:noFill xmlns:a="http://schemas.openxmlformats.org/drawingml/2006/main"/>
          <a:ln xmlns:a="http://schemas.openxmlformats.org/drawingml/2006/main" w="14288">
            <a:solidFill>
              <a:srgbClr val="71818B"/>
            </a:solidFill>
          </a:ln>
        </p:spPr>
      </p:sp>
      <p:sp>
        <p:nvSpPr>
          <p:cNvPr id="89" name="">
            <a:extLst xmlns:a="http://schemas.openxmlformats.org/drawingml/2006/main">
              <a:ext uri="{FF2B5EF4-FFF2-40B4-BE49-F238E27FC236}">
                <a16:creationId xmlns:a16="http://schemas.microsoft.com/office/drawing/2014/main" id="{A4BC3876-841A-49CA-836C-7DAAED02EE60}"/>
              </a:ext>
            </a:extLst>
          </p:cNvPr>
          <p:cNvSpPr>
            <a:spLocks xmlns:a="http://schemas.openxmlformats.org/drawingml/2006/main" noGrp="1"/>
          </p:cNvSpPr>
          <p:nvPr/>
        </p:nvSpPr>
        <p:spPr>
          <a:xfrm xmlns:a="http://schemas.openxmlformats.org/drawingml/2006/main">
            <a:off x="10830497" y="361950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90" name="">
            <a:extLst xmlns:a="http://schemas.openxmlformats.org/drawingml/2006/main">
              <a:ext uri="{FF2B5EF4-FFF2-40B4-BE49-F238E27FC236}">
                <a16:creationId xmlns:a16="http://schemas.microsoft.com/office/drawing/2014/main" id="{79470E1B-E82E-4BE8-B8C4-0C0A6A817846}"/>
              </a:ext>
            </a:extLst>
          </p:cNvPr>
          <p:cNvSpPr>
            <a:spLocks xmlns:a="http://schemas.openxmlformats.org/drawingml/2006/main" noGrp="1"/>
          </p:cNvSpPr>
          <p:nvPr/>
        </p:nvSpPr>
        <p:spPr>
          <a:xfrm xmlns:a="http://schemas.openxmlformats.org/drawingml/2006/main">
            <a:off x="10972800" y="38481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2 mm</a:t>
            </a:r>
          </a:p>
        </p:txBody>
      </p:sp>
      <p:sp>
        <p:nvSpPr>
          <p:cNvPr id="91" name="">
            <a:extLst xmlns:a="http://schemas.openxmlformats.org/drawingml/2006/main">
              <a:ext uri="{FF2B5EF4-FFF2-40B4-BE49-F238E27FC236}">
                <a16:creationId xmlns:a16="http://schemas.microsoft.com/office/drawing/2014/main" id="{95292DBA-3418-47FF-AE48-1E1BDBA7B7A4}"/>
              </a:ext>
            </a:extLst>
          </p:cNvPr>
          <p:cNvSpPr>
            <a:spLocks xmlns:a="http://schemas.openxmlformats.org/drawingml/2006/main" noGrp="1"/>
          </p:cNvSpPr>
          <p:nvPr/>
        </p:nvSpPr>
        <p:spPr>
          <a:xfrm xmlns:a="http://schemas.openxmlformats.org/drawingml/2006/main">
            <a:off x="8572500" y="31432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変形前の位置</a:t>
            </a:r>
          </a:p>
        </p:txBody>
      </p:sp>
      <p:sp>
        <p:nvSpPr>
          <p:cNvPr id="92" name="">
            <a:extLst xmlns:a="http://schemas.openxmlformats.org/drawingml/2006/main">
              <a:ext uri="{FF2B5EF4-FFF2-40B4-BE49-F238E27FC236}">
                <a16:creationId xmlns:a16="http://schemas.microsoft.com/office/drawing/2014/main" id="{CCF539C4-ADE5-4DF7-AEFE-6DC935522E23}"/>
              </a:ext>
            </a:extLst>
          </p:cNvPr>
          <p:cNvSpPr>
            <a:spLocks xmlns:a="http://schemas.openxmlformats.org/drawingml/2006/main" noGrp="1"/>
          </p:cNvSpPr>
          <p:nvPr/>
        </p:nvSpPr>
        <p:spPr>
          <a:xfrm xmlns:a="http://schemas.openxmlformats.org/drawingml/2006/main">
            <a:off x="809625" y="5048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許容する変位を1/2にする</a:t>
            </a:r>
          </a:p>
        </p:txBody>
      </p:sp>
      <p:sp>
        <p:nvSpPr>
          <p:cNvPr id="93" name="">
            <a:extLst xmlns:a="http://schemas.openxmlformats.org/drawingml/2006/main">
              <a:ext uri="{FF2B5EF4-FFF2-40B4-BE49-F238E27FC236}">
                <a16:creationId xmlns:a16="http://schemas.microsoft.com/office/drawing/2014/main" id="{C7B32031-6DD8-471C-88FB-F6EBA1C50FB2}"/>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自己確認の目安180秒。二つの荷重上限と、両方を満たす値を求める。図の変位は誇張。</a:t>
            </a:r>
          </a:p>
        </p:txBody>
      </p:sp>
    </p:spTree>
    <p:extLst>
      <p:ext uri="{BB962C8B-B14F-4D97-AF65-F5344CB8AC3E}">
        <p14:creationId xmlns:p14="http://schemas.microsoft.com/office/powerpoint/2010/main" val="37303918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42C0EA-DABE-44C7-A658-8068EA3EA3D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解説：上限の小さい条件を満たす</a:t>
            </a:r>
          </a:p>
        </p:txBody>
      </p:sp>
      <p:sp>
        <p:nvSpPr>
          <p:cNvPr id="2" name="">
            <a:extLst xmlns:a="http://schemas.openxmlformats.org/drawingml/2006/main">
              <a:ext uri="{FF2B5EF4-FFF2-40B4-BE49-F238E27FC236}">
                <a16:creationId xmlns:a16="http://schemas.microsoft.com/office/drawing/2014/main" id="{F061F812-2BCE-4472-896E-40D1DDF61AB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4019B075-8E49-4804-A1A9-08D532D10FB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3C9BF5DB-99B9-4912-9411-62F835344A43}"/>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33 / 52</a:t>
            </a:r>
          </a:p>
        </p:txBody>
      </p:sp>
      <p:sp>
        <p:nvSpPr>
          <p:cNvPr id="10" name="">
            <a:extLst xmlns:a="http://schemas.openxmlformats.org/drawingml/2006/main">
              <a:ext uri="{FF2B5EF4-FFF2-40B4-BE49-F238E27FC236}">
                <a16:creationId xmlns:a16="http://schemas.microsoft.com/office/drawing/2014/main" id="{05F2067F-D925-4954-8F6A-B046193AC686}"/>
              </a:ext>
            </a:extLst>
          </p:cNvPr>
          <p:cNvSpPr>
            <a:spLocks xmlns:a="http://schemas.openxmlformats.org/drawingml/2006/main" noGrp="1"/>
          </p:cNvSpPr>
          <p:nvPr/>
        </p:nvSpPr>
        <p:spPr>
          <a:xfrm xmlns:a="http://schemas.openxmlformats.org/drawingml/2006/main">
            <a:off x="809625" y="1571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63D4D"/>
                </a:solidFill>
                <a:latin typeface="Yu Gothic"/>
                <a:ea typeface="Yu Gothic"/>
                <a:cs typeface="Yu Gothic"/>
              </a:defRPr>
            </a:defPPr>
            <a:lvl1pPr>
              <a:buNone/>
              <a:defRPr sz="2475" b="0">
                <a:solidFill>
                  <a:srgbClr val="263D4D"/>
                </a:solidFill>
                <a:latin typeface="Yu Gothic"/>
                <a:ea typeface="Yu Gothic"/>
                <a:cs typeface="Yu Gothic"/>
              </a:defRPr>
            </a:lvl1pPr>
            <a:lvl2pPr>
              <a:buNone/>
              <a:defRPr sz="2475" b="0">
                <a:solidFill>
                  <a:srgbClr val="263D4D"/>
                </a:solidFill>
                <a:latin typeface="Yu Gothic"/>
                <a:ea typeface="Yu Gothic"/>
                <a:cs typeface="Yu Gothic"/>
              </a:defRPr>
            </a:lvl2pPr>
            <a:lvl3pPr>
              <a:buNone/>
              <a:defRPr sz="2475" b="0">
                <a:solidFill>
                  <a:srgbClr val="263D4D"/>
                </a:solidFill>
                <a:latin typeface="Yu Gothic"/>
                <a:ea typeface="Yu Gothic"/>
                <a:cs typeface="Yu Gothic"/>
              </a:defRPr>
            </a:lvl3pPr>
            <a:lvl4pPr>
              <a:buNone/>
              <a:defRPr sz="2475" b="0">
                <a:solidFill>
                  <a:srgbClr val="263D4D"/>
                </a:solidFill>
                <a:latin typeface="Yu Gothic"/>
                <a:ea typeface="Yu Gothic"/>
                <a:cs typeface="Yu Gothic"/>
              </a:defRPr>
            </a:lvl4pPr>
            <a:lvl5pPr>
              <a:buNone/>
              <a:defRPr sz="2475" b="0">
                <a:solidFill>
                  <a:srgbClr val="263D4D"/>
                </a:solidFill>
                <a:latin typeface="Yu Gothic"/>
                <a:ea typeface="Yu Gothic"/>
                <a:cs typeface="Yu Gothic"/>
              </a:defRPr>
            </a:lvl5pPr>
            <a:lvl6pPr>
              <a:buNone/>
              <a:defRPr sz="2475" b="0">
                <a:solidFill>
                  <a:srgbClr val="263D4D"/>
                </a:solidFill>
                <a:latin typeface="Yu Gothic"/>
                <a:ea typeface="Yu Gothic"/>
                <a:cs typeface="Yu Gothic"/>
              </a:defRPr>
            </a:lvl6pPr>
            <a:lvl7pPr>
              <a:buNone/>
              <a:defRPr sz="2475" b="0">
                <a:solidFill>
                  <a:srgbClr val="263D4D"/>
                </a:solidFill>
                <a:latin typeface="Yu Gothic"/>
                <a:ea typeface="Yu Gothic"/>
                <a:cs typeface="Yu Gothic"/>
              </a:defRPr>
            </a:lvl7pPr>
            <a:lvl8pPr>
              <a:buNone/>
              <a:defRPr sz="2475" b="0">
                <a:solidFill>
                  <a:srgbClr val="263D4D"/>
                </a:solidFill>
                <a:latin typeface="Yu Gothic"/>
                <a:ea typeface="Yu Gothic"/>
                <a:cs typeface="Yu Gothic"/>
              </a:defRPr>
            </a:lvl8pPr>
            <a:lvl9pPr>
              <a:buNone/>
              <a:defRPr sz="2475" b="0">
                <a:solidFill>
                  <a:srgbClr val="263D4D"/>
                </a:solidFill>
                <a:latin typeface="Yu Gothic"/>
                <a:ea typeface="Yu Gothic"/>
                <a:cs typeface="Yu Gothic"/>
              </a:defRPr>
            </a:lvl9pPr>
          </a:lstStyle>
          <a:p xmlns:a="http://schemas.openxmlformats.org/drawingml/2006/main">
            <a:pPr>
              <a:buNone/>
              <a:defRPr sz="2475" b="0">
                <a:solidFill>
                  <a:srgbClr val="263D4D"/>
                </a:solidFill>
                <a:latin typeface="Yu Gothic"/>
                <a:ea typeface="Yu Gothic"/>
                <a:cs typeface="Yu Gothic"/>
              </a:defRPr>
            </a:pPr>
            <a:r>
              <a:rPr sz="2475" b="0">
                <a:solidFill>
                  <a:srgbClr val="263D4D"/>
                </a:solidFill>
                <a:latin typeface="Yu Gothic"/>
                <a:ea typeface="Yu Gothic"/>
                <a:cs typeface="Yu Gothic"/>
              </a:rPr>
              <a:t>応力による上限：360 N</a:t>
            </a:r>
          </a:p>
        </p:txBody>
      </p:sp>
      <p:sp>
        <p:nvSpPr>
          <p:cNvPr id="11" name="">
            <a:extLst xmlns:a="http://schemas.openxmlformats.org/drawingml/2006/main">
              <a:ext uri="{FF2B5EF4-FFF2-40B4-BE49-F238E27FC236}">
                <a16:creationId xmlns:a16="http://schemas.microsoft.com/office/drawing/2014/main" id="{505B75D0-CDC3-4422-A536-33E412629357}"/>
              </a:ext>
            </a:extLst>
          </p:cNvPr>
          <p:cNvSpPr>
            <a:spLocks xmlns:a="http://schemas.openxmlformats.org/drawingml/2006/main" noGrp="1"/>
          </p:cNvSpPr>
          <p:nvPr/>
        </p:nvSpPr>
        <p:spPr>
          <a:xfrm xmlns:a="http://schemas.openxmlformats.org/drawingml/2006/main">
            <a:off x="809625" y="2333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63D4D"/>
                </a:solidFill>
                <a:latin typeface="Yu Gothic"/>
                <a:ea typeface="Yu Gothic"/>
                <a:cs typeface="Yu Gothic"/>
              </a:defRPr>
            </a:defPPr>
            <a:lvl1pPr>
              <a:buNone/>
              <a:defRPr sz="2475" b="0">
                <a:solidFill>
                  <a:srgbClr val="263D4D"/>
                </a:solidFill>
                <a:latin typeface="Yu Gothic"/>
                <a:ea typeface="Yu Gothic"/>
                <a:cs typeface="Yu Gothic"/>
              </a:defRPr>
            </a:lvl1pPr>
            <a:lvl2pPr>
              <a:buNone/>
              <a:defRPr sz="2475" b="0">
                <a:solidFill>
                  <a:srgbClr val="263D4D"/>
                </a:solidFill>
                <a:latin typeface="Yu Gothic"/>
                <a:ea typeface="Yu Gothic"/>
                <a:cs typeface="Yu Gothic"/>
              </a:defRPr>
            </a:lvl2pPr>
            <a:lvl3pPr>
              <a:buNone/>
              <a:defRPr sz="2475" b="0">
                <a:solidFill>
                  <a:srgbClr val="263D4D"/>
                </a:solidFill>
                <a:latin typeface="Yu Gothic"/>
                <a:ea typeface="Yu Gothic"/>
                <a:cs typeface="Yu Gothic"/>
              </a:defRPr>
            </a:lvl3pPr>
            <a:lvl4pPr>
              <a:buNone/>
              <a:defRPr sz="2475" b="0">
                <a:solidFill>
                  <a:srgbClr val="263D4D"/>
                </a:solidFill>
                <a:latin typeface="Yu Gothic"/>
                <a:ea typeface="Yu Gothic"/>
                <a:cs typeface="Yu Gothic"/>
              </a:defRPr>
            </a:lvl4pPr>
            <a:lvl5pPr>
              <a:buNone/>
              <a:defRPr sz="2475" b="0">
                <a:solidFill>
                  <a:srgbClr val="263D4D"/>
                </a:solidFill>
                <a:latin typeface="Yu Gothic"/>
                <a:ea typeface="Yu Gothic"/>
                <a:cs typeface="Yu Gothic"/>
              </a:defRPr>
            </a:lvl5pPr>
            <a:lvl6pPr>
              <a:buNone/>
              <a:defRPr sz="2475" b="0">
                <a:solidFill>
                  <a:srgbClr val="263D4D"/>
                </a:solidFill>
                <a:latin typeface="Yu Gothic"/>
                <a:ea typeface="Yu Gothic"/>
                <a:cs typeface="Yu Gothic"/>
              </a:defRPr>
            </a:lvl6pPr>
            <a:lvl7pPr>
              <a:buNone/>
              <a:defRPr sz="2475" b="0">
                <a:solidFill>
                  <a:srgbClr val="263D4D"/>
                </a:solidFill>
                <a:latin typeface="Yu Gothic"/>
                <a:ea typeface="Yu Gothic"/>
                <a:cs typeface="Yu Gothic"/>
              </a:defRPr>
            </a:lvl7pPr>
            <a:lvl8pPr>
              <a:buNone/>
              <a:defRPr sz="2475" b="0">
                <a:solidFill>
                  <a:srgbClr val="263D4D"/>
                </a:solidFill>
                <a:latin typeface="Yu Gothic"/>
                <a:ea typeface="Yu Gothic"/>
                <a:cs typeface="Yu Gothic"/>
              </a:defRPr>
            </a:lvl8pPr>
            <a:lvl9pPr>
              <a:buNone/>
              <a:defRPr sz="2475" b="0">
                <a:solidFill>
                  <a:srgbClr val="263D4D"/>
                </a:solidFill>
                <a:latin typeface="Yu Gothic"/>
                <a:ea typeface="Yu Gothic"/>
                <a:cs typeface="Yu Gothic"/>
              </a:defRPr>
            </a:lvl9pPr>
          </a:lstStyle>
          <a:p xmlns:a="http://schemas.openxmlformats.org/drawingml/2006/main">
            <a:pPr>
              <a:buNone/>
              <a:defRPr sz="2475" b="0">
                <a:solidFill>
                  <a:srgbClr val="263D4D"/>
                </a:solidFill>
                <a:latin typeface="Yu Gothic"/>
                <a:ea typeface="Yu Gothic"/>
                <a:cs typeface="Yu Gothic"/>
              </a:defRPr>
            </a:pPr>
            <a:r>
              <a:rPr sz="2475" b="0">
                <a:solidFill>
                  <a:srgbClr val="263D4D"/>
                </a:solidFill>
                <a:latin typeface="Yu Gothic"/>
                <a:ea typeface="Yu Gothic"/>
                <a:cs typeface="Yu Gothic"/>
              </a:rPr>
              <a:t>たわみによる上限：180 N</a:t>
            </a:r>
          </a:p>
        </p:txBody>
      </p:sp>
      <p:sp>
        <p:nvSpPr>
          <p:cNvPr id="12" name="">
            <a:extLst xmlns:a="http://schemas.openxmlformats.org/drawingml/2006/main">
              <a:ext uri="{FF2B5EF4-FFF2-40B4-BE49-F238E27FC236}">
                <a16:creationId xmlns:a16="http://schemas.microsoft.com/office/drawing/2014/main" id="{09C8945E-4608-4BCC-B5C9-933985F1CF82}"/>
              </a:ext>
            </a:extLst>
          </p:cNvPr>
          <p:cNvSpPr>
            <a:spLocks xmlns:a="http://schemas.openxmlformats.org/drawingml/2006/main" noGrp="1"/>
          </p:cNvSpPr>
          <p:nvPr/>
        </p:nvSpPr>
        <p:spPr>
          <a:xfrm xmlns:a="http://schemas.openxmlformats.org/drawingml/2006/main">
            <a:off x="1619250" y="4143375"/>
            <a:ext cx="9144000" cy="9525"/>
          </a:xfrm>
          <a:custGeom xmlns:a="http://schemas.openxmlformats.org/drawingml/2006/main">
            <a:pathLst>
              <a:path w="9144000" h="9525">
                <a:moveTo>
                  <a:pt x="0" y="0"/>
                </a:moveTo>
                <a:lnTo>
                  <a:pt x="9144000" y="0"/>
                </a:lnTo>
              </a:path>
            </a:pathLst>
          </a:custGeom>
          <a:noFill xmlns:a="http://schemas.openxmlformats.org/drawingml/2006/main"/>
          <a:ln xmlns:a="http://schemas.openxmlformats.org/drawingml/2006/main" w="19050">
            <a:solidFill>
              <a:srgbClr val="71818B"/>
            </a:solidFill>
          </a:ln>
        </p:spPr>
      </p:sp>
      <p:sp>
        <p:nvSpPr>
          <p:cNvPr id="13" name="">
            <a:extLst xmlns:a="http://schemas.openxmlformats.org/drawingml/2006/main">
              <a:ext uri="{FF2B5EF4-FFF2-40B4-BE49-F238E27FC236}">
                <a16:creationId xmlns:a16="http://schemas.microsoft.com/office/drawing/2014/main" id="{75834390-7B44-4017-87F4-43B199F15AC1}"/>
              </a:ext>
            </a:extLst>
          </p:cNvPr>
          <p:cNvSpPr>
            <a:spLocks xmlns:a="http://schemas.openxmlformats.org/drawingml/2006/main" noGrp="1"/>
          </p:cNvSpPr>
          <p:nvPr/>
        </p:nvSpPr>
        <p:spPr>
          <a:xfrm xmlns:a="http://schemas.openxmlformats.org/drawingml/2006/main">
            <a:off x="10677525" y="4107371"/>
            <a:ext cx="85725" cy="72009"/>
          </a:xfrm>
          <a:custGeom xmlns:a="http://schemas.openxmlformats.org/drawingml/2006/main">
            <a:pathLst>
              <a:path w="85725" h="72009">
                <a:moveTo>
                  <a:pt x="85725" y="36004"/>
                </a:moveTo>
                <a:lnTo>
                  <a:pt x="0" y="0"/>
                </a:lnTo>
                <a:lnTo>
                  <a:pt x="0" y="72009"/>
                </a:lnTo>
                <a:close/>
              </a:path>
            </a:pathLst>
          </a:custGeom>
          <a:solidFill xmlns:a="http://schemas.openxmlformats.org/drawingml/2006/main">
            <a:srgbClr val="71818B"/>
          </a:solidFill>
          <a:ln xmlns:a="http://schemas.openxmlformats.org/drawingml/2006/main" w="4763">
            <a:solidFill>
              <a:srgbClr val="71818B"/>
            </a:solidFill>
          </a:ln>
        </p:spPr>
      </p:sp>
      <p:sp>
        <p:nvSpPr>
          <p:cNvPr id="14" name="">
            <a:extLst xmlns:a="http://schemas.openxmlformats.org/drawingml/2006/main">
              <a:ext uri="{FF2B5EF4-FFF2-40B4-BE49-F238E27FC236}">
                <a16:creationId xmlns:a16="http://schemas.microsoft.com/office/drawing/2014/main" id="{2F3840CA-E424-4C2C-BC88-5AB026B7B626}"/>
              </a:ext>
            </a:extLst>
          </p:cNvPr>
          <p:cNvSpPr>
            <a:spLocks xmlns:a="http://schemas.openxmlformats.org/drawingml/2006/main" noGrp="1"/>
          </p:cNvSpPr>
          <p:nvPr/>
        </p:nvSpPr>
        <p:spPr>
          <a:xfrm xmlns:a="http://schemas.openxmlformats.org/drawingml/2006/main">
            <a:off x="1619250" y="4143375"/>
            <a:ext cx="4114800" cy="9525"/>
          </a:xfrm>
          <a:custGeom xmlns:a="http://schemas.openxmlformats.org/drawingml/2006/main">
            <a:pathLst>
              <a:path w="4114800" h="9525">
                <a:moveTo>
                  <a:pt x="0" y="0"/>
                </a:moveTo>
                <a:lnTo>
                  <a:pt x="4114800" y="0"/>
                </a:lnTo>
              </a:path>
            </a:pathLst>
          </a:custGeom>
          <a:noFill xmlns:a="http://schemas.openxmlformats.org/drawingml/2006/main"/>
          <a:ln xmlns:a="http://schemas.openxmlformats.org/drawingml/2006/main" w="114300">
            <a:solidFill>
              <a:srgbClr val="087E8B"/>
            </a:solidFill>
          </a:ln>
        </p:spPr>
      </p:sp>
      <p:sp>
        <p:nvSpPr>
          <p:cNvPr id="15" name="">
            <a:extLst xmlns:a="http://schemas.openxmlformats.org/drawingml/2006/main">
              <a:ext uri="{FF2B5EF4-FFF2-40B4-BE49-F238E27FC236}">
                <a16:creationId xmlns:a16="http://schemas.microsoft.com/office/drawing/2014/main" id="{594ED7B5-1C8D-4334-8BB0-7BF205B9F49B}"/>
              </a:ext>
            </a:extLst>
          </p:cNvPr>
          <p:cNvSpPr>
            <a:spLocks xmlns:a="http://schemas.openxmlformats.org/drawingml/2006/main" noGrp="1"/>
          </p:cNvSpPr>
          <p:nvPr/>
        </p:nvSpPr>
        <p:spPr>
          <a:xfrm xmlns:a="http://schemas.openxmlformats.org/drawingml/2006/main">
            <a:off x="5734050" y="4143375"/>
            <a:ext cx="4114800" cy="9525"/>
          </a:xfrm>
          <a:custGeom xmlns:a="http://schemas.openxmlformats.org/drawingml/2006/main">
            <a:pathLst>
              <a:path w="4114800" h="9525">
                <a:moveTo>
                  <a:pt x="0" y="0"/>
                </a:moveTo>
                <a:lnTo>
                  <a:pt x="4114800" y="0"/>
                </a:lnTo>
              </a:path>
            </a:pathLst>
          </a:custGeom>
          <a:noFill xmlns:a="http://schemas.openxmlformats.org/drawingml/2006/main"/>
          <a:ln xmlns:a="http://schemas.openxmlformats.org/drawingml/2006/main" w="76200">
            <a:solidFill>
              <a:srgbClr val="CBD8DF"/>
            </a:solidFill>
          </a:ln>
        </p:spPr>
      </p:sp>
      <p:sp>
        <p:nvSpPr>
          <p:cNvPr id="16" name="">
            <a:extLst xmlns:a="http://schemas.openxmlformats.org/drawingml/2006/main">
              <a:ext uri="{FF2B5EF4-FFF2-40B4-BE49-F238E27FC236}">
                <a16:creationId xmlns:a16="http://schemas.microsoft.com/office/drawing/2014/main" id="{687A5024-3CF9-4A8F-83C8-67AC047C3B5B}"/>
              </a:ext>
            </a:extLst>
          </p:cNvPr>
          <p:cNvSpPr>
            <a:spLocks xmlns:a="http://schemas.openxmlformats.org/drawingml/2006/main" noGrp="1"/>
          </p:cNvSpPr>
          <p:nvPr/>
        </p:nvSpPr>
        <p:spPr>
          <a:xfrm xmlns:a="http://schemas.openxmlformats.org/drawingml/2006/main">
            <a:off x="1619250" y="3971925"/>
            <a:ext cx="9525" cy="342900"/>
          </a:xfrm>
          <a:custGeom xmlns:a="http://schemas.openxmlformats.org/drawingml/2006/main">
            <a:pathLst>
              <a:path w="9525" h="342900">
                <a:moveTo>
                  <a:pt x="0" y="0"/>
                </a:moveTo>
                <a:lnTo>
                  <a:pt x="0" y="342900"/>
                </a:lnTo>
              </a:path>
            </a:pathLst>
          </a:custGeom>
          <a:noFill xmlns:a="http://schemas.openxmlformats.org/drawingml/2006/main"/>
          <a:ln xmlns:a="http://schemas.openxmlformats.org/drawingml/2006/main" w="28575">
            <a:solidFill>
              <a:srgbClr val="2876A8"/>
            </a:solidFill>
          </a:ln>
        </p:spPr>
      </p:sp>
      <p:sp>
        <p:nvSpPr>
          <p:cNvPr id="17" name="">
            <a:extLst xmlns:a="http://schemas.openxmlformats.org/drawingml/2006/main">
              <a:ext uri="{FF2B5EF4-FFF2-40B4-BE49-F238E27FC236}">
                <a16:creationId xmlns:a16="http://schemas.microsoft.com/office/drawing/2014/main" id="{890615B3-D4FD-4B2C-B1C9-46029F0815FD}"/>
              </a:ext>
            </a:extLst>
          </p:cNvPr>
          <p:cNvSpPr>
            <a:spLocks xmlns:a="http://schemas.openxmlformats.org/drawingml/2006/main" noGrp="1"/>
          </p:cNvSpPr>
          <p:nvPr/>
        </p:nvSpPr>
        <p:spPr>
          <a:xfrm xmlns:a="http://schemas.openxmlformats.org/drawingml/2006/main">
            <a:off x="1190625" y="4381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0</a:t>
            </a:r>
          </a:p>
        </p:txBody>
      </p:sp>
      <p:sp>
        <p:nvSpPr>
          <p:cNvPr id="18" name="">
            <a:extLst xmlns:a="http://schemas.openxmlformats.org/drawingml/2006/main">
              <a:ext uri="{FF2B5EF4-FFF2-40B4-BE49-F238E27FC236}">
                <a16:creationId xmlns:a16="http://schemas.microsoft.com/office/drawing/2014/main" id="{55AF3836-6E33-4565-88F9-22C480CC8D5B}"/>
              </a:ext>
            </a:extLst>
          </p:cNvPr>
          <p:cNvSpPr>
            <a:spLocks xmlns:a="http://schemas.openxmlformats.org/drawingml/2006/main" noGrp="1"/>
          </p:cNvSpPr>
          <p:nvPr/>
        </p:nvSpPr>
        <p:spPr>
          <a:xfrm xmlns:a="http://schemas.openxmlformats.org/drawingml/2006/main">
            <a:off x="5734050" y="3971925"/>
            <a:ext cx="9525" cy="342900"/>
          </a:xfrm>
          <a:custGeom xmlns:a="http://schemas.openxmlformats.org/drawingml/2006/main">
            <a:pathLst>
              <a:path w="9525" h="342900">
                <a:moveTo>
                  <a:pt x="0" y="0"/>
                </a:moveTo>
                <a:lnTo>
                  <a:pt x="0" y="342900"/>
                </a:lnTo>
              </a:path>
            </a:pathLst>
          </a:custGeom>
          <a:noFill xmlns:a="http://schemas.openxmlformats.org/drawingml/2006/main"/>
          <a:ln xmlns:a="http://schemas.openxmlformats.org/drawingml/2006/main" w="28575">
            <a:solidFill>
              <a:srgbClr val="2876A8"/>
            </a:solidFill>
          </a:ln>
        </p:spPr>
      </p:sp>
      <p:sp>
        <p:nvSpPr>
          <p:cNvPr id="19" name="">
            <a:extLst xmlns:a="http://schemas.openxmlformats.org/drawingml/2006/main">
              <a:ext uri="{FF2B5EF4-FFF2-40B4-BE49-F238E27FC236}">
                <a16:creationId xmlns:a16="http://schemas.microsoft.com/office/drawing/2014/main" id="{C7F8F63B-9477-4828-ABB5-4EABDACD4D00}"/>
              </a:ext>
            </a:extLst>
          </p:cNvPr>
          <p:cNvSpPr>
            <a:spLocks xmlns:a="http://schemas.openxmlformats.org/drawingml/2006/main" noGrp="1"/>
          </p:cNvSpPr>
          <p:nvPr/>
        </p:nvSpPr>
        <p:spPr>
          <a:xfrm xmlns:a="http://schemas.openxmlformats.org/drawingml/2006/main">
            <a:off x="5305425" y="4381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180</a:t>
            </a:r>
          </a:p>
        </p:txBody>
      </p:sp>
      <p:sp>
        <p:nvSpPr>
          <p:cNvPr id="20" name="">
            <a:extLst xmlns:a="http://schemas.openxmlformats.org/drawingml/2006/main">
              <a:ext uri="{FF2B5EF4-FFF2-40B4-BE49-F238E27FC236}">
                <a16:creationId xmlns:a16="http://schemas.microsoft.com/office/drawing/2014/main" id="{427027EF-EFFD-4FFF-9DE9-65B791F01D50}"/>
              </a:ext>
            </a:extLst>
          </p:cNvPr>
          <p:cNvSpPr>
            <a:spLocks xmlns:a="http://schemas.openxmlformats.org/drawingml/2006/main" noGrp="1"/>
          </p:cNvSpPr>
          <p:nvPr/>
        </p:nvSpPr>
        <p:spPr>
          <a:xfrm xmlns:a="http://schemas.openxmlformats.org/drawingml/2006/main">
            <a:off x="9848850" y="3971925"/>
            <a:ext cx="9525" cy="342900"/>
          </a:xfrm>
          <a:custGeom xmlns:a="http://schemas.openxmlformats.org/drawingml/2006/main">
            <a:pathLst>
              <a:path w="9525" h="342900">
                <a:moveTo>
                  <a:pt x="0" y="0"/>
                </a:moveTo>
                <a:lnTo>
                  <a:pt x="0" y="342900"/>
                </a:lnTo>
              </a:path>
            </a:pathLst>
          </a:custGeom>
          <a:noFill xmlns:a="http://schemas.openxmlformats.org/drawingml/2006/main"/>
          <a:ln xmlns:a="http://schemas.openxmlformats.org/drawingml/2006/main" w="28575">
            <a:solidFill>
              <a:srgbClr val="C4483C"/>
            </a:solidFill>
          </a:ln>
        </p:spPr>
      </p:sp>
      <p:sp>
        <p:nvSpPr>
          <p:cNvPr id="21" name="">
            <a:extLst xmlns:a="http://schemas.openxmlformats.org/drawingml/2006/main">
              <a:ext uri="{FF2B5EF4-FFF2-40B4-BE49-F238E27FC236}">
                <a16:creationId xmlns:a16="http://schemas.microsoft.com/office/drawing/2014/main" id="{2EABAE31-68A6-4195-8894-B3E514BF16D0}"/>
              </a:ext>
            </a:extLst>
          </p:cNvPr>
          <p:cNvSpPr>
            <a:spLocks xmlns:a="http://schemas.openxmlformats.org/drawingml/2006/main" noGrp="1"/>
          </p:cNvSpPr>
          <p:nvPr/>
        </p:nvSpPr>
        <p:spPr>
          <a:xfrm xmlns:a="http://schemas.openxmlformats.org/drawingml/2006/main">
            <a:off x="9420225" y="4381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360</a:t>
            </a:r>
          </a:p>
        </p:txBody>
      </p:sp>
      <p:sp>
        <p:nvSpPr>
          <p:cNvPr id="22" name="">
            <a:extLst xmlns:a="http://schemas.openxmlformats.org/drawingml/2006/main">
              <a:ext uri="{FF2B5EF4-FFF2-40B4-BE49-F238E27FC236}">
                <a16:creationId xmlns:a16="http://schemas.microsoft.com/office/drawing/2014/main" id="{11C892E7-5EAF-411E-9379-BDD1727D540E}"/>
              </a:ext>
            </a:extLst>
          </p:cNvPr>
          <p:cNvSpPr>
            <a:spLocks xmlns:a="http://schemas.openxmlformats.org/drawingml/2006/main" noGrp="1"/>
          </p:cNvSpPr>
          <p:nvPr/>
        </p:nvSpPr>
        <p:spPr>
          <a:xfrm xmlns:a="http://schemas.openxmlformats.org/drawingml/2006/main">
            <a:off x="10906125" y="4305300"/>
            <a:ext cx="80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F / N</a:t>
            </a:r>
          </a:p>
        </p:txBody>
      </p:sp>
      <p:sp>
        <p:nvSpPr>
          <p:cNvPr id="23" name="">
            <a:extLst xmlns:a="http://schemas.openxmlformats.org/drawingml/2006/main">
              <a:ext uri="{FF2B5EF4-FFF2-40B4-BE49-F238E27FC236}">
                <a16:creationId xmlns:a16="http://schemas.microsoft.com/office/drawing/2014/main" id="{5831C040-CE59-4F5B-A0BC-DE42AF21426F}"/>
              </a:ext>
            </a:extLst>
          </p:cNvPr>
          <p:cNvSpPr>
            <a:spLocks xmlns:a="http://schemas.openxmlformats.org/drawingml/2006/main" noGrp="1"/>
          </p:cNvSpPr>
          <p:nvPr/>
        </p:nvSpPr>
        <p:spPr>
          <a:xfrm xmlns:a="http://schemas.openxmlformats.org/drawingml/2006/main">
            <a:off x="809625" y="5095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087E8B"/>
                </a:solidFill>
                <a:latin typeface="Yu Gothic"/>
                <a:ea typeface="Yu Gothic"/>
                <a:cs typeface="Yu Gothic"/>
              </a:defRPr>
            </a:defPPr>
            <a:lvl1pPr>
              <a:buNone/>
              <a:defRPr sz="2625" b="1">
                <a:solidFill>
                  <a:srgbClr val="087E8B"/>
                </a:solidFill>
                <a:latin typeface="Yu Gothic"/>
                <a:ea typeface="Yu Gothic"/>
                <a:cs typeface="Yu Gothic"/>
              </a:defRPr>
            </a:lvl1pPr>
            <a:lvl2pPr>
              <a:buNone/>
              <a:defRPr sz="2625" b="1">
                <a:solidFill>
                  <a:srgbClr val="087E8B"/>
                </a:solidFill>
                <a:latin typeface="Yu Gothic"/>
                <a:ea typeface="Yu Gothic"/>
                <a:cs typeface="Yu Gothic"/>
              </a:defRPr>
            </a:lvl2pPr>
            <a:lvl3pPr>
              <a:buNone/>
              <a:defRPr sz="2625" b="1">
                <a:solidFill>
                  <a:srgbClr val="087E8B"/>
                </a:solidFill>
                <a:latin typeface="Yu Gothic"/>
                <a:ea typeface="Yu Gothic"/>
                <a:cs typeface="Yu Gothic"/>
              </a:defRPr>
            </a:lvl3pPr>
            <a:lvl4pPr>
              <a:buNone/>
              <a:defRPr sz="2625" b="1">
                <a:solidFill>
                  <a:srgbClr val="087E8B"/>
                </a:solidFill>
                <a:latin typeface="Yu Gothic"/>
                <a:ea typeface="Yu Gothic"/>
                <a:cs typeface="Yu Gothic"/>
              </a:defRPr>
            </a:lvl4pPr>
            <a:lvl5pPr>
              <a:buNone/>
              <a:defRPr sz="2625" b="1">
                <a:solidFill>
                  <a:srgbClr val="087E8B"/>
                </a:solidFill>
                <a:latin typeface="Yu Gothic"/>
                <a:ea typeface="Yu Gothic"/>
                <a:cs typeface="Yu Gothic"/>
              </a:defRPr>
            </a:lvl5pPr>
            <a:lvl6pPr>
              <a:buNone/>
              <a:defRPr sz="2625" b="1">
                <a:solidFill>
                  <a:srgbClr val="087E8B"/>
                </a:solidFill>
                <a:latin typeface="Yu Gothic"/>
                <a:ea typeface="Yu Gothic"/>
                <a:cs typeface="Yu Gothic"/>
              </a:defRPr>
            </a:lvl6pPr>
            <a:lvl7pPr>
              <a:buNone/>
              <a:defRPr sz="2625" b="1">
                <a:solidFill>
                  <a:srgbClr val="087E8B"/>
                </a:solidFill>
                <a:latin typeface="Yu Gothic"/>
                <a:ea typeface="Yu Gothic"/>
                <a:cs typeface="Yu Gothic"/>
              </a:defRPr>
            </a:lvl7pPr>
            <a:lvl8pPr>
              <a:buNone/>
              <a:defRPr sz="2625" b="1">
                <a:solidFill>
                  <a:srgbClr val="087E8B"/>
                </a:solidFill>
                <a:latin typeface="Yu Gothic"/>
                <a:ea typeface="Yu Gothic"/>
                <a:cs typeface="Yu Gothic"/>
              </a:defRPr>
            </a:lvl8pPr>
            <a:lvl9pPr>
              <a:buNone/>
              <a:defRPr sz="2625" b="1">
                <a:solidFill>
                  <a:srgbClr val="087E8B"/>
                </a:solidFill>
                <a:latin typeface="Yu Gothic"/>
                <a:ea typeface="Yu Gothic"/>
                <a:cs typeface="Yu Gothic"/>
              </a:defRPr>
            </a:lvl9pPr>
          </a:lstStyle>
          <a:p xmlns:a="http://schemas.openxmlformats.org/drawingml/2006/main">
            <a:pPr>
              <a:buNone/>
              <a:defRPr sz="2625" b="1">
                <a:solidFill>
                  <a:srgbClr val="087E8B"/>
                </a:solidFill>
                <a:latin typeface="Yu Gothic"/>
                <a:ea typeface="Yu Gothic"/>
                <a:cs typeface="Yu Gothic"/>
              </a:defRPr>
            </a:pPr>
            <a:r>
              <a:rPr sz="2625" b="1">
                <a:solidFill>
                  <a:srgbClr val="087E8B"/>
                </a:solidFill>
                <a:latin typeface="Yu Gothic"/>
                <a:ea typeface="Yu Gothic"/>
                <a:cs typeface="Yu Gothic"/>
              </a:rPr>
              <a:t>両条件を満たす上限：180 N</a:t>
            </a:r>
          </a:p>
        </p:txBody>
      </p:sp>
      <p:sp>
        <p:nvSpPr>
          <p:cNvPr id="24" name="">
            <a:extLst xmlns:a="http://schemas.openxmlformats.org/drawingml/2006/main">
              <a:ext uri="{FF2B5EF4-FFF2-40B4-BE49-F238E27FC236}">
                <a16:creationId xmlns:a16="http://schemas.microsoft.com/office/drawing/2014/main" id="{53EA7186-AD3B-4D3C-BF87-82692551CF62}"/>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180 Nで最大応力3 MPa、最大たわみ1 mm。形・材料・接合など、モデル外の条件は別に扱う。</a:t>
            </a:r>
          </a:p>
        </p:txBody>
      </p:sp>
    </p:spTree>
    <p:extLst>
      <p:ext uri="{BB962C8B-B14F-4D97-AF65-F5344CB8AC3E}">
        <p14:creationId xmlns:p14="http://schemas.microsoft.com/office/powerpoint/2010/main" val="102297229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B8EEA1-C305-4A82-8587-7178688BA43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実測値と理論値：差から何が分かるか</a:t>
            </a:r>
          </a:p>
        </p:txBody>
      </p:sp>
      <p:sp>
        <p:nvSpPr>
          <p:cNvPr id="2" name="">
            <a:extLst xmlns:a="http://schemas.openxmlformats.org/drawingml/2006/main">
              <a:ext uri="{FF2B5EF4-FFF2-40B4-BE49-F238E27FC236}">
                <a16:creationId xmlns:a16="http://schemas.microsoft.com/office/drawing/2014/main" id="{35391959-7E69-4D11-AE0E-9748F8FBAB8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4117F34-24E0-4415-BF12-13D6307CA43E}"/>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86C24850-AFDA-4A6C-9D7F-8B0CDBF73586}"/>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143250"/>
                <a:gridCol w="3810000"/>
                <a:gridCol w="3810000"/>
              </a:tblGrid>
              <a:tr h="695325">
                <a:tc>
                  <a:txBody>
                    <a:bodyPr lIns="85725" tIns="85725" rIns="85725" bIns="85725"/>
                    <a:lstStyle/>
                    <a:p>
                      <a:r>
                        <a:rPr sz="2175" b="1">
                          <a:solidFill>
                            <a:srgbClr val="FFFFFF"/>
                          </a:solidFill>
                          <a:latin typeface="Yu Gothic"/>
                          <a:ea typeface="Yu Gothic"/>
                          <a:cs typeface="Yu Gothic"/>
                        </a:rPr>
                        <a:t>荷重F / N</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実測を模したδ / mm</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理論δ / mm</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60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0.36</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0.333</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120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0.68</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0.667</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180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1.02</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1.000</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240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1.35</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1.333</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438F240-EC93-4644-83F3-7A9C8FE2985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全て説明用の仮想データ。理論値は基準例。原因の推定や材料の保証には使わない。</a:t>
            </a:r>
          </a:p>
        </p:txBody>
      </p:sp>
      <p:sp>
        <p:nvSpPr>
          <p:cNvPr id="6" name="">
            <a:extLst xmlns:a="http://schemas.openxmlformats.org/drawingml/2006/main">
              <a:ext uri="{FF2B5EF4-FFF2-40B4-BE49-F238E27FC236}">
                <a16:creationId xmlns:a16="http://schemas.microsoft.com/office/drawing/2014/main" id="{AA4801D6-533F-4F97-85B4-81588E70FCD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34 / 52</a:t>
            </a:r>
          </a:p>
        </p:txBody>
      </p:sp>
    </p:spTree>
    <p:extLst>
      <p:ext uri="{BB962C8B-B14F-4D97-AF65-F5344CB8AC3E}">
        <p14:creationId xmlns:p14="http://schemas.microsoft.com/office/powerpoint/2010/main" val="18215820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051196-0DB8-4F87-BD3C-6CDF75823EE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実データで比較する準備</a:t>
            </a:r>
          </a:p>
        </p:txBody>
      </p:sp>
      <p:sp>
        <p:nvSpPr>
          <p:cNvPr id="2" name="">
            <a:extLst xmlns:a="http://schemas.openxmlformats.org/drawingml/2006/main">
              <a:ext uri="{FF2B5EF4-FFF2-40B4-BE49-F238E27FC236}">
                <a16:creationId xmlns:a16="http://schemas.microsoft.com/office/drawing/2014/main" id="{F59C90C0-B491-4575-AAB9-19CDC0929DE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05B3DD3-61B2-46E1-9922-E86C22A86B00}"/>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Eと強度の値を区別</a:t>
            </a:r>
          </a:p>
        </p:txBody>
      </p:sp>
      <p:sp>
        <p:nvSpPr>
          <p:cNvPr id="4" name="">
            <a:extLst xmlns:a="http://schemas.openxmlformats.org/drawingml/2006/main">
              <a:ext uri="{FF2B5EF4-FFF2-40B4-BE49-F238E27FC236}">
                <a16:creationId xmlns:a16="http://schemas.microsoft.com/office/drawing/2014/main" id="{A59921FF-17B7-44AF-8B4A-3BE1D94FE5AF}"/>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木材：方向・含水率・欠点</a:t>
            </a:r>
          </a:p>
        </p:txBody>
      </p:sp>
      <p:sp>
        <p:nvSpPr>
          <p:cNvPr id="5" name="">
            <a:extLst xmlns:a="http://schemas.openxmlformats.org/drawingml/2006/main">
              <a:ext uri="{FF2B5EF4-FFF2-40B4-BE49-F238E27FC236}">
                <a16:creationId xmlns:a16="http://schemas.microsoft.com/office/drawing/2014/main" id="{7B37F9EF-6634-4BEA-AFC5-1AEEE96C6FFA}"/>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金属：材種・調質</a:t>
            </a:r>
          </a:p>
        </p:txBody>
      </p:sp>
      <p:sp>
        <p:nvSpPr>
          <p:cNvPr id="6" name="">
            <a:extLst xmlns:a="http://schemas.openxmlformats.org/drawingml/2006/main">
              <a:ext uri="{FF2B5EF4-FFF2-40B4-BE49-F238E27FC236}">
                <a16:creationId xmlns:a16="http://schemas.microsoft.com/office/drawing/2014/main" id="{37DCAD6E-DBE8-4310-A1C7-A33D93EDB628}"/>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樹脂：グレード・温度・時間</a:t>
            </a:r>
          </a:p>
        </p:txBody>
      </p:sp>
      <p:sp>
        <p:nvSpPr>
          <p:cNvPr id="7" name="">
            <a:extLst xmlns:a="http://schemas.openxmlformats.org/drawingml/2006/main">
              <a:ext uri="{FF2B5EF4-FFF2-40B4-BE49-F238E27FC236}">
                <a16:creationId xmlns:a16="http://schemas.microsoft.com/office/drawing/2014/main" id="{249E81A3-06B6-4DF3-838D-36BBFDEC2D9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5BCEEF5A-0AD7-4012-876A-5B410C999D95}"/>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35 / 52</a:t>
            </a:r>
          </a:p>
        </p:txBody>
      </p:sp>
    </p:spTree>
    <p:extLst>
      <p:ext uri="{BB962C8B-B14F-4D97-AF65-F5344CB8AC3E}">
        <p14:creationId xmlns:p14="http://schemas.microsoft.com/office/powerpoint/2010/main" val="164452078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B0F2C0-6F71-4A06-841F-3267CF31081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学校内容を支える、範囲を超えた理解</a:t>
            </a:r>
          </a:p>
        </p:txBody>
      </p:sp>
      <p:sp>
        <p:nvSpPr>
          <p:cNvPr id="2" name="">
            <a:extLst xmlns:a="http://schemas.openxmlformats.org/drawingml/2006/main">
              <a:ext uri="{FF2B5EF4-FFF2-40B4-BE49-F238E27FC236}">
                <a16:creationId xmlns:a16="http://schemas.microsoft.com/office/drawing/2014/main" id="{CAD5FC6A-3CC6-4B0D-987B-F8ABFE28FBB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95A36D9-9F9D-4488-81FE-F5954394182A}"/>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57A4F2F5-64EC-4058-B2E3-C5D6A435D0EE}"/>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学習の場面</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大学で深める原理と判断</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中学校 技術分野A</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断面形状・向きと、力・変形の関係</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高校工業「機械設計」</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曲げ応力、断面の量、設計条件</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情報科への題材提案</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感度分析、モデルと実測の比較</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教員としての継続的な学び</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未知の形・材料でも根拠から考え直す</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F7CF3A-6193-41B2-87BC-048046A3C24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教育課程への直接の対応と、情報科等での教材化の提案を区別する。</a:t>
            </a:r>
          </a:p>
        </p:txBody>
      </p:sp>
      <p:sp>
        <p:nvSpPr>
          <p:cNvPr id="6" name="">
            <a:extLst xmlns:a="http://schemas.openxmlformats.org/drawingml/2006/main">
              <a:ext uri="{FF2B5EF4-FFF2-40B4-BE49-F238E27FC236}">
                <a16:creationId xmlns:a16="http://schemas.microsoft.com/office/drawing/2014/main" id="{FEA2A0A9-E8B8-49EE-A0BD-03B2A0EFF04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36 / 52</a:t>
            </a:r>
          </a:p>
        </p:txBody>
      </p:sp>
    </p:spTree>
    <p:extLst>
      <p:ext uri="{BB962C8B-B14F-4D97-AF65-F5344CB8AC3E}">
        <p14:creationId xmlns:p14="http://schemas.microsoft.com/office/powerpoint/2010/main" val="4355627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9332E7-5797-404C-9673-73959E6ED4A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AIによる設計案を、専門的に吟味する</a:t>
            </a:r>
          </a:p>
        </p:txBody>
      </p:sp>
      <p:sp>
        <p:nvSpPr>
          <p:cNvPr id="2" name="">
            <a:extLst xmlns:a="http://schemas.openxmlformats.org/drawingml/2006/main">
              <a:ext uri="{FF2B5EF4-FFF2-40B4-BE49-F238E27FC236}">
                <a16:creationId xmlns:a16="http://schemas.microsoft.com/office/drawing/2014/main" id="{6602E367-94C2-4833-A927-0FD714B79FF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B290641-9942-412A-AA8F-B0302AF411E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graphicFrame>
        <p:nvGraphicFramePr>
          <p:cNvPr id="4" name="">
            <a:extLst xmlns:a="http://schemas.openxmlformats.org/drawingml/2006/main">
              <a:ext uri="{FF2B5EF4-FFF2-40B4-BE49-F238E27FC236}">
                <a16:creationId xmlns:a16="http://schemas.microsoft.com/office/drawing/2014/main" id="{8934E072-4C22-44B4-8E64-28C7B5B2A19F}"/>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確認</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具体的な問い</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モデル</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どの支持・荷重・曲げる軸か</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入力値</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材種・状態・方向・出典があるか</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評価</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応力とたわみの両条件を満たすか</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再現</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式・単位・比較条件を追えるか</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005EA0D-FF66-46B3-B355-53704AFCB61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AIへの入力・出力と、確認した一次資料・修正した計算を区別して記録する。</a:t>
            </a:r>
          </a:p>
        </p:txBody>
      </p:sp>
      <p:sp>
        <p:nvSpPr>
          <p:cNvPr id="6" name="">
            <a:extLst xmlns:a="http://schemas.openxmlformats.org/drawingml/2006/main">
              <a:ext uri="{FF2B5EF4-FFF2-40B4-BE49-F238E27FC236}">
                <a16:creationId xmlns:a16="http://schemas.microsoft.com/office/drawing/2014/main" id="{D1B7B8BF-43C4-43E2-A106-4C7F63B9F94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37 / 52</a:t>
            </a:r>
          </a:p>
        </p:txBody>
      </p:sp>
    </p:spTree>
    <p:extLst>
      <p:ext uri="{BB962C8B-B14F-4D97-AF65-F5344CB8AC3E}">
        <p14:creationId xmlns:p14="http://schemas.microsoft.com/office/powerpoint/2010/main" val="143193893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01D000-A659-4904-A95F-4D744740BCE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接続・想定問題1　同じ板を回す：応力とたわみ</a:t>
            </a:r>
          </a:p>
        </p:txBody>
      </p:sp>
      <p:sp>
        <p:nvSpPr>
          <p:cNvPr id="2" name="">
            <a:extLst xmlns:a="http://schemas.openxmlformats.org/drawingml/2006/main">
              <a:ext uri="{FF2B5EF4-FFF2-40B4-BE49-F238E27FC236}">
                <a16:creationId xmlns:a16="http://schemas.microsoft.com/office/drawing/2014/main" id="{6CE5AA75-783D-4437-9FE4-6A6EFD0AA3E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E24F2E4-AA65-4423-B00A-7EFDD1C7CFC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DCCA3DCD-CCDB-449E-92A3-1FD184EDE0B5}"/>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長方形40×20 mmを、①b=40,h=20、②b=20,h=40で使う。F=120 N、L=1,000 mm、E=10,000 MPa。単純支持・中央荷重。I、Z、最大応力、最大たわみを比較する。</a:t>
            </a:r>
          </a:p>
        </p:txBody>
      </p:sp>
      <p:sp>
        <p:nvSpPr>
          <p:cNvPr id="5" name="">
            <a:extLst xmlns:a="http://schemas.openxmlformats.org/drawingml/2006/main">
              <a:ext uri="{FF2B5EF4-FFF2-40B4-BE49-F238E27FC236}">
                <a16:creationId xmlns:a16="http://schemas.microsoft.com/office/drawing/2014/main" id="{48133477-A8C3-404D-8619-92B612C66EB3}"/>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35FF6164-FA61-4312-A6E9-1F0FC6E5482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4EFD3E0D-0018-4EAE-8AA6-76233997B84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38 / 52</a:t>
            </a:r>
          </a:p>
        </p:txBody>
      </p:sp>
    </p:spTree>
    <p:extLst>
      <p:ext uri="{BB962C8B-B14F-4D97-AF65-F5344CB8AC3E}">
        <p14:creationId xmlns:p14="http://schemas.microsoft.com/office/powerpoint/2010/main" val="195523301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0AC8D6-38BF-413D-9207-D066F4DCF000}"/>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接続・想定問題1　解説：同じ板を回す：応力とたわみ</a:t>
            </a:r>
          </a:p>
        </p:txBody>
      </p:sp>
      <p:sp>
        <p:nvSpPr>
          <p:cNvPr id="2" name="">
            <a:extLst xmlns:a="http://schemas.openxmlformats.org/drawingml/2006/main">
              <a:ext uri="{FF2B5EF4-FFF2-40B4-BE49-F238E27FC236}">
                <a16:creationId xmlns:a16="http://schemas.microsoft.com/office/drawing/2014/main" id="{CFA570AF-0B8E-489E-B713-F101655147E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079B6F0-C76D-4E2B-BA7B-57C65FCDCD8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432E61E7-C4BD-4E37-B0EC-ECDEE0F2450C}"/>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① I≈26,667 mm⁴、Z≈2,667 mm³</a:t>
            </a:r>
          </a:p>
        </p:txBody>
      </p:sp>
      <p:sp>
        <p:nvSpPr>
          <p:cNvPr id="5" name="">
            <a:extLst xmlns:a="http://schemas.openxmlformats.org/drawingml/2006/main">
              <a:ext uri="{FF2B5EF4-FFF2-40B4-BE49-F238E27FC236}">
                <a16:creationId xmlns:a16="http://schemas.microsoft.com/office/drawing/2014/main" id="{6695AEDC-85DE-440B-A386-A7C6EA3F3562}"/>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② I≈106,667 mm⁴、Z≈5,333 mm³</a:t>
            </a:r>
          </a:p>
        </p:txBody>
      </p:sp>
      <p:sp>
        <p:nvSpPr>
          <p:cNvPr id="6" name="">
            <a:extLst xmlns:a="http://schemas.openxmlformats.org/drawingml/2006/main">
              <a:ext uri="{FF2B5EF4-FFF2-40B4-BE49-F238E27FC236}">
                <a16:creationId xmlns:a16="http://schemas.microsoft.com/office/drawing/2014/main" id="{2C47AD5C-C9BD-4232-8FA4-1AC6BDC6F5C1}"/>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最大応力：①11.25 MPa、②5.625 MPa</a:t>
            </a:r>
          </a:p>
        </p:txBody>
      </p:sp>
      <p:sp>
        <p:nvSpPr>
          <p:cNvPr id="7" name="">
            <a:extLst xmlns:a="http://schemas.openxmlformats.org/drawingml/2006/main">
              <a:ext uri="{FF2B5EF4-FFF2-40B4-BE49-F238E27FC236}">
                <a16:creationId xmlns:a16="http://schemas.microsoft.com/office/drawing/2014/main" id="{B401B921-785A-43BC-99A6-73F621CA6490}"/>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最大たわみ：①9.375 mm、②2.344 mm</a:t>
            </a:r>
          </a:p>
        </p:txBody>
      </p:sp>
      <p:sp>
        <p:nvSpPr>
          <p:cNvPr id="8" name="">
            <a:extLst xmlns:a="http://schemas.openxmlformats.org/drawingml/2006/main">
              <a:ext uri="{FF2B5EF4-FFF2-40B4-BE49-F238E27FC236}">
                <a16:creationId xmlns:a16="http://schemas.microsoft.com/office/drawing/2014/main" id="{F5CD32FE-9A6A-4801-95F8-6C44642B6CA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本編の参照スライド：7・12・13・16</a:t>
            </a:r>
          </a:p>
        </p:txBody>
      </p:sp>
      <p:sp>
        <p:nvSpPr>
          <p:cNvPr id="9" name="">
            <a:extLst xmlns:a="http://schemas.openxmlformats.org/drawingml/2006/main">
              <a:ext uri="{FF2B5EF4-FFF2-40B4-BE49-F238E27FC236}">
                <a16:creationId xmlns:a16="http://schemas.microsoft.com/office/drawing/2014/main" id="{6C3BCB77-1F56-4012-96BB-550ECCCFC20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39 / 52</a:t>
            </a:r>
          </a:p>
        </p:txBody>
      </p:sp>
    </p:spTree>
    <p:extLst>
      <p:ext uri="{BB962C8B-B14F-4D97-AF65-F5344CB8AC3E}">
        <p14:creationId xmlns:p14="http://schemas.microsoft.com/office/powerpoint/2010/main" val="195387840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1BFF5A-8674-48E9-9B25-FF5E6D1E0A3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接続・想定問題2　「高さ2倍なら、たわみ1/8」を点検</a:t>
            </a:r>
          </a:p>
        </p:txBody>
      </p:sp>
      <p:sp>
        <p:nvSpPr>
          <p:cNvPr id="2" name="">
            <a:extLst xmlns:a="http://schemas.openxmlformats.org/drawingml/2006/main">
              <a:ext uri="{FF2B5EF4-FFF2-40B4-BE49-F238E27FC236}">
                <a16:creationId xmlns:a16="http://schemas.microsoft.com/office/drawing/2014/main" id="{6F0E915C-70BE-4FF7-998F-AA33828F9A5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031BB4A-21AF-4058-A3C4-137A6E75F4A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6E7CDE3C-78DD-437C-9C2A-C64598193D82}"/>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AIが「長方形の高さを2倍にすれば、たわみは必ず1/8」と説明した。①幅一定、②断面積一定で比較する。材料・長さ・荷重・支持は同じ。質量の違いも説明する。</a:t>
            </a:r>
          </a:p>
        </p:txBody>
      </p:sp>
      <p:sp>
        <p:nvSpPr>
          <p:cNvPr id="5" name="">
            <a:extLst xmlns:a="http://schemas.openxmlformats.org/drawingml/2006/main">
              <a:ext uri="{FF2B5EF4-FFF2-40B4-BE49-F238E27FC236}">
                <a16:creationId xmlns:a16="http://schemas.microsoft.com/office/drawing/2014/main" id="{40502D15-24D6-4EF0-9E6F-2EA4A3585FB8}"/>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A0B48209-E123-4D4F-B19C-F91C2DDBFA4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013D97BA-9C40-47CB-98B1-047EEC2C568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40 / 52</a:t>
            </a:r>
          </a:p>
        </p:txBody>
      </p:sp>
    </p:spTree>
    <p:extLst>
      <p:ext uri="{BB962C8B-B14F-4D97-AF65-F5344CB8AC3E}">
        <p14:creationId xmlns:p14="http://schemas.microsoft.com/office/powerpoint/2010/main" val="67985620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8DFC40-AF26-4018-95FB-989E049EF08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接続・想定問題2　解説：「高さ2倍なら、たわみ1/8」を点検</a:t>
            </a:r>
          </a:p>
        </p:txBody>
      </p:sp>
      <p:sp>
        <p:nvSpPr>
          <p:cNvPr id="2" name="">
            <a:extLst xmlns:a="http://schemas.openxmlformats.org/drawingml/2006/main">
              <a:ext uri="{FF2B5EF4-FFF2-40B4-BE49-F238E27FC236}">
                <a16:creationId xmlns:a16="http://schemas.microsoft.com/office/drawing/2014/main" id="{590BAD2F-5606-4E97-8606-3BA3F0C100C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A57B31A-7208-46AB-BBFC-1D295212AE19}"/>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9DC574E7-81D3-4610-B7C0-E95B180B9837}"/>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① 幅一定：Iは8倍、δは1/8</a:t>
            </a:r>
          </a:p>
        </p:txBody>
      </p:sp>
      <p:sp>
        <p:nvSpPr>
          <p:cNvPr id="5" name="">
            <a:extLst xmlns:a="http://schemas.openxmlformats.org/drawingml/2006/main">
              <a:ext uri="{FF2B5EF4-FFF2-40B4-BE49-F238E27FC236}">
                <a16:creationId xmlns:a16="http://schemas.microsoft.com/office/drawing/2014/main" id="{B2B6B245-0E91-42FB-A743-21BDCF05BD27}"/>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同じ長さと密度なら質量は2倍</a:t>
            </a:r>
          </a:p>
        </p:txBody>
      </p:sp>
      <p:sp>
        <p:nvSpPr>
          <p:cNvPr id="6" name="">
            <a:extLst xmlns:a="http://schemas.openxmlformats.org/drawingml/2006/main">
              <a:ext uri="{FF2B5EF4-FFF2-40B4-BE49-F238E27FC236}">
                <a16:creationId xmlns:a16="http://schemas.microsoft.com/office/drawing/2014/main" id="{74F27E1E-2FB1-48D7-81B0-37E1AE33C58C}"/>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② 面積一定：幅は1/2、Iは4倍、δは1/4</a:t>
            </a:r>
          </a:p>
        </p:txBody>
      </p:sp>
      <p:sp>
        <p:nvSpPr>
          <p:cNvPr id="7" name="">
            <a:extLst xmlns:a="http://schemas.openxmlformats.org/drawingml/2006/main">
              <a:ext uri="{FF2B5EF4-FFF2-40B4-BE49-F238E27FC236}">
                <a16:creationId xmlns:a16="http://schemas.microsoft.com/office/drawing/2014/main" id="{DD6BF9AC-FC09-418D-B980-01D5C072A985}"/>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②は理想的には質量一定の比較</a:t>
            </a:r>
          </a:p>
        </p:txBody>
      </p:sp>
      <p:sp>
        <p:nvSpPr>
          <p:cNvPr id="8" name="">
            <a:extLst xmlns:a="http://schemas.openxmlformats.org/drawingml/2006/main">
              <a:ext uri="{FF2B5EF4-FFF2-40B4-BE49-F238E27FC236}">
                <a16:creationId xmlns:a16="http://schemas.microsoft.com/office/drawing/2014/main" id="{E1D4CB4C-5545-4B66-831F-60D5AB2758A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本編の参照スライド：24・25</a:t>
            </a:r>
          </a:p>
        </p:txBody>
      </p:sp>
      <p:sp>
        <p:nvSpPr>
          <p:cNvPr id="9" name="">
            <a:extLst xmlns:a="http://schemas.openxmlformats.org/drawingml/2006/main">
              <a:ext uri="{FF2B5EF4-FFF2-40B4-BE49-F238E27FC236}">
                <a16:creationId xmlns:a16="http://schemas.microsoft.com/office/drawing/2014/main" id="{8A6F907D-2FA0-4D55-A0C1-B0843E1EFE4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41 / 52</a:t>
            </a:r>
          </a:p>
        </p:txBody>
      </p:sp>
    </p:spTree>
    <p:extLst>
      <p:ext uri="{BB962C8B-B14F-4D97-AF65-F5344CB8AC3E}">
        <p14:creationId xmlns:p14="http://schemas.microsoft.com/office/powerpoint/2010/main" val="108309513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B1920B-F187-48B4-A2FF-EF7ADA1A109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接続・想定問題3　同じ断面積で、二つの条件を比較</a:t>
            </a:r>
          </a:p>
        </p:txBody>
      </p:sp>
      <p:sp>
        <p:nvSpPr>
          <p:cNvPr id="2" name="">
            <a:extLst xmlns:a="http://schemas.openxmlformats.org/drawingml/2006/main">
              <a:ext uri="{FF2B5EF4-FFF2-40B4-BE49-F238E27FC236}">
                <a16:creationId xmlns:a16="http://schemas.microsoft.com/office/drawing/2014/main" id="{16415C74-CA75-491F-8785-8E23FF4A7DE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C7EC38B-93CC-4B95-A55C-797D4C18747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1383704E-9FF6-4752-B7AF-A3966F683E64}"/>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F=240 N、L=1,200 mm、E=12,000 MPa。単純支持・中央荷重。①b30,h60、②b20,h90 mm。仮定した許容応力6 MPa、許容たわみ1 mmに対し、各案と荷重上限を評価する。</a:t>
            </a:r>
          </a:p>
        </p:txBody>
      </p:sp>
      <p:sp>
        <p:nvSpPr>
          <p:cNvPr id="5" name="">
            <a:extLst xmlns:a="http://schemas.openxmlformats.org/drawingml/2006/main">
              <a:ext uri="{FF2B5EF4-FFF2-40B4-BE49-F238E27FC236}">
                <a16:creationId xmlns:a16="http://schemas.microsoft.com/office/drawing/2014/main" id="{56504A61-3F4A-4578-B7CC-42A1FC585D03}"/>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D8F8AB4B-818F-49BC-987B-7D91345BBF3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549AD097-038E-47E6-8F2F-3983E226377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42 / 52</a:t>
            </a:r>
          </a:p>
        </p:txBody>
      </p:sp>
    </p:spTree>
    <p:extLst>
      <p:ext uri="{BB962C8B-B14F-4D97-AF65-F5344CB8AC3E}">
        <p14:creationId xmlns:p14="http://schemas.microsoft.com/office/powerpoint/2010/main" val="57772448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7ACC48-6351-4AB9-B6A4-EFF57A9ABCA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接続・想定問題3　解説：同じ断面積で、二つの条件を比較</a:t>
            </a:r>
          </a:p>
        </p:txBody>
      </p:sp>
      <p:sp>
        <p:nvSpPr>
          <p:cNvPr id="2" name="">
            <a:extLst xmlns:a="http://schemas.openxmlformats.org/drawingml/2006/main">
              <a:ext uri="{FF2B5EF4-FFF2-40B4-BE49-F238E27FC236}">
                <a16:creationId xmlns:a16="http://schemas.microsoft.com/office/drawing/2014/main" id="{34FAE1C3-7B78-430F-8218-1886A067EDE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F421157-CE3A-43BF-91A0-C82630098E8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EBE66C7F-A3B7-4181-BAC9-EEAE9448F58D}"/>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① σ=4 MPa、δ≈1.333 mm →たわみ超過</a:t>
            </a:r>
          </a:p>
        </p:txBody>
      </p:sp>
      <p:sp>
        <p:nvSpPr>
          <p:cNvPr id="5" name="">
            <a:extLst xmlns:a="http://schemas.openxmlformats.org/drawingml/2006/main">
              <a:ext uri="{FF2B5EF4-FFF2-40B4-BE49-F238E27FC236}">
                <a16:creationId xmlns:a16="http://schemas.microsoft.com/office/drawing/2014/main" id="{2A758E14-9DE5-48C4-A867-2302C2FD5D61}"/>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② σ≈2.667 MPa、δ≈0.593 mm →両条件内</a:t>
            </a:r>
          </a:p>
        </p:txBody>
      </p:sp>
      <p:sp>
        <p:nvSpPr>
          <p:cNvPr id="6" name="">
            <a:extLst xmlns:a="http://schemas.openxmlformats.org/drawingml/2006/main">
              <a:ext uri="{FF2B5EF4-FFF2-40B4-BE49-F238E27FC236}">
                <a16:creationId xmlns:a16="http://schemas.microsoft.com/office/drawing/2014/main" id="{D3B66151-C0B0-4EA8-9AD9-BC4F05C42B2F}"/>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①の荷重上限：min(360,180)=180 N</a:t>
            </a:r>
          </a:p>
        </p:txBody>
      </p:sp>
      <p:sp>
        <p:nvSpPr>
          <p:cNvPr id="7" name="">
            <a:extLst xmlns:a="http://schemas.openxmlformats.org/drawingml/2006/main">
              <a:ext uri="{FF2B5EF4-FFF2-40B4-BE49-F238E27FC236}">
                <a16:creationId xmlns:a16="http://schemas.microsoft.com/office/drawing/2014/main" id="{CB235FAC-D9CF-4445-BAF4-A9120B335CD4}"/>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②の荷重上限：min(540,405)=405 N</a:t>
            </a:r>
          </a:p>
        </p:txBody>
      </p:sp>
      <p:sp>
        <p:nvSpPr>
          <p:cNvPr id="8" name="">
            <a:extLst xmlns:a="http://schemas.openxmlformats.org/drawingml/2006/main">
              <a:ext uri="{FF2B5EF4-FFF2-40B4-BE49-F238E27FC236}">
                <a16:creationId xmlns:a16="http://schemas.microsoft.com/office/drawing/2014/main" id="{6721D3C6-2DDD-4974-A266-84DDA50A9CE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本編の参照スライド：21・22・31・32・33</a:t>
            </a:r>
          </a:p>
        </p:txBody>
      </p:sp>
      <p:sp>
        <p:nvSpPr>
          <p:cNvPr id="9" name="">
            <a:extLst xmlns:a="http://schemas.openxmlformats.org/drawingml/2006/main">
              <a:ext uri="{FF2B5EF4-FFF2-40B4-BE49-F238E27FC236}">
                <a16:creationId xmlns:a16="http://schemas.microsoft.com/office/drawing/2014/main" id="{BC3AED0A-6B0C-4C85-A1F9-A8EAEDB1513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43 / 52</a:t>
            </a:r>
          </a:p>
        </p:txBody>
      </p:sp>
    </p:spTree>
    <p:extLst>
      <p:ext uri="{BB962C8B-B14F-4D97-AF65-F5344CB8AC3E}">
        <p14:creationId xmlns:p14="http://schemas.microsoft.com/office/powerpoint/2010/main" val="157134322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6B8F40-79F8-43C2-8053-35E932A9567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接続・想定問題4　長さと高さを同時に変える</a:t>
            </a:r>
          </a:p>
        </p:txBody>
      </p:sp>
      <p:sp>
        <p:nvSpPr>
          <p:cNvPr id="2" name="">
            <a:extLst xmlns:a="http://schemas.openxmlformats.org/drawingml/2006/main">
              <a:ext uri="{FF2B5EF4-FFF2-40B4-BE49-F238E27FC236}">
                <a16:creationId xmlns:a16="http://schemas.microsoft.com/office/drawing/2014/main" id="{067DC5A7-7732-477B-B347-EDE6F6B0903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238BD5D-A6DE-4B7A-AFF5-E6540B719D6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88E973A3-7B23-43F6-AB47-C01DB5D748A9}"/>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基準はb=30,h=60,L=1,200 mm。bを一定にしてh=72,L=1,440 mmへ変更する。同じ材料・荷重・支持で、最大応力、最大たわみ、質量の倍率を求める。自重は計算に入れない。</a:t>
            </a:r>
          </a:p>
        </p:txBody>
      </p:sp>
      <p:sp>
        <p:nvSpPr>
          <p:cNvPr id="5" name="">
            <a:extLst xmlns:a="http://schemas.openxmlformats.org/drawingml/2006/main">
              <a:ext uri="{FF2B5EF4-FFF2-40B4-BE49-F238E27FC236}">
                <a16:creationId xmlns:a16="http://schemas.microsoft.com/office/drawing/2014/main" id="{BC049155-1DC8-4D0A-B097-356C9E197C8F}"/>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8EF0D0D9-89CA-42E3-8A54-E7C5EBB950A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735AE7B5-A058-46E7-973A-E742DA827A1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44 / 52</a:t>
            </a:r>
          </a:p>
        </p:txBody>
      </p:sp>
    </p:spTree>
    <p:extLst>
      <p:ext uri="{BB962C8B-B14F-4D97-AF65-F5344CB8AC3E}">
        <p14:creationId xmlns:p14="http://schemas.microsoft.com/office/powerpoint/2010/main" val="105516224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BE9B75-CD10-4825-B65E-06E2F38E03B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接続・想定問題4　解説：長さと高さを同時に変える</a:t>
            </a:r>
          </a:p>
        </p:txBody>
      </p:sp>
      <p:sp>
        <p:nvSpPr>
          <p:cNvPr id="2" name="">
            <a:extLst xmlns:a="http://schemas.openxmlformats.org/drawingml/2006/main">
              <a:ext uri="{FF2B5EF4-FFF2-40B4-BE49-F238E27FC236}">
                <a16:creationId xmlns:a16="http://schemas.microsoft.com/office/drawing/2014/main" id="{6306D38A-DA1E-4B7F-B8B6-AE8019A1B16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D806A52-FE9E-4D8B-8016-8E4F1A4364B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10C38861-622E-4291-89F6-452BD666B09D}"/>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hとLは各1.20倍。Iは1.728倍、Zは1.44倍</a:t>
            </a:r>
          </a:p>
        </p:txBody>
      </p:sp>
      <p:sp>
        <p:nvSpPr>
          <p:cNvPr id="5" name="">
            <a:extLst xmlns:a="http://schemas.openxmlformats.org/drawingml/2006/main">
              <a:ext uri="{FF2B5EF4-FFF2-40B4-BE49-F238E27FC236}">
                <a16:creationId xmlns:a16="http://schemas.microsoft.com/office/drawing/2014/main" id="{0552EA1E-E39D-496E-8703-C53A05AE63C0}"/>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最大応力：1.20/1.44=5/6倍</a:t>
            </a:r>
          </a:p>
        </p:txBody>
      </p:sp>
      <p:sp>
        <p:nvSpPr>
          <p:cNvPr id="6" name="">
            <a:extLst xmlns:a="http://schemas.openxmlformats.org/drawingml/2006/main">
              <a:ext uri="{FF2B5EF4-FFF2-40B4-BE49-F238E27FC236}">
                <a16:creationId xmlns:a16="http://schemas.microsoft.com/office/drawing/2014/main" id="{4D8B060F-6D6E-492D-B5F4-D7C1B6030A51}"/>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最大たわみ：1.20³/1.20³=1倍</a:t>
            </a:r>
          </a:p>
        </p:txBody>
      </p:sp>
      <p:sp>
        <p:nvSpPr>
          <p:cNvPr id="7" name="">
            <a:extLst xmlns:a="http://schemas.openxmlformats.org/drawingml/2006/main">
              <a:ext uri="{FF2B5EF4-FFF2-40B4-BE49-F238E27FC236}">
                <a16:creationId xmlns:a16="http://schemas.microsoft.com/office/drawing/2014/main" id="{AD9A1AA2-113B-4444-AFF0-DBF6D23D80F0}"/>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質量：断面積1.20×長さ1.20=1.44倍</a:t>
            </a:r>
          </a:p>
        </p:txBody>
      </p:sp>
      <p:sp>
        <p:nvSpPr>
          <p:cNvPr id="8" name="">
            <a:extLst xmlns:a="http://schemas.openxmlformats.org/drawingml/2006/main">
              <a:ext uri="{FF2B5EF4-FFF2-40B4-BE49-F238E27FC236}">
                <a16:creationId xmlns:a16="http://schemas.microsoft.com/office/drawing/2014/main" id="{E8C16009-A2C3-41B8-88FE-95E07526EC1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本編の参照スライド：24・27・28</a:t>
            </a:r>
          </a:p>
        </p:txBody>
      </p:sp>
      <p:sp>
        <p:nvSpPr>
          <p:cNvPr id="9" name="">
            <a:extLst xmlns:a="http://schemas.openxmlformats.org/drawingml/2006/main">
              <a:ext uri="{FF2B5EF4-FFF2-40B4-BE49-F238E27FC236}">
                <a16:creationId xmlns:a16="http://schemas.microsoft.com/office/drawing/2014/main" id="{FF6B86B9-3752-4F43-800E-9317FCB9B98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45 / 52</a:t>
            </a:r>
          </a:p>
        </p:txBody>
      </p:sp>
    </p:spTree>
    <p:extLst>
      <p:ext uri="{BB962C8B-B14F-4D97-AF65-F5344CB8AC3E}">
        <p14:creationId xmlns:p14="http://schemas.microsoft.com/office/powerpoint/2010/main" val="101883667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39482A-01E9-4FED-ABEE-8952FB84BFA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接続・想定問題5　4点の一致から、何を結論できるか</a:t>
            </a:r>
          </a:p>
        </p:txBody>
      </p:sp>
      <p:sp>
        <p:nvSpPr>
          <p:cNvPr id="2" name="">
            <a:extLst xmlns:a="http://schemas.openxmlformats.org/drawingml/2006/main">
              <a:ext uri="{FF2B5EF4-FFF2-40B4-BE49-F238E27FC236}">
                <a16:creationId xmlns:a16="http://schemas.microsoft.com/office/drawing/2014/main" id="{580E6697-4042-4D4E-ABB2-4BD68A5D62E3}"/>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5A74205-75D1-4049-8B4F-FE7E9321EEF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F2D64C64-2509-46DA-919E-33B5410FD69A}"/>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4つの荷重で測ったたわみが理論値に近かった。AIは「この材料のEは全製品・全条件で同じ」と結論した。支持条件、材料状態、測定、適用範囲から問題を指摘し、次の確認を提案する。</a:t>
            </a:r>
          </a:p>
        </p:txBody>
      </p:sp>
      <p:sp>
        <p:nvSpPr>
          <p:cNvPr id="5" name="">
            <a:extLst xmlns:a="http://schemas.openxmlformats.org/drawingml/2006/main">
              <a:ext uri="{FF2B5EF4-FFF2-40B4-BE49-F238E27FC236}">
                <a16:creationId xmlns:a16="http://schemas.microsoft.com/office/drawing/2014/main" id="{B921FC61-2D52-41DD-BA0D-500E23D07096}"/>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7B759DBD-A604-4A74-BAC3-570A4369265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C571A89E-7677-4686-9EE2-4460192CFEB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46 / 52</a:t>
            </a:r>
          </a:p>
        </p:txBody>
      </p:sp>
    </p:spTree>
    <p:extLst>
      <p:ext uri="{BB962C8B-B14F-4D97-AF65-F5344CB8AC3E}">
        <p14:creationId xmlns:p14="http://schemas.microsoft.com/office/powerpoint/2010/main" val="6645785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13B49F-FDF6-4C3B-B89B-A82858A7967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接続・想定問題5　解説：4点の一致から、何を結論できるか</a:t>
            </a:r>
          </a:p>
        </p:txBody>
      </p:sp>
      <p:sp>
        <p:nvSpPr>
          <p:cNvPr id="2" name="">
            <a:extLst xmlns:a="http://schemas.openxmlformats.org/drawingml/2006/main">
              <a:ext uri="{FF2B5EF4-FFF2-40B4-BE49-F238E27FC236}">
                <a16:creationId xmlns:a16="http://schemas.microsoft.com/office/drawing/2014/main" id="{0E8EE974-6E35-4F48-9B07-DFCBD700805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B317A05-83C7-4BDA-B7CE-20AE30713FBF}"/>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4" name="">
            <a:extLst xmlns:a="http://schemas.openxmlformats.org/drawingml/2006/main">
              <a:ext uri="{FF2B5EF4-FFF2-40B4-BE49-F238E27FC236}">
                <a16:creationId xmlns:a16="http://schemas.microsoft.com/office/drawing/2014/main" id="{7B5D1BB0-A033-4AE9-95A7-82DA608C099A}"/>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今回の試験範囲での整合と、一般化を区別</a:t>
            </a:r>
          </a:p>
        </p:txBody>
      </p:sp>
      <p:sp>
        <p:nvSpPr>
          <p:cNvPr id="5" name="">
            <a:extLst xmlns:a="http://schemas.openxmlformats.org/drawingml/2006/main">
              <a:ext uri="{FF2B5EF4-FFF2-40B4-BE49-F238E27FC236}">
                <a16:creationId xmlns:a16="http://schemas.microsoft.com/office/drawing/2014/main" id="{9AE09A1B-E2E3-437E-815A-A64246908E7A}"/>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寸法・支持・ゼロ点・測定位置を確認</a:t>
            </a:r>
          </a:p>
        </p:txBody>
      </p:sp>
      <p:sp>
        <p:nvSpPr>
          <p:cNvPr id="6" name="">
            <a:extLst xmlns:a="http://schemas.openxmlformats.org/drawingml/2006/main">
              <a:ext uri="{FF2B5EF4-FFF2-40B4-BE49-F238E27FC236}">
                <a16:creationId xmlns:a16="http://schemas.microsoft.com/office/drawing/2014/main" id="{4DCBD061-65FA-4CF8-AE5A-E1355369BB6A}"/>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材種・方向・温度・含水率等を記録</a:t>
            </a:r>
          </a:p>
        </p:txBody>
      </p:sp>
      <p:sp>
        <p:nvSpPr>
          <p:cNvPr id="7" name="">
            <a:extLst xmlns:a="http://schemas.openxmlformats.org/drawingml/2006/main">
              <a:ext uri="{FF2B5EF4-FFF2-40B4-BE49-F238E27FC236}">
                <a16:creationId xmlns:a16="http://schemas.microsoft.com/office/drawing/2014/main" id="{71EE560B-3DF8-4E99-AF60-81491BB92501}"/>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別の試料や条件と、繰返し測定を検討</a:t>
            </a:r>
          </a:p>
        </p:txBody>
      </p:sp>
      <p:sp>
        <p:nvSpPr>
          <p:cNvPr id="8" name="">
            <a:extLst xmlns:a="http://schemas.openxmlformats.org/drawingml/2006/main">
              <a:ext uri="{FF2B5EF4-FFF2-40B4-BE49-F238E27FC236}">
                <a16:creationId xmlns:a16="http://schemas.microsoft.com/office/drawing/2014/main" id="{C0AED070-D888-4216-AD03-071E1B1BB18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本編の参照スライド：19・35・48</a:t>
            </a:r>
          </a:p>
        </p:txBody>
      </p:sp>
      <p:sp>
        <p:nvSpPr>
          <p:cNvPr id="9" name="">
            <a:extLst xmlns:a="http://schemas.openxmlformats.org/drawingml/2006/main">
              <a:ext uri="{FF2B5EF4-FFF2-40B4-BE49-F238E27FC236}">
                <a16:creationId xmlns:a16="http://schemas.microsoft.com/office/drawing/2014/main" id="{BEBEEA3D-9E7A-4973-B35C-E5AA2262F97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47 / 52</a:t>
            </a:r>
          </a:p>
        </p:txBody>
      </p:sp>
    </p:spTree>
    <p:extLst>
      <p:ext uri="{BB962C8B-B14F-4D97-AF65-F5344CB8AC3E}">
        <p14:creationId xmlns:p14="http://schemas.microsoft.com/office/powerpoint/2010/main" val="33170799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DBBE9A-6FCA-46BE-814C-EDC6267A779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課題へ残す記録</a:t>
            </a:r>
          </a:p>
        </p:txBody>
      </p:sp>
      <p:sp>
        <p:nvSpPr>
          <p:cNvPr id="2" name="">
            <a:extLst xmlns:a="http://schemas.openxmlformats.org/drawingml/2006/main">
              <a:ext uri="{FF2B5EF4-FFF2-40B4-BE49-F238E27FC236}">
                <a16:creationId xmlns:a16="http://schemas.microsoft.com/office/drawing/2014/main" id="{8F9D6FB4-0B58-4881-8CB9-ADE5CB57E43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737598F-EAB4-4602-85AA-08931696E5DD}"/>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図・条件・単位</a:t>
            </a:r>
          </a:p>
        </p:txBody>
      </p:sp>
      <p:sp>
        <p:nvSpPr>
          <p:cNvPr id="4" name="">
            <a:extLst xmlns:a="http://schemas.openxmlformats.org/drawingml/2006/main">
              <a:ext uri="{FF2B5EF4-FFF2-40B4-BE49-F238E27FC236}">
                <a16:creationId xmlns:a16="http://schemas.microsoft.com/office/drawing/2014/main" id="{28F4D5DE-7F33-406E-8371-65B2790F7B9C}"/>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反力とM</a:t>
            </a:r>
          </a:p>
        </p:txBody>
      </p:sp>
      <p:sp>
        <p:nvSpPr>
          <p:cNvPr id="5" name="">
            <a:extLst xmlns:a="http://schemas.openxmlformats.org/drawingml/2006/main">
              <a:ext uri="{FF2B5EF4-FFF2-40B4-BE49-F238E27FC236}">
                <a16:creationId xmlns:a16="http://schemas.microsoft.com/office/drawing/2014/main" id="{C4271DDA-963E-4CF6-8A1D-FF98CF73B77F}"/>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I・Z・応力・たわみ</a:t>
            </a:r>
          </a:p>
        </p:txBody>
      </p:sp>
      <p:sp>
        <p:nvSpPr>
          <p:cNvPr id="6" name="">
            <a:extLst xmlns:a="http://schemas.openxmlformats.org/drawingml/2006/main">
              <a:ext uri="{FF2B5EF4-FFF2-40B4-BE49-F238E27FC236}">
                <a16:creationId xmlns:a16="http://schemas.microsoft.com/office/drawing/2014/main" id="{CD6778A9-3EB5-432B-A3AB-FF0F730F7C0B}"/>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結論と、適用する範囲</a:t>
            </a:r>
          </a:p>
        </p:txBody>
      </p:sp>
      <p:sp>
        <p:nvSpPr>
          <p:cNvPr id="7" name="">
            <a:extLst xmlns:a="http://schemas.openxmlformats.org/drawingml/2006/main">
              <a:ext uri="{FF2B5EF4-FFF2-40B4-BE49-F238E27FC236}">
                <a16:creationId xmlns:a16="http://schemas.microsoft.com/office/drawing/2014/main" id="{8167ADD1-6D25-49AA-BA0F-6B7AF2AEE9C5}"/>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第4回</a:t>
            </a:r>
          </a:p>
        </p:txBody>
      </p:sp>
      <p:sp>
        <p:nvSpPr>
          <p:cNvPr id="8" name="">
            <a:extLst xmlns:a="http://schemas.openxmlformats.org/drawingml/2006/main">
              <a:ext uri="{FF2B5EF4-FFF2-40B4-BE49-F238E27FC236}">
                <a16:creationId xmlns:a16="http://schemas.microsoft.com/office/drawing/2014/main" id="{185702CD-D850-44EC-B3C2-A952F05B3DC7}"/>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48 / 52</a:t>
            </a:r>
          </a:p>
        </p:txBody>
      </p:sp>
    </p:spTree>
    <p:extLst>
      <p:ext uri="{BB962C8B-B14F-4D97-AF65-F5344CB8AC3E}">
        <p14:creationId xmlns:p14="http://schemas.microsoft.com/office/powerpoint/2010/main" val="719558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A83374FD-3614-41D9-B4EF-7C65B8A89A68}"/>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225" b="1">
                <a:solidFill>
                  <a:srgbClr val="193B59"/>
                </a:solidFill>
                <a:latin typeface="Yu Gothic"/>
                <a:ea typeface="Yu Gothic"/>
                <a:cs typeface="Yu Gothic"/>
              </a:defRPr>
            </a:defPPr>
            <a:lvl1pPr>
              <a:buNone/>
              <a:defRPr sz="3225" b="1">
                <a:solidFill>
                  <a:srgbClr val="193B59"/>
                </a:solidFill>
                <a:latin typeface="Yu Gothic"/>
                <a:ea typeface="Yu Gothic"/>
                <a:cs typeface="Yu Gothic"/>
              </a:defRPr>
            </a:lvl1pPr>
            <a:lvl2pPr>
              <a:buNone/>
              <a:defRPr sz="3225" b="1">
                <a:solidFill>
                  <a:srgbClr val="193B59"/>
                </a:solidFill>
                <a:latin typeface="Yu Gothic"/>
                <a:ea typeface="Yu Gothic"/>
                <a:cs typeface="Yu Gothic"/>
              </a:defRPr>
            </a:lvl2pPr>
            <a:lvl3pPr>
              <a:buNone/>
              <a:defRPr sz="3225" b="1">
                <a:solidFill>
                  <a:srgbClr val="193B59"/>
                </a:solidFill>
                <a:latin typeface="Yu Gothic"/>
                <a:ea typeface="Yu Gothic"/>
                <a:cs typeface="Yu Gothic"/>
              </a:defRPr>
            </a:lvl3pPr>
            <a:lvl4pPr>
              <a:buNone/>
              <a:defRPr sz="3225" b="1">
                <a:solidFill>
                  <a:srgbClr val="193B59"/>
                </a:solidFill>
                <a:latin typeface="Yu Gothic"/>
                <a:ea typeface="Yu Gothic"/>
                <a:cs typeface="Yu Gothic"/>
              </a:defRPr>
            </a:lvl4pPr>
            <a:lvl5pPr>
              <a:buNone/>
              <a:defRPr sz="3225" b="1">
                <a:solidFill>
                  <a:srgbClr val="193B59"/>
                </a:solidFill>
                <a:latin typeface="Yu Gothic"/>
                <a:ea typeface="Yu Gothic"/>
                <a:cs typeface="Yu Gothic"/>
              </a:defRPr>
            </a:lvl5pPr>
            <a:lvl6pPr>
              <a:buNone/>
              <a:defRPr sz="3225" b="1">
                <a:solidFill>
                  <a:srgbClr val="193B59"/>
                </a:solidFill>
                <a:latin typeface="Yu Gothic"/>
                <a:ea typeface="Yu Gothic"/>
                <a:cs typeface="Yu Gothic"/>
              </a:defRPr>
            </a:lvl6pPr>
            <a:lvl7pPr>
              <a:buNone/>
              <a:defRPr sz="3225" b="1">
                <a:solidFill>
                  <a:srgbClr val="193B59"/>
                </a:solidFill>
                <a:latin typeface="Yu Gothic"/>
                <a:ea typeface="Yu Gothic"/>
                <a:cs typeface="Yu Gothic"/>
              </a:defRPr>
            </a:lvl7pPr>
            <a:lvl8pPr>
              <a:buNone/>
              <a:defRPr sz="3225" b="1">
                <a:solidFill>
                  <a:srgbClr val="193B59"/>
                </a:solidFill>
                <a:latin typeface="Yu Gothic"/>
                <a:ea typeface="Yu Gothic"/>
                <a:cs typeface="Yu Gothic"/>
              </a:defRPr>
            </a:lvl8pPr>
            <a:lvl9pPr>
              <a:buNone/>
              <a:defRPr sz="3225" b="1">
                <a:solidFill>
                  <a:srgbClr val="193B59"/>
                </a:solidFill>
                <a:latin typeface="Yu Gothic"/>
                <a:ea typeface="Yu Gothic"/>
                <a:cs typeface="Yu Gothic"/>
              </a:defRPr>
            </a:lvl9pPr>
          </a:lstStyle>
          <a:p xmlns:a="http://schemas.openxmlformats.org/drawingml/2006/main">
            <a:pPr>
              <a:buNone/>
              <a:defRPr sz="3225" b="1">
                <a:solidFill>
                  <a:srgbClr val="193B59"/>
                </a:solidFill>
                <a:latin typeface="Yu Gothic"/>
                <a:ea typeface="Yu Gothic"/>
                <a:cs typeface="Yu Gothic"/>
              </a:defRPr>
            </a:pPr>
            <a:r>
              <a:rPr sz="3225" b="1">
                <a:solidFill>
                  <a:srgbClr val="193B59"/>
                </a:solidFill>
                <a:latin typeface="Yu Gothic"/>
                <a:ea typeface="Yu Gothic"/>
                <a:cs typeface="Yu Gothic"/>
              </a:rPr>
              <a:t>参考（任意） 正方形・長方形のI</a:t>
            </a:r>
          </a:p>
        </p:txBody>
      </p:sp>
      <p:sp>
        <p:nvSpPr>
          <p:cNvPr id="2" name="">
            <a:extLst xmlns:a="http://schemas.openxmlformats.org/drawingml/2006/main">
              <a:ext uri="{FF2B5EF4-FFF2-40B4-BE49-F238E27FC236}">
                <a16:creationId xmlns:a16="http://schemas.microsoft.com/office/drawing/2014/main" id="{12A767FD-87C6-42C7-A55F-58C13F9EC350}"/>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4288">
            <a:solidFill>
              <a:srgbClr val="193B59"/>
            </a:solidFill>
          </a:ln>
        </p:spPr>
      </p:sp>
      <p:sp>
        <p:nvSpPr>
          <p:cNvPr id="3" name="">
            <a:extLst xmlns:a="http://schemas.openxmlformats.org/drawingml/2006/main">
              <a:ext uri="{FF2B5EF4-FFF2-40B4-BE49-F238E27FC236}">
                <a16:creationId xmlns:a16="http://schemas.microsoft.com/office/drawing/2014/main" id="{957D4AD1-BD5A-4287-A54E-317EBC3EE76D}"/>
              </a:ext>
            </a:extLst>
          </p:cNvPr>
          <p:cNvSpPr>
            <a:spLocks xmlns:a="http://schemas.openxmlformats.org/drawingml/2006/main" noGrp="1"/>
          </p:cNvSpPr>
          <p:nvPr/>
        </p:nvSpPr>
        <p:spPr>
          <a:xfrm xmlns:a="http://schemas.openxmlformats.org/drawingml/2006/main">
            <a:off x="68580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参考資料（任意）</a:t>
            </a:r>
          </a:p>
        </p:txBody>
      </p:sp>
      <p:sp>
        <p:nvSpPr>
          <p:cNvPr id="4" name="">
            <a:extLst xmlns:a="http://schemas.openxmlformats.org/drawingml/2006/main">
              <a:ext uri="{FF2B5EF4-FFF2-40B4-BE49-F238E27FC236}">
                <a16:creationId xmlns:a16="http://schemas.microsoft.com/office/drawing/2014/main" id="{203C1E22-E135-4ACE-9FF9-52AB30E1E7CF}"/>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49 / 52</a:t>
            </a:r>
          </a:p>
        </p:txBody>
      </p:sp>
      <p:sp>
        <p:nvSpPr>
          <p:cNvPr id="5" name="">
            <a:extLst xmlns:a="http://schemas.openxmlformats.org/drawingml/2006/main">
              <a:ext uri="{FF2B5EF4-FFF2-40B4-BE49-F238E27FC236}">
                <a16:creationId xmlns:a16="http://schemas.microsoft.com/office/drawing/2014/main" id="{D8860EA9-DC53-4440-9E1E-6D359F040D80}"/>
              </a:ext>
            </a:extLst>
          </p:cNvPr>
          <p:cNvSpPr>
            <a:spLocks xmlns:a="http://schemas.openxmlformats.org/drawingml/2006/main" noGrp="1"/>
          </p:cNvSpPr>
          <p:nvPr/>
        </p:nvSpPr>
        <p:spPr>
          <a:xfrm xmlns:a="http://schemas.openxmlformats.org/drawingml/2006/main">
            <a:off x="809625" y="1428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buNone/>
              <a:defRPr sz="1725" b="0">
                <a:solidFill>
                  <a:srgbClr val="263D4D"/>
                </a:solidFill>
                <a:latin typeface="Yu Gothic"/>
                <a:ea typeface="Yu Gothic"/>
                <a:cs typeface="Yu Gothic"/>
              </a:defRPr>
            </a:lvl1pPr>
            <a:lvl2pPr>
              <a:buNone/>
              <a:defRPr sz="1725" b="0">
                <a:solidFill>
                  <a:srgbClr val="263D4D"/>
                </a:solidFill>
                <a:latin typeface="Yu Gothic"/>
                <a:ea typeface="Yu Gothic"/>
                <a:cs typeface="Yu Gothic"/>
              </a:defRPr>
            </a:lvl2pPr>
            <a:lvl3pPr>
              <a:buNone/>
              <a:defRPr sz="1725" b="0">
                <a:solidFill>
                  <a:srgbClr val="263D4D"/>
                </a:solidFill>
                <a:latin typeface="Yu Gothic"/>
                <a:ea typeface="Yu Gothic"/>
                <a:cs typeface="Yu Gothic"/>
              </a:defRPr>
            </a:lvl3pPr>
            <a:lvl4pPr>
              <a:buNone/>
              <a:defRPr sz="1725" b="0">
                <a:solidFill>
                  <a:srgbClr val="263D4D"/>
                </a:solidFill>
                <a:latin typeface="Yu Gothic"/>
                <a:ea typeface="Yu Gothic"/>
                <a:cs typeface="Yu Gothic"/>
              </a:defRPr>
            </a:lvl4pPr>
            <a:lvl5pPr>
              <a:buNone/>
              <a:defRPr sz="1725" b="0">
                <a:solidFill>
                  <a:srgbClr val="263D4D"/>
                </a:solidFill>
                <a:latin typeface="Yu Gothic"/>
                <a:ea typeface="Yu Gothic"/>
                <a:cs typeface="Yu Gothic"/>
              </a:defRPr>
            </a:lvl5pPr>
            <a:lvl6pPr>
              <a:buNone/>
              <a:defRPr sz="1725" b="0">
                <a:solidFill>
                  <a:srgbClr val="263D4D"/>
                </a:solidFill>
                <a:latin typeface="Yu Gothic"/>
                <a:ea typeface="Yu Gothic"/>
                <a:cs typeface="Yu Gothic"/>
              </a:defRPr>
            </a:lvl6pPr>
            <a:lvl7pPr>
              <a:buNone/>
              <a:defRPr sz="1725" b="0">
                <a:solidFill>
                  <a:srgbClr val="263D4D"/>
                </a:solidFill>
                <a:latin typeface="Yu Gothic"/>
                <a:ea typeface="Yu Gothic"/>
                <a:cs typeface="Yu Gothic"/>
              </a:defRPr>
            </a:lvl7pPr>
            <a:lvl8pPr>
              <a:buNone/>
              <a:defRPr sz="1725" b="0">
                <a:solidFill>
                  <a:srgbClr val="263D4D"/>
                </a:solidFill>
                <a:latin typeface="Yu Gothic"/>
                <a:ea typeface="Yu Gothic"/>
                <a:cs typeface="Yu Gothic"/>
              </a:defRPr>
            </a:lvl8pPr>
            <a:lvl9pPr>
              <a:buNone/>
              <a:defRPr sz="1725" b="0">
                <a:solidFill>
                  <a:srgbClr val="263D4D"/>
                </a:solidFill>
                <a:latin typeface="Yu Gothic"/>
                <a:ea typeface="Yu Gothic"/>
                <a:cs typeface="Yu Gothic"/>
              </a:defRPr>
            </a:lvl9pPr>
          </a:lstStyle>
          <a:p xmlns:a="http://schemas.openxmlformats.org/drawingml/2006/main">
            <a:pPr>
              <a:buNone/>
              <a:defRPr sz="1725" b="0">
                <a:solidFill>
                  <a:srgbClr val="263D4D"/>
                </a:solidFill>
                <a:latin typeface="Yu Gothic"/>
                <a:ea typeface="Yu Gothic"/>
                <a:cs typeface="Yu Gothic"/>
              </a:defRPr>
            </a:pPr>
            <a:r>
              <a:rPr sz="1725" b="0">
                <a:solidFill>
                  <a:srgbClr val="263D4D"/>
                </a:solidFill>
                <a:latin typeface="Yu Gothic"/>
                <a:ea typeface="Yu Gothic"/>
                <a:cs typeface="Yu Gothic"/>
              </a:rPr>
              <a:t>X-Xは図心を通る水平軸、Y-Yは図心を通る鉛直軸。 寸法をmmで入れるとIはmm⁴。</a:t>
            </a:r>
          </a:p>
        </p:txBody>
      </p:sp>
      <p:sp>
        <p:nvSpPr>
          <p:cNvPr id="6" name="">
            <a:extLst xmlns:a="http://schemas.openxmlformats.org/drawingml/2006/main">
              <a:ext uri="{FF2B5EF4-FFF2-40B4-BE49-F238E27FC236}">
                <a16:creationId xmlns:a16="http://schemas.microsoft.com/office/drawing/2014/main" id="{E7AAF137-7C80-4A58-A522-00808E95DED2}"/>
              </a:ext>
            </a:extLst>
          </p:cNvPr>
          <p:cNvSpPr>
            <a:spLocks xmlns:a="http://schemas.openxmlformats.org/drawingml/2006/main" noGrp="1"/>
          </p:cNvSpPr>
          <p:nvPr/>
        </p:nvSpPr>
        <p:spPr>
          <a:xfrm xmlns:a="http://schemas.openxmlformats.org/drawingml/2006/main">
            <a:off x="809625" y="1952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正方形</a:t>
            </a:r>
          </a:p>
        </p:txBody>
      </p:sp>
      <p:sp>
        <p:nvSpPr>
          <p:cNvPr id="7" name="">
            <a:extLst xmlns:a="http://schemas.openxmlformats.org/drawingml/2006/main">
              <a:ext uri="{FF2B5EF4-FFF2-40B4-BE49-F238E27FC236}">
                <a16:creationId xmlns:a16="http://schemas.microsoft.com/office/drawing/2014/main" id="{F4963F0E-24E4-4709-8821-20DAE1DE4571}"/>
              </a:ext>
            </a:extLst>
          </p:cNvPr>
          <p:cNvSpPr>
            <a:spLocks xmlns:a="http://schemas.openxmlformats.org/drawingml/2006/main" noGrp="1"/>
          </p:cNvSpPr>
          <p:nvPr/>
        </p:nvSpPr>
        <p:spPr>
          <a:xfrm xmlns:a="http://schemas.openxmlformats.org/drawingml/2006/main">
            <a:off x="2190750" y="2571750"/>
            <a:ext cx="1143000" cy="11430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8" name="">
            <a:extLst xmlns:a="http://schemas.openxmlformats.org/drawingml/2006/main">
              <a:ext uri="{FF2B5EF4-FFF2-40B4-BE49-F238E27FC236}">
                <a16:creationId xmlns:a16="http://schemas.microsoft.com/office/drawing/2014/main" id="{3B0F49D5-1DE5-493F-A26E-2EB875BA2FD3}"/>
              </a:ext>
            </a:extLst>
          </p:cNvPr>
          <p:cNvSpPr>
            <a:spLocks xmlns:a="http://schemas.openxmlformats.org/drawingml/2006/main" noGrp="1"/>
          </p:cNvSpPr>
          <p:nvPr/>
        </p:nvSpPr>
        <p:spPr>
          <a:xfrm xmlns:a="http://schemas.openxmlformats.org/drawingml/2006/main">
            <a:off x="1809750"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9" name="">
            <a:extLst xmlns:a="http://schemas.openxmlformats.org/drawingml/2006/main">
              <a:ext uri="{FF2B5EF4-FFF2-40B4-BE49-F238E27FC236}">
                <a16:creationId xmlns:a16="http://schemas.microsoft.com/office/drawing/2014/main" id="{483C6E6B-E81E-48A7-8E85-84CE0B9F94EC}"/>
              </a:ext>
            </a:extLst>
          </p:cNvPr>
          <p:cNvSpPr>
            <a:spLocks xmlns:a="http://schemas.openxmlformats.org/drawingml/2006/main" noGrp="1"/>
          </p:cNvSpPr>
          <p:nvPr/>
        </p:nvSpPr>
        <p:spPr>
          <a:xfrm xmlns:a="http://schemas.openxmlformats.org/drawingml/2006/main">
            <a:off x="1939925"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0" name="">
            <a:extLst xmlns:a="http://schemas.openxmlformats.org/drawingml/2006/main">
              <a:ext uri="{FF2B5EF4-FFF2-40B4-BE49-F238E27FC236}">
                <a16:creationId xmlns:a16="http://schemas.microsoft.com/office/drawing/2014/main" id="{223EAE01-B846-4D7E-AD6F-AAF99C4440F9}"/>
              </a:ext>
            </a:extLst>
          </p:cNvPr>
          <p:cNvSpPr>
            <a:spLocks xmlns:a="http://schemas.openxmlformats.org/drawingml/2006/main" noGrp="1"/>
          </p:cNvSpPr>
          <p:nvPr/>
        </p:nvSpPr>
        <p:spPr>
          <a:xfrm xmlns:a="http://schemas.openxmlformats.org/drawingml/2006/main">
            <a:off x="2070100"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1" name="">
            <a:extLst xmlns:a="http://schemas.openxmlformats.org/drawingml/2006/main">
              <a:ext uri="{FF2B5EF4-FFF2-40B4-BE49-F238E27FC236}">
                <a16:creationId xmlns:a16="http://schemas.microsoft.com/office/drawing/2014/main" id="{DBCFAAD1-1E81-4F6C-AFF1-DA518CE56705}"/>
              </a:ext>
            </a:extLst>
          </p:cNvPr>
          <p:cNvSpPr>
            <a:spLocks xmlns:a="http://schemas.openxmlformats.org/drawingml/2006/main" noGrp="1"/>
          </p:cNvSpPr>
          <p:nvPr/>
        </p:nvSpPr>
        <p:spPr>
          <a:xfrm xmlns:a="http://schemas.openxmlformats.org/drawingml/2006/main">
            <a:off x="2200275"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2" name="">
            <a:extLst xmlns:a="http://schemas.openxmlformats.org/drawingml/2006/main">
              <a:ext uri="{FF2B5EF4-FFF2-40B4-BE49-F238E27FC236}">
                <a16:creationId xmlns:a16="http://schemas.microsoft.com/office/drawing/2014/main" id="{F9D6415D-51C3-436C-A4DC-2086CE073C4B}"/>
              </a:ext>
            </a:extLst>
          </p:cNvPr>
          <p:cNvSpPr>
            <a:spLocks xmlns:a="http://schemas.openxmlformats.org/drawingml/2006/main" noGrp="1"/>
          </p:cNvSpPr>
          <p:nvPr/>
        </p:nvSpPr>
        <p:spPr>
          <a:xfrm xmlns:a="http://schemas.openxmlformats.org/drawingml/2006/main">
            <a:off x="2330450"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3" name="">
            <a:extLst xmlns:a="http://schemas.openxmlformats.org/drawingml/2006/main">
              <a:ext uri="{FF2B5EF4-FFF2-40B4-BE49-F238E27FC236}">
                <a16:creationId xmlns:a16="http://schemas.microsoft.com/office/drawing/2014/main" id="{6401FCD8-F68B-4BF4-9466-8FF97CBD554E}"/>
              </a:ext>
            </a:extLst>
          </p:cNvPr>
          <p:cNvSpPr>
            <a:spLocks xmlns:a="http://schemas.openxmlformats.org/drawingml/2006/main" noGrp="1"/>
          </p:cNvSpPr>
          <p:nvPr/>
        </p:nvSpPr>
        <p:spPr>
          <a:xfrm xmlns:a="http://schemas.openxmlformats.org/drawingml/2006/main">
            <a:off x="2460625"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4" name="">
            <a:extLst xmlns:a="http://schemas.openxmlformats.org/drawingml/2006/main">
              <a:ext uri="{FF2B5EF4-FFF2-40B4-BE49-F238E27FC236}">
                <a16:creationId xmlns:a16="http://schemas.microsoft.com/office/drawing/2014/main" id="{CCCE75E0-5481-4E6A-BE72-E67D9683B11B}"/>
              </a:ext>
            </a:extLst>
          </p:cNvPr>
          <p:cNvSpPr>
            <a:spLocks xmlns:a="http://schemas.openxmlformats.org/drawingml/2006/main" noGrp="1"/>
          </p:cNvSpPr>
          <p:nvPr/>
        </p:nvSpPr>
        <p:spPr>
          <a:xfrm xmlns:a="http://schemas.openxmlformats.org/drawingml/2006/main">
            <a:off x="2590800"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5" name="">
            <a:extLst xmlns:a="http://schemas.openxmlformats.org/drawingml/2006/main">
              <a:ext uri="{FF2B5EF4-FFF2-40B4-BE49-F238E27FC236}">
                <a16:creationId xmlns:a16="http://schemas.microsoft.com/office/drawing/2014/main" id="{17FD11D2-D3F2-4B52-960B-5A265B12F0C7}"/>
              </a:ext>
            </a:extLst>
          </p:cNvPr>
          <p:cNvSpPr>
            <a:spLocks xmlns:a="http://schemas.openxmlformats.org/drawingml/2006/main" noGrp="1"/>
          </p:cNvSpPr>
          <p:nvPr/>
        </p:nvSpPr>
        <p:spPr>
          <a:xfrm xmlns:a="http://schemas.openxmlformats.org/drawingml/2006/main">
            <a:off x="2720975"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6" name="">
            <a:extLst xmlns:a="http://schemas.openxmlformats.org/drawingml/2006/main">
              <a:ext uri="{FF2B5EF4-FFF2-40B4-BE49-F238E27FC236}">
                <a16:creationId xmlns:a16="http://schemas.microsoft.com/office/drawing/2014/main" id="{60D45792-B38E-46B6-88FA-CF9E6A7159EC}"/>
              </a:ext>
            </a:extLst>
          </p:cNvPr>
          <p:cNvSpPr>
            <a:spLocks xmlns:a="http://schemas.openxmlformats.org/drawingml/2006/main" noGrp="1"/>
          </p:cNvSpPr>
          <p:nvPr/>
        </p:nvSpPr>
        <p:spPr>
          <a:xfrm xmlns:a="http://schemas.openxmlformats.org/drawingml/2006/main">
            <a:off x="2851150"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7" name="">
            <a:extLst xmlns:a="http://schemas.openxmlformats.org/drawingml/2006/main">
              <a:ext uri="{FF2B5EF4-FFF2-40B4-BE49-F238E27FC236}">
                <a16:creationId xmlns:a16="http://schemas.microsoft.com/office/drawing/2014/main" id="{0A4CB911-3E7C-4812-8BC1-8810AD732D11}"/>
              </a:ext>
            </a:extLst>
          </p:cNvPr>
          <p:cNvSpPr>
            <a:spLocks xmlns:a="http://schemas.openxmlformats.org/drawingml/2006/main" noGrp="1"/>
          </p:cNvSpPr>
          <p:nvPr/>
        </p:nvSpPr>
        <p:spPr>
          <a:xfrm xmlns:a="http://schemas.openxmlformats.org/drawingml/2006/main">
            <a:off x="2981325"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8" name="">
            <a:extLst xmlns:a="http://schemas.openxmlformats.org/drawingml/2006/main">
              <a:ext uri="{FF2B5EF4-FFF2-40B4-BE49-F238E27FC236}">
                <a16:creationId xmlns:a16="http://schemas.microsoft.com/office/drawing/2014/main" id="{482DDC1C-88F8-4B5C-818A-C6850506346F}"/>
              </a:ext>
            </a:extLst>
          </p:cNvPr>
          <p:cNvSpPr>
            <a:spLocks xmlns:a="http://schemas.openxmlformats.org/drawingml/2006/main" noGrp="1"/>
          </p:cNvSpPr>
          <p:nvPr/>
        </p:nvSpPr>
        <p:spPr>
          <a:xfrm xmlns:a="http://schemas.openxmlformats.org/drawingml/2006/main">
            <a:off x="3111500"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19" name="">
            <a:extLst xmlns:a="http://schemas.openxmlformats.org/drawingml/2006/main">
              <a:ext uri="{FF2B5EF4-FFF2-40B4-BE49-F238E27FC236}">
                <a16:creationId xmlns:a16="http://schemas.microsoft.com/office/drawing/2014/main" id="{9C88D900-41D4-481B-92B0-ED3F2074BA79}"/>
              </a:ext>
            </a:extLst>
          </p:cNvPr>
          <p:cNvSpPr>
            <a:spLocks xmlns:a="http://schemas.openxmlformats.org/drawingml/2006/main" noGrp="1"/>
          </p:cNvSpPr>
          <p:nvPr/>
        </p:nvSpPr>
        <p:spPr>
          <a:xfrm xmlns:a="http://schemas.openxmlformats.org/drawingml/2006/main">
            <a:off x="3241675"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20" name="">
            <a:extLst xmlns:a="http://schemas.openxmlformats.org/drawingml/2006/main">
              <a:ext uri="{FF2B5EF4-FFF2-40B4-BE49-F238E27FC236}">
                <a16:creationId xmlns:a16="http://schemas.microsoft.com/office/drawing/2014/main" id="{E3D43A14-5BE2-41EF-A0F1-D04A707A58A1}"/>
              </a:ext>
            </a:extLst>
          </p:cNvPr>
          <p:cNvSpPr>
            <a:spLocks xmlns:a="http://schemas.openxmlformats.org/drawingml/2006/main" noGrp="1"/>
          </p:cNvSpPr>
          <p:nvPr/>
        </p:nvSpPr>
        <p:spPr>
          <a:xfrm xmlns:a="http://schemas.openxmlformats.org/drawingml/2006/main">
            <a:off x="3371850"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21" name="">
            <a:extLst xmlns:a="http://schemas.openxmlformats.org/drawingml/2006/main">
              <a:ext uri="{FF2B5EF4-FFF2-40B4-BE49-F238E27FC236}">
                <a16:creationId xmlns:a16="http://schemas.microsoft.com/office/drawing/2014/main" id="{DA030F3C-B145-4F80-92B9-37908B395176}"/>
              </a:ext>
            </a:extLst>
          </p:cNvPr>
          <p:cNvSpPr>
            <a:spLocks xmlns:a="http://schemas.openxmlformats.org/drawingml/2006/main" noGrp="1"/>
          </p:cNvSpPr>
          <p:nvPr/>
        </p:nvSpPr>
        <p:spPr>
          <a:xfrm xmlns:a="http://schemas.openxmlformats.org/drawingml/2006/main">
            <a:off x="3502025"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22" name="">
            <a:extLst xmlns:a="http://schemas.openxmlformats.org/drawingml/2006/main">
              <a:ext uri="{FF2B5EF4-FFF2-40B4-BE49-F238E27FC236}">
                <a16:creationId xmlns:a16="http://schemas.microsoft.com/office/drawing/2014/main" id="{70644162-E875-4157-AAE5-D485A5E99C6E}"/>
              </a:ext>
            </a:extLst>
          </p:cNvPr>
          <p:cNvSpPr>
            <a:spLocks xmlns:a="http://schemas.openxmlformats.org/drawingml/2006/main" noGrp="1"/>
          </p:cNvSpPr>
          <p:nvPr/>
        </p:nvSpPr>
        <p:spPr>
          <a:xfrm xmlns:a="http://schemas.openxmlformats.org/drawingml/2006/main">
            <a:off x="3632200" y="3143250"/>
            <a:ext cx="71596" cy="9525"/>
          </a:xfrm>
          <a:custGeom xmlns:a="http://schemas.openxmlformats.org/drawingml/2006/main">
            <a:pathLst>
              <a:path w="71596" h="9525">
                <a:moveTo>
                  <a:pt x="0" y="0"/>
                </a:moveTo>
                <a:lnTo>
                  <a:pt x="71596" y="0"/>
                </a:lnTo>
              </a:path>
            </a:pathLst>
          </a:custGeom>
          <a:noFill xmlns:a="http://schemas.openxmlformats.org/drawingml/2006/main"/>
          <a:ln xmlns:a="http://schemas.openxmlformats.org/drawingml/2006/main" w="11430">
            <a:solidFill>
              <a:srgbClr val="087E8B"/>
            </a:solidFill>
          </a:ln>
        </p:spPr>
      </p:sp>
      <p:sp>
        <p:nvSpPr>
          <p:cNvPr id="23" name="">
            <a:extLst xmlns:a="http://schemas.openxmlformats.org/drawingml/2006/main">
              <a:ext uri="{FF2B5EF4-FFF2-40B4-BE49-F238E27FC236}">
                <a16:creationId xmlns:a16="http://schemas.microsoft.com/office/drawing/2014/main" id="{605052FD-EB0F-476B-96ED-1136B70B6D1B}"/>
              </a:ext>
            </a:extLst>
          </p:cNvPr>
          <p:cNvSpPr>
            <a:spLocks xmlns:a="http://schemas.openxmlformats.org/drawingml/2006/main" noGrp="1"/>
          </p:cNvSpPr>
          <p:nvPr/>
        </p:nvSpPr>
        <p:spPr>
          <a:xfrm xmlns:a="http://schemas.openxmlformats.org/drawingml/2006/main">
            <a:off x="2762250" y="2333625"/>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24" name="">
            <a:extLst xmlns:a="http://schemas.openxmlformats.org/drawingml/2006/main">
              <a:ext uri="{FF2B5EF4-FFF2-40B4-BE49-F238E27FC236}">
                <a16:creationId xmlns:a16="http://schemas.microsoft.com/office/drawing/2014/main" id="{3A44D86C-6A50-44C9-85F6-732EC36DE0A6}"/>
              </a:ext>
            </a:extLst>
          </p:cNvPr>
          <p:cNvSpPr>
            <a:spLocks xmlns:a="http://schemas.openxmlformats.org/drawingml/2006/main" noGrp="1"/>
          </p:cNvSpPr>
          <p:nvPr/>
        </p:nvSpPr>
        <p:spPr>
          <a:xfrm xmlns:a="http://schemas.openxmlformats.org/drawingml/2006/main">
            <a:off x="2762250" y="2461846"/>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25" name="">
            <a:extLst xmlns:a="http://schemas.openxmlformats.org/drawingml/2006/main">
              <a:ext uri="{FF2B5EF4-FFF2-40B4-BE49-F238E27FC236}">
                <a16:creationId xmlns:a16="http://schemas.microsoft.com/office/drawing/2014/main" id="{96ADC153-2B3E-4E12-AF27-1063ED1ABE62}"/>
              </a:ext>
            </a:extLst>
          </p:cNvPr>
          <p:cNvSpPr>
            <a:spLocks xmlns:a="http://schemas.openxmlformats.org/drawingml/2006/main" noGrp="1"/>
          </p:cNvSpPr>
          <p:nvPr/>
        </p:nvSpPr>
        <p:spPr>
          <a:xfrm xmlns:a="http://schemas.openxmlformats.org/drawingml/2006/main">
            <a:off x="2762250" y="2590067"/>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26" name="">
            <a:extLst xmlns:a="http://schemas.openxmlformats.org/drawingml/2006/main">
              <a:ext uri="{FF2B5EF4-FFF2-40B4-BE49-F238E27FC236}">
                <a16:creationId xmlns:a16="http://schemas.microsoft.com/office/drawing/2014/main" id="{F78E557E-1427-4736-B185-DBA0AAFD5543}"/>
              </a:ext>
            </a:extLst>
          </p:cNvPr>
          <p:cNvSpPr>
            <a:spLocks xmlns:a="http://schemas.openxmlformats.org/drawingml/2006/main" noGrp="1"/>
          </p:cNvSpPr>
          <p:nvPr/>
        </p:nvSpPr>
        <p:spPr>
          <a:xfrm xmlns:a="http://schemas.openxmlformats.org/drawingml/2006/main">
            <a:off x="2762250" y="2718288"/>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27" name="">
            <a:extLst xmlns:a="http://schemas.openxmlformats.org/drawingml/2006/main">
              <a:ext uri="{FF2B5EF4-FFF2-40B4-BE49-F238E27FC236}">
                <a16:creationId xmlns:a16="http://schemas.microsoft.com/office/drawing/2014/main" id="{496A1D7D-3CB3-486D-A8CD-A2358B5C4246}"/>
              </a:ext>
            </a:extLst>
          </p:cNvPr>
          <p:cNvSpPr>
            <a:spLocks xmlns:a="http://schemas.openxmlformats.org/drawingml/2006/main" noGrp="1"/>
          </p:cNvSpPr>
          <p:nvPr/>
        </p:nvSpPr>
        <p:spPr>
          <a:xfrm xmlns:a="http://schemas.openxmlformats.org/drawingml/2006/main">
            <a:off x="2762250" y="2846510"/>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28" name="">
            <a:extLst xmlns:a="http://schemas.openxmlformats.org/drawingml/2006/main">
              <a:ext uri="{FF2B5EF4-FFF2-40B4-BE49-F238E27FC236}">
                <a16:creationId xmlns:a16="http://schemas.microsoft.com/office/drawing/2014/main" id="{1FF1C7AA-E7F7-47ED-89DA-EEFB4DD8F99B}"/>
              </a:ext>
            </a:extLst>
          </p:cNvPr>
          <p:cNvSpPr>
            <a:spLocks xmlns:a="http://schemas.openxmlformats.org/drawingml/2006/main" noGrp="1"/>
          </p:cNvSpPr>
          <p:nvPr/>
        </p:nvSpPr>
        <p:spPr>
          <a:xfrm xmlns:a="http://schemas.openxmlformats.org/drawingml/2006/main">
            <a:off x="2762250" y="2974731"/>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29" name="">
            <a:extLst xmlns:a="http://schemas.openxmlformats.org/drawingml/2006/main">
              <a:ext uri="{FF2B5EF4-FFF2-40B4-BE49-F238E27FC236}">
                <a16:creationId xmlns:a16="http://schemas.microsoft.com/office/drawing/2014/main" id="{C1612772-1670-4E1B-A848-2B68DC3B9EAA}"/>
              </a:ext>
            </a:extLst>
          </p:cNvPr>
          <p:cNvSpPr>
            <a:spLocks xmlns:a="http://schemas.openxmlformats.org/drawingml/2006/main" noGrp="1"/>
          </p:cNvSpPr>
          <p:nvPr/>
        </p:nvSpPr>
        <p:spPr>
          <a:xfrm xmlns:a="http://schemas.openxmlformats.org/drawingml/2006/main">
            <a:off x="2762250" y="3102952"/>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30" name="">
            <a:extLst xmlns:a="http://schemas.openxmlformats.org/drawingml/2006/main">
              <a:ext uri="{FF2B5EF4-FFF2-40B4-BE49-F238E27FC236}">
                <a16:creationId xmlns:a16="http://schemas.microsoft.com/office/drawing/2014/main" id="{D7B8D29A-BB76-4FB8-A0FF-7E952170E4EE}"/>
              </a:ext>
            </a:extLst>
          </p:cNvPr>
          <p:cNvSpPr>
            <a:spLocks xmlns:a="http://schemas.openxmlformats.org/drawingml/2006/main" noGrp="1"/>
          </p:cNvSpPr>
          <p:nvPr/>
        </p:nvSpPr>
        <p:spPr>
          <a:xfrm xmlns:a="http://schemas.openxmlformats.org/drawingml/2006/main">
            <a:off x="2762250" y="3231173"/>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31" name="">
            <a:extLst xmlns:a="http://schemas.openxmlformats.org/drawingml/2006/main">
              <a:ext uri="{FF2B5EF4-FFF2-40B4-BE49-F238E27FC236}">
                <a16:creationId xmlns:a16="http://schemas.microsoft.com/office/drawing/2014/main" id="{9B314864-44B2-4E08-B535-E30FE6E7C6C7}"/>
              </a:ext>
            </a:extLst>
          </p:cNvPr>
          <p:cNvSpPr>
            <a:spLocks xmlns:a="http://schemas.openxmlformats.org/drawingml/2006/main" noGrp="1"/>
          </p:cNvSpPr>
          <p:nvPr/>
        </p:nvSpPr>
        <p:spPr>
          <a:xfrm xmlns:a="http://schemas.openxmlformats.org/drawingml/2006/main">
            <a:off x="2762250" y="3359394"/>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32" name="">
            <a:extLst xmlns:a="http://schemas.openxmlformats.org/drawingml/2006/main">
              <a:ext uri="{FF2B5EF4-FFF2-40B4-BE49-F238E27FC236}">
                <a16:creationId xmlns:a16="http://schemas.microsoft.com/office/drawing/2014/main" id="{346FC9C8-AC6E-42E4-859A-CC3FE9987112}"/>
              </a:ext>
            </a:extLst>
          </p:cNvPr>
          <p:cNvSpPr>
            <a:spLocks xmlns:a="http://schemas.openxmlformats.org/drawingml/2006/main" noGrp="1"/>
          </p:cNvSpPr>
          <p:nvPr/>
        </p:nvSpPr>
        <p:spPr>
          <a:xfrm xmlns:a="http://schemas.openxmlformats.org/drawingml/2006/main">
            <a:off x="2762250" y="3487615"/>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33" name="">
            <a:extLst xmlns:a="http://schemas.openxmlformats.org/drawingml/2006/main">
              <a:ext uri="{FF2B5EF4-FFF2-40B4-BE49-F238E27FC236}">
                <a16:creationId xmlns:a16="http://schemas.microsoft.com/office/drawing/2014/main" id="{59F8531E-5BB3-46BA-80EC-3AC54F523A07}"/>
              </a:ext>
            </a:extLst>
          </p:cNvPr>
          <p:cNvSpPr>
            <a:spLocks xmlns:a="http://schemas.openxmlformats.org/drawingml/2006/main" noGrp="1"/>
          </p:cNvSpPr>
          <p:nvPr/>
        </p:nvSpPr>
        <p:spPr>
          <a:xfrm xmlns:a="http://schemas.openxmlformats.org/drawingml/2006/main">
            <a:off x="2762250" y="3615837"/>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34" name="">
            <a:extLst xmlns:a="http://schemas.openxmlformats.org/drawingml/2006/main">
              <a:ext uri="{FF2B5EF4-FFF2-40B4-BE49-F238E27FC236}">
                <a16:creationId xmlns:a16="http://schemas.microsoft.com/office/drawing/2014/main" id="{D8001E76-8CB3-4B3F-BA95-AB203479BF55}"/>
              </a:ext>
            </a:extLst>
          </p:cNvPr>
          <p:cNvSpPr>
            <a:spLocks xmlns:a="http://schemas.openxmlformats.org/drawingml/2006/main" noGrp="1"/>
          </p:cNvSpPr>
          <p:nvPr/>
        </p:nvSpPr>
        <p:spPr>
          <a:xfrm xmlns:a="http://schemas.openxmlformats.org/drawingml/2006/main">
            <a:off x="2762250" y="3744058"/>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35" name="">
            <a:extLst xmlns:a="http://schemas.openxmlformats.org/drawingml/2006/main">
              <a:ext uri="{FF2B5EF4-FFF2-40B4-BE49-F238E27FC236}">
                <a16:creationId xmlns:a16="http://schemas.microsoft.com/office/drawing/2014/main" id="{96FCFC0A-43B6-43FE-B752-10E58B7745C1}"/>
              </a:ext>
            </a:extLst>
          </p:cNvPr>
          <p:cNvSpPr>
            <a:spLocks xmlns:a="http://schemas.openxmlformats.org/drawingml/2006/main" noGrp="1"/>
          </p:cNvSpPr>
          <p:nvPr/>
        </p:nvSpPr>
        <p:spPr>
          <a:xfrm xmlns:a="http://schemas.openxmlformats.org/drawingml/2006/main">
            <a:off x="2762250" y="3872279"/>
            <a:ext cx="9525" cy="70522"/>
          </a:xfrm>
          <a:custGeom xmlns:a="http://schemas.openxmlformats.org/drawingml/2006/main">
            <a:pathLst>
              <a:path w="9525" h="70522">
                <a:moveTo>
                  <a:pt x="0" y="0"/>
                </a:moveTo>
                <a:lnTo>
                  <a:pt x="0" y="70522"/>
                </a:lnTo>
              </a:path>
            </a:pathLst>
          </a:custGeom>
          <a:noFill xmlns:a="http://schemas.openxmlformats.org/drawingml/2006/main"/>
          <a:ln xmlns:a="http://schemas.openxmlformats.org/drawingml/2006/main" w="11430">
            <a:solidFill>
              <a:srgbClr val="2876A8"/>
            </a:solidFill>
          </a:ln>
        </p:spPr>
      </p:sp>
      <p:sp>
        <p:nvSpPr>
          <p:cNvPr id="36" name="">
            <a:extLst xmlns:a="http://schemas.openxmlformats.org/drawingml/2006/main">
              <a:ext uri="{FF2B5EF4-FFF2-40B4-BE49-F238E27FC236}">
                <a16:creationId xmlns:a16="http://schemas.microsoft.com/office/drawing/2014/main" id="{770C9837-547E-4AEF-B180-DC7BBDA7A343}"/>
              </a:ext>
            </a:extLst>
          </p:cNvPr>
          <p:cNvSpPr>
            <a:spLocks xmlns:a="http://schemas.openxmlformats.org/drawingml/2006/main" noGrp="1"/>
          </p:cNvSpPr>
          <p:nvPr/>
        </p:nvSpPr>
        <p:spPr>
          <a:xfrm xmlns:a="http://schemas.openxmlformats.org/drawingml/2006/main">
            <a:off x="3810000" y="29527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X-X</a:t>
            </a:r>
          </a:p>
        </p:txBody>
      </p:sp>
      <p:sp>
        <p:nvSpPr>
          <p:cNvPr id="37" name="">
            <a:extLst xmlns:a="http://schemas.openxmlformats.org/drawingml/2006/main">
              <a:ext uri="{FF2B5EF4-FFF2-40B4-BE49-F238E27FC236}">
                <a16:creationId xmlns:a16="http://schemas.microsoft.com/office/drawing/2014/main" id="{293994A5-87A1-4253-886C-4CD0DD56309A}"/>
              </a:ext>
            </a:extLst>
          </p:cNvPr>
          <p:cNvSpPr>
            <a:spLocks xmlns:a="http://schemas.openxmlformats.org/drawingml/2006/main" noGrp="1"/>
          </p:cNvSpPr>
          <p:nvPr/>
        </p:nvSpPr>
        <p:spPr>
          <a:xfrm xmlns:a="http://schemas.openxmlformats.org/drawingml/2006/main">
            <a:off x="2047875" y="3781425"/>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Y-Y</a:t>
            </a:r>
          </a:p>
        </p:txBody>
      </p:sp>
      <p:sp>
        <p:nvSpPr>
          <p:cNvPr id="38" name="">
            <a:extLst xmlns:a="http://schemas.openxmlformats.org/drawingml/2006/main">
              <a:ext uri="{FF2B5EF4-FFF2-40B4-BE49-F238E27FC236}">
                <a16:creationId xmlns:a16="http://schemas.microsoft.com/office/drawing/2014/main" id="{180FF995-9F02-4FAB-8056-9871549B4D66}"/>
              </a:ext>
            </a:extLst>
          </p:cNvPr>
          <p:cNvSpPr>
            <a:spLocks xmlns:a="http://schemas.openxmlformats.org/drawingml/2006/main" noGrp="1"/>
          </p:cNvSpPr>
          <p:nvPr/>
        </p:nvSpPr>
        <p:spPr>
          <a:xfrm xmlns:a="http://schemas.openxmlformats.org/drawingml/2006/main">
            <a:off x="2733675" y="3114675"/>
            <a:ext cx="57150" cy="5715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39" name="">
            <a:extLst xmlns:a="http://schemas.openxmlformats.org/drawingml/2006/main">
              <a:ext uri="{FF2B5EF4-FFF2-40B4-BE49-F238E27FC236}">
                <a16:creationId xmlns:a16="http://schemas.microsoft.com/office/drawing/2014/main" id="{99CDE0AE-878D-4CA4-A027-DA0891834EAC}"/>
              </a:ext>
            </a:extLst>
          </p:cNvPr>
          <p:cNvSpPr>
            <a:spLocks xmlns:a="http://schemas.openxmlformats.org/drawingml/2006/main" noGrp="1"/>
          </p:cNvSpPr>
          <p:nvPr/>
        </p:nvSpPr>
        <p:spPr>
          <a:xfrm xmlns:a="http://schemas.openxmlformats.org/drawingml/2006/main">
            <a:off x="2190750" y="409575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13335">
            <a:solidFill>
              <a:srgbClr val="71818B"/>
            </a:solidFill>
          </a:ln>
        </p:spPr>
      </p:sp>
      <p:sp>
        <p:nvSpPr>
          <p:cNvPr id="40" name="">
            <a:extLst xmlns:a="http://schemas.openxmlformats.org/drawingml/2006/main">
              <a:ext uri="{FF2B5EF4-FFF2-40B4-BE49-F238E27FC236}">
                <a16:creationId xmlns:a16="http://schemas.microsoft.com/office/drawing/2014/main" id="{1A39E61B-2DCA-40FB-AEC9-2E5AAF9B9F9F}"/>
              </a:ext>
            </a:extLst>
          </p:cNvPr>
          <p:cNvSpPr>
            <a:spLocks xmlns:a="http://schemas.openxmlformats.org/drawingml/2006/main" noGrp="1"/>
          </p:cNvSpPr>
          <p:nvPr/>
        </p:nvSpPr>
        <p:spPr>
          <a:xfrm xmlns:a="http://schemas.openxmlformats.org/drawingml/2006/main">
            <a:off x="3267075" y="40677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41" name="">
            <a:extLst xmlns:a="http://schemas.openxmlformats.org/drawingml/2006/main">
              <a:ext uri="{FF2B5EF4-FFF2-40B4-BE49-F238E27FC236}">
                <a16:creationId xmlns:a16="http://schemas.microsoft.com/office/drawing/2014/main" id="{C33AAE0A-2539-43B2-B3D0-76891C8AFC19}"/>
              </a:ext>
            </a:extLst>
          </p:cNvPr>
          <p:cNvSpPr>
            <a:spLocks xmlns:a="http://schemas.openxmlformats.org/drawingml/2006/main" noGrp="1"/>
          </p:cNvSpPr>
          <p:nvPr/>
        </p:nvSpPr>
        <p:spPr>
          <a:xfrm xmlns:a="http://schemas.openxmlformats.org/drawingml/2006/main">
            <a:off x="2190750" y="4095750"/>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13335">
            <a:solidFill>
              <a:srgbClr val="71818B"/>
            </a:solidFill>
          </a:ln>
        </p:spPr>
      </p:sp>
      <p:sp>
        <p:nvSpPr>
          <p:cNvPr id="42" name="">
            <a:extLst xmlns:a="http://schemas.openxmlformats.org/drawingml/2006/main">
              <a:ext uri="{FF2B5EF4-FFF2-40B4-BE49-F238E27FC236}">
                <a16:creationId xmlns:a16="http://schemas.microsoft.com/office/drawing/2014/main" id="{6D61EF6A-87E4-4E86-BF5C-46BB2169BD4C}"/>
              </a:ext>
            </a:extLst>
          </p:cNvPr>
          <p:cNvSpPr>
            <a:spLocks xmlns:a="http://schemas.openxmlformats.org/drawingml/2006/main" noGrp="1"/>
          </p:cNvSpPr>
          <p:nvPr/>
        </p:nvSpPr>
        <p:spPr>
          <a:xfrm xmlns:a="http://schemas.openxmlformats.org/drawingml/2006/main">
            <a:off x="2190750" y="40677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43" name="">
            <a:extLst xmlns:a="http://schemas.openxmlformats.org/drawingml/2006/main">
              <a:ext uri="{FF2B5EF4-FFF2-40B4-BE49-F238E27FC236}">
                <a16:creationId xmlns:a16="http://schemas.microsoft.com/office/drawing/2014/main" id="{4B454C4A-DD3F-4E03-A16E-4D6D70DA41D7}"/>
              </a:ext>
            </a:extLst>
          </p:cNvPr>
          <p:cNvSpPr>
            <a:spLocks xmlns:a="http://schemas.openxmlformats.org/drawingml/2006/main" noGrp="1"/>
          </p:cNvSpPr>
          <p:nvPr/>
        </p:nvSpPr>
        <p:spPr>
          <a:xfrm xmlns:a="http://schemas.openxmlformats.org/drawingml/2006/main">
            <a:off x="2190750" y="4143375"/>
            <a:ext cx="114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0">
                <a:solidFill>
                  <a:srgbClr val="71818B"/>
                </a:solidFill>
                <a:latin typeface="Yu Gothic"/>
                <a:ea typeface="Yu Gothic"/>
                <a:cs typeface="Yu Gothic"/>
              </a:defRPr>
            </a:defPPr>
            <a:lvl1pPr algn="ctr">
              <a:buNone/>
              <a:defRPr sz="1800" b="0">
                <a:solidFill>
                  <a:srgbClr val="71818B"/>
                </a:solidFill>
                <a:latin typeface="Yu Gothic"/>
                <a:ea typeface="Yu Gothic"/>
                <a:cs typeface="Yu Gothic"/>
              </a:defRPr>
            </a:lvl1pPr>
            <a:lvl2pPr algn="ctr">
              <a:buNone/>
              <a:defRPr sz="1800" b="0">
                <a:solidFill>
                  <a:srgbClr val="71818B"/>
                </a:solidFill>
                <a:latin typeface="Yu Gothic"/>
                <a:ea typeface="Yu Gothic"/>
                <a:cs typeface="Yu Gothic"/>
              </a:defRPr>
            </a:lvl2pPr>
            <a:lvl3pPr algn="ctr">
              <a:buNone/>
              <a:defRPr sz="1800" b="0">
                <a:solidFill>
                  <a:srgbClr val="71818B"/>
                </a:solidFill>
                <a:latin typeface="Yu Gothic"/>
                <a:ea typeface="Yu Gothic"/>
                <a:cs typeface="Yu Gothic"/>
              </a:defRPr>
            </a:lvl3pPr>
            <a:lvl4pPr algn="ctr">
              <a:buNone/>
              <a:defRPr sz="1800" b="0">
                <a:solidFill>
                  <a:srgbClr val="71818B"/>
                </a:solidFill>
                <a:latin typeface="Yu Gothic"/>
                <a:ea typeface="Yu Gothic"/>
                <a:cs typeface="Yu Gothic"/>
              </a:defRPr>
            </a:lvl4pPr>
            <a:lvl5pPr algn="ctr">
              <a:buNone/>
              <a:defRPr sz="1800" b="0">
                <a:solidFill>
                  <a:srgbClr val="71818B"/>
                </a:solidFill>
                <a:latin typeface="Yu Gothic"/>
                <a:ea typeface="Yu Gothic"/>
                <a:cs typeface="Yu Gothic"/>
              </a:defRPr>
            </a:lvl5pPr>
            <a:lvl6pPr algn="ctr">
              <a:buNone/>
              <a:defRPr sz="1800" b="0">
                <a:solidFill>
                  <a:srgbClr val="71818B"/>
                </a:solidFill>
                <a:latin typeface="Yu Gothic"/>
                <a:ea typeface="Yu Gothic"/>
                <a:cs typeface="Yu Gothic"/>
              </a:defRPr>
            </a:lvl6pPr>
            <a:lvl7pPr algn="ctr">
              <a:buNone/>
              <a:defRPr sz="1800" b="0">
                <a:solidFill>
                  <a:srgbClr val="71818B"/>
                </a:solidFill>
                <a:latin typeface="Yu Gothic"/>
                <a:ea typeface="Yu Gothic"/>
                <a:cs typeface="Yu Gothic"/>
              </a:defRPr>
            </a:lvl7pPr>
            <a:lvl8pPr algn="ctr">
              <a:buNone/>
              <a:defRPr sz="1800" b="0">
                <a:solidFill>
                  <a:srgbClr val="71818B"/>
                </a:solidFill>
                <a:latin typeface="Yu Gothic"/>
                <a:ea typeface="Yu Gothic"/>
                <a:cs typeface="Yu Gothic"/>
              </a:defRPr>
            </a:lvl8pPr>
            <a:lvl9pPr algn="ctr">
              <a:buNone/>
              <a:defRPr sz="1800" b="0">
                <a:solidFill>
                  <a:srgbClr val="71818B"/>
                </a:solidFill>
                <a:latin typeface="Yu Gothic"/>
                <a:ea typeface="Yu Gothic"/>
                <a:cs typeface="Yu Gothic"/>
              </a:defRPr>
            </a:lvl9pPr>
          </a:lstStyle>
          <a:p xmlns:a="http://schemas.openxmlformats.org/drawingml/2006/main">
            <a:pPr algn="ct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a</a:t>
            </a:r>
          </a:p>
        </p:txBody>
      </p:sp>
      <p:sp>
        <p:nvSpPr>
          <p:cNvPr id="44" name="">
            <a:extLst xmlns:a="http://schemas.openxmlformats.org/drawingml/2006/main">
              <a:ext uri="{FF2B5EF4-FFF2-40B4-BE49-F238E27FC236}">
                <a16:creationId xmlns:a16="http://schemas.microsoft.com/office/drawing/2014/main" id="{14A88AE8-7DE5-4D32-9061-AAF2AD26D132}"/>
              </a:ext>
            </a:extLst>
          </p:cNvPr>
          <p:cNvSpPr>
            <a:spLocks xmlns:a="http://schemas.openxmlformats.org/drawingml/2006/main" noGrp="1"/>
          </p:cNvSpPr>
          <p:nvPr/>
        </p:nvSpPr>
        <p:spPr>
          <a:xfrm xmlns:a="http://schemas.openxmlformats.org/drawingml/2006/main">
            <a:off x="3667125" y="2571750"/>
            <a:ext cx="9525" cy="1143000"/>
          </a:xfrm>
          <a:custGeom xmlns:a="http://schemas.openxmlformats.org/drawingml/2006/main">
            <a:pathLst>
              <a:path w="9525" h="1143000">
                <a:moveTo>
                  <a:pt x="0" y="0"/>
                </a:moveTo>
                <a:lnTo>
                  <a:pt x="0" y="1143000"/>
                </a:lnTo>
              </a:path>
            </a:pathLst>
          </a:custGeom>
          <a:noFill xmlns:a="http://schemas.openxmlformats.org/drawingml/2006/main"/>
          <a:ln xmlns:a="http://schemas.openxmlformats.org/drawingml/2006/main" w="14288">
            <a:solidFill>
              <a:srgbClr val="71818B"/>
            </a:solidFill>
          </a:ln>
        </p:spPr>
      </p:sp>
      <p:sp>
        <p:nvSpPr>
          <p:cNvPr id="45" name="">
            <a:extLst xmlns:a="http://schemas.openxmlformats.org/drawingml/2006/main">
              <a:ext uri="{FF2B5EF4-FFF2-40B4-BE49-F238E27FC236}">
                <a16:creationId xmlns:a16="http://schemas.microsoft.com/office/drawing/2014/main" id="{F18670C7-6F06-491D-BCB0-AC9875C89EEB}"/>
              </a:ext>
            </a:extLst>
          </p:cNvPr>
          <p:cNvSpPr>
            <a:spLocks xmlns:a="http://schemas.openxmlformats.org/drawingml/2006/main" noGrp="1"/>
          </p:cNvSpPr>
          <p:nvPr/>
        </p:nvSpPr>
        <p:spPr>
          <a:xfrm xmlns:a="http://schemas.openxmlformats.org/drawingml/2006/main">
            <a:off x="3639122" y="3648075"/>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46" name="">
            <a:extLst xmlns:a="http://schemas.openxmlformats.org/drawingml/2006/main">
              <a:ext uri="{FF2B5EF4-FFF2-40B4-BE49-F238E27FC236}">
                <a16:creationId xmlns:a16="http://schemas.microsoft.com/office/drawing/2014/main" id="{0BD4BCEE-31C5-4C6C-8337-7953AA465B0F}"/>
              </a:ext>
            </a:extLst>
          </p:cNvPr>
          <p:cNvSpPr>
            <a:spLocks xmlns:a="http://schemas.openxmlformats.org/drawingml/2006/main" noGrp="1"/>
          </p:cNvSpPr>
          <p:nvPr/>
        </p:nvSpPr>
        <p:spPr>
          <a:xfrm xmlns:a="http://schemas.openxmlformats.org/drawingml/2006/main">
            <a:off x="3667125" y="2571750"/>
            <a:ext cx="9525" cy="1143000"/>
          </a:xfrm>
          <a:custGeom xmlns:a="http://schemas.openxmlformats.org/drawingml/2006/main">
            <a:pathLst>
              <a:path w="9525" h="1143000">
                <a:moveTo>
                  <a:pt x="0" y="1143000"/>
                </a:moveTo>
                <a:lnTo>
                  <a:pt x="0" y="0"/>
                </a:lnTo>
              </a:path>
            </a:pathLst>
          </a:custGeom>
          <a:noFill xmlns:a="http://schemas.openxmlformats.org/drawingml/2006/main"/>
          <a:ln xmlns:a="http://schemas.openxmlformats.org/drawingml/2006/main" w="14288">
            <a:solidFill>
              <a:srgbClr val="71818B"/>
            </a:solidFill>
          </a:ln>
        </p:spPr>
      </p:sp>
      <p:sp>
        <p:nvSpPr>
          <p:cNvPr id="47" name="">
            <a:extLst xmlns:a="http://schemas.openxmlformats.org/drawingml/2006/main">
              <a:ext uri="{FF2B5EF4-FFF2-40B4-BE49-F238E27FC236}">
                <a16:creationId xmlns:a16="http://schemas.microsoft.com/office/drawing/2014/main" id="{5C745049-D9A5-4DDA-BB3E-80C5E08F5918}"/>
              </a:ext>
            </a:extLst>
          </p:cNvPr>
          <p:cNvSpPr>
            <a:spLocks xmlns:a="http://schemas.openxmlformats.org/drawingml/2006/main" noGrp="1"/>
          </p:cNvSpPr>
          <p:nvPr/>
        </p:nvSpPr>
        <p:spPr>
          <a:xfrm xmlns:a="http://schemas.openxmlformats.org/drawingml/2006/main">
            <a:off x="3639122" y="2571750"/>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48" name="">
            <a:extLst xmlns:a="http://schemas.openxmlformats.org/drawingml/2006/main">
              <a:ext uri="{FF2B5EF4-FFF2-40B4-BE49-F238E27FC236}">
                <a16:creationId xmlns:a16="http://schemas.microsoft.com/office/drawing/2014/main" id="{FB4BA78B-B319-43F5-AF7D-49E2CFB76D25}"/>
              </a:ext>
            </a:extLst>
          </p:cNvPr>
          <p:cNvSpPr>
            <a:spLocks xmlns:a="http://schemas.openxmlformats.org/drawingml/2006/main" noGrp="1"/>
          </p:cNvSpPr>
          <p:nvPr/>
        </p:nvSpPr>
        <p:spPr>
          <a:xfrm xmlns:a="http://schemas.openxmlformats.org/drawingml/2006/main">
            <a:off x="3781425" y="247650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a</a:t>
            </a:r>
          </a:p>
        </p:txBody>
      </p:sp>
      <p:sp>
        <p:nvSpPr>
          <p:cNvPr id="49" name="">
            <a:extLst xmlns:a="http://schemas.openxmlformats.org/drawingml/2006/main">
              <a:ext uri="{FF2B5EF4-FFF2-40B4-BE49-F238E27FC236}">
                <a16:creationId xmlns:a16="http://schemas.microsoft.com/office/drawing/2014/main" id="{78658628-FDDC-43F8-BFA0-AECE2B242DCC}"/>
              </a:ext>
            </a:extLst>
          </p:cNvPr>
          <p:cNvSpPr>
            <a:spLocks xmlns:a="http://schemas.openxmlformats.org/drawingml/2006/main" noGrp="1"/>
          </p:cNvSpPr>
          <p:nvPr/>
        </p:nvSpPr>
        <p:spPr>
          <a:xfrm xmlns:a="http://schemas.openxmlformats.org/drawingml/2006/main">
            <a:off x="809625" y="46196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I_X = I_Y = a⁴/12</a:t>
            </a:r>
          </a:p>
        </p:txBody>
      </p:sp>
      <p:sp>
        <p:nvSpPr>
          <p:cNvPr id="50" name="">
            <a:extLst xmlns:a="http://schemas.openxmlformats.org/drawingml/2006/main">
              <a:ext uri="{FF2B5EF4-FFF2-40B4-BE49-F238E27FC236}">
                <a16:creationId xmlns:a16="http://schemas.microsoft.com/office/drawing/2014/main" id="{975F52D5-B44C-4EAE-B384-360127E13D88}"/>
              </a:ext>
            </a:extLst>
          </p:cNvPr>
          <p:cNvSpPr>
            <a:spLocks xmlns:a="http://schemas.openxmlformats.org/drawingml/2006/main" noGrp="1"/>
          </p:cNvSpPr>
          <p:nvPr/>
        </p:nvSpPr>
        <p:spPr>
          <a:xfrm xmlns:a="http://schemas.openxmlformats.org/drawingml/2006/main">
            <a:off x="809625" y="51435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a = 20 mm</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I_X = I_Y ≈ 13,333 mm⁴</a:t>
            </a:r>
          </a:p>
        </p:txBody>
      </p:sp>
      <p:sp>
        <p:nvSpPr>
          <p:cNvPr id="51" name="">
            <a:extLst xmlns:a="http://schemas.openxmlformats.org/drawingml/2006/main">
              <a:ext uri="{FF2B5EF4-FFF2-40B4-BE49-F238E27FC236}">
                <a16:creationId xmlns:a16="http://schemas.microsoft.com/office/drawing/2014/main" id="{F2C13EF2-34A2-4ACA-AF74-91804069A402}"/>
              </a:ext>
            </a:extLst>
          </p:cNvPr>
          <p:cNvSpPr>
            <a:spLocks xmlns:a="http://schemas.openxmlformats.org/drawingml/2006/main" noGrp="1"/>
          </p:cNvSpPr>
          <p:nvPr/>
        </p:nvSpPr>
        <p:spPr>
          <a:xfrm xmlns:a="http://schemas.openxmlformats.org/drawingml/2006/main">
            <a:off x="6762750" y="1952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長方形</a:t>
            </a:r>
          </a:p>
        </p:txBody>
      </p:sp>
      <p:sp>
        <p:nvSpPr>
          <p:cNvPr id="52" name="">
            <a:extLst xmlns:a="http://schemas.openxmlformats.org/drawingml/2006/main">
              <a:ext uri="{FF2B5EF4-FFF2-40B4-BE49-F238E27FC236}">
                <a16:creationId xmlns:a16="http://schemas.microsoft.com/office/drawing/2014/main" id="{B30EB112-8D32-4B32-9E1E-7ADC60A3CDC8}"/>
              </a:ext>
            </a:extLst>
          </p:cNvPr>
          <p:cNvSpPr>
            <a:spLocks xmlns:a="http://schemas.openxmlformats.org/drawingml/2006/main" noGrp="1"/>
          </p:cNvSpPr>
          <p:nvPr/>
        </p:nvSpPr>
        <p:spPr>
          <a:xfrm xmlns:a="http://schemas.openxmlformats.org/drawingml/2006/main">
            <a:off x="8096250" y="2381250"/>
            <a:ext cx="762000" cy="15240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53" name="">
            <a:extLst xmlns:a="http://schemas.openxmlformats.org/drawingml/2006/main">
              <a:ext uri="{FF2B5EF4-FFF2-40B4-BE49-F238E27FC236}">
                <a16:creationId xmlns:a16="http://schemas.microsoft.com/office/drawing/2014/main" id="{BDBCD720-90AE-47DB-BDAA-0EB2552BFFD4}"/>
              </a:ext>
            </a:extLst>
          </p:cNvPr>
          <p:cNvSpPr>
            <a:spLocks xmlns:a="http://schemas.openxmlformats.org/drawingml/2006/main" noGrp="1"/>
          </p:cNvSpPr>
          <p:nvPr/>
        </p:nvSpPr>
        <p:spPr>
          <a:xfrm xmlns:a="http://schemas.openxmlformats.org/drawingml/2006/main">
            <a:off x="7715250"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54" name="">
            <a:extLst xmlns:a="http://schemas.openxmlformats.org/drawingml/2006/main">
              <a:ext uri="{FF2B5EF4-FFF2-40B4-BE49-F238E27FC236}">
                <a16:creationId xmlns:a16="http://schemas.microsoft.com/office/drawing/2014/main" id="{B1D65B60-6DF4-40C5-84B6-6642CB90D63F}"/>
              </a:ext>
            </a:extLst>
          </p:cNvPr>
          <p:cNvSpPr>
            <a:spLocks xmlns:a="http://schemas.openxmlformats.org/drawingml/2006/main" noGrp="1"/>
          </p:cNvSpPr>
          <p:nvPr/>
        </p:nvSpPr>
        <p:spPr>
          <a:xfrm xmlns:a="http://schemas.openxmlformats.org/drawingml/2006/main">
            <a:off x="7846219"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55" name="">
            <a:extLst xmlns:a="http://schemas.openxmlformats.org/drawingml/2006/main">
              <a:ext uri="{FF2B5EF4-FFF2-40B4-BE49-F238E27FC236}">
                <a16:creationId xmlns:a16="http://schemas.microsoft.com/office/drawing/2014/main" id="{23D65ACB-3D53-45E9-B684-084C51E10BCD}"/>
              </a:ext>
            </a:extLst>
          </p:cNvPr>
          <p:cNvSpPr>
            <a:spLocks xmlns:a="http://schemas.openxmlformats.org/drawingml/2006/main" noGrp="1"/>
          </p:cNvSpPr>
          <p:nvPr/>
        </p:nvSpPr>
        <p:spPr>
          <a:xfrm xmlns:a="http://schemas.openxmlformats.org/drawingml/2006/main">
            <a:off x="7977188"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56" name="">
            <a:extLst xmlns:a="http://schemas.openxmlformats.org/drawingml/2006/main">
              <a:ext uri="{FF2B5EF4-FFF2-40B4-BE49-F238E27FC236}">
                <a16:creationId xmlns:a16="http://schemas.microsoft.com/office/drawing/2014/main" id="{00E34541-1259-4492-830C-192B04320043}"/>
              </a:ext>
            </a:extLst>
          </p:cNvPr>
          <p:cNvSpPr>
            <a:spLocks xmlns:a="http://schemas.openxmlformats.org/drawingml/2006/main" noGrp="1"/>
          </p:cNvSpPr>
          <p:nvPr/>
        </p:nvSpPr>
        <p:spPr>
          <a:xfrm xmlns:a="http://schemas.openxmlformats.org/drawingml/2006/main">
            <a:off x="8108156"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57" name="">
            <a:extLst xmlns:a="http://schemas.openxmlformats.org/drawingml/2006/main">
              <a:ext uri="{FF2B5EF4-FFF2-40B4-BE49-F238E27FC236}">
                <a16:creationId xmlns:a16="http://schemas.microsoft.com/office/drawing/2014/main" id="{F3A35AC3-01DD-4B14-B26B-1DCACCBDA081}"/>
              </a:ext>
            </a:extLst>
          </p:cNvPr>
          <p:cNvSpPr>
            <a:spLocks xmlns:a="http://schemas.openxmlformats.org/drawingml/2006/main" noGrp="1"/>
          </p:cNvSpPr>
          <p:nvPr/>
        </p:nvSpPr>
        <p:spPr>
          <a:xfrm xmlns:a="http://schemas.openxmlformats.org/drawingml/2006/main">
            <a:off x="8239125"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58" name="">
            <a:extLst xmlns:a="http://schemas.openxmlformats.org/drawingml/2006/main">
              <a:ext uri="{FF2B5EF4-FFF2-40B4-BE49-F238E27FC236}">
                <a16:creationId xmlns:a16="http://schemas.microsoft.com/office/drawing/2014/main" id="{1938F181-E787-4D9C-96B3-0A54290ADA82}"/>
              </a:ext>
            </a:extLst>
          </p:cNvPr>
          <p:cNvSpPr>
            <a:spLocks xmlns:a="http://schemas.openxmlformats.org/drawingml/2006/main" noGrp="1"/>
          </p:cNvSpPr>
          <p:nvPr/>
        </p:nvSpPr>
        <p:spPr>
          <a:xfrm xmlns:a="http://schemas.openxmlformats.org/drawingml/2006/main">
            <a:off x="8370094"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59" name="">
            <a:extLst xmlns:a="http://schemas.openxmlformats.org/drawingml/2006/main">
              <a:ext uri="{FF2B5EF4-FFF2-40B4-BE49-F238E27FC236}">
                <a16:creationId xmlns:a16="http://schemas.microsoft.com/office/drawing/2014/main" id="{37EF4C05-B0F8-4EA7-B75E-449E5F4CED0F}"/>
              </a:ext>
            </a:extLst>
          </p:cNvPr>
          <p:cNvSpPr>
            <a:spLocks xmlns:a="http://schemas.openxmlformats.org/drawingml/2006/main" noGrp="1"/>
          </p:cNvSpPr>
          <p:nvPr/>
        </p:nvSpPr>
        <p:spPr>
          <a:xfrm xmlns:a="http://schemas.openxmlformats.org/drawingml/2006/main">
            <a:off x="8501063"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60" name="">
            <a:extLst xmlns:a="http://schemas.openxmlformats.org/drawingml/2006/main">
              <a:ext uri="{FF2B5EF4-FFF2-40B4-BE49-F238E27FC236}">
                <a16:creationId xmlns:a16="http://schemas.microsoft.com/office/drawing/2014/main" id="{26A66CA3-7828-4B83-B8CF-170E40935101}"/>
              </a:ext>
            </a:extLst>
          </p:cNvPr>
          <p:cNvSpPr>
            <a:spLocks xmlns:a="http://schemas.openxmlformats.org/drawingml/2006/main" noGrp="1"/>
          </p:cNvSpPr>
          <p:nvPr/>
        </p:nvSpPr>
        <p:spPr>
          <a:xfrm xmlns:a="http://schemas.openxmlformats.org/drawingml/2006/main">
            <a:off x="8632031"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61" name="">
            <a:extLst xmlns:a="http://schemas.openxmlformats.org/drawingml/2006/main">
              <a:ext uri="{FF2B5EF4-FFF2-40B4-BE49-F238E27FC236}">
                <a16:creationId xmlns:a16="http://schemas.microsoft.com/office/drawing/2014/main" id="{2DB4B0A1-2E99-46B2-AE01-B92F9660FA08}"/>
              </a:ext>
            </a:extLst>
          </p:cNvPr>
          <p:cNvSpPr>
            <a:spLocks xmlns:a="http://schemas.openxmlformats.org/drawingml/2006/main" noGrp="1"/>
          </p:cNvSpPr>
          <p:nvPr/>
        </p:nvSpPr>
        <p:spPr>
          <a:xfrm xmlns:a="http://schemas.openxmlformats.org/drawingml/2006/main">
            <a:off x="8763000"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62" name="">
            <a:extLst xmlns:a="http://schemas.openxmlformats.org/drawingml/2006/main">
              <a:ext uri="{FF2B5EF4-FFF2-40B4-BE49-F238E27FC236}">
                <a16:creationId xmlns:a16="http://schemas.microsoft.com/office/drawing/2014/main" id="{A40A1AE7-375B-4EA9-89E7-062BD9544ED7}"/>
              </a:ext>
            </a:extLst>
          </p:cNvPr>
          <p:cNvSpPr>
            <a:spLocks xmlns:a="http://schemas.openxmlformats.org/drawingml/2006/main" noGrp="1"/>
          </p:cNvSpPr>
          <p:nvPr/>
        </p:nvSpPr>
        <p:spPr>
          <a:xfrm xmlns:a="http://schemas.openxmlformats.org/drawingml/2006/main">
            <a:off x="8893969"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63" name="">
            <a:extLst xmlns:a="http://schemas.openxmlformats.org/drawingml/2006/main">
              <a:ext uri="{FF2B5EF4-FFF2-40B4-BE49-F238E27FC236}">
                <a16:creationId xmlns:a16="http://schemas.microsoft.com/office/drawing/2014/main" id="{EAFCDDF5-82CC-464D-BA01-2780FB1FF678}"/>
              </a:ext>
            </a:extLst>
          </p:cNvPr>
          <p:cNvSpPr>
            <a:spLocks xmlns:a="http://schemas.openxmlformats.org/drawingml/2006/main" noGrp="1"/>
          </p:cNvSpPr>
          <p:nvPr/>
        </p:nvSpPr>
        <p:spPr>
          <a:xfrm xmlns:a="http://schemas.openxmlformats.org/drawingml/2006/main">
            <a:off x="9024938"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64" name="">
            <a:extLst xmlns:a="http://schemas.openxmlformats.org/drawingml/2006/main">
              <a:ext uri="{FF2B5EF4-FFF2-40B4-BE49-F238E27FC236}">
                <a16:creationId xmlns:a16="http://schemas.microsoft.com/office/drawing/2014/main" id="{DF2B431E-D33F-4628-8BA9-DDECCD1E5A33}"/>
              </a:ext>
            </a:extLst>
          </p:cNvPr>
          <p:cNvSpPr>
            <a:spLocks xmlns:a="http://schemas.openxmlformats.org/drawingml/2006/main" noGrp="1"/>
          </p:cNvSpPr>
          <p:nvPr/>
        </p:nvSpPr>
        <p:spPr>
          <a:xfrm xmlns:a="http://schemas.openxmlformats.org/drawingml/2006/main">
            <a:off x="9155906" y="3143250"/>
            <a:ext cx="72033" cy="9525"/>
          </a:xfrm>
          <a:custGeom xmlns:a="http://schemas.openxmlformats.org/drawingml/2006/main">
            <a:pathLst>
              <a:path w="72033" h="9525">
                <a:moveTo>
                  <a:pt x="0" y="0"/>
                </a:moveTo>
                <a:lnTo>
                  <a:pt x="72033" y="0"/>
                </a:lnTo>
              </a:path>
            </a:pathLst>
          </a:custGeom>
          <a:noFill xmlns:a="http://schemas.openxmlformats.org/drawingml/2006/main"/>
          <a:ln xmlns:a="http://schemas.openxmlformats.org/drawingml/2006/main" w="11430">
            <a:solidFill>
              <a:srgbClr val="087E8B"/>
            </a:solidFill>
          </a:ln>
        </p:spPr>
      </p:sp>
      <p:sp>
        <p:nvSpPr>
          <p:cNvPr id="65" name="">
            <a:extLst xmlns:a="http://schemas.openxmlformats.org/drawingml/2006/main">
              <a:ext uri="{FF2B5EF4-FFF2-40B4-BE49-F238E27FC236}">
                <a16:creationId xmlns:a16="http://schemas.microsoft.com/office/drawing/2014/main" id="{7148FDDA-93CC-42DF-9D71-757B9039AE4E}"/>
              </a:ext>
            </a:extLst>
          </p:cNvPr>
          <p:cNvSpPr>
            <a:spLocks xmlns:a="http://schemas.openxmlformats.org/drawingml/2006/main" noGrp="1"/>
          </p:cNvSpPr>
          <p:nvPr/>
        </p:nvSpPr>
        <p:spPr>
          <a:xfrm xmlns:a="http://schemas.openxmlformats.org/drawingml/2006/main">
            <a:off x="8477250" y="2143125"/>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66" name="">
            <a:extLst xmlns:a="http://schemas.openxmlformats.org/drawingml/2006/main">
              <a:ext uri="{FF2B5EF4-FFF2-40B4-BE49-F238E27FC236}">
                <a16:creationId xmlns:a16="http://schemas.microsoft.com/office/drawing/2014/main" id="{265360E9-35C3-44B2-B18A-775E34A7646A}"/>
              </a:ext>
            </a:extLst>
          </p:cNvPr>
          <p:cNvSpPr>
            <a:spLocks xmlns:a="http://schemas.openxmlformats.org/drawingml/2006/main" noGrp="1"/>
          </p:cNvSpPr>
          <p:nvPr/>
        </p:nvSpPr>
        <p:spPr>
          <a:xfrm xmlns:a="http://schemas.openxmlformats.org/drawingml/2006/main">
            <a:off x="8477250" y="2271117"/>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67" name="">
            <a:extLst xmlns:a="http://schemas.openxmlformats.org/drawingml/2006/main">
              <a:ext uri="{FF2B5EF4-FFF2-40B4-BE49-F238E27FC236}">
                <a16:creationId xmlns:a16="http://schemas.microsoft.com/office/drawing/2014/main" id="{45DD9B13-C4D7-4892-93B8-3F23CF4D7B15}"/>
              </a:ext>
            </a:extLst>
          </p:cNvPr>
          <p:cNvSpPr>
            <a:spLocks xmlns:a="http://schemas.openxmlformats.org/drawingml/2006/main" noGrp="1"/>
          </p:cNvSpPr>
          <p:nvPr/>
        </p:nvSpPr>
        <p:spPr>
          <a:xfrm xmlns:a="http://schemas.openxmlformats.org/drawingml/2006/main">
            <a:off x="8477250" y="2399109"/>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68" name="">
            <a:extLst xmlns:a="http://schemas.openxmlformats.org/drawingml/2006/main">
              <a:ext uri="{FF2B5EF4-FFF2-40B4-BE49-F238E27FC236}">
                <a16:creationId xmlns:a16="http://schemas.microsoft.com/office/drawing/2014/main" id="{70675CD3-ED6B-4039-BE67-58A84A68D29A}"/>
              </a:ext>
            </a:extLst>
          </p:cNvPr>
          <p:cNvSpPr>
            <a:spLocks xmlns:a="http://schemas.openxmlformats.org/drawingml/2006/main" noGrp="1"/>
          </p:cNvSpPr>
          <p:nvPr/>
        </p:nvSpPr>
        <p:spPr>
          <a:xfrm xmlns:a="http://schemas.openxmlformats.org/drawingml/2006/main">
            <a:off x="8477250" y="2527102"/>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69" name="">
            <a:extLst xmlns:a="http://schemas.openxmlformats.org/drawingml/2006/main">
              <a:ext uri="{FF2B5EF4-FFF2-40B4-BE49-F238E27FC236}">
                <a16:creationId xmlns:a16="http://schemas.microsoft.com/office/drawing/2014/main" id="{0772213F-F86A-4C0E-8881-5AC0EF6E5C99}"/>
              </a:ext>
            </a:extLst>
          </p:cNvPr>
          <p:cNvSpPr>
            <a:spLocks xmlns:a="http://schemas.openxmlformats.org/drawingml/2006/main" noGrp="1"/>
          </p:cNvSpPr>
          <p:nvPr/>
        </p:nvSpPr>
        <p:spPr>
          <a:xfrm xmlns:a="http://schemas.openxmlformats.org/drawingml/2006/main">
            <a:off x="8477250" y="2655094"/>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0" name="">
            <a:extLst xmlns:a="http://schemas.openxmlformats.org/drawingml/2006/main">
              <a:ext uri="{FF2B5EF4-FFF2-40B4-BE49-F238E27FC236}">
                <a16:creationId xmlns:a16="http://schemas.microsoft.com/office/drawing/2014/main" id="{07FD5D0E-702B-435D-911C-EB363CD06325}"/>
              </a:ext>
            </a:extLst>
          </p:cNvPr>
          <p:cNvSpPr>
            <a:spLocks xmlns:a="http://schemas.openxmlformats.org/drawingml/2006/main" noGrp="1"/>
          </p:cNvSpPr>
          <p:nvPr/>
        </p:nvSpPr>
        <p:spPr>
          <a:xfrm xmlns:a="http://schemas.openxmlformats.org/drawingml/2006/main">
            <a:off x="8477250" y="2783086"/>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1" name="">
            <a:extLst xmlns:a="http://schemas.openxmlformats.org/drawingml/2006/main">
              <a:ext uri="{FF2B5EF4-FFF2-40B4-BE49-F238E27FC236}">
                <a16:creationId xmlns:a16="http://schemas.microsoft.com/office/drawing/2014/main" id="{FDF5CF25-D05E-45B3-B6A9-BBCB7E47F145}"/>
              </a:ext>
            </a:extLst>
          </p:cNvPr>
          <p:cNvSpPr>
            <a:spLocks xmlns:a="http://schemas.openxmlformats.org/drawingml/2006/main" noGrp="1"/>
          </p:cNvSpPr>
          <p:nvPr/>
        </p:nvSpPr>
        <p:spPr>
          <a:xfrm xmlns:a="http://schemas.openxmlformats.org/drawingml/2006/main">
            <a:off x="8477250" y="2911078"/>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2" name="">
            <a:extLst xmlns:a="http://schemas.openxmlformats.org/drawingml/2006/main">
              <a:ext uri="{FF2B5EF4-FFF2-40B4-BE49-F238E27FC236}">
                <a16:creationId xmlns:a16="http://schemas.microsoft.com/office/drawing/2014/main" id="{590DB38A-17BF-4EFF-B2F1-233F500DDDD3}"/>
              </a:ext>
            </a:extLst>
          </p:cNvPr>
          <p:cNvSpPr>
            <a:spLocks xmlns:a="http://schemas.openxmlformats.org/drawingml/2006/main" noGrp="1"/>
          </p:cNvSpPr>
          <p:nvPr/>
        </p:nvSpPr>
        <p:spPr>
          <a:xfrm xmlns:a="http://schemas.openxmlformats.org/drawingml/2006/main">
            <a:off x="8477250" y="3039070"/>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3" name="">
            <a:extLst xmlns:a="http://schemas.openxmlformats.org/drawingml/2006/main">
              <a:ext uri="{FF2B5EF4-FFF2-40B4-BE49-F238E27FC236}">
                <a16:creationId xmlns:a16="http://schemas.microsoft.com/office/drawing/2014/main" id="{DA1782CE-C55D-451A-819C-BC7C8B0D3F32}"/>
              </a:ext>
            </a:extLst>
          </p:cNvPr>
          <p:cNvSpPr>
            <a:spLocks xmlns:a="http://schemas.openxmlformats.org/drawingml/2006/main" noGrp="1"/>
          </p:cNvSpPr>
          <p:nvPr/>
        </p:nvSpPr>
        <p:spPr>
          <a:xfrm xmlns:a="http://schemas.openxmlformats.org/drawingml/2006/main">
            <a:off x="8477250" y="3167063"/>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4" name="">
            <a:extLst xmlns:a="http://schemas.openxmlformats.org/drawingml/2006/main">
              <a:ext uri="{FF2B5EF4-FFF2-40B4-BE49-F238E27FC236}">
                <a16:creationId xmlns:a16="http://schemas.microsoft.com/office/drawing/2014/main" id="{C7E8D3CA-C088-4A01-A95A-3C5548A44F40}"/>
              </a:ext>
            </a:extLst>
          </p:cNvPr>
          <p:cNvSpPr>
            <a:spLocks xmlns:a="http://schemas.openxmlformats.org/drawingml/2006/main" noGrp="1"/>
          </p:cNvSpPr>
          <p:nvPr/>
        </p:nvSpPr>
        <p:spPr>
          <a:xfrm xmlns:a="http://schemas.openxmlformats.org/drawingml/2006/main">
            <a:off x="8477250" y="3295055"/>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5" name="">
            <a:extLst xmlns:a="http://schemas.openxmlformats.org/drawingml/2006/main">
              <a:ext uri="{FF2B5EF4-FFF2-40B4-BE49-F238E27FC236}">
                <a16:creationId xmlns:a16="http://schemas.microsoft.com/office/drawing/2014/main" id="{A816BEDC-55EA-49F2-9C2A-A49C7EBD3FEE}"/>
              </a:ext>
            </a:extLst>
          </p:cNvPr>
          <p:cNvSpPr>
            <a:spLocks xmlns:a="http://schemas.openxmlformats.org/drawingml/2006/main" noGrp="1"/>
          </p:cNvSpPr>
          <p:nvPr/>
        </p:nvSpPr>
        <p:spPr>
          <a:xfrm xmlns:a="http://schemas.openxmlformats.org/drawingml/2006/main">
            <a:off x="8477250" y="3423047"/>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6" name="">
            <a:extLst xmlns:a="http://schemas.openxmlformats.org/drawingml/2006/main">
              <a:ext uri="{FF2B5EF4-FFF2-40B4-BE49-F238E27FC236}">
                <a16:creationId xmlns:a16="http://schemas.microsoft.com/office/drawing/2014/main" id="{3893743E-1D9B-4F06-828A-AF811421D752}"/>
              </a:ext>
            </a:extLst>
          </p:cNvPr>
          <p:cNvSpPr>
            <a:spLocks xmlns:a="http://schemas.openxmlformats.org/drawingml/2006/main" noGrp="1"/>
          </p:cNvSpPr>
          <p:nvPr/>
        </p:nvSpPr>
        <p:spPr>
          <a:xfrm xmlns:a="http://schemas.openxmlformats.org/drawingml/2006/main">
            <a:off x="8477250" y="3551039"/>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7" name="">
            <a:extLst xmlns:a="http://schemas.openxmlformats.org/drawingml/2006/main">
              <a:ext uri="{FF2B5EF4-FFF2-40B4-BE49-F238E27FC236}">
                <a16:creationId xmlns:a16="http://schemas.microsoft.com/office/drawing/2014/main" id="{A1F3FDD9-C4D7-4348-BC01-AEFED194BBF9}"/>
              </a:ext>
            </a:extLst>
          </p:cNvPr>
          <p:cNvSpPr>
            <a:spLocks xmlns:a="http://schemas.openxmlformats.org/drawingml/2006/main" noGrp="1"/>
          </p:cNvSpPr>
          <p:nvPr/>
        </p:nvSpPr>
        <p:spPr>
          <a:xfrm xmlns:a="http://schemas.openxmlformats.org/drawingml/2006/main">
            <a:off x="8477250" y="3679031"/>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8" name="">
            <a:extLst xmlns:a="http://schemas.openxmlformats.org/drawingml/2006/main">
              <a:ext uri="{FF2B5EF4-FFF2-40B4-BE49-F238E27FC236}">
                <a16:creationId xmlns:a16="http://schemas.microsoft.com/office/drawing/2014/main" id="{C0D01B1F-4389-49EE-B26E-61B68DCA8A40}"/>
              </a:ext>
            </a:extLst>
          </p:cNvPr>
          <p:cNvSpPr>
            <a:spLocks xmlns:a="http://schemas.openxmlformats.org/drawingml/2006/main" noGrp="1"/>
          </p:cNvSpPr>
          <p:nvPr/>
        </p:nvSpPr>
        <p:spPr>
          <a:xfrm xmlns:a="http://schemas.openxmlformats.org/drawingml/2006/main">
            <a:off x="8477250" y="3807023"/>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79" name="">
            <a:extLst xmlns:a="http://schemas.openxmlformats.org/drawingml/2006/main">
              <a:ext uri="{FF2B5EF4-FFF2-40B4-BE49-F238E27FC236}">
                <a16:creationId xmlns:a16="http://schemas.microsoft.com/office/drawing/2014/main" id="{73314336-8350-4105-87F6-24957BB7ACF8}"/>
              </a:ext>
            </a:extLst>
          </p:cNvPr>
          <p:cNvSpPr>
            <a:spLocks xmlns:a="http://schemas.openxmlformats.org/drawingml/2006/main" noGrp="1"/>
          </p:cNvSpPr>
          <p:nvPr/>
        </p:nvSpPr>
        <p:spPr>
          <a:xfrm xmlns:a="http://schemas.openxmlformats.org/drawingml/2006/main">
            <a:off x="8477250" y="3935016"/>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80" name="">
            <a:extLst xmlns:a="http://schemas.openxmlformats.org/drawingml/2006/main">
              <a:ext uri="{FF2B5EF4-FFF2-40B4-BE49-F238E27FC236}">
                <a16:creationId xmlns:a16="http://schemas.microsoft.com/office/drawing/2014/main" id="{01071FF5-552F-485C-AC0C-9492189289C7}"/>
              </a:ext>
            </a:extLst>
          </p:cNvPr>
          <p:cNvSpPr>
            <a:spLocks xmlns:a="http://schemas.openxmlformats.org/drawingml/2006/main" noGrp="1"/>
          </p:cNvSpPr>
          <p:nvPr/>
        </p:nvSpPr>
        <p:spPr>
          <a:xfrm xmlns:a="http://schemas.openxmlformats.org/drawingml/2006/main">
            <a:off x="8477250" y="4063008"/>
            <a:ext cx="9525" cy="70396"/>
          </a:xfrm>
          <a:custGeom xmlns:a="http://schemas.openxmlformats.org/drawingml/2006/main">
            <a:pathLst>
              <a:path w="9525" h="70396">
                <a:moveTo>
                  <a:pt x="0" y="0"/>
                </a:moveTo>
                <a:lnTo>
                  <a:pt x="0" y="70396"/>
                </a:lnTo>
              </a:path>
            </a:pathLst>
          </a:custGeom>
          <a:noFill xmlns:a="http://schemas.openxmlformats.org/drawingml/2006/main"/>
          <a:ln xmlns:a="http://schemas.openxmlformats.org/drawingml/2006/main" w="11430">
            <a:solidFill>
              <a:srgbClr val="2876A8"/>
            </a:solidFill>
          </a:ln>
        </p:spPr>
      </p:sp>
      <p:sp>
        <p:nvSpPr>
          <p:cNvPr id="81" name="">
            <a:extLst xmlns:a="http://schemas.openxmlformats.org/drawingml/2006/main">
              <a:ext uri="{FF2B5EF4-FFF2-40B4-BE49-F238E27FC236}">
                <a16:creationId xmlns:a16="http://schemas.microsoft.com/office/drawing/2014/main" id="{5B6750C2-B922-44F6-8E3D-D2C9EDA69559}"/>
              </a:ext>
            </a:extLst>
          </p:cNvPr>
          <p:cNvSpPr>
            <a:spLocks xmlns:a="http://schemas.openxmlformats.org/drawingml/2006/main" noGrp="1"/>
          </p:cNvSpPr>
          <p:nvPr/>
        </p:nvSpPr>
        <p:spPr>
          <a:xfrm xmlns:a="http://schemas.openxmlformats.org/drawingml/2006/main">
            <a:off x="9334500" y="29527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X-X</a:t>
            </a:r>
          </a:p>
        </p:txBody>
      </p:sp>
      <p:sp>
        <p:nvSpPr>
          <p:cNvPr id="82" name="">
            <a:extLst xmlns:a="http://schemas.openxmlformats.org/drawingml/2006/main">
              <a:ext uri="{FF2B5EF4-FFF2-40B4-BE49-F238E27FC236}">
                <a16:creationId xmlns:a16="http://schemas.microsoft.com/office/drawing/2014/main" id="{230BEBBB-353F-4306-A928-C7BE5607D5B1}"/>
              </a:ext>
            </a:extLst>
          </p:cNvPr>
          <p:cNvSpPr>
            <a:spLocks xmlns:a="http://schemas.openxmlformats.org/drawingml/2006/main" noGrp="1"/>
          </p:cNvSpPr>
          <p:nvPr/>
        </p:nvSpPr>
        <p:spPr>
          <a:xfrm xmlns:a="http://schemas.openxmlformats.org/drawingml/2006/main">
            <a:off x="7762875" y="3971925"/>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Y-Y</a:t>
            </a:r>
          </a:p>
        </p:txBody>
      </p:sp>
      <p:sp>
        <p:nvSpPr>
          <p:cNvPr id="83" name="">
            <a:extLst xmlns:a="http://schemas.openxmlformats.org/drawingml/2006/main">
              <a:ext uri="{FF2B5EF4-FFF2-40B4-BE49-F238E27FC236}">
                <a16:creationId xmlns:a16="http://schemas.microsoft.com/office/drawing/2014/main" id="{98EE4112-F5C2-4D80-B7E5-563CB14E5C5E}"/>
              </a:ext>
            </a:extLst>
          </p:cNvPr>
          <p:cNvSpPr>
            <a:spLocks xmlns:a="http://schemas.openxmlformats.org/drawingml/2006/main" noGrp="1"/>
          </p:cNvSpPr>
          <p:nvPr/>
        </p:nvSpPr>
        <p:spPr>
          <a:xfrm xmlns:a="http://schemas.openxmlformats.org/drawingml/2006/main">
            <a:off x="8448675" y="3114675"/>
            <a:ext cx="57150" cy="5715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84" name="">
            <a:extLst xmlns:a="http://schemas.openxmlformats.org/drawingml/2006/main">
              <a:ext uri="{FF2B5EF4-FFF2-40B4-BE49-F238E27FC236}">
                <a16:creationId xmlns:a16="http://schemas.microsoft.com/office/drawing/2014/main" id="{4F1BCEF1-0986-44BD-B929-9E2FE71443AD}"/>
              </a:ext>
            </a:extLst>
          </p:cNvPr>
          <p:cNvSpPr>
            <a:spLocks xmlns:a="http://schemas.openxmlformats.org/drawingml/2006/main" noGrp="1"/>
          </p:cNvSpPr>
          <p:nvPr/>
        </p:nvSpPr>
        <p:spPr>
          <a:xfrm xmlns:a="http://schemas.openxmlformats.org/drawingml/2006/main">
            <a:off x="8096250" y="4267200"/>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13335">
            <a:solidFill>
              <a:srgbClr val="71818B"/>
            </a:solidFill>
          </a:ln>
        </p:spPr>
      </p:sp>
      <p:sp>
        <p:nvSpPr>
          <p:cNvPr id="85" name="">
            <a:extLst xmlns:a="http://schemas.openxmlformats.org/drawingml/2006/main">
              <a:ext uri="{FF2B5EF4-FFF2-40B4-BE49-F238E27FC236}">
                <a16:creationId xmlns:a16="http://schemas.microsoft.com/office/drawing/2014/main" id="{71D0CD15-A881-4470-96F7-4C1671D785E6}"/>
              </a:ext>
            </a:extLst>
          </p:cNvPr>
          <p:cNvSpPr>
            <a:spLocks xmlns:a="http://schemas.openxmlformats.org/drawingml/2006/main" noGrp="1"/>
          </p:cNvSpPr>
          <p:nvPr/>
        </p:nvSpPr>
        <p:spPr>
          <a:xfrm xmlns:a="http://schemas.openxmlformats.org/drawingml/2006/main">
            <a:off x="8791575" y="42391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86" name="">
            <a:extLst xmlns:a="http://schemas.openxmlformats.org/drawingml/2006/main">
              <a:ext uri="{FF2B5EF4-FFF2-40B4-BE49-F238E27FC236}">
                <a16:creationId xmlns:a16="http://schemas.microsoft.com/office/drawing/2014/main" id="{38E63151-FC0C-41BA-830F-D51FBC4EFB86}"/>
              </a:ext>
            </a:extLst>
          </p:cNvPr>
          <p:cNvSpPr>
            <a:spLocks xmlns:a="http://schemas.openxmlformats.org/drawingml/2006/main" noGrp="1"/>
          </p:cNvSpPr>
          <p:nvPr/>
        </p:nvSpPr>
        <p:spPr>
          <a:xfrm xmlns:a="http://schemas.openxmlformats.org/drawingml/2006/main">
            <a:off x="8096250" y="4267200"/>
            <a:ext cx="762000" cy="9525"/>
          </a:xfrm>
          <a:custGeom xmlns:a="http://schemas.openxmlformats.org/drawingml/2006/main">
            <a:pathLst>
              <a:path w="762000" h="9525">
                <a:moveTo>
                  <a:pt x="762000" y="0"/>
                </a:moveTo>
                <a:lnTo>
                  <a:pt x="0" y="0"/>
                </a:lnTo>
              </a:path>
            </a:pathLst>
          </a:custGeom>
          <a:noFill xmlns:a="http://schemas.openxmlformats.org/drawingml/2006/main"/>
          <a:ln xmlns:a="http://schemas.openxmlformats.org/drawingml/2006/main" w="13335">
            <a:solidFill>
              <a:srgbClr val="71818B"/>
            </a:solidFill>
          </a:ln>
        </p:spPr>
      </p:sp>
      <p:sp>
        <p:nvSpPr>
          <p:cNvPr id="87" name="">
            <a:extLst xmlns:a="http://schemas.openxmlformats.org/drawingml/2006/main">
              <a:ext uri="{FF2B5EF4-FFF2-40B4-BE49-F238E27FC236}">
                <a16:creationId xmlns:a16="http://schemas.microsoft.com/office/drawing/2014/main" id="{3139518E-A5BF-45E0-8A1B-A3BC069E15B0}"/>
              </a:ext>
            </a:extLst>
          </p:cNvPr>
          <p:cNvSpPr>
            <a:spLocks xmlns:a="http://schemas.openxmlformats.org/drawingml/2006/main" noGrp="1"/>
          </p:cNvSpPr>
          <p:nvPr/>
        </p:nvSpPr>
        <p:spPr>
          <a:xfrm xmlns:a="http://schemas.openxmlformats.org/drawingml/2006/main">
            <a:off x="8096250" y="42391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88" name="">
            <a:extLst xmlns:a="http://schemas.openxmlformats.org/drawingml/2006/main">
              <a:ext uri="{FF2B5EF4-FFF2-40B4-BE49-F238E27FC236}">
                <a16:creationId xmlns:a16="http://schemas.microsoft.com/office/drawing/2014/main" id="{1A94B5AF-0AB2-4FE8-BE86-EC0441B85A48}"/>
              </a:ext>
            </a:extLst>
          </p:cNvPr>
          <p:cNvSpPr>
            <a:spLocks xmlns:a="http://schemas.openxmlformats.org/drawingml/2006/main" noGrp="1"/>
          </p:cNvSpPr>
          <p:nvPr/>
        </p:nvSpPr>
        <p:spPr>
          <a:xfrm xmlns:a="http://schemas.openxmlformats.org/drawingml/2006/main">
            <a:off x="8096250" y="43148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b</a:t>
            </a:r>
          </a:p>
        </p:txBody>
      </p:sp>
      <p:sp>
        <p:nvSpPr>
          <p:cNvPr id="89" name="">
            <a:extLst xmlns:a="http://schemas.openxmlformats.org/drawingml/2006/main">
              <a:ext uri="{FF2B5EF4-FFF2-40B4-BE49-F238E27FC236}">
                <a16:creationId xmlns:a16="http://schemas.microsoft.com/office/drawing/2014/main" id="{811FCF93-7FAF-4FB3-84CF-49F862271589}"/>
              </a:ext>
            </a:extLst>
          </p:cNvPr>
          <p:cNvSpPr>
            <a:spLocks xmlns:a="http://schemas.openxmlformats.org/drawingml/2006/main" noGrp="1"/>
          </p:cNvSpPr>
          <p:nvPr/>
        </p:nvSpPr>
        <p:spPr>
          <a:xfrm xmlns:a="http://schemas.openxmlformats.org/drawingml/2006/main">
            <a:off x="9286875" y="2381250"/>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4288">
            <a:solidFill>
              <a:srgbClr val="71818B"/>
            </a:solidFill>
          </a:ln>
        </p:spPr>
      </p:sp>
      <p:sp>
        <p:nvSpPr>
          <p:cNvPr id="90" name="">
            <a:extLst xmlns:a="http://schemas.openxmlformats.org/drawingml/2006/main">
              <a:ext uri="{FF2B5EF4-FFF2-40B4-BE49-F238E27FC236}">
                <a16:creationId xmlns:a16="http://schemas.microsoft.com/office/drawing/2014/main" id="{C25B006D-8A91-4597-81ED-4607E75B6A16}"/>
              </a:ext>
            </a:extLst>
          </p:cNvPr>
          <p:cNvSpPr>
            <a:spLocks xmlns:a="http://schemas.openxmlformats.org/drawingml/2006/main" noGrp="1"/>
          </p:cNvSpPr>
          <p:nvPr/>
        </p:nvSpPr>
        <p:spPr>
          <a:xfrm xmlns:a="http://schemas.openxmlformats.org/drawingml/2006/main">
            <a:off x="9258872" y="383857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91" name="">
            <a:extLst xmlns:a="http://schemas.openxmlformats.org/drawingml/2006/main">
              <a:ext uri="{FF2B5EF4-FFF2-40B4-BE49-F238E27FC236}">
                <a16:creationId xmlns:a16="http://schemas.microsoft.com/office/drawing/2014/main" id="{0EA6B839-963A-42BA-99C5-954C64A81833}"/>
              </a:ext>
            </a:extLst>
          </p:cNvPr>
          <p:cNvSpPr>
            <a:spLocks xmlns:a="http://schemas.openxmlformats.org/drawingml/2006/main" noGrp="1"/>
          </p:cNvSpPr>
          <p:nvPr/>
        </p:nvSpPr>
        <p:spPr>
          <a:xfrm xmlns:a="http://schemas.openxmlformats.org/drawingml/2006/main">
            <a:off x="9286875" y="2381250"/>
            <a:ext cx="9525" cy="1524000"/>
          </a:xfrm>
          <a:custGeom xmlns:a="http://schemas.openxmlformats.org/drawingml/2006/main">
            <a:pathLst>
              <a:path w="9525" h="1524000">
                <a:moveTo>
                  <a:pt x="0" y="1524000"/>
                </a:moveTo>
                <a:lnTo>
                  <a:pt x="0" y="0"/>
                </a:lnTo>
              </a:path>
            </a:pathLst>
          </a:custGeom>
          <a:noFill xmlns:a="http://schemas.openxmlformats.org/drawingml/2006/main"/>
          <a:ln xmlns:a="http://schemas.openxmlformats.org/drawingml/2006/main" w="14288">
            <a:solidFill>
              <a:srgbClr val="71818B"/>
            </a:solidFill>
          </a:ln>
        </p:spPr>
      </p:sp>
      <p:sp>
        <p:nvSpPr>
          <p:cNvPr id="92" name="">
            <a:extLst xmlns:a="http://schemas.openxmlformats.org/drawingml/2006/main">
              <a:ext uri="{FF2B5EF4-FFF2-40B4-BE49-F238E27FC236}">
                <a16:creationId xmlns:a16="http://schemas.microsoft.com/office/drawing/2014/main" id="{B1038A88-05A4-42EE-9BB5-A60C9A2AD607}"/>
              </a:ext>
            </a:extLst>
          </p:cNvPr>
          <p:cNvSpPr>
            <a:spLocks xmlns:a="http://schemas.openxmlformats.org/drawingml/2006/main" noGrp="1"/>
          </p:cNvSpPr>
          <p:nvPr/>
        </p:nvSpPr>
        <p:spPr>
          <a:xfrm xmlns:a="http://schemas.openxmlformats.org/drawingml/2006/main">
            <a:off x="9258872" y="238125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93" name="">
            <a:extLst xmlns:a="http://schemas.openxmlformats.org/drawingml/2006/main">
              <a:ext uri="{FF2B5EF4-FFF2-40B4-BE49-F238E27FC236}">
                <a16:creationId xmlns:a16="http://schemas.microsoft.com/office/drawing/2014/main" id="{BA593D55-2711-4963-B37F-A12B8474897B}"/>
              </a:ext>
            </a:extLst>
          </p:cNvPr>
          <p:cNvSpPr>
            <a:spLocks xmlns:a="http://schemas.openxmlformats.org/drawingml/2006/main" noGrp="1"/>
          </p:cNvSpPr>
          <p:nvPr/>
        </p:nvSpPr>
        <p:spPr>
          <a:xfrm xmlns:a="http://schemas.openxmlformats.org/drawingml/2006/main">
            <a:off x="9401175" y="247650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h</a:t>
            </a:r>
          </a:p>
        </p:txBody>
      </p:sp>
      <p:sp>
        <p:nvSpPr>
          <p:cNvPr id="94" name="">
            <a:extLst xmlns:a="http://schemas.openxmlformats.org/drawingml/2006/main">
              <a:ext uri="{FF2B5EF4-FFF2-40B4-BE49-F238E27FC236}">
                <a16:creationId xmlns:a16="http://schemas.microsoft.com/office/drawing/2014/main" id="{D07AADE6-3F7E-42EE-8F0D-8EC0F8AC0FD4}"/>
              </a:ext>
            </a:extLst>
          </p:cNvPr>
          <p:cNvSpPr>
            <a:spLocks xmlns:a="http://schemas.openxmlformats.org/drawingml/2006/main" noGrp="1"/>
          </p:cNvSpPr>
          <p:nvPr/>
        </p:nvSpPr>
        <p:spPr>
          <a:xfrm xmlns:a="http://schemas.openxmlformats.org/drawingml/2006/main">
            <a:off x="6762750" y="46958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I_X = bh³/12   I_Y = hb³/12</a:t>
            </a:r>
          </a:p>
        </p:txBody>
      </p:sp>
      <p:sp>
        <p:nvSpPr>
          <p:cNvPr id="95" name="">
            <a:extLst xmlns:a="http://schemas.openxmlformats.org/drawingml/2006/main">
              <a:ext uri="{FF2B5EF4-FFF2-40B4-BE49-F238E27FC236}">
                <a16:creationId xmlns:a16="http://schemas.microsoft.com/office/drawing/2014/main" id="{483E1829-5166-4139-A19A-FCEEC6C1D571}"/>
              </a:ext>
            </a:extLst>
          </p:cNvPr>
          <p:cNvSpPr>
            <a:spLocks xmlns:a="http://schemas.openxmlformats.org/drawingml/2006/main" noGrp="1"/>
          </p:cNvSpPr>
          <p:nvPr/>
        </p:nvSpPr>
        <p:spPr>
          <a:xfrm xmlns:a="http://schemas.openxmlformats.org/drawingml/2006/main">
            <a:off x="6762750" y="51435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b = 20、h = 40 mm</a:t>
            </a:r>
          </a:p>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I_X ≈ 106,667、I_Y ≈ 26,667 mm⁴</a:t>
            </a:r>
          </a:p>
        </p:txBody>
      </p:sp>
      <p:sp>
        <p:nvSpPr>
          <p:cNvPr id="96" name="">
            <a:extLst xmlns:a="http://schemas.openxmlformats.org/drawingml/2006/main">
              <a:ext uri="{FF2B5EF4-FFF2-40B4-BE49-F238E27FC236}">
                <a16:creationId xmlns:a16="http://schemas.microsoft.com/office/drawing/2014/main" id="{1774B527-3EE4-4894-914C-A19AEEFFAE86}"/>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00" b="0">
                <a:solidFill>
                  <a:srgbClr val="71818B"/>
                </a:solidFill>
                <a:latin typeface="Yu Gothic"/>
                <a:ea typeface="Yu Gothic"/>
                <a:cs typeface="Yu Gothic"/>
              </a:defRPr>
            </a:defPPr>
            <a:lvl1pPr>
              <a:buNone/>
              <a:defRPr sz="1500" b="0">
                <a:solidFill>
                  <a:srgbClr val="71818B"/>
                </a:solidFill>
                <a:latin typeface="Yu Gothic"/>
                <a:ea typeface="Yu Gothic"/>
                <a:cs typeface="Yu Gothic"/>
              </a:defRPr>
            </a:lvl1pPr>
            <a:lvl2pPr>
              <a:buNone/>
              <a:defRPr sz="1500" b="0">
                <a:solidFill>
                  <a:srgbClr val="71818B"/>
                </a:solidFill>
                <a:latin typeface="Yu Gothic"/>
                <a:ea typeface="Yu Gothic"/>
                <a:cs typeface="Yu Gothic"/>
              </a:defRPr>
            </a:lvl2pPr>
            <a:lvl3pPr>
              <a:buNone/>
              <a:defRPr sz="1500" b="0">
                <a:solidFill>
                  <a:srgbClr val="71818B"/>
                </a:solidFill>
                <a:latin typeface="Yu Gothic"/>
                <a:ea typeface="Yu Gothic"/>
                <a:cs typeface="Yu Gothic"/>
              </a:defRPr>
            </a:lvl3pPr>
            <a:lvl4pPr>
              <a:buNone/>
              <a:defRPr sz="1500" b="0">
                <a:solidFill>
                  <a:srgbClr val="71818B"/>
                </a:solidFill>
                <a:latin typeface="Yu Gothic"/>
                <a:ea typeface="Yu Gothic"/>
                <a:cs typeface="Yu Gothic"/>
              </a:defRPr>
            </a:lvl4pPr>
            <a:lvl5pPr>
              <a:buNone/>
              <a:defRPr sz="1500" b="0">
                <a:solidFill>
                  <a:srgbClr val="71818B"/>
                </a:solidFill>
                <a:latin typeface="Yu Gothic"/>
                <a:ea typeface="Yu Gothic"/>
                <a:cs typeface="Yu Gothic"/>
              </a:defRPr>
            </a:lvl5pPr>
            <a:lvl6pPr>
              <a:buNone/>
              <a:defRPr sz="1500" b="0">
                <a:solidFill>
                  <a:srgbClr val="71818B"/>
                </a:solidFill>
                <a:latin typeface="Yu Gothic"/>
                <a:ea typeface="Yu Gothic"/>
                <a:cs typeface="Yu Gothic"/>
              </a:defRPr>
            </a:lvl6pPr>
            <a:lvl7pPr>
              <a:buNone/>
              <a:defRPr sz="1500" b="0">
                <a:solidFill>
                  <a:srgbClr val="71818B"/>
                </a:solidFill>
                <a:latin typeface="Yu Gothic"/>
                <a:ea typeface="Yu Gothic"/>
                <a:cs typeface="Yu Gothic"/>
              </a:defRPr>
            </a:lvl7pPr>
            <a:lvl8pPr>
              <a:buNone/>
              <a:defRPr sz="1500" b="0">
                <a:solidFill>
                  <a:srgbClr val="71818B"/>
                </a:solidFill>
                <a:latin typeface="Yu Gothic"/>
                <a:ea typeface="Yu Gothic"/>
                <a:cs typeface="Yu Gothic"/>
              </a:defRPr>
            </a:lvl8pPr>
            <a:lvl9pPr>
              <a:buNone/>
              <a:defRPr sz="1500" b="0">
                <a:solidFill>
                  <a:srgbClr val="71818B"/>
                </a:solidFill>
                <a:latin typeface="Yu Gothic"/>
                <a:ea typeface="Yu Gothic"/>
                <a:cs typeface="Yu Gothic"/>
              </a:defRPr>
            </a:lvl9pPr>
          </a:lstStyle>
          <a:p xmlns:a="http://schemas.openxmlformats.org/drawingml/2006/main">
            <a:pPr>
              <a:buNone/>
              <a:defRPr sz="1500" b="0">
                <a:solidFill>
                  <a:srgbClr val="71818B"/>
                </a:solidFill>
                <a:latin typeface="Yu Gothic"/>
                <a:ea typeface="Yu Gothic"/>
                <a:cs typeface="Yu Gothic"/>
              </a:defRPr>
            </a:pPr>
            <a:r>
              <a:rPr sz="1500" b="0">
                <a:solidFill>
                  <a:srgbClr val="71818B"/>
                </a:solidFill>
                <a:latin typeface="Yu Gothic"/>
                <a:ea typeface="Yu Gothic"/>
                <a:cs typeface="Yu Gothic"/>
              </a:rPr>
              <a:t>図心を通る軸についての式。円・方形の基本式は出典[1]。軸の記号は本資料に合わせている。</a:t>
            </a:r>
          </a:p>
        </p:txBody>
      </p:sp>
    </p:spTree>
    <p:extLst>
      <p:ext uri="{BB962C8B-B14F-4D97-AF65-F5344CB8AC3E}">
        <p14:creationId xmlns:p14="http://schemas.microsoft.com/office/powerpoint/2010/main" val="195903873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
            <a:extLst xmlns:a="http://schemas.openxmlformats.org/drawingml/2006/main">
              <a:ext uri="{FF2B5EF4-FFF2-40B4-BE49-F238E27FC236}">
                <a16:creationId xmlns:a16="http://schemas.microsoft.com/office/drawing/2014/main" id="{E6ECE266-2736-418F-B59A-3B2047B5C1F9}"/>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225" b="1">
                <a:solidFill>
                  <a:srgbClr val="193B59"/>
                </a:solidFill>
                <a:latin typeface="Yu Gothic"/>
                <a:ea typeface="Yu Gothic"/>
                <a:cs typeface="Yu Gothic"/>
              </a:defRPr>
            </a:defPPr>
            <a:lvl1pPr>
              <a:buNone/>
              <a:defRPr sz="3225" b="1">
                <a:solidFill>
                  <a:srgbClr val="193B59"/>
                </a:solidFill>
                <a:latin typeface="Yu Gothic"/>
                <a:ea typeface="Yu Gothic"/>
                <a:cs typeface="Yu Gothic"/>
              </a:defRPr>
            </a:lvl1pPr>
            <a:lvl2pPr>
              <a:buNone/>
              <a:defRPr sz="3225" b="1">
                <a:solidFill>
                  <a:srgbClr val="193B59"/>
                </a:solidFill>
                <a:latin typeface="Yu Gothic"/>
                <a:ea typeface="Yu Gothic"/>
                <a:cs typeface="Yu Gothic"/>
              </a:defRPr>
            </a:lvl2pPr>
            <a:lvl3pPr>
              <a:buNone/>
              <a:defRPr sz="3225" b="1">
                <a:solidFill>
                  <a:srgbClr val="193B59"/>
                </a:solidFill>
                <a:latin typeface="Yu Gothic"/>
                <a:ea typeface="Yu Gothic"/>
                <a:cs typeface="Yu Gothic"/>
              </a:defRPr>
            </a:lvl3pPr>
            <a:lvl4pPr>
              <a:buNone/>
              <a:defRPr sz="3225" b="1">
                <a:solidFill>
                  <a:srgbClr val="193B59"/>
                </a:solidFill>
                <a:latin typeface="Yu Gothic"/>
                <a:ea typeface="Yu Gothic"/>
                <a:cs typeface="Yu Gothic"/>
              </a:defRPr>
            </a:lvl4pPr>
            <a:lvl5pPr>
              <a:buNone/>
              <a:defRPr sz="3225" b="1">
                <a:solidFill>
                  <a:srgbClr val="193B59"/>
                </a:solidFill>
                <a:latin typeface="Yu Gothic"/>
                <a:ea typeface="Yu Gothic"/>
                <a:cs typeface="Yu Gothic"/>
              </a:defRPr>
            </a:lvl5pPr>
            <a:lvl6pPr>
              <a:buNone/>
              <a:defRPr sz="3225" b="1">
                <a:solidFill>
                  <a:srgbClr val="193B59"/>
                </a:solidFill>
                <a:latin typeface="Yu Gothic"/>
                <a:ea typeface="Yu Gothic"/>
                <a:cs typeface="Yu Gothic"/>
              </a:defRPr>
            </a:lvl6pPr>
            <a:lvl7pPr>
              <a:buNone/>
              <a:defRPr sz="3225" b="1">
                <a:solidFill>
                  <a:srgbClr val="193B59"/>
                </a:solidFill>
                <a:latin typeface="Yu Gothic"/>
                <a:ea typeface="Yu Gothic"/>
                <a:cs typeface="Yu Gothic"/>
              </a:defRPr>
            </a:lvl7pPr>
            <a:lvl8pPr>
              <a:buNone/>
              <a:defRPr sz="3225" b="1">
                <a:solidFill>
                  <a:srgbClr val="193B59"/>
                </a:solidFill>
                <a:latin typeface="Yu Gothic"/>
                <a:ea typeface="Yu Gothic"/>
                <a:cs typeface="Yu Gothic"/>
              </a:defRPr>
            </a:lvl8pPr>
            <a:lvl9pPr>
              <a:buNone/>
              <a:defRPr sz="3225" b="1">
                <a:solidFill>
                  <a:srgbClr val="193B59"/>
                </a:solidFill>
                <a:latin typeface="Yu Gothic"/>
                <a:ea typeface="Yu Gothic"/>
                <a:cs typeface="Yu Gothic"/>
              </a:defRPr>
            </a:lvl9pPr>
          </a:lstStyle>
          <a:p xmlns:a="http://schemas.openxmlformats.org/drawingml/2006/main">
            <a:pPr>
              <a:buNone/>
              <a:defRPr sz="3225" b="1">
                <a:solidFill>
                  <a:srgbClr val="193B59"/>
                </a:solidFill>
                <a:latin typeface="Yu Gothic"/>
                <a:ea typeface="Yu Gothic"/>
                <a:cs typeface="Yu Gothic"/>
              </a:defRPr>
            </a:pPr>
            <a:r>
              <a:rPr sz="3225" b="1">
                <a:solidFill>
                  <a:srgbClr val="193B59"/>
                </a:solidFill>
                <a:latin typeface="Yu Gothic"/>
                <a:ea typeface="Yu Gothic"/>
                <a:cs typeface="Yu Gothic"/>
              </a:rPr>
              <a:t>参考（任意） 円形・中空円形のI</a:t>
            </a:r>
          </a:p>
        </p:txBody>
      </p:sp>
      <p:sp>
        <p:nvSpPr>
          <p:cNvPr id="2" name="">
            <a:extLst xmlns:a="http://schemas.openxmlformats.org/drawingml/2006/main">
              <a:ext uri="{FF2B5EF4-FFF2-40B4-BE49-F238E27FC236}">
                <a16:creationId xmlns:a16="http://schemas.microsoft.com/office/drawing/2014/main" id="{FFBEAF89-B4F0-4B9C-989D-255D457C4473}"/>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4288">
            <a:solidFill>
              <a:srgbClr val="193B59"/>
            </a:solidFill>
          </a:ln>
        </p:spPr>
      </p:sp>
      <p:sp>
        <p:nvSpPr>
          <p:cNvPr id="3" name="">
            <a:extLst xmlns:a="http://schemas.openxmlformats.org/drawingml/2006/main">
              <a:ext uri="{FF2B5EF4-FFF2-40B4-BE49-F238E27FC236}">
                <a16:creationId xmlns:a16="http://schemas.microsoft.com/office/drawing/2014/main" id="{A02BFEB7-6052-467B-9553-18E6285648D5}"/>
              </a:ext>
            </a:extLst>
          </p:cNvPr>
          <p:cNvSpPr>
            <a:spLocks xmlns:a="http://schemas.openxmlformats.org/drawingml/2006/main" noGrp="1"/>
          </p:cNvSpPr>
          <p:nvPr/>
        </p:nvSpPr>
        <p:spPr>
          <a:xfrm xmlns:a="http://schemas.openxmlformats.org/drawingml/2006/main">
            <a:off x="68580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参考資料（任意）</a:t>
            </a:r>
          </a:p>
        </p:txBody>
      </p:sp>
      <p:sp>
        <p:nvSpPr>
          <p:cNvPr id="4" name="">
            <a:extLst xmlns:a="http://schemas.openxmlformats.org/drawingml/2006/main">
              <a:ext uri="{FF2B5EF4-FFF2-40B4-BE49-F238E27FC236}">
                <a16:creationId xmlns:a16="http://schemas.microsoft.com/office/drawing/2014/main" id="{D084F8B3-CFE0-4CE5-B49D-3EB7CB1F070F}"/>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50 / 52</a:t>
            </a:r>
          </a:p>
        </p:txBody>
      </p:sp>
      <p:sp>
        <p:nvSpPr>
          <p:cNvPr id="5" name="">
            <a:extLst xmlns:a="http://schemas.openxmlformats.org/drawingml/2006/main">
              <a:ext uri="{FF2B5EF4-FFF2-40B4-BE49-F238E27FC236}">
                <a16:creationId xmlns:a16="http://schemas.microsoft.com/office/drawing/2014/main" id="{8BA4612A-0C5E-4727-80C5-CC7C116F46E0}"/>
              </a:ext>
            </a:extLst>
          </p:cNvPr>
          <p:cNvSpPr>
            <a:spLocks xmlns:a="http://schemas.openxmlformats.org/drawingml/2006/main" noGrp="1"/>
          </p:cNvSpPr>
          <p:nvPr/>
        </p:nvSpPr>
        <p:spPr>
          <a:xfrm xmlns:a="http://schemas.openxmlformats.org/drawingml/2006/main">
            <a:off x="809625" y="1428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buNone/>
              <a:defRPr sz="1725" b="0">
                <a:solidFill>
                  <a:srgbClr val="263D4D"/>
                </a:solidFill>
                <a:latin typeface="Yu Gothic"/>
                <a:ea typeface="Yu Gothic"/>
                <a:cs typeface="Yu Gothic"/>
              </a:defRPr>
            </a:lvl1pPr>
            <a:lvl2pPr>
              <a:buNone/>
              <a:defRPr sz="1725" b="0">
                <a:solidFill>
                  <a:srgbClr val="263D4D"/>
                </a:solidFill>
                <a:latin typeface="Yu Gothic"/>
                <a:ea typeface="Yu Gothic"/>
                <a:cs typeface="Yu Gothic"/>
              </a:defRPr>
            </a:lvl2pPr>
            <a:lvl3pPr>
              <a:buNone/>
              <a:defRPr sz="1725" b="0">
                <a:solidFill>
                  <a:srgbClr val="263D4D"/>
                </a:solidFill>
                <a:latin typeface="Yu Gothic"/>
                <a:ea typeface="Yu Gothic"/>
                <a:cs typeface="Yu Gothic"/>
              </a:defRPr>
            </a:lvl3pPr>
            <a:lvl4pPr>
              <a:buNone/>
              <a:defRPr sz="1725" b="0">
                <a:solidFill>
                  <a:srgbClr val="263D4D"/>
                </a:solidFill>
                <a:latin typeface="Yu Gothic"/>
                <a:ea typeface="Yu Gothic"/>
                <a:cs typeface="Yu Gothic"/>
              </a:defRPr>
            </a:lvl4pPr>
            <a:lvl5pPr>
              <a:buNone/>
              <a:defRPr sz="1725" b="0">
                <a:solidFill>
                  <a:srgbClr val="263D4D"/>
                </a:solidFill>
                <a:latin typeface="Yu Gothic"/>
                <a:ea typeface="Yu Gothic"/>
                <a:cs typeface="Yu Gothic"/>
              </a:defRPr>
            </a:lvl5pPr>
            <a:lvl6pPr>
              <a:buNone/>
              <a:defRPr sz="1725" b="0">
                <a:solidFill>
                  <a:srgbClr val="263D4D"/>
                </a:solidFill>
                <a:latin typeface="Yu Gothic"/>
                <a:ea typeface="Yu Gothic"/>
                <a:cs typeface="Yu Gothic"/>
              </a:defRPr>
            </a:lvl6pPr>
            <a:lvl7pPr>
              <a:buNone/>
              <a:defRPr sz="1725" b="0">
                <a:solidFill>
                  <a:srgbClr val="263D4D"/>
                </a:solidFill>
                <a:latin typeface="Yu Gothic"/>
                <a:ea typeface="Yu Gothic"/>
                <a:cs typeface="Yu Gothic"/>
              </a:defRPr>
            </a:lvl7pPr>
            <a:lvl8pPr>
              <a:buNone/>
              <a:defRPr sz="1725" b="0">
                <a:solidFill>
                  <a:srgbClr val="263D4D"/>
                </a:solidFill>
                <a:latin typeface="Yu Gothic"/>
                <a:ea typeface="Yu Gothic"/>
                <a:cs typeface="Yu Gothic"/>
              </a:defRPr>
            </a:lvl8pPr>
            <a:lvl9pPr>
              <a:buNone/>
              <a:defRPr sz="1725" b="0">
                <a:solidFill>
                  <a:srgbClr val="263D4D"/>
                </a:solidFill>
                <a:latin typeface="Yu Gothic"/>
                <a:ea typeface="Yu Gothic"/>
                <a:cs typeface="Yu Gothic"/>
              </a:defRPr>
            </a:lvl9pPr>
          </a:lstStyle>
          <a:p xmlns:a="http://schemas.openxmlformats.org/drawingml/2006/main">
            <a:pPr>
              <a:buNone/>
              <a:defRPr sz="1725" b="0">
                <a:solidFill>
                  <a:srgbClr val="263D4D"/>
                </a:solidFill>
                <a:latin typeface="Yu Gothic"/>
                <a:ea typeface="Yu Gothic"/>
                <a:cs typeface="Yu Gothic"/>
              </a:defRPr>
            </a:pPr>
            <a:r>
              <a:rPr sz="1725" b="0">
                <a:solidFill>
                  <a:srgbClr val="263D4D"/>
                </a:solidFill>
                <a:latin typeface="Yu Gothic"/>
                <a:ea typeface="Yu Gothic"/>
                <a:cs typeface="Yu Gothic"/>
              </a:rPr>
              <a:t>X-Xは図心を通る水平軸、Y-Yは図心を通る鉛直軸。 寸法をmmで入れるとIはmm⁴。</a:t>
            </a:r>
          </a:p>
        </p:txBody>
      </p:sp>
      <p:sp>
        <p:nvSpPr>
          <p:cNvPr id="6" name="">
            <a:extLst xmlns:a="http://schemas.openxmlformats.org/drawingml/2006/main">
              <a:ext uri="{FF2B5EF4-FFF2-40B4-BE49-F238E27FC236}">
                <a16:creationId xmlns:a16="http://schemas.microsoft.com/office/drawing/2014/main" id="{7A4C88AA-AE69-4047-800E-34A66FC61CB7}"/>
              </a:ext>
            </a:extLst>
          </p:cNvPr>
          <p:cNvSpPr>
            <a:spLocks xmlns:a="http://schemas.openxmlformats.org/drawingml/2006/main" noGrp="1"/>
          </p:cNvSpPr>
          <p:nvPr/>
        </p:nvSpPr>
        <p:spPr>
          <a:xfrm xmlns:a="http://schemas.openxmlformats.org/drawingml/2006/main">
            <a:off x="809625" y="19526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円形（中実）</a:t>
            </a:r>
          </a:p>
        </p:txBody>
      </p:sp>
      <p:sp>
        <p:nvSpPr>
          <p:cNvPr id="7" name="">
            <a:extLst xmlns:a="http://schemas.openxmlformats.org/drawingml/2006/main">
              <a:ext uri="{FF2B5EF4-FFF2-40B4-BE49-F238E27FC236}">
                <a16:creationId xmlns:a16="http://schemas.microsoft.com/office/drawing/2014/main" id="{5850FBE1-7970-4DBE-9363-68D10225E32A}"/>
              </a:ext>
            </a:extLst>
          </p:cNvPr>
          <p:cNvSpPr>
            <a:spLocks xmlns:a="http://schemas.openxmlformats.org/drawingml/2006/main" noGrp="1"/>
          </p:cNvSpPr>
          <p:nvPr/>
        </p:nvSpPr>
        <p:spPr>
          <a:xfrm xmlns:a="http://schemas.openxmlformats.org/drawingml/2006/main">
            <a:off x="2000250" y="2428875"/>
            <a:ext cx="1428750" cy="1428750"/>
          </a:xfrm>
          <a:prstGeom xmlns:a="http://schemas.openxmlformats.org/drawingml/2006/main" prst="ellipse">
            <a:avLst/>
          </a:prstGeom>
          <a:solidFill xmlns:a="http://schemas.openxmlformats.org/drawingml/2006/main">
            <a:srgbClr val="E8F0F4"/>
          </a:solidFill>
          <a:ln xmlns:a="http://schemas.openxmlformats.org/drawingml/2006/main" w="19050">
            <a:solidFill>
              <a:srgbClr val="2876A8"/>
            </a:solidFill>
          </a:ln>
        </p:spPr>
      </p:sp>
      <p:sp>
        <p:nvSpPr>
          <p:cNvPr id="8" name="">
            <a:extLst xmlns:a="http://schemas.openxmlformats.org/drawingml/2006/main">
              <a:ext uri="{FF2B5EF4-FFF2-40B4-BE49-F238E27FC236}">
                <a16:creationId xmlns:a16="http://schemas.microsoft.com/office/drawing/2014/main" id="{B30A0018-1914-488F-B964-9C1FDD742259}"/>
              </a:ext>
            </a:extLst>
          </p:cNvPr>
          <p:cNvSpPr>
            <a:spLocks xmlns:a="http://schemas.openxmlformats.org/drawingml/2006/main" noGrp="1"/>
          </p:cNvSpPr>
          <p:nvPr/>
        </p:nvSpPr>
        <p:spPr>
          <a:xfrm xmlns:a="http://schemas.openxmlformats.org/drawingml/2006/main">
            <a:off x="1619250"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9" name="">
            <a:extLst xmlns:a="http://schemas.openxmlformats.org/drawingml/2006/main">
              <a:ext uri="{FF2B5EF4-FFF2-40B4-BE49-F238E27FC236}">
                <a16:creationId xmlns:a16="http://schemas.microsoft.com/office/drawing/2014/main" id="{57C3A351-6206-42AA-A506-A95605BF2EAB}"/>
              </a:ext>
            </a:extLst>
          </p:cNvPr>
          <p:cNvSpPr>
            <a:spLocks xmlns:a="http://schemas.openxmlformats.org/drawingml/2006/main" noGrp="1"/>
          </p:cNvSpPr>
          <p:nvPr/>
        </p:nvSpPr>
        <p:spPr>
          <a:xfrm xmlns:a="http://schemas.openxmlformats.org/drawingml/2006/main">
            <a:off x="1750919"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0" name="">
            <a:extLst xmlns:a="http://schemas.openxmlformats.org/drawingml/2006/main">
              <a:ext uri="{FF2B5EF4-FFF2-40B4-BE49-F238E27FC236}">
                <a16:creationId xmlns:a16="http://schemas.microsoft.com/office/drawing/2014/main" id="{F7CB8BF0-0B24-4B76-8176-C9C55B7613FB}"/>
              </a:ext>
            </a:extLst>
          </p:cNvPr>
          <p:cNvSpPr>
            <a:spLocks xmlns:a="http://schemas.openxmlformats.org/drawingml/2006/main" noGrp="1"/>
          </p:cNvSpPr>
          <p:nvPr/>
        </p:nvSpPr>
        <p:spPr>
          <a:xfrm xmlns:a="http://schemas.openxmlformats.org/drawingml/2006/main">
            <a:off x="1882588"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1" name="">
            <a:extLst xmlns:a="http://schemas.openxmlformats.org/drawingml/2006/main">
              <a:ext uri="{FF2B5EF4-FFF2-40B4-BE49-F238E27FC236}">
                <a16:creationId xmlns:a16="http://schemas.microsoft.com/office/drawing/2014/main" id="{ECF67E27-3530-45E0-9D00-B2B0C8190F32}"/>
              </a:ext>
            </a:extLst>
          </p:cNvPr>
          <p:cNvSpPr>
            <a:spLocks xmlns:a="http://schemas.openxmlformats.org/drawingml/2006/main" noGrp="1"/>
          </p:cNvSpPr>
          <p:nvPr/>
        </p:nvSpPr>
        <p:spPr>
          <a:xfrm xmlns:a="http://schemas.openxmlformats.org/drawingml/2006/main">
            <a:off x="2014257"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2" name="">
            <a:extLst xmlns:a="http://schemas.openxmlformats.org/drawingml/2006/main">
              <a:ext uri="{FF2B5EF4-FFF2-40B4-BE49-F238E27FC236}">
                <a16:creationId xmlns:a16="http://schemas.microsoft.com/office/drawing/2014/main" id="{3FFCE088-B5E3-45AA-BC4D-518F0AAA1B2F}"/>
              </a:ext>
            </a:extLst>
          </p:cNvPr>
          <p:cNvSpPr>
            <a:spLocks xmlns:a="http://schemas.openxmlformats.org/drawingml/2006/main" noGrp="1"/>
          </p:cNvSpPr>
          <p:nvPr/>
        </p:nvSpPr>
        <p:spPr>
          <a:xfrm xmlns:a="http://schemas.openxmlformats.org/drawingml/2006/main">
            <a:off x="2145926"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3" name="">
            <a:extLst xmlns:a="http://schemas.openxmlformats.org/drawingml/2006/main">
              <a:ext uri="{FF2B5EF4-FFF2-40B4-BE49-F238E27FC236}">
                <a16:creationId xmlns:a16="http://schemas.microsoft.com/office/drawing/2014/main" id="{5D0C0F68-1FAD-4926-A374-6484238F18C8}"/>
              </a:ext>
            </a:extLst>
          </p:cNvPr>
          <p:cNvSpPr>
            <a:spLocks xmlns:a="http://schemas.openxmlformats.org/drawingml/2006/main" noGrp="1"/>
          </p:cNvSpPr>
          <p:nvPr/>
        </p:nvSpPr>
        <p:spPr>
          <a:xfrm xmlns:a="http://schemas.openxmlformats.org/drawingml/2006/main">
            <a:off x="2277596"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4" name="">
            <a:extLst xmlns:a="http://schemas.openxmlformats.org/drawingml/2006/main">
              <a:ext uri="{FF2B5EF4-FFF2-40B4-BE49-F238E27FC236}">
                <a16:creationId xmlns:a16="http://schemas.microsoft.com/office/drawing/2014/main" id="{F015E5F2-9078-4051-B830-6D376602C494}"/>
              </a:ext>
            </a:extLst>
          </p:cNvPr>
          <p:cNvSpPr>
            <a:spLocks xmlns:a="http://schemas.openxmlformats.org/drawingml/2006/main" noGrp="1"/>
          </p:cNvSpPr>
          <p:nvPr/>
        </p:nvSpPr>
        <p:spPr>
          <a:xfrm xmlns:a="http://schemas.openxmlformats.org/drawingml/2006/main">
            <a:off x="2409265"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5" name="">
            <a:extLst xmlns:a="http://schemas.openxmlformats.org/drawingml/2006/main">
              <a:ext uri="{FF2B5EF4-FFF2-40B4-BE49-F238E27FC236}">
                <a16:creationId xmlns:a16="http://schemas.microsoft.com/office/drawing/2014/main" id="{395AD2D1-BE25-45B5-B6B6-71035B6E2F18}"/>
              </a:ext>
            </a:extLst>
          </p:cNvPr>
          <p:cNvSpPr>
            <a:spLocks xmlns:a="http://schemas.openxmlformats.org/drawingml/2006/main" noGrp="1"/>
          </p:cNvSpPr>
          <p:nvPr/>
        </p:nvSpPr>
        <p:spPr>
          <a:xfrm xmlns:a="http://schemas.openxmlformats.org/drawingml/2006/main">
            <a:off x="2540934"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6" name="">
            <a:extLst xmlns:a="http://schemas.openxmlformats.org/drawingml/2006/main">
              <a:ext uri="{FF2B5EF4-FFF2-40B4-BE49-F238E27FC236}">
                <a16:creationId xmlns:a16="http://schemas.microsoft.com/office/drawing/2014/main" id="{D9F327DA-D198-4606-A92F-FD99B2F4B71B}"/>
              </a:ext>
            </a:extLst>
          </p:cNvPr>
          <p:cNvSpPr>
            <a:spLocks xmlns:a="http://schemas.openxmlformats.org/drawingml/2006/main" noGrp="1"/>
          </p:cNvSpPr>
          <p:nvPr/>
        </p:nvSpPr>
        <p:spPr>
          <a:xfrm xmlns:a="http://schemas.openxmlformats.org/drawingml/2006/main">
            <a:off x="2672603"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7" name="">
            <a:extLst xmlns:a="http://schemas.openxmlformats.org/drawingml/2006/main">
              <a:ext uri="{FF2B5EF4-FFF2-40B4-BE49-F238E27FC236}">
                <a16:creationId xmlns:a16="http://schemas.microsoft.com/office/drawing/2014/main" id="{084DC4E6-DE5A-4CEF-A639-10CF2364D569}"/>
              </a:ext>
            </a:extLst>
          </p:cNvPr>
          <p:cNvSpPr>
            <a:spLocks xmlns:a="http://schemas.openxmlformats.org/drawingml/2006/main" noGrp="1"/>
          </p:cNvSpPr>
          <p:nvPr/>
        </p:nvSpPr>
        <p:spPr>
          <a:xfrm xmlns:a="http://schemas.openxmlformats.org/drawingml/2006/main">
            <a:off x="2804272"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8" name="">
            <a:extLst xmlns:a="http://schemas.openxmlformats.org/drawingml/2006/main">
              <a:ext uri="{FF2B5EF4-FFF2-40B4-BE49-F238E27FC236}">
                <a16:creationId xmlns:a16="http://schemas.microsoft.com/office/drawing/2014/main" id="{2C4D80AC-EAC9-4E0B-AD2C-B7AD1486B1A4}"/>
              </a:ext>
            </a:extLst>
          </p:cNvPr>
          <p:cNvSpPr>
            <a:spLocks xmlns:a="http://schemas.openxmlformats.org/drawingml/2006/main" noGrp="1"/>
          </p:cNvSpPr>
          <p:nvPr/>
        </p:nvSpPr>
        <p:spPr>
          <a:xfrm xmlns:a="http://schemas.openxmlformats.org/drawingml/2006/main">
            <a:off x="2935941"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19" name="">
            <a:extLst xmlns:a="http://schemas.openxmlformats.org/drawingml/2006/main">
              <a:ext uri="{FF2B5EF4-FFF2-40B4-BE49-F238E27FC236}">
                <a16:creationId xmlns:a16="http://schemas.microsoft.com/office/drawing/2014/main" id="{8C3CC1BA-FC34-4640-AAB1-29EB7EBCF5D6}"/>
              </a:ext>
            </a:extLst>
          </p:cNvPr>
          <p:cNvSpPr>
            <a:spLocks xmlns:a="http://schemas.openxmlformats.org/drawingml/2006/main" noGrp="1"/>
          </p:cNvSpPr>
          <p:nvPr/>
        </p:nvSpPr>
        <p:spPr>
          <a:xfrm xmlns:a="http://schemas.openxmlformats.org/drawingml/2006/main">
            <a:off x="3067610"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20" name="">
            <a:extLst xmlns:a="http://schemas.openxmlformats.org/drawingml/2006/main">
              <a:ext uri="{FF2B5EF4-FFF2-40B4-BE49-F238E27FC236}">
                <a16:creationId xmlns:a16="http://schemas.microsoft.com/office/drawing/2014/main" id="{D2302B7D-9BC6-4A12-A9F3-35709C806D08}"/>
              </a:ext>
            </a:extLst>
          </p:cNvPr>
          <p:cNvSpPr>
            <a:spLocks xmlns:a="http://schemas.openxmlformats.org/drawingml/2006/main" noGrp="1"/>
          </p:cNvSpPr>
          <p:nvPr/>
        </p:nvSpPr>
        <p:spPr>
          <a:xfrm xmlns:a="http://schemas.openxmlformats.org/drawingml/2006/main">
            <a:off x="3199279"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21" name="">
            <a:extLst xmlns:a="http://schemas.openxmlformats.org/drawingml/2006/main">
              <a:ext uri="{FF2B5EF4-FFF2-40B4-BE49-F238E27FC236}">
                <a16:creationId xmlns:a16="http://schemas.microsoft.com/office/drawing/2014/main" id="{EC7C6409-0578-45BA-BC1F-54676BF0231F}"/>
              </a:ext>
            </a:extLst>
          </p:cNvPr>
          <p:cNvSpPr>
            <a:spLocks xmlns:a="http://schemas.openxmlformats.org/drawingml/2006/main" noGrp="1"/>
          </p:cNvSpPr>
          <p:nvPr/>
        </p:nvSpPr>
        <p:spPr>
          <a:xfrm xmlns:a="http://schemas.openxmlformats.org/drawingml/2006/main">
            <a:off x="3330949"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22" name="">
            <a:extLst xmlns:a="http://schemas.openxmlformats.org/drawingml/2006/main">
              <a:ext uri="{FF2B5EF4-FFF2-40B4-BE49-F238E27FC236}">
                <a16:creationId xmlns:a16="http://schemas.microsoft.com/office/drawing/2014/main" id="{3624A5AC-1868-4B0D-B1C1-70C51AC807EC}"/>
              </a:ext>
            </a:extLst>
          </p:cNvPr>
          <p:cNvSpPr>
            <a:spLocks xmlns:a="http://schemas.openxmlformats.org/drawingml/2006/main" noGrp="1"/>
          </p:cNvSpPr>
          <p:nvPr/>
        </p:nvSpPr>
        <p:spPr>
          <a:xfrm xmlns:a="http://schemas.openxmlformats.org/drawingml/2006/main">
            <a:off x="3462618"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23" name="">
            <a:extLst xmlns:a="http://schemas.openxmlformats.org/drawingml/2006/main">
              <a:ext uri="{FF2B5EF4-FFF2-40B4-BE49-F238E27FC236}">
                <a16:creationId xmlns:a16="http://schemas.microsoft.com/office/drawing/2014/main" id="{0F3F1E39-E6BA-43E8-8B77-AF6079B90448}"/>
              </a:ext>
            </a:extLst>
          </p:cNvPr>
          <p:cNvSpPr>
            <a:spLocks xmlns:a="http://schemas.openxmlformats.org/drawingml/2006/main" noGrp="1"/>
          </p:cNvSpPr>
          <p:nvPr/>
        </p:nvSpPr>
        <p:spPr>
          <a:xfrm xmlns:a="http://schemas.openxmlformats.org/drawingml/2006/main">
            <a:off x="3594287"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24" name="">
            <a:extLst xmlns:a="http://schemas.openxmlformats.org/drawingml/2006/main">
              <a:ext uri="{FF2B5EF4-FFF2-40B4-BE49-F238E27FC236}">
                <a16:creationId xmlns:a16="http://schemas.microsoft.com/office/drawing/2014/main" id="{3EDE7D17-AD1D-46FE-9199-35DDB28AD276}"/>
              </a:ext>
            </a:extLst>
          </p:cNvPr>
          <p:cNvSpPr>
            <a:spLocks xmlns:a="http://schemas.openxmlformats.org/drawingml/2006/main" noGrp="1"/>
          </p:cNvSpPr>
          <p:nvPr/>
        </p:nvSpPr>
        <p:spPr>
          <a:xfrm xmlns:a="http://schemas.openxmlformats.org/drawingml/2006/main">
            <a:off x="3725956"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25" name="">
            <a:extLst xmlns:a="http://schemas.openxmlformats.org/drawingml/2006/main">
              <a:ext uri="{FF2B5EF4-FFF2-40B4-BE49-F238E27FC236}">
                <a16:creationId xmlns:a16="http://schemas.microsoft.com/office/drawing/2014/main" id="{65C74690-3914-4D26-A3E5-550226A6D1DA}"/>
              </a:ext>
            </a:extLst>
          </p:cNvPr>
          <p:cNvSpPr>
            <a:spLocks xmlns:a="http://schemas.openxmlformats.org/drawingml/2006/main" noGrp="1"/>
          </p:cNvSpPr>
          <p:nvPr/>
        </p:nvSpPr>
        <p:spPr>
          <a:xfrm xmlns:a="http://schemas.openxmlformats.org/drawingml/2006/main">
            <a:off x="2714625" y="219075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26" name="">
            <a:extLst xmlns:a="http://schemas.openxmlformats.org/drawingml/2006/main">
              <a:ext uri="{FF2B5EF4-FFF2-40B4-BE49-F238E27FC236}">
                <a16:creationId xmlns:a16="http://schemas.microsoft.com/office/drawing/2014/main" id="{07BA5638-93D0-47B7-96C6-46AE4E1B1B21}"/>
              </a:ext>
            </a:extLst>
          </p:cNvPr>
          <p:cNvSpPr>
            <a:spLocks xmlns:a="http://schemas.openxmlformats.org/drawingml/2006/main" noGrp="1"/>
          </p:cNvSpPr>
          <p:nvPr/>
        </p:nvSpPr>
        <p:spPr>
          <a:xfrm xmlns:a="http://schemas.openxmlformats.org/drawingml/2006/main">
            <a:off x="2714625" y="232092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27" name="">
            <a:extLst xmlns:a="http://schemas.openxmlformats.org/drawingml/2006/main">
              <a:ext uri="{FF2B5EF4-FFF2-40B4-BE49-F238E27FC236}">
                <a16:creationId xmlns:a16="http://schemas.microsoft.com/office/drawing/2014/main" id="{A50FF26F-B0E4-4A7A-98BA-46A232790CB2}"/>
              </a:ext>
            </a:extLst>
          </p:cNvPr>
          <p:cNvSpPr>
            <a:spLocks xmlns:a="http://schemas.openxmlformats.org/drawingml/2006/main" noGrp="1"/>
          </p:cNvSpPr>
          <p:nvPr/>
        </p:nvSpPr>
        <p:spPr>
          <a:xfrm xmlns:a="http://schemas.openxmlformats.org/drawingml/2006/main">
            <a:off x="2714625" y="245110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28" name="">
            <a:extLst xmlns:a="http://schemas.openxmlformats.org/drawingml/2006/main">
              <a:ext uri="{FF2B5EF4-FFF2-40B4-BE49-F238E27FC236}">
                <a16:creationId xmlns:a16="http://schemas.microsoft.com/office/drawing/2014/main" id="{692C27AB-03F5-4EE6-BCF7-779BE8C2B9E3}"/>
              </a:ext>
            </a:extLst>
          </p:cNvPr>
          <p:cNvSpPr>
            <a:spLocks xmlns:a="http://schemas.openxmlformats.org/drawingml/2006/main" noGrp="1"/>
          </p:cNvSpPr>
          <p:nvPr/>
        </p:nvSpPr>
        <p:spPr>
          <a:xfrm xmlns:a="http://schemas.openxmlformats.org/drawingml/2006/main">
            <a:off x="2714625" y="258127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29" name="">
            <a:extLst xmlns:a="http://schemas.openxmlformats.org/drawingml/2006/main">
              <a:ext uri="{FF2B5EF4-FFF2-40B4-BE49-F238E27FC236}">
                <a16:creationId xmlns:a16="http://schemas.microsoft.com/office/drawing/2014/main" id="{C5AD2136-5C78-4B58-B562-34EF76E2E234}"/>
              </a:ext>
            </a:extLst>
          </p:cNvPr>
          <p:cNvSpPr>
            <a:spLocks xmlns:a="http://schemas.openxmlformats.org/drawingml/2006/main" noGrp="1"/>
          </p:cNvSpPr>
          <p:nvPr/>
        </p:nvSpPr>
        <p:spPr>
          <a:xfrm xmlns:a="http://schemas.openxmlformats.org/drawingml/2006/main">
            <a:off x="2714625" y="271145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0" name="">
            <a:extLst xmlns:a="http://schemas.openxmlformats.org/drawingml/2006/main">
              <a:ext uri="{FF2B5EF4-FFF2-40B4-BE49-F238E27FC236}">
                <a16:creationId xmlns:a16="http://schemas.microsoft.com/office/drawing/2014/main" id="{9E84B67C-EB68-4BF5-B4A6-334AF6E6A88E}"/>
              </a:ext>
            </a:extLst>
          </p:cNvPr>
          <p:cNvSpPr>
            <a:spLocks xmlns:a="http://schemas.openxmlformats.org/drawingml/2006/main" noGrp="1"/>
          </p:cNvSpPr>
          <p:nvPr/>
        </p:nvSpPr>
        <p:spPr>
          <a:xfrm xmlns:a="http://schemas.openxmlformats.org/drawingml/2006/main">
            <a:off x="2714625" y="284162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1" name="">
            <a:extLst xmlns:a="http://schemas.openxmlformats.org/drawingml/2006/main">
              <a:ext uri="{FF2B5EF4-FFF2-40B4-BE49-F238E27FC236}">
                <a16:creationId xmlns:a16="http://schemas.microsoft.com/office/drawing/2014/main" id="{7BC98EB8-139A-4075-A8F9-F4965F59E4FC}"/>
              </a:ext>
            </a:extLst>
          </p:cNvPr>
          <p:cNvSpPr>
            <a:spLocks xmlns:a="http://schemas.openxmlformats.org/drawingml/2006/main" noGrp="1"/>
          </p:cNvSpPr>
          <p:nvPr/>
        </p:nvSpPr>
        <p:spPr>
          <a:xfrm xmlns:a="http://schemas.openxmlformats.org/drawingml/2006/main">
            <a:off x="2714625" y="297180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2" name="">
            <a:extLst xmlns:a="http://schemas.openxmlformats.org/drawingml/2006/main">
              <a:ext uri="{FF2B5EF4-FFF2-40B4-BE49-F238E27FC236}">
                <a16:creationId xmlns:a16="http://schemas.microsoft.com/office/drawing/2014/main" id="{399170A0-431C-4C8C-B423-1152BDEE981A}"/>
              </a:ext>
            </a:extLst>
          </p:cNvPr>
          <p:cNvSpPr>
            <a:spLocks xmlns:a="http://schemas.openxmlformats.org/drawingml/2006/main" noGrp="1"/>
          </p:cNvSpPr>
          <p:nvPr/>
        </p:nvSpPr>
        <p:spPr>
          <a:xfrm xmlns:a="http://schemas.openxmlformats.org/drawingml/2006/main">
            <a:off x="2714625" y="310197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3" name="">
            <a:extLst xmlns:a="http://schemas.openxmlformats.org/drawingml/2006/main">
              <a:ext uri="{FF2B5EF4-FFF2-40B4-BE49-F238E27FC236}">
                <a16:creationId xmlns:a16="http://schemas.microsoft.com/office/drawing/2014/main" id="{2C4015CB-83DB-4AD2-AA0C-B6F63F0B70C9}"/>
              </a:ext>
            </a:extLst>
          </p:cNvPr>
          <p:cNvSpPr>
            <a:spLocks xmlns:a="http://schemas.openxmlformats.org/drawingml/2006/main" noGrp="1"/>
          </p:cNvSpPr>
          <p:nvPr/>
        </p:nvSpPr>
        <p:spPr>
          <a:xfrm xmlns:a="http://schemas.openxmlformats.org/drawingml/2006/main">
            <a:off x="2714625" y="323215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4" name="">
            <a:extLst xmlns:a="http://schemas.openxmlformats.org/drawingml/2006/main">
              <a:ext uri="{FF2B5EF4-FFF2-40B4-BE49-F238E27FC236}">
                <a16:creationId xmlns:a16="http://schemas.microsoft.com/office/drawing/2014/main" id="{AECC38BA-8641-45D8-B504-83E560C3AFC0}"/>
              </a:ext>
            </a:extLst>
          </p:cNvPr>
          <p:cNvSpPr>
            <a:spLocks xmlns:a="http://schemas.openxmlformats.org/drawingml/2006/main" noGrp="1"/>
          </p:cNvSpPr>
          <p:nvPr/>
        </p:nvSpPr>
        <p:spPr>
          <a:xfrm xmlns:a="http://schemas.openxmlformats.org/drawingml/2006/main">
            <a:off x="2714625" y="336232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5" name="">
            <a:extLst xmlns:a="http://schemas.openxmlformats.org/drawingml/2006/main">
              <a:ext uri="{FF2B5EF4-FFF2-40B4-BE49-F238E27FC236}">
                <a16:creationId xmlns:a16="http://schemas.microsoft.com/office/drawing/2014/main" id="{76306646-55DF-437A-85B4-9DF8064AD33E}"/>
              </a:ext>
            </a:extLst>
          </p:cNvPr>
          <p:cNvSpPr>
            <a:spLocks xmlns:a="http://schemas.openxmlformats.org/drawingml/2006/main" noGrp="1"/>
          </p:cNvSpPr>
          <p:nvPr/>
        </p:nvSpPr>
        <p:spPr>
          <a:xfrm xmlns:a="http://schemas.openxmlformats.org/drawingml/2006/main">
            <a:off x="2714625" y="349250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6" name="">
            <a:extLst xmlns:a="http://schemas.openxmlformats.org/drawingml/2006/main">
              <a:ext uri="{FF2B5EF4-FFF2-40B4-BE49-F238E27FC236}">
                <a16:creationId xmlns:a16="http://schemas.microsoft.com/office/drawing/2014/main" id="{8F4B0BAB-541A-4E73-A40A-33823AAEDBB9}"/>
              </a:ext>
            </a:extLst>
          </p:cNvPr>
          <p:cNvSpPr>
            <a:spLocks xmlns:a="http://schemas.openxmlformats.org/drawingml/2006/main" noGrp="1"/>
          </p:cNvSpPr>
          <p:nvPr/>
        </p:nvSpPr>
        <p:spPr>
          <a:xfrm xmlns:a="http://schemas.openxmlformats.org/drawingml/2006/main">
            <a:off x="2714625" y="362267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7" name="">
            <a:extLst xmlns:a="http://schemas.openxmlformats.org/drawingml/2006/main">
              <a:ext uri="{FF2B5EF4-FFF2-40B4-BE49-F238E27FC236}">
                <a16:creationId xmlns:a16="http://schemas.microsoft.com/office/drawing/2014/main" id="{F621B980-CF6C-42B5-8BF9-0C11426981AF}"/>
              </a:ext>
            </a:extLst>
          </p:cNvPr>
          <p:cNvSpPr>
            <a:spLocks xmlns:a="http://schemas.openxmlformats.org/drawingml/2006/main" noGrp="1"/>
          </p:cNvSpPr>
          <p:nvPr/>
        </p:nvSpPr>
        <p:spPr>
          <a:xfrm xmlns:a="http://schemas.openxmlformats.org/drawingml/2006/main">
            <a:off x="2714625" y="375285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8" name="">
            <a:extLst xmlns:a="http://schemas.openxmlformats.org/drawingml/2006/main">
              <a:ext uri="{FF2B5EF4-FFF2-40B4-BE49-F238E27FC236}">
                <a16:creationId xmlns:a16="http://schemas.microsoft.com/office/drawing/2014/main" id="{F2846909-90D1-4BF3-887F-A4E2B8C3EBC7}"/>
              </a:ext>
            </a:extLst>
          </p:cNvPr>
          <p:cNvSpPr>
            <a:spLocks xmlns:a="http://schemas.openxmlformats.org/drawingml/2006/main" noGrp="1"/>
          </p:cNvSpPr>
          <p:nvPr/>
        </p:nvSpPr>
        <p:spPr>
          <a:xfrm xmlns:a="http://schemas.openxmlformats.org/drawingml/2006/main">
            <a:off x="2714625" y="388302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39" name="">
            <a:extLst xmlns:a="http://schemas.openxmlformats.org/drawingml/2006/main">
              <a:ext uri="{FF2B5EF4-FFF2-40B4-BE49-F238E27FC236}">
                <a16:creationId xmlns:a16="http://schemas.microsoft.com/office/drawing/2014/main" id="{8FCDF2A4-0B15-4240-8774-02930153CA65}"/>
              </a:ext>
            </a:extLst>
          </p:cNvPr>
          <p:cNvSpPr>
            <a:spLocks xmlns:a="http://schemas.openxmlformats.org/drawingml/2006/main" noGrp="1"/>
          </p:cNvSpPr>
          <p:nvPr/>
        </p:nvSpPr>
        <p:spPr>
          <a:xfrm xmlns:a="http://schemas.openxmlformats.org/drawingml/2006/main">
            <a:off x="2714625" y="401320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40" name="">
            <a:extLst xmlns:a="http://schemas.openxmlformats.org/drawingml/2006/main">
              <a:ext uri="{FF2B5EF4-FFF2-40B4-BE49-F238E27FC236}">
                <a16:creationId xmlns:a16="http://schemas.microsoft.com/office/drawing/2014/main" id="{F65022B7-B873-4C36-B7DE-8EEBC049D13B}"/>
              </a:ext>
            </a:extLst>
          </p:cNvPr>
          <p:cNvSpPr>
            <a:spLocks xmlns:a="http://schemas.openxmlformats.org/drawingml/2006/main" noGrp="1"/>
          </p:cNvSpPr>
          <p:nvPr/>
        </p:nvSpPr>
        <p:spPr>
          <a:xfrm xmlns:a="http://schemas.openxmlformats.org/drawingml/2006/main">
            <a:off x="3905250" y="29527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X-X</a:t>
            </a:r>
          </a:p>
        </p:txBody>
      </p:sp>
      <p:sp>
        <p:nvSpPr>
          <p:cNvPr id="41" name="">
            <a:extLst xmlns:a="http://schemas.openxmlformats.org/drawingml/2006/main">
              <a:ext uri="{FF2B5EF4-FFF2-40B4-BE49-F238E27FC236}">
                <a16:creationId xmlns:a16="http://schemas.microsoft.com/office/drawing/2014/main" id="{AC014572-28DC-4421-BF1B-1F738418E32F}"/>
              </a:ext>
            </a:extLst>
          </p:cNvPr>
          <p:cNvSpPr>
            <a:spLocks xmlns:a="http://schemas.openxmlformats.org/drawingml/2006/main" noGrp="1"/>
          </p:cNvSpPr>
          <p:nvPr/>
        </p:nvSpPr>
        <p:spPr>
          <a:xfrm xmlns:a="http://schemas.openxmlformats.org/drawingml/2006/main">
            <a:off x="2000250" y="392430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Y-Y</a:t>
            </a:r>
          </a:p>
        </p:txBody>
      </p:sp>
      <p:sp>
        <p:nvSpPr>
          <p:cNvPr id="42" name="">
            <a:extLst xmlns:a="http://schemas.openxmlformats.org/drawingml/2006/main">
              <a:ext uri="{FF2B5EF4-FFF2-40B4-BE49-F238E27FC236}">
                <a16:creationId xmlns:a16="http://schemas.microsoft.com/office/drawing/2014/main" id="{B5CCAE38-2BEF-4D8C-835D-9D720B010D43}"/>
              </a:ext>
            </a:extLst>
          </p:cNvPr>
          <p:cNvSpPr>
            <a:spLocks xmlns:a="http://schemas.openxmlformats.org/drawingml/2006/main" noGrp="1"/>
          </p:cNvSpPr>
          <p:nvPr/>
        </p:nvSpPr>
        <p:spPr>
          <a:xfrm xmlns:a="http://schemas.openxmlformats.org/drawingml/2006/main">
            <a:off x="2686050" y="3114675"/>
            <a:ext cx="57150" cy="5715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43" name="">
            <a:extLst xmlns:a="http://schemas.openxmlformats.org/drawingml/2006/main">
              <a:ext uri="{FF2B5EF4-FFF2-40B4-BE49-F238E27FC236}">
                <a16:creationId xmlns:a16="http://schemas.microsoft.com/office/drawing/2014/main" id="{53713BE8-D274-42CF-BBDB-244B462FDFCC}"/>
              </a:ext>
            </a:extLst>
          </p:cNvPr>
          <p:cNvSpPr>
            <a:spLocks xmlns:a="http://schemas.openxmlformats.org/drawingml/2006/main" noGrp="1"/>
          </p:cNvSpPr>
          <p:nvPr/>
        </p:nvSpPr>
        <p:spPr>
          <a:xfrm xmlns:a="http://schemas.openxmlformats.org/drawingml/2006/main">
            <a:off x="2000250" y="2286000"/>
            <a:ext cx="1428750" cy="9525"/>
          </a:xfrm>
          <a:custGeom xmlns:a="http://schemas.openxmlformats.org/drawingml/2006/main">
            <a:pathLst>
              <a:path w="1428750" h="9525">
                <a:moveTo>
                  <a:pt x="0" y="0"/>
                </a:moveTo>
                <a:lnTo>
                  <a:pt x="1428750" y="0"/>
                </a:lnTo>
              </a:path>
            </a:pathLst>
          </a:custGeom>
          <a:noFill xmlns:a="http://schemas.openxmlformats.org/drawingml/2006/main"/>
          <a:ln xmlns:a="http://schemas.openxmlformats.org/drawingml/2006/main" w="13335">
            <a:solidFill>
              <a:srgbClr val="71818B"/>
            </a:solidFill>
          </a:ln>
        </p:spPr>
      </p:sp>
      <p:sp>
        <p:nvSpPr>
          <p:cNvPr id="44" name="">
            <a:extLst xmlns:a="http://schemas.openxmlformats.org/drawingml/2006/main">
              <a:ext uri="{FF2B5EF4-FFF2-40B4-BE49-F238E27FC236}">
                <a16:creationId xmlns:a16="http://schemas.microsoft.com/office/drawing/2014/main" id="{3C30E59A-B9DE-44EB-BE65-CC9496C9655D}"/>
              </a:ext>
            </a:extLst>
          </p:cNvPr>
          <p:cNvSpPr>
            <a:spLocks xmlns:a="http://schemas.openxmlformats.org/drawingml/2006/main" noGrp="1"/>
          </p:cNvSpPr>
          <p:nvPr/>
        </p:nvSpPr>
        <p:spPr>
          <a:xfrm xmlns:a="http://schemas.openxmlformats.org/drawingml/2006/main">
            <a:off x="3362325" y="22579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45" name="">
            <a:extLst xmlns:a="http://schemas.openxmlformats.org/drawingml/2006/main">
              <a:ext uri="{FF2B5EF4-FFF2-40B4-BE49-F238E27FC236}">
                <a16:creationId xmlns:a16="http://schemas.microsoft.com/office/drawing/2014/main" id="{484333E6-918D-4625-8603-5E3BA1939586}"/>
              </a:ext>
            </a:extLst>
          </p:cNvPr>
          <p:cNvSpPr>
            <a:spLocks xmlns:a="http://schemas.openxmlformats.org/drawingml/2006/main" noGrp="1"/>
          </p:cNvSpPr>
          <p:nvPr/>
        </p:nvSpPr>
        <p:spPr>
          <a:xfrm xmlns:a="http://schemas.openxmlformats.org/drawingml/2006/main">
            <a:off x="2000250" y="2286000"/>
            <a:ext cx="1428750" cy="9525"/>
          </a:xfrm>
          <a:custGeom xmlns:a="http://schemas.openxmlformats.org/drawingml/2006/main">
            <a:pathLst>
              <a:path w="1428750" h="9525">
                <a:moveTo>
                  <a:pt x="1428750" y="0"/>
                </a:moveTo>
                <a:lnTo>
                  <a:pt x="0" y="0"/>
                </a:lnTo>
              </a:path>
            </a:pathLst>
          </a:custGeom>
          <a:noFill xmlns:a="http://schemas.openxmlformats.org/drawingml/2006/main"/>
          <a:ln xmlns:a="http://schemas.openxmlformats.org/drawingml/2006/main" w="13335">
            <a:solidFill>
              <a:srgbClr val="71818B"/>
            </a:solidFill>
          </a:ln>
        </p:spPr>
      </p:sp>
      <p:sp>
        <p:nvSpPr>
          <p:cNvPr id="46" name="">
            <a:extLst xmlns:a="http://schemas.openxmlformats.org/drawingml/2006/main">
              <a:ext uri="{FF2B5EF4-FFF2-40B4-BE49-F238E27FC236}">
                <a16:creationId xmlns:a16="http://schemas.microsoft.com/office/drawing/2014/main" id="{511D131E-D35D-4969-8979-C7066D7CCB4A}"/>
              </a:ext>
            </a:extLst>
          </p:cNvPr>
          <p:cNvSpPr>
            <a:spLocks xmlns:a="http://schemas.openxmlformats.org/drawingml/2006/main" noGrp="1"/>
          </p:cNvSpPr>
          <p:nvPr/>
        </p:nvSpPr>
        <p:spPr>
          <a:xfrm xmlns:a="http://schemas.openxmlformats.org/drawingml/2006/main">
            <a:off x="2000250" y="22579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47" name="">
            <a:extLst xmlns:a="http://schemas.openxmlformats.org/drawingml/2006/main">
              <a:ext uri="{FF2B5EF4-FFF2-40B4-BE49-F238E27FC236}">
                <a16:creationId xmlns:a16="http://schemas.microsoft.com/office/drawing/2014/main" id="{E5936395-6B0C-4695-B8D0-43CFCDF83895}"/>
              </a:ext>
            </a:extLst>
          </p:cNvPr>
          <p:cNvSpPr>
            <a:spLocks xmlns:a="http://schemas.openxmlformats.org/drawingml/2006/main" noGrp="1"/>
          </p:cNvSpPr>
          <p:nvPr/>
        </p:nvSpPr>
        <p:spPr>
          <a:xfrm xmlns:a="http://schemas.openxmlformats.org/drawingml/2006/main">
            <a:off x="2000250" y="19050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71818B"/>
                </a:solidFill>
                <a:latin typeface="Yu Gothic"/>
                <a:ea typeface="Yu Gothic"/>
                <a:cs typeface="Yu Gothic"/>
              </a:defRPr>
            </a:defPPr>
            <a:lvl1pPr algn="ctr">
              <a:buNone/>
              <a:defRPr sz="1800" b="0">
                <a:solidFill>
                  <a:srgbClr val="71818B"/>
                </a:solidFill>
                <a:latin typeface="Yu Gothic"/>
                <a:ea typeface="Yu Gothic"/>
                <a:cs typeface="Yu Gothic"/>
              </a:defRPr>
            </a:lvl1pPr>
            <a:lvl2pPr algn="ctr">
              <a:buNone/>
              <a:defRPr sz="1800" b="0">
                <a:solidFill>
                  <a:srgbClr val="71818B"/>
                </a:solidFill>
                <a:latin typeface="Yu Gothic"/>
                <a:ea typeface="Yu Gothic"/>
                <a:cs typeface="Yu Gothic"/>
              </a:defRPr>
            </a:lvl2pPr>
            <a:lvl3pPr algn="ctr">
              <a:buNone/>
              <a:defRPr sz="1800" b="0">
                <a:solidFill>
                  <a:srgbClr val="71818B"/>
                </a:solidFill>
                <a:latin typeface="Yu Gothic"/>
                <a:ea typeface="Yu Gothic"/>
                <a:cs typeface="Yu Gothic"/>
              </a:defRPr>
            </a:lvl3pPr>
            <a:lvl4pPr algn="ctr">
              <a:buNone/>
              <a:defRPr sz="1800" b="0">
                <a:solidFill>
                  <a:srgbClr val="71818B"/>
                </a:solidFill>
                <a:latin typeface="Yu Gothic"/>
                <a:ea typeface="Yu Gothic"/>
                <a:cs typeface="Yu Gothic"/>
              </a:defRPr>
            </a:lvl4pPr>
            <a:lvl5pPr algn="ctr">
              <a:buNone/>
              <a:defRPr sz="1800" b="0">
                <a:solidFill>
                  <a:srgbClr val="71818B"/>
                </a:solidFill>
                <a:latin typeface="Yu Gothic"/>
                <a:ea typeface="Yu Gothic"/>
                <a:cs typeface="Yu Gothic"/>
              </a:defRPr>
            </a:lvl5pPr>
            <a:lvl6pPr algn="ctr">
              <a:buNone/>
              <a:defRPr sz="1800" b="0">
                <a:solidFill>
                  <a:srgbClr val="71818B"/>
                </a:solidFill>
                <a:latin typeface="Yu Gothic"/>
                <a:ea typeface="Yu Gothic"/>
                <a:cs typeface="Yu Gothic"/>
              </a:defRPr>
            </a:lvl6pPr>
            <a:lvl7pPr algn="ctr">
              <a:buNone/>
              <a:defRPr sz="1800" b="0">
                <a:solidFill>
                  <a:srgbClr val="71818B"/>
                </a:solidFill>
                <a:latin typeface="Yu Gothic"/>
                <a:ea typeface="Yu Gothic"/>
                <a:cs typeface="Yu Gothic"/>
              </a:defRPr>
            </a:lvl7pPr>
            <a:lvl8pPr algn="ctr">
              <a:buNone/>
              <a:defRPr sz="1800" b="0">
                <a:solidFill>
                  <a:srgbClr val="71818B"/>
                </a:solidFill>
                <a:latin typeface="Yu Gothic"/>
                <a:ea typeface="Yu Gothic"/>
                <a:cs typeface="Yu Gothic"/>
              </a:defRPr>
            </a:lvl8pPr>
            <a:lvl9pPr algn="ctr">
              <a:buNone/>
              <a:defRPr sz="1800" b="0">
                <a:solidFill>
                  <a:srgbClr val="71818B"/>
                </a:solidFill>
                <a:latin typeface="Yu Gothic"/>
                <a:ea typeface="Yu Gothic"/>
                <a:cs typeface="Yu Gothic"/>
              </a:defRPr>
            </a:lvl9pPr>
          </a:lstStyle>
          <a:p xmlns:a="http://schemas.openxmlformats.org/drawingml/2006/main">
            <a:pPr algn="ct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D</a:t>
            </a:r>
          </a:p>
        </p:txBody>
      </p:sp>
      <p:sp>
        <p:nvSpPr>
          <p:cNvPr id="48" name="">
            <a:extLst xmlns:a="http://schemas.openxmlformats.org/drawingml/2006/main">
              <a:ext uri="{FF2B5EF4-FFF2-40B4-BE49-F238E27FC236}">
                <a16:creationId xmlns:a16="http://schemas.microsoft.com/office/drawing/2014/main" id="{2810A6AB-C643-467D-B25F-7B93401D05C3}"/>
              </a:ext>
            </a:extLst>
          </p:cNvPr>
          <p:cNvSpPr>
            <a:spLocks xmlns:a="http://schemas.openxmlformats.org/drawingml/2006/main" noGrp="1"/>
          </p:cNvSpPr>
          <p:nvPr/>
        </p:nvSpPr>
        <p:spPr>
          <a:xfrm xmlns:a="http://schemas.openxmlformats.org/drawingml/2006/main">
            <a:off x="809625" y="46672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I_X = I_Y = πD⁴/64</a:t>
            </a:r>
          </a:p>
        </p:txBody>
      </p:sp>
      <p:sp>
        <p:nvSpPr>
          <p:cNvPr id="49" name="">
            <a:extLst xmlns:a="http://schemas.openxmlformats.org/drawingml/2006/main">
              <a:ext uri="{FF2B5EF4-FFF2-40B4-BE49-F238E27FC236}">
                <a16:creationId xmlns:a16="http://schemas.microsoft.com/office/drawing/2014/main" id="{289ACD7B-5E78-459D-AD6C-342D8AB24D3B}"/>
              </a:ext>
            </a:extLst>
          </p:cNvPr>
          <p:cNvSpPr>
            <a:spLocks xmlns:a="http://schemas.openxmlformats.org/drawingml/2006/main" noGrp="1"/>
          </p:cNvSpPr>
          <p:nvPr/>
        </p:nvSpPr>
        <p:spPr>
          <a:xfrm xmlns:a="http://schemas.openxmlformats.org/drawingml/2006/main">
            <a:off x="809625" y="5238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D = 30 mm</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I_X = I_Y ≈ 39,761 mm⁴</a:t>
            </a:r>
          </a:p>
        </p:txBody>
      </p:sp>
      <p:sp>
        <p:nvSpPr>
          <p:cNvPr id="50" name="">
            <a:extLst xmlns:a="http://schemas.openxmlformats.org/drawingml/2006/main">
              <a:ext uri="{FF2B5EF4-FFF2-40B4-BE49-F238E27FC236}">
                <a16:creationId xmlns:a16="http://schemas.microsoft.com/office/drawing/2014/main" id="{40FA90E6-0CC6-459B-A29B-9BD30507A4E8}"/>
              </a:ext>
            </a:extLst>
          </p:cNvPr>
          <p:cNvSpPr>
            <a:spLocks xmlns:a="http://schemas.openxmlformats.org/drawingml/2006/main" noGrp="1"/>
          </p:cNvSpPr>
          <p:nvPr/>
        </p:nvSpPr>
        <p:spPr>
          <a:xfrm xmlns:a="http://schemas.openxmlformats.org/drawingml/2006/main">
            <a:off x="6762750" y="19526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中空円形</a:t>
            </a:r>
          </a:p>
        </p:txBody>
      </p:sp>
      <p:sp>
        <p:nvSpPr>
          <p:cNvPr id="51" name="">
            <a:extLst xmlns:a="http://schemas.openxmlformats.org/drawingml/2006/main">
              <a:ext uri="{FF2B5EF4-FFF2-40B4-BE49-F238E27FC236}">
                <a16:creationId xmlns:a16="http://schemas.microsoft.com/office/drawing/2014/main" id="{B721E093-254B-4A35-B0FA-2B3E80E82D7A}"/>
              </a:ext>
            </a:extLst>
          </p:cNvPr>
          <p:cNvSpPr>
            <a:spLocks xmlns:a="http://schemas.openxmlformats.org/drawingml/2006/main" noGrp="1"/>
          </p:cNvSpPr>
          <p:nvPr/>
        </p:nvSpPr>
        <p:spPr>
          <a:xfrm xmlns:a="http://schemas.openxmlformats.org/drawingml/2006/main">
            <a:off x="7858125" y="2428875"/>
            <a:ext cx="1428750" cy="1428750"/>
          </a:xfrm>
          <a:prstGeom xmlns:a="http://schemas.openxmlformats.org/drawingml/2006/main" prst="ellipse">
            <a:avLst/>
          </a:prstGeom>
          <a:solidFill xmlns:a="http://schemas.openxmlformats.org/drawingml/2006/main">
            <a:srgbClr val="E8F0F4"/>
          </a:solidFill>
          <a:ln xmlns:a="http://schemas.openxmlformats.org/drawingml/2006/main" w="19050">
            <a:solidFill>
              <a:srgbClr val="2876A8"/>
            </a:solidFill>
          </a:ln>
        </p:spPr>
      </p:sp>
      <p:sp>
        <p:nvSpPr>
          <p:cNvPr id="52" name="">
            <a:extLst xmlns:a="http://schemas.openxmlformats.org/drawingml/2006/main">
              <a:ext uri="{FF2B5EF4-FFF2-40B4-BE49-F238E27FC236}">
                <a16:creationId xmlns:a16="http://schemas.microsoft.com/office/drawing/2014/main" id="{316D06CE-F8F9-422B-BF5A-0E3EBC51CFF2}"/>
              </a:ext>
            </a:extLst>
          </p:cNvPr>
          <p:cNvSpPr>
            <a:spLocks xmlns:a="http://schemas.openxmlformats.org/drawingml/2006/main" noGrp="1"/>
          </p:cNvSpPr>
          <p:nvPr/>
        </p:nvSpPr>
        <p:spPr>
          <a:xfrm xmlns:a="http://schemas.openxmlformats.org/drawingml/2006/main">
            <a:off x="8096250" y="2667000"/>
            <a:ext cx="952500" cy="952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876A8"/>
            </a:solidFill>
          </a:ln>
        </p:spPr>
      </p:sp>
      <p:sp>
        <p:nvSpPr>
          <p:cNvPr id="53" name="">
            <a:extLst xmlns:a="http://schemas.openxmlformats.org/drawingml/2006/main">
              <a:ext uri="{FF2B5EF4-FFF2-40B4-BE49-F238E27FC236}">
                <a16:creationId xmlns:a16="http://schemas.microsoft.com/office/drawing/2014/main" id="{501859EA-EF91-45D2-8ED5-E92CDD660005}"/>
              </a:ext>
            </a:extLst>
          </p:cNvPr>
          <p:cNvSpPr>
            <a:spLocks xmlns:a="http://schemas.openxmlformats.org/drawingml/2006/main" noGrp="1"/>
          </p:cNvSpPr>
          <p:nvPr/>
        </p:nvSpPr>
        <p:spPr>
          <a:xfrm xmlns:a="http://schemas.openxmlformats.org/drawingml/2006/main">
            <a:off x="7477125"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54" name="">
            <a:extLst xmlns:a="http://schemas.openxmlformats.org/drawingml/2006/main">
              <a:ext uri="{FF2B5EF4-FFF2-40B4-BE49-F238E27FC236}">
                <a16:creationId xmlns:a16="http://schemas.microsoft.com/office/drawing/2014/main" id="{655B1FE9-6A16-4567-B3BC-1AB0DE6E2322}"/>
              </a:ext>
            </a:extLst>
          </p:cNvPr>
          <p:cNvSpPr>
            <a:spLocks xmlns:a="http://schemas.openxmlformats.org/drawingml/2006/main" noGrp="1"/>
          </p:cNvSpPr>
          <p:nvPr/>
        </p:nvSpPr>
        <p:spPr>
          <a:xfrm xmlns:a="http://schemas.openxmlformats.org/drawingml/2006/main">
            <a:off x="7608794"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55" name="">
            <a:extLst xmlns:a="http://schemas.openxmlformats.org/drawingml/2006/main">
              <a:ext uri="{FF2B5EF4-FFF2-40B4-BE49-F238E27FC236}">
                <a16:creationId xmlns:a16="http://schemas.microsoft.com/office/drawing/2014/main" id="{CE667178-A446-4723-B2C9-A18D8F8772FF}"/>
              </a:ext>
            </a:extLst>
          </p:cNvPr>
          <p:cNvSpPr>
            <a:spLocks xmlns:a="http://schemas.openxmlformats.org/drawingml/2006/main" noGrp="1"/>
          </p:cNvSpPr>
          <p:nvPr/>
        </p:nvSpPr>
        <p:spPr>
          <a:xfrm xmlns:a="http://schemas.openxmlformats.org/drawingml/2006/main">
            <a:off x="7740463"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56" name="">
            <a:extLst xmlns:a="http://schemas.openxmlformats.org/drawingml/2006/main">
              <a:ext uri="{FF2B5EF4-FFF2-40B4-BE49-F238E27FC236}">
                <a16:creationId xmlns:a16="http://schemas.microsoft.com/office/drawing/2014/main" id="{E5901C61-86CC-4B9F-A259-FE56623FDCD7}"/>
              </a:ext>
            </a:extLst>
          </p:cNvPr>
          <p:cNvSpPr>
            <a:spLocks xmlns:a="http://schemas.openxmlformats.org/drawingml/2006/main" noGrp="1"/>
          </p:cNvSpPr>
          <p:nvPr/>
        </p:nvSpPr>
        <p:spPr>
          <a:xfrm xmlns:a="http://schemas.openxmlformats.org/drawingml/2006/main">
            <a:off x="7872132"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57" name="">
            <a:extLst xmlns:a="http://schemas.openxmlformats.org/drawingml/2006/main">
              <a:ext uri="{FF2B5EF4-FFF2-40B4-BE49-F238E27FC236}">
                <a16:creationId xmlns:a16="http://schemas.microsoft.com/office/drawing/2014/main" id="{7CA8AEFF-35C9-4F2C-B14C-EF8D4691BFD5}"/>
              </a:ext>
            </a:extLst>
          </p:cNvPr>
          <p:cNvSpPr>
            <a:spLocks xmlns:a="http://schemas.openxmlformats.org/drawingml/2006/main" noGrp="1"/>
          </p:cNvSpPr>
          <p:nvPr/>
        </p:nvSpPr>
        <p:spPr>
          <a:xfrm xmlns:a="http://schemas.openxmlformats.org/drawingml/2006/main">
            <a:off x="8003801"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58" name="">
            <a:extLst xmlns:a="http://schemas.openxmlformats.org/drawingml/2006/main">
              <a:ext uri="{FF2B5EF4-FFF2-40B4-BE49-F238E27FC236}">
                <a16:creationId xmlns:a16="http://schemas.microsoft.com/office/drawing/2014/main" id="{7052BE57-A4EF-49C1-A074-4E99728BEB63}"/>
              </a:ext>
            </a:extLst>
          </p:cNvPr>
          <p:cNvSpPr>
            <a:spLocks xmlns:a="http://schemas.openxmlformats.org/drawingml/2006/main" noGrp="1"/>
          </p:cNvSpPr>
          <p:nvPr/>
        </p:nvSpPr>
        <p:spPr>
          <a:xfrm xmlns:a="http://schemas.openxmlformats.org/drawingml/2006/main">
            <a:off x="8135471"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59" name="">
            <a:extLst xmlns:a="http://schemas.openxmlformats.org/drawingml/2006/main">
              <a:ext uri="{FF2B5EF4-FFF2-40B4-BE49-F238E27FC236}">
                <a16:creationId xmlns:a16="http://schemas.microsoft.com/office/drawing/2014/main" id="{9B3B77AC-71F6-4F39-A98E-0C1FF1C8DC79}"/>
              </a:ext>
            </a:extLst>
          </p:cNvPr>
          <p:cNvSpPr>
            <a:spLocks xmlns:a="http://schemas.openxmlformats.org/drawingml/2006/main" noGrp="1"/>
          </p:cNvSpPr>
          <p:nvPr/>
        </p:nvSpPr>
        <p:spPr>
          <a:xfrm xmlns:a="http://schemas.openxmlformats.org/drawingml/2006/main">
            <a:off x="8267140"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0" name="">
            <a:extLst xmlns:a="http://schemas.openxmlformats.org/drawingml/2006/main">
              <a:ext uri="{FF2B5EF4-FFF2-40B4-BE49-F238E27FC236}">
                <a16:creationId xmlns:a16="http://schemas.microsoft.com/office/drawing/2014/main" id="{582329CC-A658-45C2-A05E-344D8296EDC1}"/>
              </a:ext>
            </a:extLst>
          </p:cNvPr>
          <p:cNvSpPr>
            <a:spLocks xmlns:a="http://schemas.openxmlformats.org/drawingml/2006/main" noGrp="1"/>
          </p:cNvSpPr>
          <p:nvPr/>
        </p:nvSpPr>
        <p:spPr>
          <a:xfrm xmlns:a="http://schemas.openxmlformats.org/drawingml/2006/main">
            <a:off x="8398809"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1" name="">
            <a:extLst xmlns:a="http://schemas.openxmlformats.org/drawingml/2006/main">
              <a:ext uri="{FF2B5EF4-FFF2-40B4-BE49-F238E27FC236}">
                <a16:creationId xmlns:a16="http://schemas.microsoft.com/office/drawing/2014/main" id="{6E69AA76-6AB3-48FA-B371-792DE6D02117}"/>
              </a:ext>
            </a:extLst>
          </p:cNvPr>
          <p:cNvSpPr>
            <a:spLocks xmlns:a="http://schemas.openxmlformats.org/drawingml/2006/main" noGrp="1"/>
          </p:cNvSpPr>
          <p:nvPr/>
        </p:nvSpPr>
        <p:spPr>
          <a:xfrm xmlns:a="http://schemas.openxmlformats.org/drawingml/2006/main">
            <a:off x="8530478"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2" name="">
            <a:extLst xmlns:a="http://schemas.openxmlformats.org/drawingml/2006/main">
              <a:ext uri="{FF2B5EF4-FFF2-40B4-BE49-F238E27FC236}">
                <a16:creationId xmlns:a16="http://schemas.microsoft.com/office/drawing/2014/main" id="{18FB3355-7718-4A76-8F96-22D9099182E5}"/>
              </a:ext>
            </a:extLst>
          </p:cNvPr>
          <p:cNvSpPr>
            <a:spLocks xmlns:a="http://schemas.openxmlformats.org/drawingml/2006/main" noGrp="1"/>
          </p:cNvSpPr>
          <p:nvPr/>
        </p:nvSpPr>
        <p:spPr>
          <a:xfrm xmlns:a="http://schemas.openxmlformats.org/drawingml/2006/main">
            <a:off x="8662147"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3" name="">
            <a:extLst xmlns:a="http://schemas.openxmlformats.org/drawingml/2006/main">
              <a:ext uri="{FF2B5EF4-FFF2-40B4-BE49-F238E27FC236}">
                <a16:creationId xmlns:a16="http://schemas.microsoft.com/office/drawing/2014/main" id="{E7E48FBE-79A8-4182-9A54-6F944DBC9A7D}"/>
              </a:ext>
            </a:extLst>
          </p:cNvPr>
          <p:cNvSpPr>
            <a:spLocks xmlns:a="http://schemas.openxmlformats.org/drawingml/2006/main" noGrp="1"/>
          </p:cNvSpPr>
          <p:nvPr/>
        </p:nvSpPr>
        <p:spPr>
          <a:xfrm xmlns:a="http://schemas.openxmlformats.org/drawingml/2006/main">
            <a:off x="8793816"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4" name="">
            <a:extLst xmlns:a="http://schemas.openxmlformats.org/drawingml/2006/main">
              <a:ext uri="{FF2B5EF4-FFF2-40B4-BE49-F238E27FC236}">
                <a16:creationId xmlns:a16="http://schemas.microsoft.com/office/drawing/2014/main" id="{38FB557B-872D-45D8-A87B-93A337A03561}"/>
              </a:ext>
            </a:extLst>
          </p:cNvPr>
          <p:cNvSpPr>
            <a:spLocks xmlns:a="http://schemas.openxmlformats.org/drawingml/2006/main" noGrp="1"/>
          </p:cNvSpPr>
          <p:nvPr/>
        </p:nvSpPr>
        <p:spPr>
          <a:xfrm xmlns:a="http://schemas.openxmlformats.org/drawingml/2006/main">
            <a:off x="8925485"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5" name="">
            <a:extLst xmlns:a="http://schemas.openxmlformats.org/drawingml/2006/main">
              <a:ext uri="{FF2B5EF4-FFF2-40B4-BE49-F238E27FC236}">
                <a16:creationId xmlns:a16="http://schemas.microsoft.com/office/drawing/2014/main" id="{96AF18E0-AC48-4EB2-99AD-022CE0381250}"/>
              </a:ext>
            </a:extLst>
          </p:cNvPr>
          <p:cNvSpPr>
            <a:spLocks xmlns:a="http://schemas.openxmlformats.org/drawingml/2006/main" noGrp="1"/>
          </p:cNvSpPr>
          <p:nvPr/>
        </p:nvSpPr>
        <p:spPr>
          <a:xfrm xmlns:a="http://schemas.openxmlformats.org/drawingml/2006/main">
            <a:off x="9057154"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6" name="">
            <a:extLst xmlns:a="http://schemas.openxmlformats.org/drawingml/2006/main">
              <a:ext uri="{FF2B5EF4-FFF2-40B4-BE49-F238E27FC236}">
                <a16:creationId xmlns:a16="http://schemas.microsoft.com/office/drawing/2014/main" id="{F2BE0155-8062-4E64-BBC5-3DC59CD2453A}"/>
              </a:ext>
            </a:extLst>
          </p:cNvPr>
          <p:cNvSpPr>
            <a:spLocks xmlns:a="http://schemas.openxmlformats.org/drawingml/2006/main" noGrp="1"/>
          </p:cNvSpPr>
          <p:nvPr/>
        </p:nvSpPr>
        <p:spPr>
          <a:xfrm xmlns:a="http://schemas.openxmlformats.org/drawingml/2006/main">
            <a:off x="9188824"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7" name="">
            <a:extLst xmlns:a="http://schemas.openxmlformats.org/drawingml/2006/main">
              <a:ext uri="{FF2B5EF4-FFF2-40B4-BE49-F238E27FC236}">
                <a16:creationId xmlns:a16="http://schemas.microsoft.com/office/drawing/2014/main" id="{B4FC0D8F-3546-45D5-8601-446F7A2380A9}"/>
              </a:ext>
            </a:extLst>
          </p:cNvPr>
          <p:cNvSpPr>
            <a:spLocks xmlns:a="http://schemas.openxmlformats.org/drawingml/2006/main" noGrp="1"/>
          </p:cNvSpPr>
          <p:nvPr/>
        </p:nvSpPr>
        <p:spPr>
          <a:xfrm xmlns:a="http://schemas.openxmlformats.org/drawingml/2006/main">
            <a:off x="9320493"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8" name="">
            <a:extLst xmlns:a="http://schemas.openxmlformats.org/drawingml/2006/main">
              <a:ext uri="{FF2B5EF4-FFF2-40B4-BE49-F238E27FC236}">
                <a16:creationId xmlns:a16="http://schemas.microsoft.com/office/drawing/2014/main" id="{DFE58500-4033-4575-8889-0DE574C3B1F4}"/>
              </a:ext>
            </a:extLst>
          </p:cNvPr>
          <p:cNvSpPr>
            <a:spLocks xmlns:a="http://schemas.openxmlformats.org/drawingml/2006/main" noGrp="1"/>
          </p:cNvSpPr>
          <p:nvPr/>
        </p:nvSpPr>
        <p:spPr>
          <a:xfrm xmlns:a="http://schemas.openxmlformats.org/drawingml/2006/main">
            <a:off x="9452162"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69" name="">
            <a:extLst xmlns:a="http://schemas.openxmlformats.org/drawingml/2006/main">
              <a:ext uri="{FF2B5EF4-FFF2-40B4-BE49-F238E27FC236}">
                <a16:creationId xmlns:a16="http://schemas.microsoft.com/office/drawing/2014/main" id="{750B9069-523A-48FE-B686-E9459EFACE3B}"/>
              </a:ext>
            </a:extLst>
          </p:cNvPr>
          <p:cNvSpPr>
            <a:spLocks xmlns:a="http://schemas.openxmlformats.org/drawingml/2006/main" noGrp="1"/>
          </p:cNvSpPr>
          <p:nvPr/>
        </p:nvSpPr>
        <p:spPr>
          <a:xfrm xmlns:a="http://schemas.openxmlformats.org/drawingml/2006/main">
            <a:off x="9583831" y="3143250"/>
            <a:ext cx="72418" cy="9525"/>
          </a:xfrm>
          <a:custGeom xmlns:a="http://schemas.openxmlformats.org/drawingml/2006/main">
            <a:pathLst>
              <a:path w="72418" h="9525">
                <a:moveTo>
                  <a:pt x="0" y="0"/>
                </a:moveTo>
                <a:lnTo>
                  <a:pt x="72418" y="0"/>
                </a:lnTo>
              </a:path>
            </a:pathLst>
          </a:custGeom>
          <a:noFill xmlns:a="http://schemas.openxmlformats.org/drawingml/2006/main"/>
          <a:ln xmlns:a="http://schemas.openxmlformats.org/drawingml/2006/main" w="11430">
            <a:solidFill>
              <a:srgbClr val="087E8B"/>
            </a:solidFill>
          </a:ln>
        </p:spPr>
      </p:sp>
      <p:sp>
        <p:nvSpPr>
          <p:cNvPr id="70" name="">
            <a:extLst xmlns:a="http://schemas.openxmlformats.org/drawingml/2006/main">
              <a:ext uri="{FF2B5EF4-FFF2-40B4-BE49-F238E27FC236}">
                <a16:creationId xmlns:a16="http://schemas.microsoft.com/office/drawing/2014/main" id="{B9E0559A-6935-4AB0-81C4-6EA4592D7CC4}"/>
              </a:ext>
            </a:extLst>
          </p:cNvPr>
          <p:cNvSpPr>
            <a:spLocks xmlns:a="http://schemas.openxmlformats.org/drawingml/2006/main" noGrp="1"/>
          </p:cNvSpPr>
          <p:nvPr/>
        </p:nvSpPr>
        <p:spPr>
          <a:xfrm xmlns:a="http://schemas.openxmlformats.org/drawingml/2006/main">
            <a:off x="8572500" y="219075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1" name="">
            <a:extLst xmlns:a="http://schemas.openxmlformats.org/drawingml/2006/main">
              <a:ext uri="{FF2B5EF4-FFF2-40B4-BE49-F238E27FC236}">
                <a16:creationId xmlns:a16="http://schemas.microsoft.com/office/drawing/2014/main" id="{FAEE7D5C-09B5-4E48-BDF5-E873D658D352}"/>
              </a:ext>
            </a:extLst>
          </p:cNvPr>
          <p:cNvSpPr>
            <a:spLocks xmlns:a="http://schemas.openxmlformats.org/drawingml/2006/main" noGrp="1"/>
          </p:cNvSpPr>
          <p:nvPr/>
        </p:nvSpPr>
        <p:spPr>
          <a:xfrm xmlns:a="http://schemas.openxmlformats.org/drawingml/2006/main">
            <a:off x="8572500" y="232092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2" name="">
            <a:extLst xmlns:a="http://schemas.openxmlformats.org/drawingml/2006/main">
              <a:ext uri="{FF2B5EF4-FFF2-40B4-BE49-F238E27FC236}">
                <a16:creationId xmlns:a16="http://schemas.microsoft.com/office/drawing/2014/main" id="{09A616ED-26B1-42D2-8A28-56D38ABAD9C0}"/>
              </a:ext>
            </a:extLst>
          </p:cNvPr>
          <p:cNvSpPr>
            <a:spLocks xmlns:a="http://schemas.openxmlformats.org/drawingml/2006/main" noGrp="1"/>
          </p:cNvSpPr>
          <p:nvPr/>
        </p:nvSpPr>
        <p:spPr>
          <a:xfrm xmlns:a="http://schemas.openxmlformats.org/drawingml/2006/main">
            <a:off x="8572500" y="245110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3" name="">
            <a:extLst xmlns:a="http://schemas.openxmlformats.org/drawingml/2006/main">
              <a:ext uri="{FF2B5EF4-FFF2-40B4-BE49-F238E27FC236}">
                <a16:creationId xmlns:a16="http://schemas.microsoft.com/office/drawing/2014/main" id="{0FFBA6D8-77A2-4D20-87EF-0F05AE606378}"/>
              </a:ext>
            </a:extLst>
          </p:cNvPr>
          <p:cNvSpPr>
            <a:spLocks xmlns:a="http://schemas.openxmlformats.org/drawingml/2006/main" noGrp="1"/>
          </p:cNvSpPr>
          <p:nvPr/>
        </p:nvSpPr>
        <p:spPr>
          <a:xfrm xmlns:a="http://schemas.openxmlformats.org/drawingml/2006/main">
            <a:off x="8572500" y="258127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4" name="">
            <a:extLst xmlns:a="http://schemas.openxmlformats.org/drawingml/2006/main">
              <a:ext uri="{FF2B5EF4-FFF2-40B4-BE49-F238E27FC236}">
                <a16:creationId xmlns:a16="http://schemas.microsoft.com/office/drawing/2014/main" id="{9C537D5C-A51E-4A97-99BA-23E238FF1C98}"/>
              </a:ext>
            </a:extLst>
          </p:cNvPr>
          <p:cNvSpPr>
            <a:spLocks xmlns:a="http://schemas.openxmlformats.org/drawingml/2006/main" noGrp="1"/>
          </p:cNvSpPr>
          <p:nvPr/>
        </p:nvSpPr>
        <p:spPr>
          <a:xfrm xmlns:a="http://schemas.openxmlformats.org/drawingml/2006/main">
            <a:off x="8572500" y="271145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5" name="">
            <a:extLst xmlns:a="http://schemas.openxmlformats.org/drawingml/2006/main">
              <a:ext uri="{FF2B5EF4-FFF2-40B4-BE49-F238E27FC236}">
                <a16:creationId xmlns:a16="http://schemas.microsoft.com/office/drawing/2014/main" id="{6497362C-F19C-4BE7-B54A-1E8F96B4DEA9}"/>
              </a:ext>
            </a:extLst>
          </p:cNvPr>
          <p:cNvSpPr>
            <a:spLocks xmlns:a="http://schemas.openxmlformats.org/drawingml/2006/main" noGrp="1"/>
          </p:cNvSpPr>
          <p:nvPr/>
        </p:nvSpPr>
        <p:spPr>
          <a:xfrm xmlns:a="http://schemas.openxmlformats.org/drawingml/2006/main">
            <a:off x="8572500" y="284162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6" name="">
            <a:extLst xmlns:a="http://schemas.openxmlformats.org/drawingml/2006/main">
              <a:ext uri="{FF2B5EF4-FFF2-40B4-BE49-F238E27FC236}">
                <a16:creationId xmlns:a16="http://schemas.microsoft.com/office/drawing/2014/main" id="{7FCDBAE1-46DA-466D-81B1-2962C6976920}"/>
              </a:ext>
            </a:extLst>
          </p:cNvPr>
          <p:cNvSpPr>
            <a:spLocks xmlns:a="http://schemas.openxmlformats.org/drawingml/2006/main" noGrp="1"/>
          </p:cNvSpPr>
          <p:nvPr/>
        </p:nvSpPr>
        <p:spPr>
          <a:xfrm xmlns:a="http://schemas.openxmlformats.org/drawingml/2006/main">
            <a:off x="8572500" y="297180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7" name="">
            <a:extLst xmlns:a="http://schemas.openxmlformats.org/drawingml/2006/main">
              <a:ext uri="{FF2B5EF4-FFF2-40B4-BE49-F238E27FC236}">
                <a16:creationId xmlns:a16="http://schemas.microsoft.com/office/drawing/2014/main" id="{55C3FD3C-91CA-4741-9E10-F2E994ABD812}"/>
              </a:ext>
            </a:extLst>
          </p:cNvPr>
          <p:cNvSpPr>
            <a:spLocks xmlns:a="http://schemas.openxmlformats.org/drawingml/2006/main" noGrp="1"/>
          </p:cNvSpPr>
          <p:nvPr/>
        </p:nvSpPr>
        <p:spPr>
          <a:xfrm xmlns:a="http://schemas.openxmlformats.org/drawingml/2006/main">
            <a:off x="8572500" y="310197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8" name="">
            <a:extLst xmlns:a="http://schemas.openxmlformats.org/drawingml/2006/main">
              <a:ext uri="{FF2B5EF4-FFF2-40B4-BE49-F238E27FC236}">
                <a16:creationId xmlns:a16="http://schemas.microsoft.com/office/drawing/2014/main" id="{FA623C81-2E2C-4E07-9A4D-21146E6D36FF}"/>
              </a:ext>
            </a:extLst>
          </p:cNvPr>
          <p:cNvSpPr>
            <a:spLocks xmlns:a="http://schemas.openxmlformats.org/drawingml/2006/main" noGrp="1"/>
          </p:cNvSpPr>
          <p:nvPr/>
        </p:nvSpPr>
        <p:spPr>
          <a:xfrm xmlns:a="http://schemas.openxmlformats.org/drawingml/2006/main">
            <a:off x="8572500" y="323215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79" name="">
            <a:extLst xmlns:a="http://schemas.openxmlformats.org/drawingml/2006/main">
              <a:ext uri="{FF2B5EF4-FFF2-40B4-BE49-F238E27FC236}">
                <a16:creationId xmlns:a16="http://schemas.microsoft.com/office/drawing/2014/main" id="{7A48A3DB-7B5C-441D-AC35-1A3EDD8AE8E1}"/>
              </a:ext>
            </a:extLst>
          </p:cNvPr>
          <p:cNvSpPr>
            <a:spLocks xmlns:a="http://schemas.openxmlformats.org/drawingml/2006/main" noGrp="1"/>
          </p:cNvSpPr>
          <p:nvPr/>
        </p:nvSpPr>
        <p:spPr>
          <a:xfrm xmlns:a="http://schemas.openxmlformats.org/drawingml/2006/main">
            <a:off x="8572500" y="336232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80" name="">
            <a:extLst xmlns:a="http://schemas.openxmlformats.org/drawingml/2006/main">
              <a:ext uri="{FF2B5EF4-FFF2-40B4-BE49-F238E27FC236}">
                <a16:creationId xmlns:a16="http://schemas.microsoft.com/office/drawing/2014/main" id="{619AACC6-D41E-4D18-A470-BFD3FDFB12B5}"/>
              </a:ext>
            </a:extLst>
          </p:cNvPr>
          <p:cNvSpPr>
            <a:spLocks xmlns:a="http://schemas.openxmlformats.org/drawingml/2006/main" noGrp="1"/>
          </p:cNvSpPr>
          <p:nvPr/>
        </p:nvSpPr>
        <p:spPr>
          <a:xfrm xmlns:a="http://schemas.openxmlformats.org/drawingml/2006/main">
            <a:off x="8572500" y="349250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81" name="">
            <a:extLst xmlns:a="http://schemas.openxmlformats.org/drawingml/2006/main">
              <a:ext uri="{FF2B5EF4-FFF2-40B4-BE49-F238E27FC236}">
                <a16:creationId xmlns:a16="http://schemas.microsoft.com/office/drawing/2014/main" id="{A68DDB25-FBDE-4003-853C-88D4CA27DA32}"/>
              </a:ext>
            </a:extLst>
          </p:cNvPr>
          <p:cNvSpPr>
            <a:spLocks xmlns:a="http://schemas.openxmlformats.org/drawingml/2006/main" noGrp="1"/>
          </p:cNvSpPr>
          <p:nvPr/>
        </p:nvSpPr>
        <p:spPr>
          <a:xfrm xmlns:a="http://schemas.openxmlformats.org/drawingml/2006/main">
            <a:off x="8572500" y="362267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82" name="">
            <a:extLst xmlns:a="http://schemas.openxmlformats.org/drawingml/2006/main">
              <a:ext uri="{FF2B5EF4-FFF2-40B4-BE49-F238E27FC236}">
                <a16:creationId xmlns:a16="http://schemas.microsoft.com/office/drawing/2014/main" id="{8F7965A0-66E6-4EF6-8ABA-77BDADB1374F}"/>
              </a:ext>
            </a:extLst>
          </p:cNvPr>
          <p:cNvSpPr>
            <a:spLocks xmlns:a="http://schemas.openxmlformats.org/drawingml/2006/main" noGrp="1"/>
          </p:cNvSpPr>
          <p:nvPr/>
        </p:nvSpPr>
        <p:spPr>
          <a:xfrm xmlns:a="http://schemas.openxmlformats.org/drawingml/2006/main">
            <a:off x="8572500" y="375285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83" name="">
            <a:extLst xmlns:a="http://schemas.openxmlformats.org/drawingml/2006/main">
              <a:ext uri="{FF2B5EF4-FFF2-40B4-BE49-F238E27FC236}">
                <a16:creationId xmlns:a16="http://schemas.microsoft.com/office/drawing/2014/main" id="{7D46881A-D4F5-42B8-B25C-7E4FA86F5E03}"/>
              </a:ext>
            </a:extLst>
          </p:cNvPr>
          <p:cNvSpPr>
            <a:spLocks xmlns:a="http://schemas.openxmlformats.org/drawingml/2006/main" noGrp="1"/>
          </p:cNvSpPr>
          <p:nvPr/>
        </p:nvSpPr>
        <p:spPr>
          <a:xfrm xmlns:a="http://schemas.openxmlformats.org/drawingml/2006/main">
            <a:off x="8572500" y="3883025"/>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84" name="">
            <a:extLst xmlns:a="http://schemas.openxmlformats.org/drawingml/2006/main">
              <a:ext uri="{FF2B5EF4-FFF2-40B4-BE49-F238E27FC236}">
                <a16:creationId xmlns:a16="http://schemas.microsoft.com/office/drawing/2014/main" id="{F2709D5B-AF92-4E48-829A-A9AFA2E396A3}"/>
              </a:ext>
            </a:extLst>
          </p:cNvPr>
          <p:cNvSpPr>
            <a:spLocks xmlns:a="http://schemas.openxmlformats.org/drawingml/2006/main" noGrp="1"/>
          </p:cNvSpPr>
          <p:nvPr/>
        </p:nvSpPr>
        <p:spPr>
          <a:xfrm xmlns:a="http://schemas.openxmlformats.org/drawingml/2006/main">
            <a:off x="8572500" y="4013200"/>
            <a:ext cx="9525" cy="71596"/>
          </a:xfrm>
          <a:custGeom xmlns:a="http://schemas.openxmlformats.org/drawingml/2006/main">
            <a:pathLst>
              <a:path w="9525" h="71596">
                <a:moveTo>
                  <a:pt x="0" y="0"/>
                </a:moveTo>
                <a:lnTo>
                  <a:pt x="0" y="71596"/>
                </a:lnTo>
              </a:path>
            </a:pathLst>
          </a:custGeom>
          <a:noFill xmlns:a="http://schemas.openxmlformats.org/drawingml/2006/main"/>
          <a:ln xmlns:a="http://schemas.openxmlformats.org/drawingml/2006/main" w="11430">
            <a:solidFill>
              <a:srgbClr val="2876A8"/>
            </a:solidFill>
          </a:ln>
        </p:spPr>
      </p:sp>
      <p:sp>
        <p:nvSpPr>
          <p:cNvPr id="85" name="">
            <a:extLst xmlns:a="http://schemas.openxmlformats.org/drawingml/2006/main">
              <a:ext uri="{FF2B5EF4-FFF2-40B4-BE49-F238E27FC236}">
                <a16:creationId xmlns:a16="http://schemas.microsoft.com/office/drawing/2014/main" id="{15465E58-3037-47BD-8B00-F482B79C07AD}"/>
              </a:ext>
            </a:extLst>
          </p:cNvPr>
          <p:cNvSpPr>
            <a:spLocks xmlns:a="http://schemas.openxmlformats.org/drawingml/2006/main" noGrp="1"/>
          </p:cNvSpPr>
          <p:nvPr/>
        </p:nvSpPr>
        <p:spPr>
          <a:xfrm xmlns:a="http://schemas.openxmlformats.org/drawingml/2006/main">
            <a:off x="9763125" y="29527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X-X</a:t>
            </a:r>
          </a:p>
        </p:txBody>
      </p:sp>
      <p:sp>
        <p:nvSpPr>
          <p:cNvPr id="86" name="">
            <a:extLst xmlns:a="http://schemas.openxmlformats.org/drawingml/2006/main">
              <a:ext uri="{FF2B5EF4-FFF2-40B4-BE49-F238E27FC236}">
                <a16:creationId xmlns:a16="http://schemas.microsoft.com/office/drawing/2014/main" id="{44352748-17E4-45AA-94E4-E4F080BEBE01}"/>
              </a:ext>
            </a:extLst>
          </p:cNvPr>
          <p:cNvSpPr>
            <a:spLocks xmlns:a="http://schemas.openxmlformats.org/drawingml/2006/main" noGrp="1"/>
          </p:cNvSpPr>
          <p:nvPr/>
        </p:nvSpPr>
        <p:spPr>
          <a:xfrm xmlns:a="http://schemas.openxmlformats.org/drawingml/2006/main">
            <a:off x="7858125" y="392430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Y-Y</a:t>
            </a:r>
          </a:p>
        </p:txBody>
      </p:sp>
      <p:sp>
        <p:nvSpPr>
          <p:cNvPr id="87" name="">
            <a:extLst xmlns:a="http://schemas.openxmlformats.org/drawingml/2006/main">
              <a:ext uri="{FF2B5EF4-FFF2-40B4-BE49-F238E27FC236}">
                <a16:creationId xmlns:a16="http://schemas.microsoft.com/office/drawing/2014/main" id="{7C75C45A-91E9-4B35-B305-58E616D18188}"/>
              </a:ext>
            </a:extLst>
          </p:cNvPr>
          <p:cNvSpPr>
            <a:spLocks xmlns:a="http://schemas.openxmlformats.org/drawingml/2006/main" noGrp="1"/>
          </p:cNvSpPr>
          <p:nvPr/>
        </p:nvSpPr>
        <p:spPr>
          <a:xfrm xmlns:a="http://schemas.openxmlformats.org/drawingml/2006/main">
            <a:off x="8543925" y="3114675"/>
            <a:ext cx="57150" cy="5715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88" name="">
            <a:extLst xmlns:a="http://schemas.openxmlformats.org/drawingml/2006/main">
              <a:ext uri="{FF2B5EF4-FFF2-40B4-BE49-F238E27FC236}">
                <a16:creationId xmlns:a16="http://schemas.microsoft.com/office/drawing/2014/main" id="{979BCB51-78C4-44B4-8F00-FFE0808FD36B}"/>
              </a:ext>
            </a:extLst>
          </p:cNvPr>
          <p:cNvSpPr>
            <a:spLocks xmlns:a="http://schemas.openxmlformats.org/drawingml/2006/main" noGrp="1"/>
          </p:cNvSpPr>
          <p:nvPr/>
        </p:nvSpPr>
        <p:spPr>
          <a:xfrm xmlns:a="http://schemas.openxmlformats.org/drawingml/2006/main">
            <a:off x="7858125" y="2286000"/>
            <a:ext cx="1428750" cy="9525"/>
          </a:xfrm>
          <a:custGeom xmlns:a="http://schemas.openxmlformats.org/drawingml/2006/main">
            <a:pathLst>
              <a:path w="1428750" h="9525">
                <a:moveTo>
                  <a:pt x="0" y="0"/>
                </a:moveTo>
                <a:lnTo>
                  <a:pt x="1428750" y="0"/>
                </a:lnTo>
              </a:path>
            </a:pathLst>
          </a:custGeom>
          <a:noFill xmlns:a="http://schemas.openxmlformats.org/drawingml/2006/main"/>
          <a:ln xmlns:a="http://schemas.openxmlformats.org/drawingml/2006/main" w="13335">
            <a:solidFill>
              <a:srgbClr val="71818B"/>
            </a:solidFill>
          </a:ln>
        </p:spPr>
      </p:sp>
      <p:sp>
        <p:nvSpPr>
          <p:cNvPr id="89" name="">
            <a:extLst xmlns:a="http://schemas.openxmlformats.org/drawingml/2006/main">
              <a:ext uri="{FF2B5EF4-FFF2-40B4-BE49-F238E27FC236}">
                <a16:creationId xmlns:a16="http://schemas.microsoft.com/office/drawing/2014/main" id="{0ECA4B56-EFFE-4FE7-A084-523335874BF8}"/>
              </a:ext>
            </a:extLst>
          </p:cNvPr>
          <p:cNvSpPr>
            <a:spLocks xmlns:a="http://schemas.openxmlformats.org/drawingml/2006/main" noGrp="1"/>
          </p:cNvSpPr>
          <p:nvPr/>
        </p:nvSpPr>
        <p:spPr>
          <a:xfrm xmlns:a="http://schemas.openxmlformats.org/drawingml/2006/main">
            <a:off x="9220200" y="225799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90" name="">
            <a:extLst xmlns:a="http://schemas.openxmlformats.org/drawingml/2006/main">
              <a:ext uri="{FF2B5EF4-FFF2-40B4-BE49-F238E27FC236}">
                <a16:creationId xmlns:a16="http://schemas.microsoft.com/office/drawing/2014/main" id="{8A711787-169D-477E-9E72-28D6E19D8952}"/>
              </a:ext>
            </a:extLst>
          </p:cNvPr>
          <p:cNvSpPr>
            <a:spLocks xmlns:a="http://schemas.openxmlformats.org/drawingml/2006/main" noGrp="1"/>
          </p:cNvSpPr>
          <p:nvPr/>
        </p:nvSpPr>
        <p:spPr>
          <a:xfrm xmlns:a="http://schemas.openxmlformats.org/drawingml/2006/main">
            <a:off x="7858125" y="2286000"/>
            <a:ext cx="1428750" cy="9525"/>
          </a:xfrm>
          <a:custGeom xmlns:a="http://schemas.openxmlformats.org/drawingml/2006/main">
            <a:pathLst>
              <a:path w="1428750" h="9525">
                <a:moveTo>
                  <a:pt x="1428750" y="0"/>
                </a:moveTo>
                <a:lnTo>
                  <a:pt x="0" y="0"/>
                </a:lnTo>
              </a:path>
            </a:pathLst>
          </a:custGeom>
          <a:noFill xmlns:a="http://schemas.openxmlformats.org/drawingml/2006/main"/>
          <a:ln xmlns:a="http://schemas.openxmlformats.org/drawingml/2006/main" w="13335">
            <a:solidFill>
              <a:srgbClr val="71818B"/>
            </a:solidFill>
          </a:ln>
        </p:spPr>
      </p:sp>
      <p:sp>
        <p:nvSpPr>
          <p:cNvPr id="91" name="">
            <a:extLst xmlns:a="http://schemas.openxmlformats.org/drawingml/2006/main">
              <a:ext uri="{FF2B5EF4-FFF2-40B4-BE49-F238E27FC236}">
                <a16:creationId xmlns:a16="http://schemas.microsoft.com/office/drawing/2014/main" id="{46FE19A5-764C-4F68-993B-F564AEFFF99F}"/>
              </a:ext>
            </a:extLst>
          </p:cNvPr>
          <p:cNvSpPr>
            <a:spLocks xmlns:a="http://schemas.openxmlformats.org/drawingml/2006/main" noGrp="1"/>
          </p:cNvSpPr>
          <p:nvPr/>
        </p:nvSpPr>
        <p:spPr>
          <a:xfrm xmlns:a="http://schemas.openxmlformats.org/drawingml/2006/main">
            <a:off x="7858125" y="225799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92" name="">
            <a:extLst xmlns:a="http://schemas.openxmlformats.org/drawingml/2006/main">
              <a:ext uri="{FF2B5EF4-FFF2-40B4-BE49-F238E27FC236}">
                <a16:creationId xmlns:a16="http://schemas.microsoft.com/office/drawing/2014/main" id="{BD7DA644-4D54-4C33-B476-FFBADCCD1A4F}"/>
              </a:ext>
            </a:extLst>
          </p:cNvPr>
          <p:cNvSpPr>
            <a:spLocks xmlns:a="http://schemas.openxmlformats.org/drawingml/2006/main" noGrp="1"/>
          </p:cNvSpPr>
          <p:nvPr/>
        </p:nvSpPr>
        <p:spPr>
          <a:xfrm xmlns:a="http://schemas.openxmlformats.org/drawingml/2006/main">
            <a:off x="7858125" y="19050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71818B"/>
                </a:solidFill>
                <a:latin typeface="Yu Gothic"/>
                <a:ea typeface="Yu Gothic"/>
                <a:cs typeface="Yu Gothic"/>
              </a:defRPr>
            </a:defPPr>
            <a:lvl1pPr algn="ctr">
              <a:buNone/>
              <a:defRPr sz="1800" b="0">
                <a:solidFill>
                  <a:srgbClr val="71818B"/>
                </a:solidFill>
                <a:latin typeface="Yu Gothic"/>
                <a:ea typeface="Yu Gothic"/>
                <a:cs typeface="Yu Gothic"/>
              </a:defRPr>
            </a:lvl1pPr>
            <a:lvl2pPr algn="ctr">
              <a:buNone/>
              <a:defRPr sz="1800" b="0">
                <a:solidFill>
                  <a:srgbClr val="71818B"/>
                </a:solidFill>
                <a:latin typeface="Yu Gothic"/>
                <a:ea typeface="Yu Gothic"/>
                <a:cs typeface="Yu Gothic"/>
              </a:defRPr>
            </a:lvl2pPr>
            <a:lvl3pPr algn="ctr">
              <a:buNone/>
              <a:defRPr sz="1800" b="0">
                <a:solidFill>
                  <a:srgbClr val="71818B"/>
                </a:solidFill>
                <a:latin typeface="Yu Gothic"/>
                <a:ea typeface="Yu Gothic"/>
                <a:cs typeface="Yu Gothic"/>
              </a:defRPr>
            </a:lvl3pPr>
            <a:lvl4pPr algn="ctr">
              <a:buNone/>
              <a:defRPr sz="1800" b="0">
                <a:solidFill>
                  <a:srgbClr val="71818B"/>
                </a:solidFill>
                <a:latin typeface="Yu Gothic"/>
                <a:ea typeface="Yu Gothic"/>
                <a:cs typeface="Yu Gothic"/>
              </a:defRPr>
            </a:lvl4pPr>
            <a:lvl5pPr algn="ctr">
              <a:buNone/>
              <a:defRPr sz="1800" b="0">
                <a:solidFill>
                  <a:srgbClr val="71818B"/>
                </a:solidFill>
                <a:latin typeface="Yu Gothic"/>
                <a:ea typeface="Yu Gothic"/>
                <a:cs typeface="Yu Gothic"/>
              </a:defRPr>
            </a:lvl5pPr>
            <a:lvl6pPr algn="ctr">
              <a:buNone/>
              <a:defRPr sz="1800" b="0">
                <a:solidFill>
                  <a:srgbClr val="71818B"/>
                </a:solidFill>
                <a:latin typeface="Yu Gothic"/>
                <a:ea typeface="Yu Gothic"/>
                <a:cs typeface="Yu Gothic"/>
              </a:defRPr>
            </a:lvl6pPr>
            <a:lvl7pPr algn="ctr">
              <a:buNone/>
              <a:defRPr sz="1800" b="0">
                <a:solidFill>
                  <a:srgbClr val="71818B"/>
                </a:solidFill>
                <a:latin typeface="Yu Gothic"/>
                <a:ea typeface="Yu Gothic"/>
                <a:cs typeface="Yu Gothic"/>
              </a:defRPr>
            </a:lvl7pPr>
            <a:lvl8pPr algn="ctr">
              <a:buNone/>
              <a:defRPr sz="1800" b="0">
                <a:solidFill>
                  <a:srgbClr val="71818B"/>
                </a:solidFill>
                <a:latin typeface="Yu Gothic"/>
                <a:ea typeface="Yu Gothic"/>
                <a:cs typeface="Yu Gothic"/>
              </a:defRPr>
            </a:lvl8pPr>
            <a:lvl9pPr algn="ctr">
              <a:buNone/>
              <a:defRPr sz="1800" b="0">
                <a:solidFill>
                  <a:srgbClr val="71818B"/>
                </a:solidFill>
                <a:latin typeface="Yu Gothic"/>
                <a:ea typeface="Yu Gothic"/>
                <a:cs typeface="Yu Gothic"/>
              </a:defRPr>
            </a:lvl9pPr>
          </a:lstStyle>
          <a:p xmlns:a="http://schemas.openxmlformats.org/drawingml/2006/main">
            <a:pPr algn="ct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D</a:t>
            </a:r>
          </a:p>
        </p:txBody>
      </p:sp>
      <p:sp>
        <p:nvSpPr>
          <p:cNvPr id="93" name="">
            <a:extLst xmlns:a="http://schemas.openxmlformats.org/drawingml/2006/main">
              <a:ext uri="{FF2B5EF4-FFF2-40B4-BE49-F238E27FC236}">
                <a16:creationId xmlns:a16="http://schemas.microsoft.com/office/drawing/2014/main" id="{56335F2D-D6EC-4E3C-8A5B-3F8AF2A19DFA}"/>
              </a:ext>
            </a:extLst>
          </p:cNvPr>
          <p:cNvSpPr>
            <a:spLocks xmlns:a="http://schemas.openxmlformats.org/drawingml/2006/main" noGrp="1"/>
          </p:cNvSpPr>
          <p:nvPr/>
        </p:nvSpPr>
        <p:spPr>
          <a:xfrm xmlns:a="http://schemas.openxmlformats.org/drawingml/2006/main">
            <a:off x="9525000" y="2667000"/>
            <a:ext cx="9525" cy="952500"/>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14288">
            <a:solidFill>
              <a:srgbClr val="71818B"/>
            </a:solidFill>
          </a:ln>
        </p:spPr>
      </p:sp>
      <p:sp>
        <p:nvSpPr>
          <p:cNvPr id="94" name="">
            <a:extLst xmlns:a="http://schemas.openxmlformats.org/drawingml/2006/main">
              <a:ext uri="{FF2B5EF4-FFF2-40B4-BE49-F238E27FC236}">
                <a16:creationId xmlns:a16="http://schemas.microsoft.com/office/drawing/2014/main" id="{40467785-C5BE-4143-96D9-5EC20B0022C8}"/>
              </a:ext>
            </a:extLst>
          </p:cNvPr>
          <p:cNvSpPr>
            <a:spLocks xmlns:a="http://schemas.openxmlformats.org/drawingml/2006/main" noGrp="1"/>
          </p:cNvSpPr>
          <p:nvPr/>
        </p:nvSpPr>
        <p:spPr>
          <a:xfrm xmlns:a="http://schemas.openxmlformats.org/drawingml/2006/main">
            <a:off x="9496997" y="3552825"/>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95" name="">
            <a:extLst xmlns:a="http://schemas.openxmlformats.org/drawingml/2006/main">
              <a:ext uri="{FF2B5EF4-FFF2-40B4-BE49-F238E27FC236}">
                <a16:creationId xmlns:a16="http://schemas.microsoft.com/office/drawing/2014/main" id="{B3EEFACC-C1F7-41F3-93DD-442CAD773B36}"/>
              </a:ext>
            </a:extLst>
          </p:cNvPr>
          <p:cNvSpPr>
            <a:spLocks xmlns:a="http://schemas.openxmlformats.org/drawingml/2006/main" noGrp="1"/>
          </p:cNvSpPr>
          <p:nvPr/>
        </p:nvSpPr>
        <p:spPr>
          <a:xfrm xmlns:a="http://schemas.openxmlformats.org/drawingml/2006/main">
            <a:off x="9525000" y="2667000"/>
            <a:ext cx="9525" cy="952500"/>
          </a:xfrm>
          <a:custGeom xmlns:a="http://schemas.openxmlformats.org/drawingml/2006/main">
            <a:pathLst>
              <a:path w="9525" h="952500">
                <a:moveTo>
                  <a:pt x="0" y="952500"/>
                </a:moveTo>
                <a:lnTo>
                  <a:pt x="0" y="0"/>
                </a:lnTo>
              </a:path>
            </a:pathLst>
          </a:custGeom>
          <a:noFill xmlns:a="http://schemas.openxmlformats.org/drawingml/2006/main"/>
          <a:ln xmlns:a="http://schemas.openxmlformats.org/drawingml/2006/main" w="14288">
            <a:solidFill>
              <a:srgbClr val="71818B"/>
            </a:solidFill>
          </a:ln>
        </p:spPr>
      </p:sp>
      <p:sp>
        <p:nvSpPr>
          <p:cNvPr id="96" name="">
            <a:extLst xmlns:a="http://schemas.openxmlformats.org/drawingml/2006/main">
              <a:ext uri="{FF2B5EF4-FFF2-40B4-BE49-F238E27FC236}">
                <a16:creationId xmlns:a16="http://schemas.microsoft.com/office/drawing/2014/main" id="{6E3789F7-9DF4-471B-828F-E35E989999C7}"/>
              </a:ext>
            </a:extLst>
          </p:cNvPr>
          <p:cNvSpPr>
            <a:spLocks xmlns:a="http://schemas.openxmlformats.org/drawingml/2006/main" noGrp="1"/>
          </p:cNvSpPr>
          <p:nvPr/>
        </p:nvSpPr>
        <p:spPr>
          <a:xfrm xmlns:a="http://schemas.openxmlformats.org/drawingml/2006/main">
            <a:off x="9496997" y="2667000"/>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97" name="">
            <a:extLst xmlns:a="http://schemas.openxmlformats.org/drawingml/2006/main">
              <a:ext uri="{FF2B5EF4-FFF2-40B4-BE49-F238E27FC236}">
                <a16:creationId xmlns:a16="http://schemas.microsoft.com/office/drawing/2014/main" id="{61DB45B6-C163-43DA-91B2-BD8478BBFA9B}"/>
              </a:ext>
            </a:extLst>
          </p:cNvPr>
          <p:cNvSpPr>
            <a:spLocks xmlns:a="http://schemas.openxmlformats.org/drawingml/2006/main" noGrp="1"/>
          </p:cNvSpPr>
          <p:nvPr/>
        </p:nvSpPr>
        <p:spPr>
          <a:xfrm xmlns:a="http://schemas.openxmlformats.org/drawingml/2006/main">
            <a:off x="9639300" y="247650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d</a:t>
            </a:r>
          </a:p>
        </p:txBody>
      </p:sp>
      <p:sp>
        <p:nvSpPr>
          <p:cNvPr id="98" name="">
            <a:extLst xmlns:a="http://schemas.openxmlformats.org/drawingml/2006/main">
              <a:ext uri="{FF2B5EF4-FFF2-40B4-BE49-F238E27FC236}">
                <a16:creationId xmlns:a16="http://schemas.microsoft.com/office/drawing/2014/main" id="{59903AA9-2016-4198-8CB5-F58B236AFD31}"/>
              </a:ext>
            </a:extLst>
          </p:cNvPr>
          <p:cNvSpPr>
            <a:spLocks xmlns:a="http://schemas.openxmlformats.org/drawingml/2006/main" noGrp="1"/>
          </p:cNvSpPr>
          <p:nvPr/>
        </p:nvSpPr>
        <p:spPr>
          <a:xfrm xmlns:a="http://schemas.openxmlformats.org/drawingml/2006/main">
            <a:off x="6762750" y="4667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I_X = I_Y = π(D⁴−d⁴)/64</a:t>
            </a:r>
          </a:p>
        </p:txBody>
      </p:sp>
      <p:sp>
        <p:nvSpPr>
          <p:cNvPr id="99" name="">
            <a:extLst xmlns:a="http://schemas.openxmlformats.org/drawingml/2006/main">
              <a:ext uri="{FF2B5EF4-FFF2-40B4-BE49-F238E27FC236}">
                <a16:creationId xmlns:a16="http://schemas.microsoft.com/office/drawing/2014/main" id="{E673CF2D-36D9-4507-A6F3-8698F8D711BF}"/>
              </a:ext>
            </a:extLst>
          </p:cNvPr>
          <p:cNvSpPr>
            <a:spLocks xmlns:a="http://schemas.openxmlformats.org/drawingml/2006/main" noGrp="1"/>
          </p:cNvSpPr>
          <p:nvPr/>
        </p:nvSpPr>
        <p:spPr>
          <a:xfrm xmlns:a="http://schemas.openxmlformats.org/drawingml/2006/main">
            <a:off x="6762750" y="52387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D = 30、d = 20 mm</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I_X = I_Y ≈ 31,907 mm⁴</a:t>
            </a:r>
          </a:p>
        </p:txBody>
      </p:sp>
      <p:sp>
        <p:nvSpPr>
          <p:cNvPr id="100" name="">
            <a:extLst xmlns:a="http://schemas.openxmlformats.org/drawingml/2006/main">
              <a:ext uri="{FF2B5EF4-FFF2-40B4-BE49-F238E27FC236}">
                <a16:creationId xmlns:a16="http://schemas.microsoft.com/office/drawing/2014/main" id="{92FB21EA-E108-4702-B430-82BCCFAC3129}"/>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00" b="0">
                <a:solidFill>
                  <a:srgbClr val="71818B"/>
                </a:solidFill>
                <a:latin typeface="Yu Gothic"/>
                <a:ea typeface="Yu Gothic"/>
                <a:cs typeface="Yu Gothic"/>
              </a:defRPr>
            </a:defPPr>
            <a:lvl1pPr>
              <a:buNone/>
              <a:defRPr sz="1500" b="0">
                <a:solidFill>
                  <a:srgbClr val="71818B"/>
                </a:solidFill>
                <a:latin typeface="Yu Gothic"/>
                <a:ea typeface="Yu Gothic"/>
                <a:cs typeface="Yu Gothic"/>
              </a:defRPr>
            </a:lvl1pPr>
            <a:lvl2pPr>
              <a:buNone/>
              <a:defRPr sz="1500" b="0">
                <a:solidFill>
                  <a:srgbClr val="71818B"/>
                </a:solidFill>
                <a:latin typeface="Yu Gothic"/>
                <a:ea typeface="Yu Gothic"/>
                <a:cs typeface="Yu Gothic"/>
              </a:defRPr>
            </a:lvl2pPr>
            <a:lvl3pPr>
              <a:buNone/>
              <a:defRPr sz="1500" b="0">
                <a:solidFill>
                  <a:srgbClr val="71818B"/>
                </a:solidFill>
                <a:latin typeface="Yu Gothic"/>
                <a:ea typeface="Yu Gothic"/>
                <a:cs typeface="Yu Gothic"/>
              </a:defRPr>
            </a:lvl3pPr>
            <a:lvl4pPr>
              <a:buNone/>
              <a:defRPr sz="1500" b="0">
                <a:solidFill>
                  <a:srgbClr val="71818B"/>
                </a:solidFill>
                <a:latin typeface="Yu Gothic"/>
                <a:ea typeface="Yu Gothic"/>
                <a:cs typeface="Yu Gothic"/>
              </a:defRPr>
            </a:lvl4pPr>
            <a:lvl5pPr>
              <a:buNone/>
              <a:defRPr sz="1500" b="0">
                <a:solidFill>
                  <a:srgbClr val="71818B"/>
                </a:solidFill>
                <a:latin typeface="Yu Gothic"/>
                <a:ea typeface="Yu Gothic"/>
                <a:cs typeface="Yu Gothic"/>
              </a:defRPr>
            </a:lvl5pPr>
            <a:lvl6pPr>
              <a:buNone/>
              <a:defRPr sz="1500" b="0">
                <a:solidFill>
                  <a:srgbClr val="71818B"/>
                </a:solidFill>
                <a:latin typeface="Yu Gothic"/>
                <a:ea typeface="Yu Gothic"/>
                <a:cs typeface="Yu Gothic"/>
              </a:defRPr>
            </a:lvl6pPr>
            <a:lvl7pPr>
              <a:buNone/>
              <a:defRPr sz="1500" b="0">
                <a:solidFill>
                  <a:srgbClr val="71818B"/>
                </a:solidFill>
                <a:latin typeface="Yu Gothic"/>
                <a:ea typeface="Yu Gothic"/>
                <a:cs typeface="Yu Gothic"/>
              </a:defRPr>
            </a:lvl7pPr>
            <a:lvl8pPr>
              <a:buNone/>
              <a:defRPr sz="1500" b="0">
                <a:solidFill>
                  <a:srgbClr val="71818B"/>
                </a:solidFill>
                <a:latin typeface="Yu Gothic"/>
                <a:ea typeface="Yu Gothic"/>
                <a:cs typeface="Yu Gothic"/>
              </a:defRPr>
            </a:lvl8pPr>
            <a:lvl9pPr>
              <a:buNone/>
              <a:defRPr sz="1500" b="0">
                <a:solidFill>
                  <a:srgbClr val="71818B"/>
                </a:solidFill>
                <a:latin typeface="Yu Gothic"/>
                <a:ea typeface="Yu Gothic"/>
                <a:cs typeface="Yu Gothic"/>
              </a:defRPr>
            </a:lvl9pPr>
          </a:lstStyle>
          <a:p xmlns:a="http://schemas.openxmlformats.org/drawingml/2006/main">
            <a:pPr>
              <a:buNone/>
              <a:defRPr sz="1500" b="0">
                <a:solidFill>
                  <a:srgbClr val="71818B"/>
                </a:solidFill>
                <a:latin typeface="Yu Gothic"/>
                <a:ea typeface="Yu Gothic"/>
                <a:cs typeface="Yu Gothic"/>
              </a:defRPr>
            </a:pPr>
            <a:r>
              <a:rPr sz="1500" b="0">
                <a:solidFill>
                  <a:srgbClr val="71818B"/>
                </a:solidFill>
                <a:latin typeface="Yu Gothic"/>
                <a:ea typeface="Yu Gothic"/>
                <a:cs typeface="Yu Gothic"/>
              </a:rPr>
              <a:t>Dは直径、dは内径。中心が一致する円から内側を差し引く。[1]の円の式から計算。</a:t>
            </a:r>
          </a:p>
        </p:txBody>
      </p:sp>
    </p:spTree>
    <p:extLst>
      <p:ext uri="{BB962C8B-B14F-4D97-AF65-F5344CB8AC3E}">
        <p14:creationId xmlns:p14="http://schemas.microsoft.com/office/powerpoint/2010/main" val="569220249"/>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154FEDE9-B0D5-4F9E-98E5-62D7B8870FEB}"/>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225" b="1">
                <a:solidFill>
                  <a:srgbClr val="193B59"/>
                </a:solidFill>
                <a:latin typeface="Yu Gothic"/>
                <a:ea typeface="Yu Gothic"/>
                <a:cs typeface="Yu Gothic"/>
              </a:defRPr>
            </a:defPPr>
            <a:lvl1pPr>
              <a:buNone/>
              <a:defRPr sz="3225" b="1">
                <a:solidFill>
                  <a:srgbClr val="193B59"/>
                </a:solidFill>
                <a:latin typeface="Yu Gothic"/>
                <a:ea typeface="Yu Gothic"/>
                <a:cs typeface="Yu Gothic"/>
              </a:defRPr>
            </a:lvl1pPr>
            <a:lvl2pPr>
              <a:buNone/>
              <a:defRPr sz="3225" b="1">
                <a:solidFill>
                  <a:srgbClr val="193B59"/>
                </a:solidFill>
                <a:latin typeface="Yu Gothic"/>
                <a:ea typeface="Yu Gothic"/>
                <a:cs typeface="Yu Gothic"/>
              </a:defRPr>
            </a:lvl2pPr>
            <a:lvl3pPr>
              <a:buNone/>
              <a:defRPr sz="3225" b="1">
                <a:solidFill>
                  <a:srgbClr val="193B59"/>
                </a:solidFill>
                <a:latin typeface="Yu Gothic"/>
                <a:ea typeface="Yu Gothic"/>
                <a:cs typeface="Yu Gothic"/>
              </a:defRPr>
            </a:lvl3pPr>
            <a:lvl4pPr>
              <a:buNone/>
              <a:defRPr sz="3225" b="1">
                <a:solidFill>
                  <a:srgbClr val="193B59"/>
                </a:solidFill>
                <a:latin typeface="Yu Gothic"/>
                <a:ea typeface="Yu Gothic"/>
                <a:cs typeface="Yu Gothic"/>
              </a:defRPr>
            </a:lvl4pPr>
            <a:lvl5pPr>
              <a:buNone/>
              <a:defRPr sz="3225" b="1">
                <a:solidFill>
                  <a:srgbClr val="193B59"/>
                </a:solidFill>
                <a:latin typeface="Yu Gothic"/>
                <a:ea typeface="Yu Gothic"/>
                <a:cs typeface="Yu Gothic"/>
              </a:defRPr>
            </a:lvl5pPr>
            <a:lvl6pPr>
              <a:buNone/>
              <a:defRPr sz="3225" b="1">
                <a:solidFill>
                  <a:srgbClr val="193B59"/>
                </a:solidFill>
                <a:latin typeface="Yu Gothic"/>
                <a:ea typeface="Yu Gothic"/>
                <a:cs typeface="Yu Gothic"/>
              </a:defRPr>
            </a:lvl6pPr>
            <a:lvl7pPr>
              <a:buNone/>
              <a:defRPr sz="3225" b="1">
                <a:solidFill>
                  <a:srgbClr val="193B59"/>
                </a:solidFill>
                <a:latin typeface="Yu Gothic"/>
                <a:ea typeface="Yu Gothic"/>
                <a:cs typeface="Yu Gothic"/>
              </a:defRPr>
            </a:lvl7pPr>
            <a:lvl8pPr>
              <a:buNone/>
              <a:defRPr sz="3225" b="1">
                <a:solidFill>
                  <a:srgbClr val="193B59"/>
                </a:solidFill>
                <a:latin typeface="Yu Gothic"/>
                <a:ea typeface="Yu Gothic"/>
                <a:cs typeface="Yu Gothic"/>
              </a:defRPr>
            </a:lvl8pPr>
            <a:lvl9pPr>
              <a:buNone/>
              <a:defRPr sz="3225" b="1">
                <a:solidFill>
                  <a:srgbClr val="193B59"/>
                </a:solidFill>
                <a:latin typeface="Yu Gothic"/>
                <a:ea typeface="Yu Gothic"/>
                <a:cs typeface="Yu Gothic"/>
              </a:defRPr>
            </a:lvl9pPr>
          </a:lstStyle>
          <a:p xmlns:a="http://schemas.openxmlformats.org/drawingml/2006/main">
            <a:pPr>
              <a:buNone/>
              <a:defRPr sz="3225" b="1">
                <a:solidFill>
                  <a:srgbClr val="193B59"/>
                </a:solidFill>
                <a:latin typeface="Yu Gothic"/>
                <a:ea typeface="Yu Gothic"/>
                <a:cs typeface="Yu Gothic"/>
              </a:defRPr>
            </a:pPr>
            <a:r>
              <a:rPr sz="3225" b="1">
                <a:solidFill>
                  <a:srgbClr val="193B59"/>
                </a:solidFill>
                <a:latin typeface="Yu Gothic"/>
                <a:ea typeface="Yu Gothic"/>
                <a:cs typeface="Yu Gothic"/>
              </a:rPr>
              <a:t>参考（任意） 中空長方形のI</a:t>
            </a:r>
          </a:p>
        </p:txBody>
      </p:sp>
      <p:sp>
        <p:nvSpPr>
          <p:cNvPr id="2" name="">
            <a:extLst xmlns:a="http://schemas.openxmlformats.org/drawingml/2006/main">
              <a:ext uri="{FF2B5EF4-FFF2-40B4-BE49-F238E27FC236}">
                <a16:creationId xmlns:a16="http://schemas.microsoft.com/office/drawing/2014/main" id="{CC3F970A-5C60-4037-BC85-303530A9972C}"/>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4288">
            <a:solidFill>
              <a:srgbClr val="193B59"/>
            </a:solidFill>
          </a:ln>
        </p:spPr>
      </p:sp>
      <p:sp>
        <p:nvSpPr>
          <p:cNvPr id="3" name="">
            <a:extLst xmlns:a="http://schemas.openxmlformats.org/drawingml/2006/main">
              <a:ext uri="{FF2B5EF4-FFF2-40B4-BE49-F238E27FC236}">
                <a16:creationId xmlns:a16="http://schemas.microsoft.com/office/drawing/2014/main" id="{EB666807-C709-4D0A-8E49-1277411CAAE1}"/>
              </a:ext>
            </a:extLst>
          </p:cNvPr>
          <p:cNvSpPr>
            <a:spLocks xmlns:a="http://schemas.openxmlformats.org/drawingml/2006/main" noGrp="1"/>
          </p:cNvSpPr>
          <p:nvPr/>
        </p:nvSpPr>
        <p:spPr>
          <a:xfrm xmlns:a="http://schemas.openxmlformats.org/drawingml/2006/main">
            <a:off x="68580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参考資料（任意）</a:t>
            </a:r>
          </a:p>
        </p:txBody>
      </p:sp>
      <p:sp>
        <p:nvSpPr>
          <p:cNvPr id="4" name="">
            <a:extLst xmlns:a="http://schemas.openxmlformats.org/drawingml/2006/main">
              <a:ext uri="{FF2B5EF4-FFF2-40B4-BE49-F238E27FC236}">
                <a16:creationId xmlns:a16="http://schemas.microsoft.com/office/drawing/2014/main" id="{45C2E053-87C1-41D1-BE91-939883E5B841}"/>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51 / 52</a:t>
            </a:r>
          </a:p>
        </p:txBody>
      </p:sp>
      <p:sp>
        <p:nvSpPr>
          <p:cNvPr id="5" name="">
            <a:extLst xmlns:a="http://schemas.openxmlformats.org/drawingml/2006/main">
              <a:ext uri="{FF2B5EF4-FFF2-40B4-BE49-F238E27FC236}">
                <a16:creationId xmlns:a16="http://schemas.microsoft.com/office/drawing/2014/main" id="{62BFD750-DDF8-44CE-8381-CAE74432B745}"/>
              </a:ext>
            </a:extLst>
          </p:cNvPr>
          <p:cNvSpPr>
            <a:spLocks xmlns:a="http://schemas.openxmlformats.org/drawingml/2006/main" noGrp="1"/>
          </p:cNvSpPr>
          <p:nvPr/>
        </p:nvSpPr>
        <p:spPr>
          <a:xfrm xmlns:a="http://schemas.openxmlformats.org/drawingml/2006/main">
            <a:off x="809625" y="1428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buNone/>
              <a:defRPr sz="1725" b="0">
                <a:solidFill>
                  <a:srgbClr val="263D4D"/>
                </a:solidFill>
                <a:latin typeface="Yu Gothic"/>
                <a:ea typeface="Yu Gothic"/>
                <a:cs typeface="Yu Gothic"/>
              </a:defRPr>
            </a:lvl1pPr>
            <a:lvl2pPr>
              <a:buNone/>
              <a:defRPr sz="1725" b="0">
                <a:solidFill>
                  <a:srgbClr val="263D4D"/>
                </a:solidFill>
                <a:latin typeface="Yu Gothic"/>
                <a:ea typeface="Yu Gothic"/>
                <a:cs typeface="Yu Gothic"/>
              </a:defRPr>
            </a:lvl2pPr>
            <a:lvl3pPr>
              <a:buNone/>
              <a:defRPr sz="1725" b="0">
                <a:solidFill>
                  <a:srgbClr val="263D4D"/>
                </a:solidFill>
                <a:latin typeface="Yu Gothic"/>
                <a:ea typeface="Yu Gothic"/>
                <a:cs typeface="Yu Gothic"/>
              </a:defRPr>
            </a:lvl3pPr>
            <a:lvl4pPr>
              <a:buNone/>
              <a:defRPr sz="1725" b="0">
                <a:solidFill>
                  <a:srgbClr val="263D4D"/>
                </a:solidFill>
                <a:latin typeface="Yu Gothic"/>
                <a:ea typeface="Yu Gothic"/>
                <a:cs typeface="Yu Gothic"/>
              </a:defRPr>
            </a:lvl4pPr>
            <a:lvl5pPr>
              <a:buNone/>
              <a:defRPr sz="1725" b="0">
                <a:solidFill>
                  <a:srgbClr val="263D4D"/>
                </a:solidFill>
                <a:latin typeface="Yu Gothic"/>
                <a:ea typeface="Yu Gothic"/>
                <a:cs typeface="Yu Gothic"/>
              </a:defRPr>
            </a:lvl5pPr>
            <a:lvl6pPr>
              <a:buNone/>
              <a:defRPr sz="1725" b="0">
                <a:solidFill>
                  <a:srgbClr val="263D4D"/>
                </a:solidFill>
                <a:latin typeface="Yu Gothic"/>
                <a:ea typeface="Yu Gothic"/>
                <a:cs typeface="Yu Gothic"/>
              </a:defRPr>
            </a:lvl6pPr>
            <a:lvl7pPr>
              <a:buNone/>
              <a:defRPr sz="1725" b="0">
                <a:solidFill>
                  <a:srgbClr val="263D4D"/>
                </a:solidFill>
                <a:latin typeface="Yu Gothic"/>
                <a:ea typeface="Yu Gothic"/>
                <a:cs typeface="Yu Gothic"/>
              </a:defRPr>
            </a:lvl7pPr>
            <a:lvl8pPr>
              <a:buNone/>
              <a:defRPr sz="1725" b="0">
                <a:solidFill>
                  <a:srgbClr val="263D4D"/>
                </a:solidFill>
                <a:latin typeface="Yu Gothic"/>
                <a:ea typeface="Yu Gothic"/>
                <a:cs typeface="Yu Gothic"/>
              </a:defRPr>
            </a:lvl8pPr>
            <a:lvl9pPr>
              <a:buNone/>
              <a:defRPr sz="1725" b="0">
                <a:solidFill>
                  <a:srgbClr val="263D4D"/>
                </a:solidFill>
                <a:latin typeface="Yu Gothic"/>
                <a:ea typeface="Yu Gothic"/>
                <a:cs typeface="Yu Gothic"/>
              </a:defRPr>
            </a:lvl9pPr>
          </a:lstStyle>
          <a:p xmlns:a="http://schemas.openxmlformats.org/drawingml/2006/main">
            <a:pPr>
              <a:buNone/>
              <a:defRPr sz="1725" b="0">
                <a:solidFill>
                  <a:srgbClr val="263D4D"/>
                </a:solidFill>
                <a:latin typeface="Yu Gothic"/>
                <a:ea typeface="Yu Gothic"/>
                <a:cs typeface="Yu Gothic"/>
              </a:defRPr>
            </a:pPr>
            <a:r>
              <a:rPr sz="1725" b="0">
                <a:solidFill>
                  <a:srgbClr val="263D4D"/>
                </a:solidFill>
                <a:latin typeface="Yu Gothic"/>
                <a:ea typeface="Yu Gothic"/>
                <a:cs typeface="Yu Gothic"/>
              </a:rPr>
              <a:t>X-Xは図心を通る水平軸、Y-Yは図心を通る鉛直軸。 寸法をmmで入れるとIはmm⁴。</a:t>
            </a:r>
          </a:p>
        </p:txBody>
      </p:sp>
      <p:sp>
        <p:nvSpPr>
          <p:cNvPr id="6" name="">
            <a:extLst xmlns:a="http://schemas.openxmlformats.org/drawingml/2006/main">
              <a:ext uri="{FF2B5EF4-FFF2-40B4-BE49-F238E27FC236}">
                <a16:creationId xmlns:a16="http://schemas.microsoft.com/office/drawing/2014/main" id="{E380C45D-CE80-4E1B-B200-1DF4957E7703}"/>
              </a:ext>
            </a:extLst>
          </p:cNvPr>
          <p:cNvSpPr>
            <a:spLocks xmlns:a="http://schemas.openxmlformats.org/drawingml/2006/main" noGrp="1"/>
          </p:cNvSpPr>
          <p:nvPr/>
        </p:nvSpPr>
        <p:spPr>
          <a:xfrm xmlns:a="http://schemas.openxmlformats.org/drawingml/2006/main">
            <a:off x="2286000" y="2333625"/>
            <a:ext cx="1714500" cy="22860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7" name="">
            <a:extLst xmlns:a="http://schemas.openxmlformats.org/drawingml/2006/main">
              <a:ext uri="{FF2B5EF4-FFF2-40B4-BE49-F238E27FC236}">
                <a16:creationId xmlns:a16="http://schemas.microsoft.com/office/drawing/2014/main" id="{504949FC-21C3-4F56-A095-BE175285084C}"/>
              </a:ext>
            </a:extLst>
          </p:cNvPr>
          <p:cNvSpPr>
            <a:spLocks xmlns:a="http://schemas.openxmlformats.org/drawingml/2006/main" noGrp="1"/>
          </p:cNvSpPr>
          <p:nvPr/>
        </p:nvSpPr>
        <p:spPr>
          <a:xfrm xmlns:a="http://schemas.openxmlformats.org/drawingml/2006/main">
            <a:off x="2571750" y="2619375"/>
            <a:ext cx="1143000" cy="1714500"/>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8" name="">
            <a:extLst xmlns:a="http://schemas.openxmlformats.org/drawingml/2006/main">
              <a:ext uri="{FF2B5EF4-FFF2-40B4-BE49-F238E27FC236}">
                <a16:creationId xmlns:a16="http://schemas.microsoft.com/office/drawing/2014/main" id="{1241E595-0F79-4730-AB96-1279E53E754D}"/>
              </a:ext>
            </a:extLst>
          </p:cNvPr>
          <p:cNvSpPr>
            <a:spLocks xmlns:a="http://schemas.openxmlformats.org/drawingml/2006/main" noGrp="1"/>
          </p:cNvSpPr>
          <p:nvPr/>
        </p:nvSpPr>
        <p:spPr>
          <a:xfrm xmlns:a="http://schemas.openxmlformats.org/drawingml/2006/main">
            <a:off x="1905000"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9" name="">
            <a:extLst xmlns:a="http://schemas.openxmlformats.org/drawingml/2006/main">
              <a:ext uri="{FF2B5EF4-FFF2-40B4-BE49-F238E27FC236}">
                <a16:creationId xmlns:a16="http://schemas.microsoft.com/office/drawing/2014/main" id="{1DD7B3E6-FA54-4296-A1A4-7248B65321CD}"/>
              </a:ext>
            </a:extLst>
          </p:cNvPr>
          <p:cNvSpPr>
            <a:spLocks xmlns:a="http://schemas.openxmlformats.org/drawingml/2006/main" noGrp="1"/>
          </p:cNvSpPr>
          <p:nvPr/>
        </p:nvSpPr>
        <p:spPr>
          <a:xfrm xmlns:a="http://schemas.openxmlformats.org/drawingml/2006/main">
            <a:off x="2037849"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0" name="">
            <a:extLst xmlns:a="http://schemas.openxmlformats.org/drawingml/2006/main">
              <a:ext uri="{FF2B5EF4-FFF2-40B4-BE49-F238E27FC236}">
                <a16:creationId xmlns:a16="http://schemas.microsoft.com/office/drawing/2014/main" id="{FC0F28FB-8EB1-4734-9422-C6D916988220}"/>
              </a:ext>
            </a:extLst>
          </p:cNvPr>
          <p:cNvSpPr>
            <a:spLocks xmlns:a="http://schemas.openxmlformats.org/drawingml/2006/main" noGrp="1"/>
          </p:cNvSpPr>
          <p:nvPr/>
        </p:nvSpPr>
        <p:spPr>
          <a:xfrm xmlns:a="http://schemas.openxmlformats.org/drawingml/2006/main">
            <a:off x="2170697"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1" name="">
            <a:extLst xmlns:a="http://schemas.openxmlformats.org/drawingml/2006/main">
              <a:ext uri="{FF2B5EF4-FFF2-40B4-BE49-F238E27FC236}">
                <a16:creationId xmlns:a16="http://schemas.microsoft.com/office/drawing/2014/main" id="{7FDF90E2-1D84-44CF-8245-E8ECB52F1CBB}"/>
              </a:ext>
            </a:extLst>
          </p:cNvPr>
          <p:cNvSpPr>
            <a:spLocks xmlns:a="http://schemas.openxmlformats.org/drawingml/2006/main" noGrp="1"/>
          </p:cNvSpPr>
          <p:nvPr/>
        </p:nvSpPr>
        <p:spPr>
          <a:xfrm xmlns:a="http://schemas.openxmlformats.org/drawingml/2006/main">
            <a:off x="2303546"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2" name="">
            <a:extLst xmlns:a="http://schemas.openxmlformats.org/drawingml/2006/main">
              <a:ext uri="{FF2B5EF4-FFF2-40B4-BE49-F238E27FC236}">
                <a16:creationId xmlns:a16="http://schemas.microsoft.com/office/drawing/2014/main" id="{B6192A71-B739-490A-8213-507A42A7528B}"/>
              </a:ext>
            </a:extLst>
          </p:cNvPr>
          <p:cNvSpPr>
            <a:spLocks xmlns:a="http://schemas.openxmlformats.org/drawingml/2006/main" noGrp="1"/>
          </p:cNvSpPr>
          <p:nvPr/>
        </p:nvSpPr>
        <p:spPr>
          <a:xfrm xmlns:a="http://schemas.openxmlformats.org/drawingml/2006/main">
            <a:off x="2436395"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3" name="">
            <a:extLst xmlns:a="http://schemas.openxmlformats.org/drawingml/2006/main">
              <a:ext uri="{FF2B5EF4-FFF2-40B4-BE49-F238E27FC236}">
                <a16:creationId xmlns:a16="http://schemas.microsoft.com/office/drawing/2014/main" id="{A5CE9DB8-04C6-4E2B-908E-22DA217777D0}"/>
              </a:ext>
            </a:extLst>
          </p:cNvPr>
          <p:cNvSpPr>
            <a:spLocks xmlns:a="http://schemas.openxmlformats.org/drawingml/2006/main" noGrp="1"/>
          </p:cNvSpPr>
          <p:nvPr/>
        </p:nvSpPr>
        <p:spPr>
          <a:xfrm xmlns:a="http://schemas.openxmlformats.org/drawingml/2006/main">
            <a:off x="2569243"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4" name="">
            <a:extLst xmlns:a="http://schemas.openxmlformats.org/drawingml/2006/main">
              <a:ext uri="{FF2B5EF4-FFF2-40B4-BE49-F238E27FC236}">
                <a16:creationId xmlns:a16="http://schemas.microsoft.com/office/drawing/2014/main" id="{0C932442-A882-41F7-81B8-5F9A5AD48FB6}"/>
              </a:ext>
            </a:extLst>
          </p:cNvPr>
          <p:cNvSpPr>
            <a:spLocks xmlns:a="http://schemas.openxmlformats.org/drawingml/2006/main" noGrp="1"/>
          </p:cNvSpPr>
          <p:nvPr/>
        </p:nvSpPr>
        <p:spPr>
          <a:xfrm xmlns:a="http://schemas.openxmlformats.org/drawingml/2006/main">
            <a:off x="2702092"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5" name="">
            <a:extLst xmlns:a="http://schemas.openxmlformats.org/drawingml/2006/main">
              <a:ext uri="{FF2B5EF4-FFF2-40B4-BE49-F238E27FC236}">
                <a16:creationId xmlns:a16="http://schemas.microsoft.com/office/drawing/2014/main" id="{6C3E6FE0-C9CC-4F58-8206-7D0C325C9DFF}"/>
              </a:ext>
            </a:extLst>
          </p:cNvPr>
          <p:cNvSpPr>
            <a:spLocks xmlns:a="http://schemas.openxmlformats.org/drawingml/2006/main" noGrp="1"/>
          </p:cNvSpPr>
          <p:nvPr/>
        </p:nvSpPr>
        <p:spPr>
          <a:xfrm xmlns:a="http://schemas.openxmlformats.org/drawingml/2006/main">
            <a:off x="2834941"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6" name="">
            <a:extLst xmlns:a="http://schemas.openxmlformats.org/drawingml/2006/main">
              <a:ext uri="{FF2B5EF4-FFF2-40B4-BE49-F238E27FC236}">
                <a16:creationId xmlns:a16="http://schemas.microsoft.com/office/drawing/2014/main" id="{2CDCD4C8-824B-4E46-9E4B-EF45FCFCC247}"/>
              </a:ext>
            </a:extLst>
          </p:cNvPr>
          <p:cNvSpPr>
            <a:spLocks xmlns:a="http://schemas.openxmlformats.org/drawingml/2006/main" noGrp="1"/>
          </p:cNvSpPr>
          <p:nvPr/>
        </p:nvSpPr>
        <p:spPr>
          <a:xfrm xmlns:a="http://schemas.openxmlformats.org/drawingml/2006/main">
            <a:off x="2967789"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7" name="">
            <a:extLst xmlns:a="http://schemas.openxmlformats.org/drawingml/2006/main">
              <a:ext uri="{FF2B5EF4-FFF2-40B4-BE49-F238E27FC236}">
                <a16:creationId xmlns:a16="http://schemas.microsoft.com/office/drawing/2014/main" id="{97C2801C-F6F2-47FB-AAC2-6BC638E3D99A}"/>
              </a:ext>
            </a:extLst>
          </p:cNvPr>
          <p:cNvSpPr>
            <a:spLocks xmlns:a="http://schemas.openxmlformats.org/drawingml/2006/main" noGrp="1"/>
          </p:cNvSpPr>
          <p:nvPr/>
        </p:nvSpPr>
        <p:spPr>
          <a:xfrm xmlns:a="http://schemas.openxmlformats.org/drawingml/2006/main">
            <a:off x="3100638"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8" name="">
            <a:extLst xmlns:a="http://schemas.openxmlformats.org/drawingml/2006/main">
              <a:ext uri="{FF2B5EF4-FFF2-40B4-BE49-F238E27FC236}">
                <a16:creationId xmlns:a16="http://schemas.microsoft.com/office/drawing/2014/main" id="{3FD69BA5-788A-4CF7-9597-005F4103E9D8}"/>
              </a:ext>
            </a:extLst>
          </p:cNvPr>
          <p:cNvSpPr>
            <a:spLocks xmlns:a="http://schemas.openxmlformats.org/drawingml/2006/main" noGrp="1"/>
          </p:cNvSpPr>
          <p:nvPr/>
        </p:nvSpPr>
        <p:spPr>
          <a:xfrm xmlns:a="http://schemas.openxmlformats.org/drawingml/2006/main">
            <a:off x="3233487"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9" name="">
            <a:extLst xmlns:a="http://schemas.openxmlformats.org/drawingml/2006/main">
              <a:ext uri="{FF2B5EF4-FFF2-40B4-BE49-F238E27FC236}">
                <a16:creationId xmlns:a16="http://schemas.microsoft.com/office/drawing/2014/main" id="{9C68750C-AA0C-4D93-9C50-19AFBDC7B2C6}"/>
              </a:ext>
            </a:extLst>
          </p:cNvPr>
          <p:cNvSpPr>
            <a:spLocks xmlns:a="http://schemas.openxmlformats.org/drawingml/2006/main" noGrp="1"/>
          </p:cNvSpPr>
          <p:nvPr/>
        </p:nvSpPr>
        <p:spPr>
          <a:xfrm xmlns:a="http://schemas.openxmlformats.org/drawingml/2006/main">
            <a:off x="3366336"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0" name="">
            <a:extLst xmlns:a="http://schemas.openxmlformats.org/drawingml/2006/main">
              <a:ext uri="{FF2B5EF4-FFF2-40B4-BE49-F238E27FC236}">
                <a16:creationId xmlns:a16="http://schemas.microsoft.com/office/drawing/2014/main" id="{7127049C-389B-4244-BB98-DD214F25311B}"/>
              </a:ext>
            </a:extLst>
          </p:cNvPr>
          <p:cNvSpPr>
            <a:spLocks xmlns:a="http://schemas.openxmlformats.org/drawingml/2006/main" noGrp="1"/>
          </p:cNvSpPr>
          <p:nvPr/>
        </p:nvSpPr>
        <p:spPr>
          <a:xfrm xmlns:a="http://schemas.openxmlformats.org/drawingml/2006/main">
            <a:off x="3499184"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1" name="">
            <a:extLst xmlns:a="http://schemas.openxmlformats.org/drawingml/2006/main">
              <a:ext uri="{FF2B5EF4-FFF2-40B4-BE49-F238E27FC236}">
                <a16:creationId xmlns:a16="http://schemas.microsoft.com/office/drawing/2014/main" id="{339FE249-624F-4FB1-800B-B677B6B9CF26}"/>
              </a:ext>
            </a:extLst>
          </p:cNvPr>
          <p:cNvSpPr>
            <a:spLocks xmlns:a="http://schemas.openxmlformats.org/drawingml/2006/main" noGrp="1"/>
          </p:cNvSpPr>
          <p:nvPr/>
        </p:nvSpPr>
        <p:spPr>
          <a:xfrm xmlns:a="http://schemas.openxmlformats.org/drawingml/2006/main">
            <a:off x="3632033"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2" name="">
            <a:extLst xmlns:a="http://schemas.openxmlformats.org/drawingml/2006/main">
              <a:ext uri="{FF2B5EF4-FFF2-40B4-BE49-F238E27FC236}">
                <a16:creationId xmlns:a16="http://schemas.microsoft.com/office/drawing/2014/main" id="{7473EBB3-52C9-43E6-976F-D28254F850A5}"/>
              </a:ext>
            </a:extLst>
          </p:cNvPr>
          <p:cNvSpPr>
            <a:spLocks xmlns:a="http://schemas.openxmlformats.org/drawingml/2006/main" noGrp="1"/>
          </p:cNvSpPr>
          <p:nvPr/>
        </p:nvSpPr>
        <p:spPr>
          <a:xfrm xmlns:a="http://schemas.openxmlformats.org/drawingml/2006/main">
            <a:off x="3764882"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3" name="">
            <a:extLst xmlns:a="http://schemas.openxmlformats.org/drawingml/2006/main">
              <a:ext uri="{FF2B5EF4-FFF2-40B4-BE49-F238E27FC236}">
                <a16:creationId xmlns:a16="http://schemas.microsoft.com/office/drawing/2014/main" id="{8E41877A-F1EA-4C41-A1B0-6D7E85115932}"/>
              </a:ext>
            </a:extLst>
          </p:cNvPr>
          <p:cNvSpPr>
            <a:spLocks xmlns:a="http://schemas.openxmlformats.org/drawingml/2006/main" noGrp="1"/>
          </p:cNvSpPr>
          <p:nvPr/>
        </p:nvSpPr>
        <p:spPr>
          <a:xfrm xmlns:a="http://schemas.openxmlformats.org/drawingml/2006/main">
            <a:off x="3897730"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4" name="">
            <a:extLst xmlns:a="http://schemas.openxmlformats.org/drawingml/2006/main">
              <a:ext uri="{FF2B5EF4-FFF2-40B4-BE49-F238E27FC236}">
                <a16:creationId xmlns:a16="http://schemas.microsoft.com/office/drawing/2014/main" id="{DDA70CE5-3606-423E-BC10-D31B0667E1C3}"/>
              </a:ext>
            </a:extLst>
          </p:cNvPr>
          <p:cNvSpPr>
            <a:spLocks xmlns:a="http://schemas.openxmlformats.org/drawingml/2006/main" noGrp="1"/>
          </p:cNvSpPr>
          <p:nvPr/>
        </p:nvSpPr>
        <p:spPr>
          <a:xfrm xmlns:a="http://schemas.openxmlformats.org/drawingml/2006/main">
            <a:off x="4030579"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5" name="">
            <a:extLst xmlns:a="http://schemas.openxmlformats.org/drawingml/2006/main">
              <a:ext uri="{FF2B5EF4-FFF2-40B4-BE49-F238E27FC236}">
                <a16:creationId xmlns:a16="http://schemas.microsoft.com/office/drawing/2014/main" id="{40016549-1A53-4557-A397-EAD61A415D77}"/>
              </a:ext>
            </a:extLst>
          </p:cNvPr>
          <p:cNvSpPr>
            <a:spLocks xmlns:a="http://schemas.openxmlformats.org/drawingml/2006/main" noGrp="1"/>
          </p:cNvSpPr>
          <p:nvPr/>
        </p:nvSpPr>
        <p:spPr>
          <a:xfrm xmlns:a="http://schemas.openxmlformats.org/drawingml/2006/main">
            <a:off x="4163428"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6" name="">
            <a:extLst xmlns:a="http://schemas.openxmlformats.org/drawingml/2006/main">
              <a:ext uri="{FF2B5EF4-FFF2-40B4-BE49-F238E27FC236}">
                <a16:creationId xmlns:a16="http://schemas.microsoft.com/office/drawing/2014/main" id="{3632E743-7005-4872-AC72-3BAD7BBF693C}"/>
              </a:ext>
            </a:extLst>
          </p:cNvPr>
          <p:cNvSpPr>
            <a:spLocks xmlns:a="http://schemas.openxmlformats.org/drawingml/2006/main" noGrp="1"/>
          </p:cNvSpPr>
          <p:nvPr/>
        </p:nvSpPr>
        <p:spPr>
          <a:xfrm xmlns:a="http://schemas.openxmlformats.org/drawingml/2006/main">
            <a:off x="4296276"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7" name="">
            <a:extLst xmlns:a="http://schemas.openxmlformats.org/drawingml/2006/main">
              <a:ext uri="{FF2B5EF4-FFF2-40B4-BE49-F238E27FC236}">
                <a16:creationId xmlns:a16="http://schemas.microsoft.com/office/drawing/2014/main" id="{084872EE-1A9B-4A06-9D25-CF4A3321094A}"/>
              </a:ext>
            </a:extLst>
          </p:cNvPr>
          <p:cNvSpPr>
            <a:spLocks xmlns:a="http://schemas.openxmlformats.org/drawingml/2006/main" noGrp="1"/>
          </p:cNvSpPr>
          <p:nvPr/>
        </p:nvSpPr>
        <p:spPr>
          <a:xfrm xmlns:a="http://schemas.openxmlformats.org/drawingml/2006/main">
            <a:off x="3143250" y="2095500"/>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28" name="">
            <a:extLst xmlns:a="http://schemas.openxmlformats.org/drawingml/2006/main">
              <a:ext uri="{FF2B5EF4-FFF2-40B4-BE49-F238E27FC236}">
                <a16:creationId xmlns:a16="http://schemas.microsoft.com/office/drawing/2014/main" id="{583FB849-B8FC-4636-AB8B-AC7400056F09}"/>
              </a:ext>
            </a:extLst>
          </p:cNvPr>
          <p:cNvSpPr>
            <a:spLocks xmlns:a="http://schemas.openxmlformats.org/drawingml/2006/main" noGrp="1"/>
          </p:cNvSpPr>
          <p:nvPr/>
        </p:nvSpPr>
        <p:spPr>
          <a:xfrm xmlns:a="http://schemas.openxmlformats.org/drawingml/2006/main">
            <a:off x="3143250" y="2223222"/>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29" name="">
            <a:extLst xmlns:a="http://schemas.openxmlformats.org/drawingml/2006/main">
              <a:ext uri="{FF2B5EF4-FFF2-40B4-BE49-F238E27FC236}">
                <a16:creationId xmlns:a16="http://schemas.microsoft.com/office/drawing/2014/main" id="{D7D81AA9-9CB4-475D-AD8C-7B614061E6CF}"/>
              </a:ext>
            </a:extLst>
          </p:cNvPr>
          <p:cNvSpPr>
            <a:spLocks xmlns:a="http://schemas.openxmlformats.org/drawingml/2006/main" noGrp="1"/>
          </p:cNvSpPr>
          <p:nvPr/>
        </p:nvSpPr>
        <p:spPr>
          <a:xfrm xmlns:a="http://schemas.openxmlformats.org/drawingml/2006/main">
            <a:off x="3143250" y="2350943"/>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0" name="">
            <a:extLst xmlns:a="http://schemas.openxmlformats.org/drawingml/2006/main">
              <a:ext uri="{FF2B5EF4-FFF2-40B4-BE49-F238E27FC236}">
                <a16:creationId xmlns:a16="http://schemas.microsoft.com/office/drawing/2014/main" id="{3C0FD4DF-AD19-4F69-B967-DE8CDA3084CD}"/>
              </a:ext>
            </a:extLst>
          </p:cNvPr>
          <p:cNvSpPr>
            <a:spLocks xmlns:a="http://schemas.openxmlformats.org/drawingml/2006/main" noGrp="1"/>
          </p:cNvSpPr>
          <p:nvPr/>
        </p:nvSpPr>
        <p:spPr>
          <a:xfrm xmlns:a="http://schemas.openxmlformats.org/drawingml/2006/main">
            <a:off x="3143250" y="2478665"/>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1" name="">
            <a:extLst xmlns:a="http://schemas.openxmlformats.org/drawingml/2006/main">
              <a:ext uri="{FF2B5EF4-FFF2-40B4-BE49-F238E27FC236}">
                <a16:creationId xmlns:a16="http://schemas.microsoft.com/office/drawing/2014/main" id="{36000AFE-F7F6-4330-9DFE-062E91857E38}"/>
              </a:ext>
            </a:extLst>
          </p:cNvPr>
          <p:cNvSpPr>
            <a:spLocks xmlns:a="http://schemas.openxmlformats.org/drawingml/2006/main" noGrp="1"/>
          </p:cNvSpPr>
          <p:nvPr/>
        </p:nvSpPr>
        <p:spPr>
          <a:xfrm xmlns:a="http://schemas.openxmlformats.org/drawingml/2006/main">
            <a:off x="3143250" y="2606386"/>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2" name="">
            <a:extLst xmlns:a="http://schemas.openxmlformats.org/drawingml/2006/main">
              <a:ext uri="{FF2B5EF4-FFF2-40B4-BE49-F238E27FC236}">
                <a16:creationId xmlns:a16="http://schemas.microsoft.com/office/drawing/2014/main" id="{CD14E5CD-3F07-48B1-959F-5A171B331F1C}"/>
              </a:ext>
            </a:extLst>
          </p:cNvPr>
          <p:cNvSpPr>
            <a:spLocks xmlns:a="http://schemas.openxmlformats.org/drawingml/2006/main" noGrp="1"/>
          </p:cNvSpPr>
          <p:nvPr/>
        </p:nvSpPr>
        <p:spPr>
          <a:xfrm xmlns:a="http://schemas.openxmlformats.org/drawingml/2006/main">
            <a:off x="3143250" y="2734108"/>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3" name="">
            <a:extLst xmlns:a="http://schemas.openxmlformats.org/drawingml/2006/main">
              <a:ext uri="{FF2B5EF4-FFF2-40B4-BE49-F238E27FC236}">
                <a16:creationId xmlns:a16="http://schemas.microsoft.com/office/drawing/2014/main" id="{EABD3605-02EF-4B54-9FEC-C1FFCFBA5F09}"/>
              </a:ext>
            </a:extLst>
          </p:cNvPr>
          <p:cNvSpPr>
            <a:spLocks xmlns:a="http://schemas.openxmlformats.org/drawingml/2006/main" noGrp="1"/>
          </p:cNvSpPr>
          <p:nvPr/>
        </p:nvSpPr>
        <p:spPr>
          <a:xfrm xmlns:a="http://schemas.openxmlformats.org/drawingml/2006/main">
            <a:off x="3143250" y="2861830"/>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4" name="">
            <a:extLst xmlns:a="http://schemas.openxmlformats.org/drawingml/2006/main">
              <a:ext uri="{FF2B5EF4-FFF2-40B4-BE49-F238E27FC236}">
                <a16:creationId xmlns:a16="http://schemas.microsoft.com/office/drawing/2014/main" id="{5698283C-44E1-48DF-8CAD-D40DAE1CF32D}"/>
              </a:ext>
            </a:extLst>
          </p:cNvPr>
          <p:cNvSpPr>
            <a:spLocks xmlns:a="http://schemas.openxmlformats.org/drawingml/2006/main" noGrp="1"/>
          </p:cNvSpPr>
          <p:nvPr/>
        </p:nvSpPr>
        <p:spPr>
          <a:xfrm xmlns:a="http://schemas.openxmlformats.org/drawingml/2006/main">
            <a:off x="3143250" y="2989551"/>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5" name="">
            <a:extLst xmlns:a="http://schemas.openxmlformats.org/drawingml/2006/main">
              <a:ext uri="{FF2B5EF4-FFF2-40B4-BE49-F238E27FC236}">
                <a16:creationId xmlns:a16="http://schemas.microsoft.com/office/drawing/2014/main" id="{9FF7BC5B-FE51-401B-9F33-2C93289A06DA}"/>
              </a:ext>
            </a:extLst>
          </p:cNvPr>
          <p:cNvSpPr>
            <a:spLocks xmlns:a="http://schemas.openxmlformats.org/drawingml/2006/main" noGrp="1"/>
          </p:cNvSpPr>
          <p:nvPr/>
        </p:nvSpPr>
        <p:spPr>
          <a:xfrm xmlns:a="http://schemas.openxmlformats.org/drawingml/2006/main">
            <a:off x="3143250" y="3117273"/>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6" name="">
            <a:extLst xmlns:a="http://schemas.openxmlformats.org/drawingml/2006/main">
              <a:ext uri="{FF2B5EF4-FFF2-40B4-BE49-F238E27FC236}">
                <a16:creationId xmlns:a16="http://schemas.microsoft.com/office/drawing/2014/main" id="{177A36B6-7A03-424C-8A16-0EE58769FDBF}"/>
              </a:ext>
            </a:extLst>
          </p:cNvPr>
          <p:cNvSpPr>
            <a:spLocks xmlns:a="http://schemas.openxmlformats.org/drawingml/2006/main" noGrp="1"/>
          </p:cNvSpPr>
          <p:nvPr/>
        </p:nvSpPr>
        <p:spPr>
          <a:xfrm xmlns:a="http://schemas.openxmlformats.org/drawingml/2006/main">
            <a:off x="3143250" y="3244994"/>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7" name="">
            <a:extLst xmlns:a="http://schemas.openxmlformats.org/drawingml/2006/main">
              <a:ext uri="{FF2B5EF4-FFF2-40B4-BE49-F238E27FC236}">
                <a16:creationId xmlns:a16="http://schemas.microsoft.com/office/drawing/2014/main" id="{FAC82BF3-402E-4D67-AD2E-5CF9732B47BB}"/>
              </a:ext>
            </a:extLst>
          </p:cNvPr>
          <p:cNvSpPr>
            <a:spLocks xmlns:a="http://schemas.openxmlformats.org/drawingml/2006/main" noGrp="1"/>
          </p:cNvSpPr>
          <p:nvPr/>
        </p:nvSpPr>
        <p:spPr>
          <a:xfrm xmlns:a="http://schemas.openxmlformats.org/drawingml/2006/main">
            <a:off x="3143250" y="3372716"/>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8" name="">
            <a:extLst xmlns:a="http://schemas.openxmlformats.org/drawingml/2006/main">
              <a:ext uri="{FF2B5EF4-FFF2-40B4-BE49-F238E27FC236}">
                <a16:creationId xmlns:a16="http://schemas.microsoft.com/office/drawing/2014/main" id="{9AF5C8BE-AAC6-43EA-888C-27472597B8A0}"/>
              </a:ext>
            </a:extLst>
          </p:cNvPr>
          <p:cNvSpPr>
            <a:spLocks xmlns:a="http://schemas.openxmlformats.org/drawingml/2006/main" noGrp="1"/>
          </p:cNvSpPr>
          <p:nvPr/>
        </p:nvSpPr>
        <p:spPr>
          <a:xfrm xmlns:a="http://schemas.openxmlformats.org/drawingml/2006/main">
            <a:off x="3143250" y="3500438"/>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9" name="">
            <a:extLst xmlns:a="http://schemas.openxmlformats.org/drawingml/2006/main">
              <a:ext uri="{FF2B5EF4-FFF2-40B4-BE49-F238E27FC236}">
                <a16:creationId xmlns:a16="http://schemas.microsoft.com/office/drawing/2014/main" id="{9951D150-3199-4582-BE9D-8335E61EF69B}"/>
              </a:ext>
            </a:extLst>
          </p:cNvPr>
          <p:cNvSpPr>
            <a:spLocks xmlns:a="http://schemas.openxmlformats.org/drawingml/2006/main" noGrp="1"/>
          </p:cNvSpPr>
          <p:nvPr/>
        </p:nvSpPr>
        <p:spPr>
          <a:xfrm xmlns:a="http://schemas.openxmlformats.org/drawingml/2006/main">
            <a:off x="3143250" y="3628159"/>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0" name="">
            <a:extLst xmlns:a="http://schemas.openxmlformats.org/drawingml/2006/main">
              <a:ext uri="{FF2B5EF4-FFF2-40B4-BE49-F238E27FC236}">
                <a16:creationId xmlns:a16="http://schemas.microsoft.com/office/drawing/2014/main" id="{EE64D5E9-2B26-45D6-8D9C-9C04CCA03849}"/>
              </a:ext>
            </a:extLst>
          </p:cNvPr>
          <p:cNvSpPr>
            <a:spLocks xmlns:a="http://schemas.openxmlformats.org/drawingml/2006/main" noGrp="1"/>
          </p:cNvSpPr>
          <p:nvPr/>
        </p:nvSpPr>
        <p:spPr>
          <a:xfrm xmlns:a="http://schemas.openxmlformats.org/drawingml/2006/main">
            <a:off x="3143250" y="3755881"/>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1" name="">
            <a:extLst xmlns:a="http://schemas.openxmlformats.org/drawingml/2006/main">
              <a:ext uri="{FF2B5EF4-FFF2-40B4-BE49-F238E27FC236}">
                <a16:creationId xmlns:a16="http://schemas.microsoft.com/office/drawing/2014/main" id="{07983483-E4AB-4D49-A60B-B6E5FA961025}"/>
              </a:ext>
            </a:extLst>
          </p:cNvPr>
          <p:cNvSpPr>
            <a:spLocks xmlns:a="http://schemas.openxmlformats.org/drawingml/2006/main" noGrp="1"/>
          </p:cNvSpPr>
          <p:nvPr/>
        </p:nvSpPr>
        <p:spPr>
          <a:xfrm xmlns:a="http://schemas.openxmlformats.org/drawingml/2006/main">
            <a:off x="3143250" y="3883602"/>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2" name="">
            <a:extLst xmlns:a="http://schemas.openxmlformats.org/drawingml/2006/main">
              <a:ext uri="{FF2B5EF4-FFF2-40B4-BE49-F238E27FC236}">
                <a16:creationId xmlns:a16="http://schemas.microsoft.com/office/drawing/2014/main" id="{FCA0B305-F806-4285-932E-40B9A430F7CD}"/>
              </a:ext>
            </a:extLst>
          </p:cNvPr>
          <p:cNvSpPr>
            <a:spLocks xmlns:a="http://schemas.openxmlformats.org/drawingml/2006/main" noGrp="1"/>
          </p:cNvSpPr>
          <p:nvPr/>
        </p:nvSpPr>
        <p:spPr>
          <a:xfrm xmlns:a="http://schemas.openxmlformats.org/drawingml/2006/main">
            <a:off x="3143250" y="4011324"/>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3" name="">
            <a:extLst xmlns:a="http://schemas.openxmlformats.org/drawingml/2006/main">
              <a:ext uri="{FF2B5EF4-FFF2-40B4-BE49-F238E27FC236}">
                <a16:creationId xmlns:a16="http://schemas.microsoft.com/office/drawing/2014/main" id="{799B3DBC-7C5E-4428-8FAA-73FE253F0F3E}"/>
              </a:ext>
            </a:extLst>
          </p:cNvPr>
          <p:cNvSpPr>
            <a:spLocks xmlns:a="http://schemas.openxmlformats.org/drawingml/2006/main" noGrp="1"/>
          </p:cNvSpPr>
          <p:nvPr/>
        </p:nvSpPr>
        <p:spPr>
          <a:xfrm xmlns:a="http://schemas.openxmlformats.org/drawingml/2006/main">
            <a:off x="3143250" y="4139045"/>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4" name="">
            <a:extLst xmlns:a="http://schemas.openxmlformats.org/drawingml/2006/main">
              <a:ext uri="{FF2B5EF4-FFF2-40B4-BE49-F238E27FC236}">
                <a16:creationId xmlns:a16="http://schemas.microsoft.com/office/drawing/2014/main" id="{2D048B4B-BDC9-4CBC-A213-B3AA8DFF6D6B}"/>
              </a:ext>
            </a:extLst>
          </p:cNvPr>
          <p:cNvSpPr>
            <a:spLocks xmlns:a="http://schemas.openxmlformats.org/drawingml/2006/main" noGrp="1"/>
          </p:cNvSpPr>
          <p:nvPr/>
        </p:nvSpPr>
        <p:spPr>
          <a:xfrm xmlns:a="http://schemas.openxmlformats.org/drawingml/2006/main">
            <a:off x="3143250" y="4266767"/>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5" name="">
            <a:extLst xmlns:a="http://schemas.openxmlformats.org/drawingml/2006/main">
              <a:ext uri="{FF2B5EF4-FFF2-40B4-BE49-F238E27FC236}">
                <a16:creationId xmlns:a16="http://schemas.microsoft.com/office/drawing/2014/main" id="{1EDCC957-39FD-4AED-BFFC-293C26144C3A}"/>
              </a:ext>
            </a:extLst>
          </p:cNvPr>
          <p:cNvSpPr>
            <a:spLocks xmlns:a="http://schemas.openxmlformats.org/drawingml/2006/main" noGrp="1"/>
          </p:cNvSpPr>
          <p:nvPr/>
        </p:nvSpPr>
        <p:spPr>
          <a:xfrm xmlns:a="http://schemas.openxmlformats.org/drawingml/2006/main">
            <a:off x="3143250" y="4394489"/>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6" name="">
            <a:extLst xmlns:a="http://schemas.openxmlformats.org/drawingml/2006/main">
              <a:ext uri="{FF2B5EF4-FFF2-40B4-BE49-F238E27FC236}">
                <a16:creationId xmlns:a16="http://schemas.microsoft.com/office/drawing/2014/main" id="{2A0B6FA7-18B1-4903-AEB1-949EDB07D9A9}"/>
              </a:ext>
            </a:extLst>
          </p:cNvPr>
          <p:cNvSpPr>
            <a:spLocks xmlns:a="http://schemas.openxmlformats.org/drawingml/2006/main" noGrp="1"/>
          </p:cNvSpPr>
          <p:nvPr/>
        </p:nvSpPr>
        <p:spPr>
          <a:xfrm xmlns:a="http://schemas.openxmlformats.org/drawingml/2006/main">
            <a:off x="3143250" y="4522210"/>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7" name="">
            <a:extLst xmlns:a="http://schemas.openxmlformats.org/drawingml/2006/main">
              <a:ext uri="{FF2B5EF4-FFF2-40B4-BE49-F238E27FC236}">
                <a16:creationId xmlns:a16="http://schemas.microsoft.com/office/drawing/2014/main" id="{838A566F-6C7C-409B-9676-9E3EE266683F}"/>
              </a:ext>
            </a:extLst>
          </p:cNvPr>
          <p:cNvSpPr>
            <a:spLocks xmlns:a="http://schemas.openxmlformats.org/drawingml/2006/main" noGrp="1"/>
          </p:cNvSpPr>
          <p:nvPr/>
        </p:nvSpPr>
        <p:spPr>
          <a:xfrm xmlns:a="http://schemas.openxmlformats.org/drawingml/2006/main">
            <a:off x="3143250" y="4649932"/>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8" name="">
            <a:extLst xmlns:a="http://schemas.openxmlformats.org/drawingml/2006/main">
              <a:ext uri="{FF2B5EF4-FFF2-40B4-BE49-F238E27FC236}">
                <a16:creationId xmlns:a16="http://schemas.microsoft.com/office/drawing/2014/main" id="{C7FF3236-3377-4DA2-9375-A94BB7DA194A}"/>
              </a:ext>
            </a:extLst>
          </p:cNvPr>
          <p:cNvSpPr>
            <a:spLocks xmlns:a="http://schemas.openxmlformats.org/drawingml/2006/main" noGrp="1"/>
          </p:cNvSpPr>
          <p:nvPr/>
        </p:nvSpPr>
        <p:spPr>
          <a:xfrm xmlns:a="http://schemas.openxmlformats.org/drawingml/2006/main">
            <a:off x="3143250" y="4777653"/>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9" name="">
            <a:extLst xmlns:a="http://schemas.openxmlformats.org/drawingml/2006/main">
              <a:ext uri="{FF2B5EF4-FFF2-40B4-BE49-F238E27FC236}">
                <a16:creationId xmlns:a16="http://schemas.microsoft.com/office/drawing/2014/main" id="{DFA962BF-5670-4E57-B480-D3148D8B646E}"/>
              </a:ext>
            </a:extLst>
          </p:cNvPr>
          <p:cNvSpPr>
            <a:spLocks xmlns:a="http://schemas.openxmlformats.org/drawingml/2006/main" noGrp="1"/>
          </p:cNvSpPr>
          <p:nvPr/>
        </p:nvSpPr>
        <p:spPr>
          <a:xfrm xmlns:a="http://schemas.openxmlformats.org/drawingml/2006/main">
            <a:off x="4476750" y="3286125"/>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X-X</a:t>
            </a:r>
          </a:p>
        </p:txBody>
      </p:sp>
      <p:sp>
        <p:nvSpPr>
          <p:cNvPr id="50" name="">
            <a:extLst xmlns:a="http://schemas.openxmlformats.org/drawingml/2006/main">
              <a:ext uri="{FF2B5EF4-FFF2-40B4-BE49-F238E27FC236}">
                <a16:creationId xmlns:a16="http://schemas.microsoft.com/office/drawing/2014/main" id="{D1AFFC03-6EC1-459C-90F6-6E882972ABE6}"/>
              </a:ext>
            </a:extLst>
          </p:cNvPr>
          <p:cNvSpPr>
            <a:spLocks xmlns:a="http://schemas.openxmlformats.org/drawingml/2006/main" noGrp="1"/>
          </p:cNvSpPr>
          <p:nvPr/>
        </p:nvSpPr>
        <p:spPr>
          <a:xfrm xmlns:a="http://schemas.openxmlformats.org/drawingml/2006/main">
            <a:off x="2428875" y="468630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Y-Y</a:t>
            </a:r>
          </a:p>
        </p:txBody>
      </p:sp>
      <p:sp>
        <p:nvSpPr>
          <p:cNvPr id="51" name="">
            <a:extLst xmlns:a="http://schemas.openxmlformats.org/drawingml/2006/main">
              <a:ext uri="{FF2B5EF4-FFF2-40B4-BE49-F238E27FC236}">
                <a16:creationId xmlns:a16="http://schemas.microsoft.com/office/drawing/2014/main" id="{7B5C0FC4-A955-4C58-8A6C-367305051487}"/>
              </a:ext>
            </a:extLst>
          </p:cNvPr>
          <p:cNvSpPr>
            <a:spLocks xmlns:a="http://schemas.openxmlformats.org/drawingml/2006/main" noGrp="1"/>
          </p:cNvSpPr>
          <p:nvPr/>
        </p:nvSpPr>
        <p:spPr>
          <a:xfrm xmlns:a="http://schemas.openxmlformats.org/drawingml/2006/main">
            <a:off x="3114675" y="3448050"/>
            <a:ext cx="57150" cy="5715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52" name="">
            <a:extLst xmlns:a="http://schemas.openxmlformats.org/drawingml/2006/main">
              <a:ext uri="{FF2B5EF4-FFF2-40B4-BE49-F238E27FC236}">
                <a16:creationId xmlns:a16="http://schemas.microsoft.com/office/drawing/2014/main" id="{75B3077C-A619-4B76-BA2D-1DB34079311B}"/>
              </a:ext>
            </a:extLst>
          </p:cNvPr>
          <p:cNvSpPr>
            <a:spLocks xmlns:a="http://schemas.openxmlformats.org/drawingml/2006/main" noGrp="1"/>
          </p:cNvSpPr>
          <p:nvPr/>
        </p:nvSpPr>
        <p:spPr>
          <a:xfrm xmlns:a="http://schemas.openxmlformats.org/drawingml/2006/main">
            <a:off x="2286000" y="2190750"/>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13335">
            <a:solidFill>
              <a:srgbClr val="71818B"/>
            </a:solidFill>
          </a:ln>
        </p:spPr>
      </p:sp>
      <p:sp>
        <p:nvSpPr>
          <p:cNvPr id="53" name="">
            <a:extLst xmlns:a="http://schemas.openxmlformats.org/drawingml/2006/main">
              <a:ext uri="{FF2B5EF4-FFF2-40B4-BE49-F238E27FC236}">
                <a16:creationId xmlns:a16="http://schemas.microsoft.com/office/drawing/2014/main" id="{5CE9583A-F984-4512-93C0-442BAD571472}"/>
              </a:ext>
            </a:extLst>
          </p:cNvPr>
          <p:cNvSpPr>
            <a:spLocks xmlns:a="http://schemas.openxmlformats.org/drawingml/2006/main" noGrp="1"/>
          </p:cNvSpPr>
          <p:nvPr/>
        </p:nvSpPr>
        <p:spPr>
          <a:xfrm xmlns:a="http://schemas.openxmlformats.org/drawingml/2006/main">
            <a:off x="3933825" y="21627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54" name="">
            <a:extLst xmlns:a="http://schemas.openxmlformats.org/drawingml/2006/main">
              <a:ext uri="{FF2B5EF4-FFF2-40B4-BE49-F238E27FC236}">
                <a16:creationId xmlns:a16="http://schemas.microsoft.com/office/drawing/2014/main" id="{22DD680C-B529-4A63-BA5F-F3611C4D9B3D}"/>
              </a:ext>
            </a:extLst>
          </p:cNvPr>
          <p:cNvSpPr>
            <a:spLocks xmlns:a="http://schemas.openxmlformats.org/drawingml/2006/main" noGrp="1"/>
          </p:cNvSpPr>
          <p:nvPr/>
        </p:nvSpPr>
        <p:spPr>
          <a:xfrm xmlns:a="http://schemas.openxmlformats.org/drawingml/2006/main">
            <a:off x="2286000" y="2190750"/>
            <a:ext cx="1714500" cy="9525"/>
          </a:xfrm>
          <a:custGeom xmlns:a="http://schemas.openxmlformats.org/drawingml/2006/main">
            <a:pathLst>
              <a:path w="1714500" h="9525">
                <a:moveTo>
                  <a:pt x="1714500" y="0"/>
                </a:moveTo>
                <a:lnTo>
                  <a:pt x="0" y="0"/>
                </a:lnTo>
              </a:path>
            </a:pathLst>
          </a:custGeom>
          <a:noFill xmlns:a="http://schemas.openxmlformats.org/drawingml/2006/main"/>
          <a:ln xmlns:a="http://schemas.openxmlformats.org/drawingml/2006/main" w="13335">
            <a:solidFill>
              <a:srgbClr val="71818B"/>
            </a:solidFill>
          </a:ln>
        </p:spPr>
      </p:sp>
      <p:sp>
        <p:nvSpPr>
          <p:cNvPr id="55" name="">
            <a:extLst xmlns:a="http://schemas.openxmlformats.org/drawingml/2006/main">
              <a:ext uri="{FF2B5EF4-FFF2-40B4-BE49-F238E27FC236}">
                <a16:creationId xmlns:a16="http://schemas.microsoft.com/office/drawing/2014/main" id="{04F7FFA7-F455-4482-B7F8-B4EAF9626847}"/>
              </a:ext>
            </a:extLst>
          </p:cNvPr>
          <p:cNvSpPr>
            <a:spLocks xmlns:a="http://schemas.openxmlformats.org/drawingml/2006/main" noGrp="1"/>
          </p:cNvSpPr>
          <p:nvPr/>
        </p:nvSpPr>
        <p:spPr>
          <a:xfrm xmlns:a="http://schemas.openxmlformats.org/drawingml/2006/main">
            <a:off x="2286000" y="21627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56" name="">
            <a:extLst xmlns:a="http://schemas.openxmlformats.org/drawingml/2006/main">
              <a:ext uri="{FF2B5EF4-FFF2-40B4-BE49-F238E27FC236}">
                <a16:creationId xmlns:a16="http://schemas.microsoft.com/office/drawing/2014/main" id="{89D6F756-9FA5-4325-9822-8E06D9B0C23D}"/>
              </a:ext>
            </a:extLst>
          </p:cNvPr>
          <p:cNvSpPr>
            <a:spLocks xmlns:a="http://schemas.openxmlformats.org/drawingml/2006/main" noGrp="1"/>
          </p:cNvSpPr>
          <p:nvPr/>
        </p:nvSpPr>
        <p:spPr>
          <a:xfrm xmlns:a="http://schemas.openxmlformats.org/drawingml/2006/main">
            <a:off x="2286000" y="18097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71818B"/>
                </a:solidFill>
                <a:latin typeface="Yu Gothic"/>
                <a:ea typeface="Yu Gothic"/>
                <a:cs typeface="Yu Gothic"/>
              </a:defRPr>
            </a:defPPr>
            <a:lvl1pPr algn="ctr">
              <a:buNone/>
              <a:defRPr sz="1800" b="0">
                <a:solidFill>
                  <a:srgbClr val="71818B"/>
                </a:solidFill>
                <a:latin typeface="Yu Gothic"/>
                <a:ea typeface="Yu Gothic"/>
                <a:cs typeface="Yu Gothic"/>
              </a:defRPr>
            </a:lvl1pPr>
            <a:lvl2pPr algn="ctr">
              <a:buNone/>
              <a:defRPr sz="1800" b="0">
                <a:solidFill>
                  <a:srgbClr val="71818B"/>
                </a:solidFill>
                <a:latin typeface="Yu Gothic"/>
                <a:ea typeface="Yu Gothic"/>
                <a:cs typeface="Yu Gothic"/>
              </a:defRPr>
            </a:lvl2pPr>
            <a:lvl3pPr algn="ctr">
              <a:buNone/>
              <a:defRPr sz="1800" b="0">
                <a:solidFill>
                  <a:srgbClr val="71818B"/>
                </a:solidFill>
                <a:latin typeface="Yu Gothic"/>
                <a:ea typeface="Yu Gothic"/>
                <a:cs typeface="Yu Gothic"/>
              </a:defRPr>
            </a:lvl3pPr>
            <a:lvl4pPr algn="ctr">
              <a:buNone/>
              <a:defRPr sz="1800" b="0">
                <a:solidFill>
                  <a:srgbClr val="71818B"/>
                </a:solidFill>
                <a:latin typeface="Yu Gothic"/>
                <a:ea typeface="Yu Gothic"/>
                <a:cs typeface="Yu Gothic"/>
              </a:defRPr>
            </a:lvl4pPr>
            <a:lvl5pPr algn="ctr">
              <a:buNone/>
              <a:defRPr sz="1800" b="0">
                <a:solidFill>
                  <a:srgbClr val="71818B"/>
                </a:solidFill>
                <a:latin typeface="Yu Gothic"/>
                <a:ea typeface="Yu Gothic"/>
                <a:cs typeface="Yu Gothic"/>
              </a:defRPr>
            </a:lvl5pPr>
            <a:lvl6pPr algn="ctr">
              <a:buNone/>
              <a:defRPr sz="1800" b="0">
                <a:solidFill>
                  <a:srgbClr val="71818B"/>
                </a:solidFill>
                <a:latin typeface="Yu Gothic"/>
                <a:ea typeface="Yu Gothic"/>
                <a:cs typeface="Yu Gothic"/>
              </a:defRPr>
            </a:lvl6pPr>
            <a:lvl7pPr algn="ctr">
              <a:buNone/>
              <a:defRPr sz="1800" b="0">
                <a:solidFill>
                  <a:srgbClr val="71818B"/>
                </a:solidFill>
                <a:latin typeface="Yu Gothic"/>
                <a:ea typeface="Yu Gothic"/>
                <a:cs typeface="Yu Gothic"/>
              </a:defRPr>
            </a:lvl7pPr>
            <a:lvl8pPr algn="ctr">
              <a:buNone/>
              <a:defRPr sz="1800" b="0">
                <a:solidFill>
                  <a:srgbClr val="71818B"/>
                </a:solidFill>
                <a:latin typeface="Yu Gothic"/>
                <a:ea typeface="Yu Gothic"/>
                <a:cs typeface="Yu Gothic"/>
              </a:defRPr>
            </a:lvl8pPr>
            <a:lvl9pPr algn="ctr">
              <a:buNone/>
              <a:defRPr sz="1800" b="0">
                <a:solidFill>
                  <a:srgbClr val="71818B"/>
                </a:solidFill>
                <a:latin typeface="Yu Gothic"/>
                <a:ea typeface="Yu Gothic"/>
                <a:cs typeface="Yu Gothic"/>
              </a:defRPr>
            </a:lvl9pPr>
          </a:lstStyle>
          <a:p xmlns:a="http://schemas.openxmlformats.org/drawingml/2006/main">
            <a:pPr algn="ct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B</a:t>
            </a:r>
          </a:p>
        </p:txBody>
      </p:sp>
      <p:sp>
        <p:nvSpPr>
          <p:cNvPr id="57" name="">
            <a:extLst xmlns:a="http://schemas.openxmlformats.org/drawingml/2006/main">
              <a:ext uri="{FF2B5EF4-FFF2-40B4-BE49-F238E27FC236}">
                <a16:creationId xmlns:a16="http://schemas.microsoft.com/office/drawing/2014/main" id="{9D41375B-F52F-4C6C-9760-68BBF2301F56}"/>
              </a:ext>
            </a:extLst>
          </p:cNvPr>
          <p:cNvSpPr>
            <a:spLocks xmlns:a="http://schemas.openxmlformats.org/drawingml/2006/main" noGrp="1"/>
          </p:cNvSpPr>
          <p:nvPr/>
        </p:nvSpPr>
        <p:spPr>
          <a:xfrm xmlns:a="http://schemas.openxmlformats.org/drawingml/2006/main">
            <a:off x="1428750" y="2333625"/>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4288">
            <a:solidFill>
              <a:srgbClr val="71818B"/>
            </a:solidFill>
          </a:ln>
        </p:spPr>
      </p:sp>
      <p:sp>
        <p:nvSpPr>
          <p:cNvPr id="58" name="">
            <a:extLst xmlns:a="http://schemas.openxmlformats.org/drawingml/2006/main">
              <a:ext uri="{FF2B5EF4-FFF2-40B4-BE49-F238E27FC236}">
                <a16:creationId xmlns:a16="http://schemas.microsoft.com/office/drawing/2014/main" id="{D4882D7E-2A59-4646-B171-EB53EC64EA3B}"/>
              </a:ext>
            </a:extLst>
          </p:cNvPr>
          <p:cNvSpPr>
            <a:spLocks xmlns:a="http://schemas.openxmlformats.org/drawingml/2006/main" noGrp="1"/>
          </p:cNvSpPr>
          <p:nvPr/>
        </p:nvSpPr>
        <p:spPr>
          <a:xfrm xmlns:a="http://schemas.openxmlformats.org/drawingml/2006/main">
            <a:off x="1400747" y="455295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59" name="">
            <a:extLst xmlns:a="http://schemas.openxmlformats.org/drawingml/2006/main">
              <a:ext uri="{FF2B5EF4-FFF2-40B4-BE49-F238E27FC236}">
                <a16:creationId xmlns:a16="http://schemas.microsoft.com/office/drawing/2014/main" id="{B9D438AD-6518-493A-9EC4-B0C6795118AA}"/>
              </a:ext>
            </a:extLst>
          </p:cNvPr>
          <p:cNvSpPr>
            <a:spLocks xmlns:a="http://schemas.openxmlformats.org/drawingml/2006/main" noGrp="1"/>
          </p:cNvSpPr>
          <p:nvPr/>
        </p:nvSpPr>
        <p:spPr>
          <a:xfrm xmlns:a="http://schemas.openxmlformats.org/drawingml/2006/main">
            <a:off x="1428750" y="2333625"/>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14288">
            <a:solidFill>
              <a:srgbClr val="71818B"/>
            </a:solidFill>
          </a:ln>
        </p:spPr>
      </p:sp>
      <p:sp>
        <p:nvSpPr>
          <p:cNvPr id="60" name="">
            <a:extLst xmlns:a="http://schemas.openxmlformats.org/drawingml/2006/main">
              <a:ext uri="{FF2B5EF4-FFF2-40B4-BE49-F238E27FC236}">
                <a16:creationId xmlns:a16="http://schemas.microsoft.com/office/drawing/2014/main" id="{FDCFBCC0-7E96-47D5-AF70-DCE02F5F9BF6}"/>
              </a:ext>
            </a:extLst>
          </p:cNvPr>
          <p:cNvSpPr>
            <a:spLocks xmlns:a="http://schemas.openxmlformats.org/drawingml/2006/main" noGrp="1"/>
          </p:cNvSpPr>
          <p:nvPr/>
        </p:nvSpPr>
        <p:spPr>
          <a:xfrm xmlns:a="http://schemas.openxmlformats.org/drawingml/2006/main">
            <a:off x="1400747" y="233362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61" name="">
            <a:extLst xmlns:a="http://schemas.openxmlformats.org/drawingml/2006/main">
              <a:ext uri="{FF2B5EF4-FFF2-40B4-BE49-F238E27FC236}">
                <a16:creationId xmlns:a16="http://schemas.microsoft.com/office/drawing/2014/main" id="{A638F262-D982-4B1B-9E13-38045A9DD619}"/>
              </a:ext>
            </a:extLst>
          </p:cNvPr>
          <p:cNvSpPr>
            <a:spLocks xmlns:a="http://schemas.openxmlformats.org/drawingml/2006/main" noGrp="1"/>
          </p:cNvSpPr>
          <p:nvPr/>
        </p:nvSpPr>
        <p:spPr>
          <a:xfrm xmlns:a="http://schemas.openxmlformats.org/drawingml/2006/main">
            <a:off x="1543050" y="32766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H</a:t>
            </a:r>
          </a:p>
        </p:txBody>
      </p:sp>
      <p:sp>
        <p:nvSpPr>
          <p:cNvPr id="62" name="">
            <a:extLst xmlns:a="http://schemas.openxmlformats.org/drawingml/2006/main">
              <a:ext uri="{FF2B5EF4-FFF2-40B4-BE49-F238E27FC236}">
                <a16:creationId xmlns:a16="http://schemas.microsoft.com/office/drawing/2014/main" id="{59850829-F879-4D97-9A08-B901A1D81BF3}"/>
              </a:ext>
            </a:extLst>
          </p:cNvPr>
          <p:cNvSpPr>
            <a:spLocks xmlns:a="http://schemas.openxmlformats.org/drawingml/2006/main" noGrp="1"/>
          </p:cNvSpPr>
          <p:nvPr/>
        </p:nvSpPr>
        <p:spPr>
          <a:xfrm xmlns:a="http://schemas.openxmlformats.org/drawingml/2006/main">
            <a:off x="2571750" y="519112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13335">
            <a:solidFill>
              <a:srgbClr val="71818B"/>
            </a:solidFill>
          </a:ln>
        </p:spPr>
      </p:sp>
      <p:sp>
        <p:nvSpPr>
          <p:cNvPr id="63" name="">
            <a:extLst xmlns:a="http://schemas.openxmlformats.org/drawingml/2006/main">
              <a:ext uri="{FF2B5EF4-FFF2-40B4-BE49-F238E27FC236}">
                <a16:creationId xmlns:a16="http://schemas.microsoft.com/office/drawing/2014/main" id="{D63A83C1-756B-4440-9E34-FE6965611873}"/>
              </a:ext>
            </a:extLst>
          </p:cNvPr>
          <p:cNvSpPr>
            <a:spLocks xmlns:a="http://schemas.openxmlformats.org/drawingml/2006/main" noGrp="1"/>
          </p:cNvSpPr>
          <p:nvPr/>
        </p:nvSpPr>
        <p:spPr>
          <a:xfrm xmlns:a="http://schemas.openxmlformats.org/drawingml/2006/main">
            <a:off x="3648075" y="5163121"/>
            <a:ext cx="66675" cy="56007"/>
          </a:xfrm>
          <a:custGeom xmlns:a="http://schemas.openxmlformats.org/drawingml/2006/main">
            <a:pathLst>
              <a:path w="66675" h="56007">
                <a:moveTo>
                  <a:pt x="66675" y="28004"/>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64" name="">
            <a:extLst xmlns:a="http://schemas.openxmlformats.org/drawingml/2006/main">
              <a:ext uri="{FF2B5EF4-FFF2-40B4-BE49-F238E27FC236}">
                <a16:creationId xmlns:a16="http://schemas.microsoft.com/office/drawing/2014/main" id="{78BCF9C0-E45A-45AC-BBE0-24C0F6ADF431}"/>
              </a:ext>
            </a:extLst>
          </p:cNvPr>
          <p:cNvSpPr>
            <a:spLocks xmlns:a="http://schemas.openxmlformats.org/drawingml/2006/main" noGrp="1"/>
          </p:cNvSpPr>
          <p:nvPr/>
        </p:nvSpPr>
        <p:spPr>
          <a:xfrm xmlns:a="http://schemas.openxmlformats.org/drawingml/2006/main">
            <a:off x="2571750" y="5191125"/>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13335">
            <a:solidFill>
              <a:srgbClr val="71818B"/>
            </a:solidFill>
          </a:ln>
        </p:spPr>
      </p:sp>
      <p:sp>
        <p:nvSpPr>
          <p:cNvPr id="65" name="">
            <a:extLst xmlns:a="http://schemas.openxmlformats.org/drawingml/2006/main">
              <a:ext uri="{FF2B5EF4-FFF2-40B4-BE49-F238E27FC236}">
                <a16:creationId xmlns:a16="http://schemas.microsoft.com/office/drawing/2014/main" id="{3480B233-A4BC-43FC-9796-5892C0A6BA7F}"/>
              </a:ext>
            </a:extLst>
          </p:cNvPr>
          <p:cNvSpPr>
            <a:spLocks xmlns:a="http://schemas.openxmlformats.org/drawingml/2006/main" noGrp="1"/>
          </p:cNvSpPr>
          <p:nvPr/>
        </p:nvSpPr>
        <p:spPr>
          <a:xfrm xmlns:a="http://schemas.openxmlformats.org/drawingml/2006/main">
            <a:off x="2571750" y="5163121"/>
            <a:ext cx="66675" cy="56007"/>
          </a:xfrm>
          <a:custGeom xmlns:a="http://schemas.openxmlformats.org/drawingml/2006/main">
            <a:pathLst>
              <a:path w="66675" h="56007">
                <a:moveTo>
                  <a:pt x="0" y="28004"/>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66" name="">
            <a:extLst xmlns:a="http://schemas.openxmlformats.org/drawingml/2006/main">
              <a:ext uri="{FF2B5EF4-FFF2-40B4-BE49-F238E27FC236}">
                <a16:creationId xmlns:a16="http://schemas.microsoft.com/office/drawing/2014/main" id="{F9D5070E-404E-4390-AD4F-B0A9FD6892EE}"/>
              </a:ext>
            </a:extLst>
          </p:cNvPr>
          <p:cNvSpPr>
            <a:spLocks xmlns:a="http://schemas.openxmlformats.org/drawingml/2006/main" noGrp="1"/>
          </p:cNvSpPr>
          <p:nvPr/>
        </p:nvSpPr>
        <p:spPr>
          <a:xfrm xmlns:a="http://schemas.openxmlformats.org/drawingml/2006/main">
            <a:off x="2571750" y="5238750"/>
            <a:ext cx="114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71818B"/>
                </a:solidFill>
                <a:latin typeface="Yu Gothic"/>
                <a:ea typeface="Yu Gothic"/>
                <a:cs typeface="Yu Gothic"/>
              </a:defRPr>
            </a:defPPr>
            <a:lvl1pPr algn="ctr">
              <a:buNone/>
              <a:defRPr sz="1725" b="0">
                <a:solidFill>
                  <a:srgbClr val="71818B"/>
                </a:solidFill>
                <a:latin typeface="Yu Gothic"/>
                <a:ea typeface="Yu Gothic"/>
                <a:cs typeface="Yu Gothic"/>
              </a:defRPr>
            </a:lvl1pPr>
            <a:lvl2pPr algn="ctr">
              <a:buNone/>
              <a:defRPr sz="1725" b="0">
                <a:solidFill>
                  <a:srgbClr val="71818B"/>
                </a:solidFill>
                <a:latin typeface="Yu Gothic"/>
                <a:ea typeface="Yu Gothic"/>
                <a:cs typeface="Yu Gothic"/>
              </a:defRPr>
            </a:lvl2pPr>
            <a:lvl3pPr algn="ctr">
              <a:buNone/>
              <a:defRPr sz="1725" b="0">
                <a:solidFill>
                  <a:srgbClr val="71818B"/>
                </a:solidFill>
                <a:latin typeface="Yu Gothic"/>
                <a:ea typeface="Yu Gothic"/>
                <a:cs typeface="Yu Gothic"/>
              </a:defRPr>
            </a:lvl3pPr>
            <a:lvl4pPr algn="ctr">
              <a:buNone/>
              <a:defRPr sz="1725" b="0">
                <a:solidFill>
                  <a:srgbClr val="71818B"/>
                </a:solidFill>
                <a:latin typeface="Yu Gothic"/>
                <a:ea typeface="Yu Gothic"/>
                <a:cs typeface="Yu Gothic"/>
              </a:defRPr>
            </a:lvl4pPr>
            <a:lvl5pPr algn="ctr">
              <a:buNone/>
              <a:defRPr sz="1725" b="0">
                <a:solidFill>
                  <a:srgbClr val="71818B"/>
                </a:solidFill>
                <a:latin typeface="Yu Gothic"/>
                <a:ea typeface="Yu Gothic"/>
                <a:cs typeface="Yu Gothic"/>
              </a:defRPr>
            </a:lvl5pPr>
            <a:lvl6pPr algn="ctr">
              <a:buNone/>
              <a:defRPr sz="1725" b="0">
                <a:solidFill>
                  <a:srgbClr val="71818B"/>
                </a:solidFill>
                <a:latin typeface="Yu Gothic"/>
                <a:ea typeface="Yu Gothic"/>
                <a:cs typeface="Yu Gothic"/>
              </a:defRPr>
            </a:lvl6pPr>
            <a:lvl7pPr algn="ctr">
              <a:buNone/>
              <a:defRPr sz="1725" b="0">
                <a:solidFill>
                  <a:srgbClr val="71818B"/>
                </a:solidFill>
                <a:latin typeface="Yu Gothic"/>
                <a:ea typeface="Yu Gothic"/>
                <a:cs typeface="Yu Gothic"/>
              </a:defRPr>
            </a:lvl7pPr>
            <a:lvl8pPr algn="ctr">
              <a:buNone/>
              <a:defRPr sz="1725" b="0">
                <a:solidFill>
                  <a:srgbClr val="71818B"/>
                </a:solidFill>
                <a:latin typeface="Yu Gothic"/>
                <a:ea typeface="Yu Gothic"/>
                <a:cs typeface="Yu Gothic"/>
              </a:defRPr>
            </a:lvl8pPr>
            <a:lvl9pPr algn="ctr">
              <a:buNone/>
              <a:defRPr sz="1725" b="0">
                <a:solidFill>
                  <a:srgbClr val="71818B"/>
                </a:solidFill>
                <a:latin typeface="Yu Gothic"/>
                <a:ea typeface="Yu Gothic"/>
                <a:cs typeface="Yu Gothic"/>
              </a:defRPr>
            </a:lvl9pPr>
          </a:lstStyle>
          <a:p xmlns:a="http://schemas.openxmlformats.org/drawingml/2006/main">
            <a:pPr algn="ct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b</a:t>
            </a:r>
          </a:p>
        </p:txBody>
      </p:sp>
      <p:sp>
        <p:nvSpPr>
          <p:cNvPr id="67" name="">
            <a:extLst xmlns:a="http://schemas.openxmlformats.org/drawingml/2006/main">
              <a:ext uri="{FF2B5EF4-FFF2-40B4-BE49-F238E27FC236}">
                <a16:creationId xmlns:a16="http://schemas.microsoft.com/office/drawing/2014/main" id="{A3F8DA26-1945-4EAA-82DB-ED18C1A72DB2}"/>
              </a:ext>
            </a:extLst>
          </p:cNvPr>
          <p:cNvSpPr>
            <a:spLocks xmlns:a="http://schemas.openxmlformats.org/drawingml/2006/main" noGrp="1"/>
          </p:cNvSpPr>
          <p:nvPr/>
        </p:nvSpPr>
        <p:spPr>
          <a:xfrm xmlns:a="http://schemas.openxmlformats.org/drawingml/2006/main">
            <a:off x="4333875" y="2619375"/>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4288">
            <a:solidFill>
              <a:srgbClr val="71818B"/>
            </a:solidFill>
          </a:ln>
        </p:spPr>
      </p:sp>
      <p:sp>
        <p:nvSpPr>
          <p:cNvPr id="68" name="">
            <a:extLst xmlns:a="http://schemas.openxmlformats.org/drawingml/2006/main">
              <a:ext uri="{FF2B5EF4-FFF2-40B4-BE49-F238E27FC236}">
                <a16:creationId xmlns:a16="http://schemas.microsoft.com/office/drawing/2014/main" id="{F3B25D13-D5CC-4EED-A481-ED7C14DD5CF5}"/>
              </a:ext>
            </a:extLst>
          </p:cNvPr>
          <p:cNvSpPr>
            <a:spLocks xmlns:a="http://schemas.openxmlformats.org/drawingml/2006/main" noGrp="1"/>
          </p:cNvSpPr>
          <p:nvPr/>
        </p:nvSpPr>
        <p:spPr>
          <a:xfrm xmlns:a="http://schemas.openxmlformats.org/drawingml/2006/main">
            <a:off x="4305872" y="426720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69" name="">
            <a:extLst xmlns:a="http://schemas.openxmlformats.org/drawingml/2006/main">
              <a:ext uri="{FF2B5EF4-FFF2-40B4-BE49-F238E27FC236}">
                <a16:creationId xmlns:a16="http://schemas.microsoft.com/office/drawing/2014/main" id="{49AFCCC6-C71E-494F-96E4-160E91622960}"/>
              </a:ext>
            </a:extLst>
          </p:cNvPr>
          <p:cNvSpPr>
            <a:spLocks xmlns:a="http://schemas.openxmlformats.org/drawingml/2006/main" noGrp="1"/>
          </p:cNvSpPr>
          <p:nvPr/>
        </p:nvSpPr>
        <p:spPr>
          <a:xfrm xmlns:a="http://schemas.openxmlformats.org/drawingml/2006/main">
            <a:off x="4333875" y="2619375"/>
            <a:ext cx="9525" cy="1714500"/>
          </a:xfrm>
          <a:custGeom xmlns:a="http://schemas.openxmlformats.org/drawingml/2006/main">
            <a:pathLst>
              <a:path w="9525" h="1714500">
                <a:moveTo>
                  <a:pt x="0" y="1714500"/>
                </a:moveTo>
                <a:lnTo>
                  <a:pt x="0" y="0"/>
                </a:lnTo>
              </a:path>
            </a:pathLst>
          </a:custGeom>
          <a:noFill xmlns:a="http://schemas.openxmlformats.org/drawingml/2006/main"/>
          <a:ln xmlns:a="http://schemas.openxmlformats.org/drawingml/2006/main" w="14288">
            <a:solidFill>
              <a:srgbClr val="71818B"/>
            </a:solidFill>
          </a:ln>
        </p:spPr>
      </p:sp>
      <p:sp>
        <p:nvSpPr>
          <p:cNvPr id="70" name="">
            <a:extLst xmlns:a="http://schemas.openxmlformats.org/drawingml/2006/main">
              <a:ext uri="{FF2B5EF4-FFF2-40B4-BE49-F238E27FC236}">
                <a16:creationId xmlns:a16="http://schemas.microsoft.com/office/drawing/2014/main" id="{497FAFB1-49CE-4687-9CCB-5089E7B97F94}"/>
              </a:ext>
            </a:extLst>
          </p:cNvPr>
          <p:cNvSpPr>
            <a:spLocks xmlns:a="http://schemas.openxmlformats.org/drawingml/2006/main" noGrp="1"/>
          </p:cNvSpPr>
          <p:nvPr/>
        </p:nvSpPr>
        <p:spPr>
          <a:xfrm xmlns:a="http://schemas.openxmlformats.org/drawingml/2006/main">
            <a:off x="4305872" y="261937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71" name="">
            <a:extLst xmlns:a="http://schemas.openxmlformats.org/drawingml/2006/main">
              <a:ext uri="{FF2B5EF4-FFF2-40B4-BE49-F238E27FC236}">
                <a16:creationId xmlns:a16="http://schemas.microsoft.com/office/drawing/2014/main" id="{DEFE7555-992E-4888-9B6C-7127169BF60D}"/>
              </a:ext>
            </a:extLst>
          </p:cNvPr>
          <p:cNvSpPr>
            <a:spLocks xmlns:a="http://schemas.openxmlformats.org/drawingml/2006/main" noGrp="1"/>
          </p:cNvSpPr>
          <p:nvPr/>
        </p:nvSpPr>
        <p:spPr>
          <a:xfrm xmlns:a="http://schemas.openxmlformats.org/drawingml/2006/main">
            <a:off x="4448175" y="2809875"/>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h</a:t>
            </a:r>
          </a:p>
        </p:txBody>
      </p:sp>
      <p:sp>
        <p:nvSpPr>
          <p:cNvPr id="72" name="">
            <a:extLst xmlns:a="http://schemas.openxmlformats.org/drawingml/2006/main">
              <a:ext uri="{FF2B5EF4-FFF2-40B4-BE49-F238E27FC236}">
                <a16:creationId xmlns:a16="http://schemas.microsoft.com/office/drawing/2014/main" id="{4FA9F206-0C66-402D-AF38-F50D23C80E0D}"/>
              </a:ext>
            </a:extLst>
          </p:cNvPr>
          <p:cNvSpPr>
            <a:spLocks xmlns:a="http://schemas.openxmlformats.org/drawingml/2006/main" noGrp="1"/>
          </p:cNvSpPr>
          <p:nvPr/>
        </p:nvSpPr>
        <p:spPr>
          <a:xfrm xmlns:a="http://schemas.openxmlformats.org/drawingml/2006/main">
            <a:off x="6524625" y="214312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I_X = (BH³ − bh³)/12</a:t>
            </a:r>
          </a:p>
        </p:txBody>
      </p:sp>
      <p:sp>
        <p:nvSpPr>
          <p:cNvPr id="73" name="">
            <a:extLst xmlns:a="http://schemas.openxmlformats.org/drawingml/2006/main">
              <a:ext uri="{FF2B5EF4-FFF2-40B4-BE49-F238E27FC236}">
                <a16:creationId xmlns:a16="http://schemas.microsoft.com/office/drawing/2014/main" id="{896DC68B-B45E-4558-94E2-5CD44A2233EA}"/>
              </a:ext>
            </a:extLst>
          </p:cNvPr>
          <p:cNvSpPr>
            <a:spLocks xmlns:a="http://schemas.openxmlformats.org/drawingml/2006/main" noGrp="1"/>
          </p:cNvSpPr>
          <p:nvPr/>
        </p:nvSpPr>
        <p:spPr>
          <a:xfrm xmlns:a="http://schemas.openxmlformats.org/drawingml/2006/main">
            <a:off x="6524625" y="28098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I_Y = (HB³ − hb³)/12</a:t>
            </a:r>
          </a:p>
        </p:txBody>
      </p:sp>
      <p:sp>
        <p:nvSpPr>
          <p:cNvPr id="74" name="">
            <a:extLst xmlns:a="http://schemas.openxmlformats.org/drawingml/2006/main">
              <a:ext uri="{FF2B5EF4-FFF2-40B4-BE49-F238E27FC236}">
                <a16:creationId xmlns:a16="http://schemas.microsoft.com/office/drawing/2014/main" id="{4E1DCFAC-BC30-475A-9BFA-6BC2FD038F62}"/>
              </a:ext>
            </a:extLst>
          </p:cNvPr>
          <p:cNvSpPr>
            <a:spLocks xmlns:a="http://schemas.openxmlformats.org/drawingml/2006/main" noGrp="1"/>
          </p:cNvSpPr>
          <p:nvPr/>
        </p:nvSpPr>
        <p:spPr>
          <a:xfrm xmlns:a="http://schemas.openxmlformats.org/drawingml/2006/main">
            <a:off x="6524625" y="3714750"/>
            <a:ext cx="5000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B = 60、H = 80 mm</a:t>
            </a:r>
          </a:p>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b = 40、h = 60 mm</a:t>
            </a:r>
          </a:p>
        </p:txBody>
      </p:sp>
      <p:sp>
        <p:nvSpPr>
          <p:cNvPr id="75" name="">
            <a:extLst xmlns:a="http://schemas.openxmlformats.org/drawingml/2006/main">
              <a:ext uri="{FF2B5EF4-FFF2-40B4-BE49-F238E27FC236}">
                <a16:creationId xmlns:a16="http://schemas.microsoft.com/office/drawing/2014/main" id="{816222FC-94E1-46B5-B8AE-A95A7C332C54}"/>
              </a:ext>
            </a:extLst>
          </p:cNvPr>
          <p:cNvSpPr>
            <a:spLocks xmlns:a="http://schemas.openxmlformats.org/drawingml/2006/main" noGrp="1"/>
          </p:cNvSpPr>
          <p:nvPr/>
        </p:nvSpPr>
        <p:spPr>
          <a:xfrm xmlns:a="http://schemas.openxmlformats.org/drawingml/2006/main">
            <a:off x="6524625" y="4714875"/>
            <a:ext cx="5000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876A8"/>
                </a:solidFill>
                <a:latin typeface="Yu Gothic"/>
                <a:ea typeface="Yu Gothic"/>
                <a:cs typeface="Yu Gothic"/>
              </a:defRPr>
            </a:defPPr>
            <a:lvl1pPr>
              <a:buNone/>
              <a:defRPr sz="2325" b="1">
                <a:solidFill>
                  <a:srgbClr val="2876A8"/>
                </a:solidFill>
                <a:latin typeface="Yu Gothic"/>
                <a:ea typeface="Yu Gothic"/>
                <a:cs typeface="Yu Gothic"/>
              </a:defRPr>
            </a:lvl1pPr>
            <a:lvl2pPr>
              <a:buNone/>
              <a:defRPr sz="2325" b="1">
                <a:solidFill>
                  <a:srgbClr val="2876A8"/>
                </a:solidFill>
                <a:latin typeface="Yu Gothic"/>
                <a:ea typeface="Yu Gothic"/>
                <a:cs typeface="Yu Gothic"/>
              </a:defRPr>
            </a:lvl2pPr>
            <a:lvl3pPr>
              <a:buNone/>
              <a:defRPr sz="2325" b="1">
                <a:solidFill>
                  <a:srgbClr val="2876A8"/>
                </a:solidFill>
                <a:latin typeface="Yu Gothic"/>
                <a:ea typeface="Yu Gothic"/>
                <a:cs typeface="Yu Gothic"/>
              </a:defRPr>
            </a:lvl3pPr>
            <a:lvl4pPr>
              <a:buNone/>
              <a:defRPr sz="2325" b="1">
                <a:solidFill>
                  <a:srgbClr val="2876A8"/>
                </a:solidFill>
                <a:latin typeface="Yu Gothic"/>
                <a:ea typeface="Yu Gothic"/>
                <a:cs typeface="Yu Gothic"/>
              </a:defRPr>
            </a:lvl4pPr>
            <a:lvl5pPr>
              <a:buNone/>
              <a:defRPr sz="2325" b="1">
                <a:solidFill>
                  <a:srgbClr val="2876A8"/>
                </a:solidFill>
                <a:latin typeface="Yu Gothic"/>
                <a:ea typeface="Yu Gothic"/>
                <a:cs typeface="Yu Gothic"/>
              </a:defRPr>
            </a:lvl5pPr>
            <a:lvl6pPr>
              <a:buNone/>
              <a:defRPr sz="2325" b="1">
                <a:solidFill>
                  <a:srgbClr val="2876A8"/>
                </a:solidFill>
                <a:latin typeface="Yu Gothic"/>
                <a:ea typeface="Yu Gothic"/>
                <a:cs typeface="Yu Gothic"/>
              </a:defRPr>
            </a:lvl6pPr>
            <a:lvl7pPr>
              <a:buNone/>
              <a:defRPr sz="2325" b="1">
                <a:solidFill>
                  <a:srgbClr val="2876A8"/>
                </a:solidFill>
                <a:latin typeface="Yu Gothic"/>
                <a:ea typeface="Yu Gothic"/>
                <a:cs typeface="Yu Gothic"/>
              </a:defRPr>
            </a:lvl7pPr>
            <a:lvl8pPr>
              <a:buNone/>
              <a:defRPr sz="2325" b="1">
                <a:solidFill>
                  <a:srgbClr val="2876A8"/>
                </a:solidFill>
                <a:latin typeface="Yu Gothic"/>
                <a:ea typeface="Yu Gothic"/>
                <a:cs typeface="Yu Gothic"/>
              </a:defRPr>
            </a:lvl8pPr>
            <a:lvl9pPr>
              <a:buNone/>
              <a:defRPr sz="2325" b="1">
                <a:solidFill>
                  <a:srgbClr val="2876A8"/>
                </a:solidFill>
                <a:latin typeface="Yu Gothic"/>
                <a:ea typeface="Yu Gothic"/>
                <a:cs typeface="Yu Gothic"/>
              </a:defRPr>
            </a:lvl9pPr>
          </a:lstStyle>
          <a:p xmlns:a="http://schemas.openxmlformats.org/drawingml/2006/main">
            <a:pPr>
              <a:buNone/>
              <a:defRPr sz="2325" b="1">
                <a:solidFill>
                  <a:srgbClr val="2876A8"/>
                </a:solidFill>
                <a:latin typeface="Yu Gothic"/>
                <a:ea typeface="Yu Gothic"/>
                <a:cs typeface="Yu Gothic"/>
              </a:defRPr>
            </a:pPr>
            <a:r>
              <a:rPr sz="2325" b="1">
                <a:solidFill>
                  <a:srgbClr val="2876A8"/>
                </a:solidFill>
                <a:latin typeface="Yu Gothic"/>
                <a:ea typeface="Yu Gothic"/>
                <a:cs typeface="Yu Gothic"/>
              </a:rPr>
              <a:t>I_X = 1,840,000 mm⁴</a:t>
            </a:r>
          </a:p>
          <a:p xmlns:a="http://schemas.openxmlformats.org/drawingml/2006/main">
            <a:pPr>
              <a:buNone/>
              <a:defRPr sz="2325" b="1">
                <a:solidFill>
                  <a:srgbClr val="2876A8"/>
                </a:solidFill>
                <a:latin typeface="Yu Gothic"/>
                <a:ea typeface="Yu Gothic"/>
                <a:cs typeface="Yu Gothic"/>
              </a:defRPr>
            </a:pPr>
            <a:r>
              <a:rPr sz="2325" b="1">
                <a:solidFill>
                  <a:srgbClr val="2876A8"/>
                </a:solidFill>
                <a:latin typeface="Yu Gothic"/>
                <a:ea typeface="Yu Gothic"/>
                <a:cs typeface="Yu Gothic"/>
              </a:rPr>
              <a:t>I_Y = 1,120,000 mm⁴</a:t>
            </a:r>
          </a:p>
        </p:txBody>
      </p:sp>
      <p:sp>
        <p:nvSpPr>
          <p:cNvPr id="76" name="">
            <a:extLst xmlns:a="http://schemas.openxmlformats.org/drawingml/2006/main">
              <a:ext uri="{FF2B5EF4-FFF2-40B4-BE49-F238E27FC236}">
                <a16:creationId xmlns:a16="http://schemas.microsoft.com/office/drawing/2014/main" id="{94E64582-9472-472C-B357-C2AABEE5AD2A}"/>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00" b="0">
                <a:solidFill>
                  <a:srgbClr val="71818B"/>
                </a:solidFill>
                <a:latin typeface="Yu Gothic"/>
                <a:ea typeface="Yu Gothic"/>
                <a:cs typeface="Yu Gothic"/>
              </a:defRPr>
            </a:defPPr>
            <a:lvl1pPr>
              <a:buNone/>
              <a:defRPr sz="1500" b="0">
                <a:solidFill>
                  <a:srgbClr val="71818B"/>
                </a:solidFill>
                <a:latin typeface="Yu Gothic"/>
                <a:ea typeface="Yu Gothic"/>
                <a:cs typeface="Yu Gothic"/>
              </a:defRPr>
            </a:lvl1pPr>
            <a:lvl2pPr>
              <a:buNone/>
              <a:defRPr sz="1500" b="0">
                <a:solidFill>
                  <a:srgbClr val="71818B"/>
                </a:solidFill>
                <a:latin typeface="Yu Gothic"/>
                <a:ea typeface="Yu Gothic"/>
                <a:cs typeface="Yu Gothic"/>
              </a:defRPr>
            </a:lvl2pPr>
            <a:lvl3pPr>
              <a:buNone/>
              <a:defRPr sz="1500" b="0">
                <a:solidFill>
                  <a:srgbClr val="71818B"/>
                </a:solidFill>
                <a:latin typeface="Yu Gothic"/>
                <a:ea typeface="Yu Gothic"/>
                <a:cs typeface="Yu Gothic"/>
              </a:defRPr>
            </a:lvl3pPr>
            <a:lvl4pPr>
              <a:buNone/>
              <a:defRPr sz="1500" b="0">
                <a:solidFill>
                  <a:srgbClr val="71818B"/>
                </a:solidFill>
                <a:latin typeface="Yu Gothic"/>
                <a:ea typeface="Yu Gothic"/>
                <a:cs typeface="Yu Gothic"/>
              </a:defRPr>
            </a:lvl4pPr>
            <a:lvl5pPr>
              <a:buNone/>
              <a:defRPr sz="1500" b="0">
                <a:solidFill>
                  <a:srgbClr val="71818B"/>
                </a:solidFill>
                <a:latin typeface="Yu Gothic"/>
                <a:ea typeface="Yu Gothic"/>
                <a:cs typeface="Yu Gothic"/>
              </a:defRPr>
            </a:lvl5pPr>
            <a:lvl6pPr>
              <a:buNone/>
              <a:defRPr sz="1500" b="0">
                <a:solidFill>
                  <a:srgbClr val="71818B"/>
                </a:solidFill>
                <a:latin typeface="Yu Gothic"/>
                <a:ea typeface="Yu Gothic"/>
                <a:cs typeface="Yu Gothic"/>
              </a:defRPr>
            </a:lvl6pPr>
            <a:lvl7pPr>
              <a:buNone/>
              <a:defRPr sz="1500" b="0">
                <a:solidFill>
                  <a:srgbClr val="71818B"/>
                </a:solidFill>
                <a:latin typeface="Yu Gothic"/>
                <a:ea typeface="Yu Gothic"/>
                <a:cs typeface="Yu Gothic"/>
              </a:defRPr>
            </a:lvl7pPr>
            <a:lvl8pPr>
              <a:buNone/>
              <a:defRPr sz="1500" b="0">
                <a:solidFill>
                  <a:srgbClr val="71818B"/>
                </a:solidFill>
                <a:latin typeface="Yu Gothic"/>
                <a:ea typeface="Yu Gothic"/>
                <a:cs typeface="Yu Gothic"/>
              </a:defRPr>
            </a:lvl8pPr>
            <a:lvl9pPr>
              <a:buNone/>
              <a:defRPr sz="1500" b="0">
                <a:solidFill>
                  <a:srgbClr val="71818B"/>
                </a:solidFill>
                <a:latin typeface="Yu Gothic"/>
                <a:ea typeface="Yu Gothic"/>
                <a:cs typeface="Yu Gothic"/>
              </a:defRPr>
            </a:lvl9pPr>
          </a:lstStyle>
          <a:p xmlns:a="http://schemas.openxmlformats.org/drawingml/2006/main">
            <a:pPr>
              <a:buNone/>
              <a:defRPr sz="1500" b="0">
                <a:solidFill>
                  <a:srgbClr val="71818B"/>
                </a:solidFill>
                <a:latin typeface="Yu Gothic"/>
                <a:ea typeface="Yu Gothic"/>
                <a:cs typeface="Yu Gothic"/>
              </a:defRPr>
            </a:pPr>
            <a:r>
              <a:rPr sz="1500" b="0">
                <a:solidFill>
                  <a:srgbClr val="71818B"/>
                </a:solidFill>
                <a:latin typeface="Yu Gothic"/>
                <a:ea typeface="Yu Gothic"/>
                <a:cs typeface="Yu Gothic"/>
              </a:rPr>
              <a:t>穴は中央にあり、辺は平行。外側と内側の長方形を同じ軸で差し引く。角の丸みは省略。</a:t>
            </a:r>
          </a:p>
        </p:txBody>
      </p:sp>
    </p:spTree>
    <p:extLst>
      <p:ext uri="{BB962C8B-B14F-4D97-AF65-F5344CB8AC3E}">
        <p14:creationId xmlns:p14="http://schemas.microsoft.com/office/powerpoint/2010/main" val="171035427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968BA124-3554-4672-87DE-01D2A71E6F62}"/>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225" b="1">
                <a:solidFill>
                  <a:srgbClr val="193B59"/>
                </a:solidFill>
                <a:latin typeface="Yu Gothic"/>
                <a:ea typeface="Yu Gothic"/>
                <a:cs typeface="Yu Gothic"/>
              </a:defRPr>
            </a:defPPr>
            <a:lvl1pPr>
              <a:buNone/>
              <a:defRPr sz="3225" b="1">
                <a:solidFill>
                  <a:srgbClr val="193B59"/>
                </a:solidFill>
                <a:latin typeface="Yu Gothic"/>
                <a:ea typeface="Yu Gothic"/>
                <a:cs typeface="Yu Gothic"/>
              </a:defRPr>
            </a:lvl1pPr>
            <a:lvl2pPr>
              <a:buNone/>
              <a:defRPr sz="3225" b="1">
                <a:solidFill>
                  <a:srgbClr val="193B59"/>
                </a:solidFill>
                <a:latin typeface="Yu Gothic"/>
                <a:ea typeface="Yu Gothic"/>
                <a:cs typeface="Yu Gothic"/>
              </a:defRPr>
            </a:lvl2pPr>
            <a:lvl3pPr>
              <a:buNone/>
              <a:defRPr sz="3225" b="1">
                <a:solidFill>
                  <a:srgbClr val="193B59"/>
                </a:solidFill>
                <a:latin typeface="Yu Gothic"/>
                <a:ea typeface="Yu Gothic"/>
                <a:cs typeface="Yu Gothic"/>
              </a:defRPr>
            </a:lvl3pPr>
            <a:lvl4pPr>
              <a:buNone/>
              <a:defRPr sz="3225" b="1">
                <a:solidFill>
                  <a:srgbClr val="193B59"/>
                </a:solidFill>
                <a:latin typeface="Yu Gothic"/>
                <a:ea typeface="Yu Gothic"/>
                <a:cs typeface="Yu Gothic"/>
              </a:defRPr>
            </a:lvl4pPr>
            <a:lvl5pPr>
              <a:buNone/>
              <a:defRPr sz="3225" b="1">
                <a:solidFill>
                  <a:srgbClr val="193B59"/>
                </a:solidFill>
                <a:latin typeface="Yu Gothic"/>
                <a:ea typeface="Yu Gothic"/>
                <a:cs typeface="Yu Gothic"/>
              </a:defRPr>
            </a:lvl5pPr>
            <a:lvl6pPr>
              <a:buNone/>
              <a:defRPr sz="3225" b="1">
                <a:solidFill>
                  <a:srgbClr val="193B59"/>
                </a:solidFill>
                <a:latin typeface="Yu Gothic"/>
                <a:ea typeface="Yu Gothic"/>
                <a:cs typeface="Yu Gothic"/>
              </a:defRPr>
            </a:lvl6pPr>
            <a:lvl7pPr>
              <a:buNone/>
              <a:defRPr sz="3225" b="1">
                <a:solidFill>
                  <a:srgbClr val="193B59"/>
                </a:solidFill>
                <a:latin typeface="Yu Gothic"/>
                <a:ea typeface="Yu Gothic"/>
                <a:cs typeface="Yu Gothic"/>
              </a:defRPr>
            </a:lvl7pPr>
            <a:lvl8pPr>
              <a:buNone/>
              <a:defRPr sz="3225" b="1">
                <a:solidFill>
                  <a:srgbClr val="193B59"/>
                </a:solidFill>
                <a:latin typeface="Yu Gothic"/>
                <a:ea typeface="Yu Gothic"/>
                <a:cs typeface="Yu Gothic"/>
              </a:defRPr>
            </a:lvl8pPr>
            <a:lvl9pPr>
              <a:buNone/>
              <a:defRPr sz="3225" b="1">
                <a:solidFill>
                  <a:srgbClr val="193B59"/>
                </a:solidFill>
                <a:latin typeface="Yu Gothic"/>
                <a:ea typeface="Yu Gothic"/>
                <a:cs typeface="Yu Gothic"/>
              </a:defRPr>
            </a:lvl9pPr>
          </a:lstStyle>
          <a:p xmlns:a="http://schemas.openxmlformats.org/drawingml/2006/main">
            <a:pPr>
              <a:buNone/>
              <a:defRPr sz="3225" b="1">
                <a:solidFill>
                  <a:srgbClr val="193B59"/>
                </a:solidFill>
                <a:latin typeface="Yu Gothic"/>
                <a:ea typeface="Yu Gothic"/>
                <a:cs typeface="Yu Gothic"/>
              </a:defRPr>
            </a:pPr>
            <a:r>
              <a:rPr sz="3225" b="1">
                <a:solidFill>
                  <a:srgbClr val="193B59"/>
                </a:solidFill>
                <a:latin typeface="Yu Gothic"/>
                <a:ea typeface="Yu Gothic"/>
                <a:cs typeface="Yu Gothic"/>
              </a:rPr>
              <a:t>参考（任意） H形断面のI</a:t>
            </a:r>
          </a:p>
        </p:txBody>
      </p:sp>
      <p:sp>
        <p:nvSpPr>
          <p:cNvPr id="2" name="">
            <a:extLst xmlns:a="http://schemas.openxmlformats.org/drawingml/2006/main">
              <a:ext uri="{FF2B5EF4-FFF2-40B4-BE49-F238E27FC236}">
                <a16:creationId xmlns:a16="http://schemas.microsoft.com/office/drawing/2014/main" id="{5953FFFC-4AB2-4A7E-B7EB-8432FCF1F862}"/>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4288">
            <a:solidFill>
              <a:srgbClr val="193B59"/>
            </a:solidFill>
          </a:ln>
        </p:spPr>
      </p:sp>
      <p:sp>
        <p:nvSpPr>
          <p:cNvPr id="3" name="">
            <a:extLst xmlns:a="http://schemas.openxmlformats.org/drawingml/2006/main">
              <a:ext uri="{FF2B5EF4-FFF2-40B4-BE49-F238E27FC236}">
                <a16:creationId xmlns:a16="http://schemas.microsoft.com/office/drawing/2014/main" id="{6CE27491-1DB9-4199-92DC-619F8A938AF6}"/>
              </a:ext>
            </a:extLst>
          </p:cNvPr>
          <p:cNvSpPr>
            <a:spLocks xmlns:a="http://schemas.openxmlformats.org/drawingml/2006/main" noGrp="1"/>
          </p:cNvSpPr>
          <p:nvPr/>
        </p:nvSpPr>
        <p:spPr>
          <a:xfrm xmlns:a="http://schemas.openxmlformats.org/drawingml/2006/main">
            <a:off x="68580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参考資料（任意）</a:t>
            </a:r>
          </a:p>
        </p:txBody>
      </p:sp>
      <p:sp>
        <p:nvSpPr>
          <p:cNvPr id="4" name="">
            <a:extLst xmlns:a="http://schemas.openxmlformats.org/drawingml/2006/main">
              <a:ext uri="{FF2B5EF4-FFF2-40B4-BE49-F238E27FC236}">
                <a16:creationId xmlns:a16="http://schemas.microsoft.com/office/drawing/2014/main" id="{1E1B4ACC-B12C-44E8-AC68-2EE17F46E477}"/>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52 / 52</a:t>
            </a:r>
          </a:p>
        </p:txBody>
      </p:sp>
      <p:sp>
        <p:nvSpPr>
          <p:cNvPr id="5" name="">
            <a:extLst xmlns:a="http://schemas.openxmlformats.org/drawingml/2006/main">
              <a:ext uri="{FF2B5EF4-FFF2-40B4-BE49-F238E27FC236}">
                <a16:creationId xmlns:a16="http://schemas.microsoft.com/office/drawing/2014/main" id="{26A2FB74-6D4A-4741-BA95-3854E4655DD9}"/>
              </a:ext>
            </a:extLst>
          </p:cNvPr>
          <p:cNvSpPr>
            <a:spLocks xmlns:a="http://schemas.openxmlformats.org/drawingml/2006/main" noGrp="1"/>
          </p:cNvSpPr>
          <p:nvPr/>
        </p:nvSpPr>
        <p:spPr>
          <a:xfrm xmlns:a="http://schemas.openxmlformats.org/drawingml/2006/main">
            <a:off x="809625" y="1428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buNone/>
              <a:defRPr sz="1725" b="0">
                <a:solidFill>
                  <a:srgbClr val="263D4D"/>
                </a:solidFill>
                <a:latin typeface="Yu Gothic"/>
                <a:ea typeface="Yu Gothic"/>
                <a:cs typeface="Yu Gothic"/>
              </a:defRPr>
            </a:lvl1pPr>
            <a:lvl2pPr>
              <a:buNone/>
              <a:defRPr sz="1725" b="0">
                <a:solidFill>
                  <a:srgbClr val="263D4D"/>
                </a:solidFill>
                <a:latin typeface="Yu Gothic"/>
                <a:ea typeface="Yu Gothic"/>
                <a:cs typeface="Yu Gothic"/>
              </a:defRPr>
            </a:lvl2pPr>
            <a:lvl3pPr>
              <a:buNone/>
              <a:defRPr sz="1725" b="0">
                <a:solidFill>
                  <a:srgbClr val="263D4D"/>
                </a:solidFill>
                <a:latin typeface="Yu Gothic"/>
                <a:ea typeface="Yu Gothic"/>
                <a:cs typeface="Yu Gothic"/>
              </a:defRPr>
            </a:lvl3pPr>
            <a:lvl4pPr>
              <a:buNone/>
              <a:defRPr sz="1725" b="0">
                <a:solidFill>
                  <a:srgbClr val="263D4D"/>
                </a:solidFill>
                <a:latin typeface="Yu Gothic"/>
                <a:ea typeface="Yu Gothic"/>
                <a:cs typeface="Yu Gothic"/>
              </a:defRPr>
            </a:lvl4pPr>
            <a:lvl5pPr>
              <a:buNone/>
              <a:defRPr sz="1725" b="0">
                <a:solidFill>
                  <a:srgbClr val="263D4D"/>
                </a:solidFill>
                <a:latin typeface="Yu Gothic"/>
                <a:ea typeface="Yu Gothic"/>
                <a:cs typeface="Yu Gothic"/>
              </a:defRPr>
            </a:lvl5pPr>
            <a:lvl6pPr>
              <a:buNone/>
              <a:defRPr sz="1725" b="0">
                <a:solidFill>
                  <a:srgbClr val="263D4D"/>
                </a:solidFill>
                <a:latin typeface="Yu Gothic"/>
                <a:ea typeface="Yu Gothic"/>
                <a:cs typeface="Yu Gothic"/>
              </a:defRPr>
            </a:lvl6pPr>
            <a:lvl7pPr>
              <a:buNone/>
              <a:defRPr sz="1725" b="0">
                <a:solidFill>
                  <a:srgbClr val="263D4D"/>
                </a:solidFill>
                <a:latin typeface="Yu Gothic"/>
                <a:ea typeface="Yu Gothic"/>
                <a:cs typeface="Yu Gothic"/>
              </a:defRPr>
            </a:lvl7pPr>
            <a:lvl8pPr>
              <a:buNone/>
              <a:defRPr sz="1725" b="0">
                <a:solidFill>
                  <a:srgbClr val="263D4D"/>
                </a:solidFill>
                <a:latin typeface="Yu Gothic"/>
                <a:ea typeface="Yu Gothic"/>
                <a:cs typeface="Yu Gothic"/>
              </a:defRPr>
            </a:lvl8pPr>
            <a:lvl9pPr>
              <a:buNone/>
              <a:defRPr sz="1725" b="0">
                <a:solidFill>
                  <a:srgbClr val="263D4D"/>
                </a:solidFill>
                <a:latin typeface="Yu Gothic"/>
                <a:ea typeface="Yu Gothic"/>
                <a:cs typeface="Yu Gothic"/>
              </a:defRPr>
            </a:lvl9pPr>
          </a:lstStyle>
          <a:p xmlns:a="http://schemas.openxmlformats.org/drawingml/2006/main">
            <a:pPr>
              <a:buNone/>
              <a:defRPr sz="1725" b="0">
                <a:solidFill>
                  <a:srgbClr val="263D4D"/>
                </a:solidFill>
                <a:latin typeface="Yu Gothic"/>
                <a:ea typeface="Yu Gothic"/>
                <a:cs typeface="Yu Gothic"/>
              </a:defRPr>
            </a:pPr>
            <a:r>
              <a:rPr sz="1725" b="0">
                <a:solidFill>
                  <a:srgbClr val="263D4D"/>
                </a:solidFill>
                <a:latin typeface="Yu Gothic"/>
                <a:ea typeface="Yu Gothic"/>
                <a:cs typeface="Yu Gothic"/>
              </a:rPr>
              <a:t>X-Xは図心を通る水平軸、Y-Yは図心を通る鉛直軸。 寸法をmmで入れるとIはmm⁴。</a:t>
            </a:r>
          </a:p>
        </p:txBody>
      </p:sp>
      <p:sp>
        <p:nvSpPr>
          <p:cNvPr id="6" name="">
            <a:extLst xmlns:a="http://schemas.openxmlformats.org/drawingml/2006/main">
              <a:ext uri="{FF2B5EF4-FFF2-40B4-BE49-F238E27FC236}">
                <a16:creationId xmlns:a16="http://schemas.microsoft.com/office/drawing/2014/main" id="{D4884C30-B1D7-41AD-840D-47F675AAF512}"/>
              </a:ext>
            </a:extLst>
          </p:cNvPr>
          <p:cNvSpPr>
            <a:spLocks xmlns:a="http://schemas.openxmlformats.org/drawingml/2006/main" noGrp="1"/>
          </p:cNvSpPr>
          <p:nvPr/>
        </p:nvSpPr>
        <p:spPr>
          <a:xfrm xmlns:a="http://schemas.openxmlformats.org/drawingml/2006/main">
            <a:off x="2286000" y="2333625"/>
            <a:ext cx="1714500" cy="2286000"/>
          </a:xfrm>
          <a:custGeom xmlns:a="http://schemas.openxmlformats.org/drawingml/2006/main">
            <a:pathLst>
              <a:path w="1714500" h="2286000">
                <a:moveTo>
                  <a:pt x="0" y="0"/>
                </a:moveTo>
                <a:lnTo>
                  <a:pt x="1714500" y="0"/>
                </a:lnTo>
                <a:lnTo>
                  <a:pt x="1714500" y="285750"/>
                </a:lnTo>
                <a:lnTo>
                  <a:pt x="1000125" y="285750"/>
                </a:lnTo>
                <a:lnTo>
                  <a:pt x="1000125" y="2000250"/>
                </a:lnTo>
                <a:lnTo>
                  <a:pt x="1714500" y="2000250"/>
                </a:lnTo>
                <a:lnTo>
                  <a:pt x="1714500" y="2286000"/>
                </a:lnTo>
                <a:lnTo>
                  <a:pt x="0" y="2286000"/>
                </a:lnTo>
                <a:lnTo>
                  <a:pt x="0" y="2000250"/>
                </a:lnTo>
                <a:lnTo>
                  <a:pt x="714375" y="2000250"/>
                </a:lnTo>
                <a:lnTo>
                  <a:pt x="714375" y="285750"/>
                </a:lnTo>
                <a:lnTo>
                  <a:pt x="0" y="285750"/>
                </a:lnTo>
                <a:close/>
              </a:path>
            </a:pathLst>
          </a:custGeom>
          <a:solidFill xmlns:a="http://schemas.openxmlformats.org/drawingml/2006/main">
            <a:srgbClr val="E8F0F4"/>
          </a:solidFill>
          <a:ln xmlns:a="http://schemas.openxmlformats.org/drawingml/2006/main" w="19050">
            <a:solidFill>
              <a:srgbClr val="2876A8"/>
            </a:solidFill>
          </a:ln>
        </p:spPr>
      </p:sp>
      <p:sp>
        <p:nvSpPr>
          <p:cNvPr id="7" name="">
            <a:extLst xmlns:a="http://schemas.openxmlformats.org/drawingml/2006/main">
              <a:ext uri="{FF2B5EF4-FFF2-40B4-BE49-F238E27FC236}">
                <a16:creationId xmlns:a16="http://schemas.microsoft.com/office/drawing/2014/main" id="{F5E12589-1D03-43E8-9182-1BF41AF84FFB}"/>
              </a:ext>
            </a:extLst>
          </p:cNvPr>
          <p:cNvSpPr>
            <a:spLocks xmlns:a="http://schemas.openxmlformats.org/drawingml/2006/main" noGrp="1"/>
          </p:cNvSpPr>
          <p:nvPr/>
        </p:nvSpPr>
        <p:spPr>
          <a:xfrm xmlns:a="http://schemas.openxmlformats.org/drawingml/2006/main">
            <a:off x="1905000"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8" name="">
            <a:extLst xmlns:a="http://schemas.openxmlformats.org/drawingml/2006/main">
              <a:ext uri="{FF2B5EF4-FFF2-40B4-BE49-F238E27FC236}">
                <a16:creationId xmlns:a16="http://schemas.microsoft.com/office/drawing/2014/main" id="{C73A3DD8-900B-4A4B-97CA-D4F0AF19CA74}"/>
              </a:ext>
            </a:extLst>
          </p:cNvPr>
          <p:cNvSpPr>
            <a:spLocks xmlns:a="http://schemas.openxmlformats.org/drawingml/2006/main" noGrp="1"/>
          </p:cNvSpPr>
          <p:nvPr/>
        </p:nvSpPr>
        <p:spPr>
          <a:xfrm xmlns:a="http://schemas.openxmlformats.org/drawingml/2006/main">
            <a:off x="2037849"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9" name="">
            <a:extLst xmlns:a="http://schemas.openxmlformats.org/drawingml/2006/main">
              <a:ext uri="{FF2B5EF4-FFF2-40B4-BE49-F238E27FC236}">
                <a16:creationId xmlns:a16="http://schemas.microsoft.com/office/drawing/2014/main" id="{4A07EE5C-21DB-4FD0-8CD7-55992A5AFA9B}"/>
              </a:ext>
            </a:extLst>
          </p:cNvPr>
          <p:cNvSpPr>
            <a:spLocks xmlns:a="http://schemas.openxmlformats.org/drawingml/2006/main" noGrp="1"/>
          </p:cNvSpPr>
          <p:nvPr/>
        </p:nvSpPr>
        <p:spPr>
          <a:xfrm xmlns:a="http://schemas.openxmlformats.org/drawingml/2006/main">
            <a:off x="2170697"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0" name="">
            <a:extLst xmlns:a="http://schemas.openxmlformats.org/drawingml/2006/main">
              <a:ext uri="{FF2B5EF4-FFF2-40B4-BE49-F238E27FC236}">
                <a16:creationId xmlns:a16="http://schemas.microsoft.com/office/drawing/2014/main" id="{0D7BEAA3-DFE1-411F-9E6A-BBB2778DF7DE}"/>
              </a:ext>
            </a:extLst>
          </p:cNvPr>
          <p:cNvSpPr>
            <a:spLocks xmlns:a="http://schemas.openxmlformats.org/drawingml/2006/main" noGrp="1"/>
          </p:cNvSpPr>
          <p:nvPr/>
        </p:nvSpPr>
        <p:spPr>
          <a:xfrm xmlns:a="http://schemas.openxmlformats.org/drawingml/2006/main">
            <a:off x="2303546"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1" name="">
            <a:extLst xmlns:a="http://schemas.openxmlformats.org/drawingml/2006/main">
              <a:ext uri="{FF2B5EF4-FFF2-40B4-BE49-F238E27FC236}">
                <a16:creationId xmlns:a16="http://schemas.microsoft.com/office/drawing/2014/main" id="{E41788BE-2EDD-4BB5-BC79-F49BA2810A31}"/>
              </a:ext>
            </a:extLst>
          </p:cNvPr>
          <p:cNvSpPr>
            <a:spLocks xmlns:a="http://schemas.openxmlformats.org/drawingml/2006/main" noGrp="1"/>
          </p:cNvSpPr>
          <p:nvPr/>
        </p:nvSpPr>
        <p:spPr>
          <a:xfrm xmlns:a="http://schemas.openxmlformats.org/drawingml/2006/main">
            <a:off x="2436395"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2" name="">
            <a:extLst xmlns:a="http://schemas.openxmlformats.org/drawingml/2006/main">
              <a:ext uri="{FF2B5EF4-FFF2-40B4-BE49-F238E27FC236}">
                <a16:creationId xmlns:a16="http://schemas.microsoft.com/office/drawing/2014/main" id="{67F4E4D6-40C2-4A6A-890B-A9FDEC206F96}"/>
              </a:ext>
            </a:extLst>
          </p:cNvPr>
          <p:cNvSpPr>
            <a:spLocks xmlns:a="http://schemas.openxmlformats.org/drawingml/2006/main" noGrp="1"/>
          </p:cNvSpPr>
          <p:nvPr/>
        </p:nvSpPr>
        <p:spPr>
          <a:xfrm xmlns:a="http://schemas.openxmlformats.org/drawingml/2006/main">
            <a:off x="2569243"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3" name="">
            <a:extLst xmlns:a="http://schemas.openxmlformats.org/drawingml/2006/main">
              <a:ext uri="{FF2B5EF4-FFF2-40B4-BE49-F238E27FC236}">
                <a16:creationId xmlns:a16="http://schemas.microsoft.com/office/drawing/2014/main" id="{FE322549-F044-4305-B5FB-373A13C1CAB3}"/>
              </a:ext>
            </a:extLst>
          </p:cNvPr>
          <p:cNvSpPr>
            <a:spLocks xmlns:a="http://schemas.openxmlformats.org/drawingml/2006/main" noGrp="1"/>
          </p:cNvSpPr>
          <p:nvPr/>
        </p:nvSpPr>
        <p:spPr>
          <a:xfrm xmlns:a="http://schemas.openxmlformats.org/drawingml/2006/main">
            <a:off x="2702092"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4" name="">
            <a:extLst xmlns:a="http://schemas.openxmlformats.org/drawingml/2006/main">
              <a:ext uri="{FF2B5EF4-FFF2-40B4-BE49-F238E27FC236}">
                <a16:creationId xmlns:a16="http://schemas.microsoft.com/office/drawing/2014/main" id="{E29DB2ED-CF74-4478-8A3A-FFF4053809B2}"/>
              </a:ext>
            </a:extLst>
          </p:cNvPr>
          <p:cNvSpPr>
            <a:spLocks xmlns:a="http://schemas.openxmlformats.org/drawingml/2006/main" noGrp="1"/>
          </p:cNvSpPr>
          <p:nvPr/>
        </p:nvSpPr>
        <p:spPr>
          <a:xfrm xmlns:a="http://schemas.openxmlformats.org/drawingml/2006/main">
            <a:off x="2834941"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5" name="">
            <a:extLst xmlns:a="http://schemas.openxmlformats.org/drawingml/2006/main">
              <a:ext uri="{FF2B5EF4-FFF2-40B4-BE49-F238E27FC236}">
                <a16:creationId xmlns:a16="http://schemas.microsoft.com/office/drawing/2014/main" id="{1BC40C33-A5C9-4DA5-BA4B-02D917240378}"/>
              </a:ext>
            </a:extLst>
          </p:cNvPr>
          <p:cNvSpPr>
            <a:spLocks xmlns:a="http://schemas.openxmlformats.org/drawingml/2006/main" noGrp="1"/>
          </p:cNvSpPr>
          <p:nvPr/>
        </p:nvSpPr>
        <p:spPr>
          <a:xfrm xmlns:a="http://schemas.openxmlformats.org/drawingml/2006/main">
            <a:off x="2967789"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6" name="">
            <a:extLst xmlns:a="http://schemas.openxmlformats.org/drawingml/2006/main">
              <a:ext uri="{FF2B5EF4-FFF2-40B4-BE49-F238E27FC236}">
                <a16:creationId xmlns:a16="http://schemas.microsoft.com/office/drawing/2014/main" id="{4310D6E5-CF22-4FEB-8B89-3DABC754141B}"/>
              </a:ext>
            </a:extLst>
          </p:cNvPr>
          <p:cNvSpPr>
            <a:spLocks xmlns:a="http://schemas.openxmlformats.org/drawingml/2006/main" noGrp="1"/>
          </p:cNvSpPr>
          <p:nvPr/>
        </p:nvSpPr>
        <p:spPr>
          <a:xfrm xmlns:a="http://schemas.openxmlformats.org/drawingml/2006/main">
            <a:off x="3100638"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7" name="">
            <a:extLst xmlns:a="http://schemas.openxmlformats.org/drawingml/2006/main">
              <a:ext uri="{FF2B5EF4-FFF2-40B4-BE49-F238E27FC236}">
                <a16:creationId xmlns:a16="http://schemas.microsoft.com/office/drawing/2014/main" id="{13AAE08F-3EEB-485F-95EE-8A80CC53D4FD}"/>
              </a:ext>
            </a:extLst>
          </p:cNvPr>
          <p:cNvSpPr>
            <a:spLocks xmlns:a="http://schemas.openxmlformats.org/drawingml/2006/main" noGrp="1"/>
          </p:cNvSpPr>
          <p:nvPr/>
        </p:nvSpPr>
        <p:spPr>
          <a:xfrm xmlns:a="http://schemas.openxmlformats.org/drawingml/2006/main">
            <a:off x="3233487"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8" name="">
            <a:extLst xmlns:a="http://schemas.openxmlformats.org/drawingml/2006/main">
              <a:ext uri="{FF2B5EF4-FFF2-40B4-BE49-F238E27FC236}">
                <a16:creationId xmlns:a16="http://schemas.microsoft.com/office/drawing/2014/main" id="{BBDF2580-53B9-4728-8682-4B40C4D2585B}"/>
              </a:ext>
            </a:extLst>
          </p:cNvPr>
          <p:cNvSpPr>
            <a:spLocks xmlns:a="http://schemas.openxmlformats.org/drawingml/2006/main" noGrp="1"/>
          </p:cNvSpPr>
          <p:nvPr/>
        </p:nvSpPr>
        <p:spPr>
          <a:xfrm xmlns:a="http://schemas.openxmlformats.org/drawingml/2006/main">
            <a:off x="3366336"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19" name="">
            <a:extLst xmlns:a="http://schemas.openxmlformats.org/drawingml/2006/main">
              <a:ext uri="{FF2B5EF4-FFF2-40B4-BE49-F238E27FC236}">
                <a16:creationId xmlns:a16="http://schemas.microsoft.com/office/drawing/2014/main" id="{ED6800BA-9BF4-4877-A248-6F76A23DD66A}"/>
              </a:ext>
            </a:extLst>
          </p:cNvPr>
          <p:cNvSpPr>
            <a:spLocks xmlns:a="http://schemas.openxmlformats.org/drawingml/2006/main" noGrp="1"/>
          </p:cNvSpPr>
          <p:nvPr/>
        </p:nvSpPr>
        <p:spPr>
          <a:xfrm xmlns:a="http://schemas.openxmlformats.org/drawingml/2006/main">
            <a:off x="3499184"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0" name="">
            <a:extLst xmlns:a="http://schemas.openxmlformats.org/drawingml/2006/main">
              <a:ext uri="{FF2B5EF4-FFF2-40B4-BE49-F238E27FC236}">
                <a16:creationId xmlns:a16="http://schemas.microsoft.com/office/drawing/2014/main" id="{6430275D-12ED-4B6E-B5E5-6665764EF3C8}"/>
              </a:ext>
            </a:extLst>
          </p:cNvPr>
          <p:cNvSpPr>
            <a:spLocks xmlns:a="http://schemas.openxmlformats.org/drawingml/2006/main" noGrp="1"/>
          </p:cNvSpPr>
          <p:nvPr/>
        </p:nvSpPr>
        <p:spPr>
          <a:xfrm xmlns:a="http://schemas.openxmlformats.org/drawingml/2006/main">
            <a:off x="3632033"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1" name="">
            <a:extLst xmlns:a="http://schemas.openxmlformats.org/drawingml/2006/main">
              <a:ext uri="{FF2B5EF4-FFF2-40B4-BE49-F238E27FC236}">
                <a16:creationId xmlns:a16="http://schemas.microsoft.com/office/drawing/2014/main" id="{31E49ACD-C2E0-466E-8D90-47D55A17CDA1}"/>
              </a:ext>
            </a:extLst>
          </p:cNvPr>
          <p:cNvSpPr>
            <a:spLocks xmlns:a="http://schemas.openxmlformats.org/drawingml/2006/main" noGrp="1"/>
          </p:cNvSpPr>
          <p:nvPr/>
        </p:nvSpPr>
        <p:spPr>
          <a:xfrm xmlns:a="http://schemas.openxmlformats.org/drawingml/2006/main">
            <a:off x="3764882"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2" name="">
            <a:extLst xmlns:a="http://schemas.openxmlformats.org/drawingml/2006/main">
              <a:ext uri="{FF2B5EF4-FFF2-40B4-BE49-F238E27FC236}">
                <a16:creationId xmlns:a16="http://schemas.microsoft.com/office/drawing/2014/main" id="{1B449F29-2D5E-4D38-B508-9B49727EA61F}"/>
              </a:ext>
            </a:extLst>
          </p:cNvPr>
          <p:cNvSpPr>
            <a:spLocks xmlns:a="http://schemas.openxmlformats.org/drawingml/2006/main" noGrp="1"/>
          </p:cNvSpPr>
          <p:nvPr/>
        </p:nvSpPr>
        <p:spPr>
          <a:xfrm xmlns:a="http://schemas.openxmlformats.org/drawingml/2006/main">
            <a:off x="3897730"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3" name="">
            <a:extLst xmlns:a="http://schemas.openxmlformats.org/drawingml/2006/main">
              <a:ext uri="{FF2B5EF4-FFF2-40B4-BE49-F238E27FC236}">
                <a16:creationId xmlns:a16="http://schemas.microsoft.com/office/drawing/2014/main" id="{490E39F1-5BB5-4173-95EF-3B6A6BDBF00D}"/>
              </a:ext>
            </a:extLst>
          </p:cNvPr>
          <p:cNvSpPr>
            <a:spLocks xmlns:a="http://schemas.openxmlformats.org/drawingml/2006/main" noGrp="1"/>
          </p:cNvSpPr>
          <p:nvPr/>
        </p:nvSpPr>
        <p:spPr>
          <a:xfrm xmlns:a="http://schemas.openxmlformats.org/drawingml/2006/main">
            <a:off x="4030579"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4" name="">
            <a:extLst xmlns:a="http://schemas.openxmlformats.org/drawingml/2006/main">
              <a:ext uri="{FF2B5EF4-FFF2-40B4-BE49-F238E27FC236}">
                <a16:creationId xmlns:a16="http://schemas.microsoft.com/office/drawing/2014/main" id="{AF619C10-18A1-438E-8370-84949B01FD2C}"/>
              </a:ext>
            </a:extLst>
          </p:cNvPr>
          <p:cNvSpPr>
            <a:spLocks xmlns:a="http://schemas.openxmlformats.org/drawingml/2006/main" noGrp="1"/>
          </p:cNvSpPr>
          <p:nvPr/>
        </p:nvSpPr>
        <p:spPr>
          <a:xfrm xmlns:a="http://schemas.openxmlformats.org/drawingml/2006/main">
            <a:off x="4163428"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5" name="">
            <a:extLst xmlns:a="http://schemas.openxmlformats.org/drawingml/2006/main">
              <a:ext uri="{FF2B5EF4-FFF2-40B4-BE49-F238E27FC236}">
                <a16:creationId xmlns:a16="http://schemas.microsoft.com/office/drawing/2014/main" id="{9C56DAD9-5BC2-4FFB-B2F5-361BC4270630}"/>
              </a:ext>
            </a:extLst>
          </p:cNvPr>
          <p:cNvSpPr>
            <a:spLocks xmlns:a="http://schemas.openxmlformats.org/drawingml/2006/main" noGrp="1"/>
          </p:cNvSpPr>
          <p:nvPr/>
        </p:nvSpPr>
        <p:spPr>
          <a:xfrm xmlns:a="http://schemas.openxmlformats.org/drawingml/2006/main">
            <a:off x="4296276" y="3476625"/>
            <a:ext cx="73067" cy="9525"/>
          </a:xfrm>
          <a:custGeom xmlns:a="http://schemas.openxmlformats.org/drawingml/2006/main">
            <a:pathLst>
              <a:path w="73067" h="9525">
                <a:moveTo>
                  <a:pt x="0" y="0"/>
                </a:moveTo>
                <a:lnTo>
                  <a:pt x="73067" y="0"/>
                </a:lnTo>
              </a:path>
            </a:pathLst>
          </a:custGeom>
          <a:noFill xmlns:a="http://schemas.openxmlformats.org/drawingml/2006/main"/>
          <a:ln xmlns:a="http://schemas.openxmlformats.org/drawingml/2006/main" w="11430">
            <a:solidFill>
              <a:srgbClr val="087E8B"/>
            </a:solidFill>
          </a:ln>
        </p:spPr>
      </p:sp>
      <p:sp>
        <p:nvSpPr>
          <p:cNvPr id="26" name="">
            <a:extLst xmlns:a="http://schemas.openxmlformats.org/drawingml/2006/main">
              <a:ext uri="{FF2B5EF4-FFF2-40B4-BE49-F238E27FC236}">
                <a16:creationId xmlns:a16="http://schemas.microsoft.com/office/drawing/2014/main" id="{F6FE39ED-4721-4BCA-9F8D-C6F703AE9BE4}"/>
              </a:ext>
            </a:extLst>
          </p:cNvPr>
          <p:cNvSpPr>
            <a:spLocks xmlns:a="http://schemas.openxmlformats.org/drawingml/2006/main" noGrp="1"/>
          </p:cNvSpPr>
          <p:nvPr/>
        </p:nvSpPr>
        <p:spPr>
          <a:xfrm xmlns:a="http://schemas.openxmlformats.org/drawingml/2006/main">
            <a:off x="3143250" y="2095500"/>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27" name="">
            <a:extLst xmlns:a="http://schemas.openxmlformats.org/drawingml/2006/main">
              <a:ext uri="{FF2B5EF4-FFF2-40B4-BE49-F238E27FC236}">
                <a16:creationId xmlns:a16="http://schemas.microsoft.com/office/drawing/2014/main" id="{6C879B7A-0E27-440E-8E5B-2232CE67F1A1}"/>
              </a:ext>
            </a:extLst>
          </p:cNvPr>
          <p:cNvSpPr>
            <a:spLocks xmlns:a="http://schemas.openxmlformats.org/drawingml/2006/main" noGrp="1"/>
          </p:cNvSpPr>
          <p:nvPr/>
        </p:nvSpPr>
        <p:spPr>
          <a:xfrm xmlns:a="http://schemas.openxmlformats.org/drawingml/2006/main">
            <a:off x="3143250" y="2223222"/>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28" name="">
            <a:extLst xmlns:a="http://schemas.openxmlformats.org/drawingml/2006/main">
              <a:ext uri="{FF2B5EF4-FFF2-40B4-BE49-F238E27FC236}">
                <a16:creationId xmlns:a16="http://schemas.microsoft.com/office/drawing/2014/main" id="{81D27A47-BA38-4D8C-9F6E-F1514ED94282}"/>
              </a:ext>
            </a:extLst>
          </p:cNvPr>
          <p:cNvSpPr>
            <a:spLocks xmlns:a="http://schemas.openxmlformats.org/drawingml/2006/main" noGrp="1"/>
          </p:cNvSpPr>
          <p:nvPr/>
        </p:nvSpPr>
        <p:spPr>
          <a:xfrm xmlns:a="http://schemas.openxmlformats.org/drawingml/2006/main">
            <a:off x="3143250" y="2350943"/>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29" name="">
            <a:extLst xmlns:a="http://schemas.openxmlformats.org/drawingml/2006/main">
              <a:ext uri="{FF2B5EF4-FFF2-40B4-BE49-F238E27FC236}">
                <a16:creationId xmlns:a16="http://schemas.microsoft.com/office/drawing/2014/main" id="{7EB5B55A-3F37-4AE4-BC52-3432B3FEB91D}"/>
              </a:ext>
            </a:extLst>
          </p:cNvPr>
          <p:cNvSpPr>
            <a:spLocks xmlns:a="http://schemas.openxmlformats.org/drawingml/2006/main" noGrp="1"/>
          </p:cNvSpPr>
          <p:nvPr/>
        </p:nvSpPr>
        <p:spPr>
          <a:xfrm xmlns:a="http://schemas.openxmlformats.org/drawingml/2006/main">
            <a:off x="3143250" y="2478665"/>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0" name="">
            <a:extLst xmlns:a="http://schemas.openxmlformats.org/drawingml/2006/main">
              <a:ext uri="{FF2B5EF4-FFF2-40B4-BE49-F238E27FC236}">
                <a16:creationId xmlns:a16="http://schemas.microsoft.com/office/drawing/2014/main" id="{7A94A241-889A-4B0E-BA21-9FB2B7E42DB7}"/>
              </a:ext>
            </a:extLst>
          </p:cNvPr>
          <p:cNvSpPr>
            <a:spLocks xmlns:a="http://schemas.openxmlformats.org/drawingml/2006/main" noGrp="1"/>
          </p:cNvSpPr>
          <p:nvPr/>
        </p:nvSpPr>
        <p:spPr>
          <a:xfrm xmlns:a="http://schemas.openxmlformats.org/drawingml/2006/main">
            <a:off x="3143250" y="2606386"/>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1" name="">
            <a:extLst xmlns:a="http://schemas.openxmlformats.org/drawingml/2006/main">
              <a:ext uri="{FF2B5EF4-FFF2-40B4-BE49-F238E27FC236}">
                <a16:creationId xmlns:a16="http://schemas.microsoft.com/office/drawing/2014/main" id="{378C2752-C70B-4A48-999C-5F4716293460}"/>
              </a:ext>
            </a:extLst>
          </p:cNvPr>
          <p:cNvSpPr>
            <a:spLocks xmlns:a="http://schemas.openxmlformats.org/drawingml/2006/main" noGrp="1"/>
          </p:cNvSpPr>
          <p:nvPr/>
        </p:nvSpPr>
        <p:spPr>
          <a:xfrm xmlns:a="http://schemas.openxmlformats.org/drawingml/2006/main">
            <a:off x="3143250" y="2734108"/>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2" name="">
            <a:extLst xmlns:a="http://schemas.openxmlformats.org/drawingml/2006/main">
              <a:ext uri="{FF2B5EF4-FFF2-40B4-BE49-F238E27FC236}">
                <a16:creationId xmlns:a16="http://schemas.microsoft.com/office/drawing/2014/main" id="{17462609-436F-4591-BE01-B4D5E680E8C4}"/>
              </a:ext>
            </a:extLst>
          </p:cNvPr>
          <p:cNvSpPr>
            <a:spLocks xmlns:a="http://schemas.openxmlformats.org/drawingml/2006/main" noGrp="1"/>
          </p:cNvSpPr>
          <p:nvPr/>
        </p:nvSpPr>
        <p:spPr>
          <a:xfrm xmlns:a="http://schemas.openxmlformats.org/drawingml/2006/main">
            <a:off x="3143250" y="2861830"/>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3" name="">
            <a:extLst xmlns:a="http://schemas.openxmlformats.org/drawingml/2006/main">
              <a:ext uri="{FF2B5EF4-FFF2-40B4-BE49-F238E27FC236}">
                <a16:creationId xmlns:a16="http://schemas.microsoft.com/office/drawing/2014/main" id="{DF64E82C-B4D9-4364-977C-7F9850086284}"/>
              </a:ext>
            </a:extLst>
          </p:cNvPr>
          <p:cNvSpPr>
            <a:spLocks xmlns:a="http://schemas.openxmlformats.org/drawingml/2006/main" noGrp="1"/>
          </p:cNvSpPr>
          <p:nvPr/>
        </p:nvSpPr>
        <p:spPr>
          <a:xfrm xmlns:a="http://schemas.openxmlformats.org/drawingml/2006/main">
            <a:off x="3143250" y="2989551"/>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4" name="">
            <a:extLst xmlns:a="http://schemas.openxmlformats.org/drawingml/2006/main">
              <a:ext uri="{FF2B5EF4-FFF2-40B4-BE49-F238E27FC236}">
                <a16:creationId xmlns:a16="http://schemas.microsoft.com/office/drawing/2014/main" id="{1DD24EA6-6281-4944-AD8D-99A37E5ECB0E}"/>
              </a:ext>
            </a:extLst>
          </p:cNvPr>
          <p:cNvSpPr>
            <a:spLocks xmlns:a="http://schemas.openxmlformats.org/drawingml/2006/main" noGrp="1"/>
          </p:cNvSpPr>
          <p:nvPr/>
        </p:nvSpPr>
        <p:spPr>
          <a:xfrm xmlns:a="http://schemas.openxmlformats.org/drawingml/2006/main">
            <a:off x="3143250" y="3117273"/>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5" name="">
            <a:extLst xmlns:a="http://schemas.openxmlformats.org/drawingml/2006/main">
              <a:ext uri="{FF2B5EF4-FFF2-40B4-BE49-F238E27FC236}">
                <a16:creationId xmlns:a16="http://schemas.microsoft.com/office/drawing/2014/main" id="{5A1897C9-DAF6-4F4E-83B9-E18D9767B4EF}"/>
              </a:ext>
            </a:extLst>
          </p:cNvPr>
          <p:cNvSpPr>
            <a:spLocks xmlns:a="http://schemas.openxmlformats.org/drawingml/2006/main" noGrp="1"/>
          </p:cNvSpPr>
          <p:nvPr/>
        </p:nvSpPr>
        <p:spPr>
          <a:xfrm xmlns:a="http://schemas.openxmlformats.org/drawingml/2006/main">
            <a:off x="3143250" y="3244994"/>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6" name="">
            <a:extLst xmlns:a="http://schemas.openxmlformats.org/drawingml/2006/main">
              <a:ext uri="{FF2B5EF4-FFF2-40B4-BE49-F238E27FC236}">
                <a16:creationId xmlns:a16="http://schemas.microsoft.com/office/drawing/2014/main" id="{F24E432E-DD27-4DEB-B8DD-A5CDCA7B6CE1}"/>
              </a:ext>
            </a:extLst>
          </p:cNvPr>
          <p:cNvSpPr>
            <a:spLocks xmlns:a="http://schemas.openxmlformats.org/drawingml/2006/main" noGrp="1"/>
          </p:cNvSpPr>
          <p:nvPr/>
        </p:nvSpPr>
        <p:spPr>
          <a:xfrm xmlns:a="http://schemas.openxmlformats.org/drawingml/2006/main">
            <a:off x="3143250" y="3372716"/>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7" name="">
            <a:extLst xmlns:a="http://schemas.openxmlformats.org/drawingml/2006/main">
              <a:ext uri="{FF2B5EF4-FFF2-40B4-BE49-F238E27FC236}">
                <a16:creationId xmlns:a16="http://schemas.microsoft.com/office/drawing/2014/main" id="{8269DEB8-E677-4DB4-9985-40A9D4CF93F2}"/>
              </a:ext>
            </a:extLst>
          </p:cNvPr>
          <p:cNvSpPr>
            <a:spLocks xmlns:a="http://schemas.openxmlformats.org/drawingml/2006/main" noGrp="1"/>
          </p:cNvSpPr>
          <p:nvPr/>
        </p:nvSpPr>
        <p:spPr>
          <a:xfrm xmlns:a="http://schemas.openxmlformats.org/drawingml/2006/main">
            <a:off x="3143250" y="3500438"/>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8" name="">
            <a:extLst xmlns:a="http://schemas.openxmlformats.org/drawingml/2006/main">
              <a:ext uri="{FF2B5EF4-FFF2-40B4-BE49-F238E27FC236}">
                <a16:creationId xmlns:a16="http://schemas.microsoft.com/office/drawing/2014/main" id="{2958DC1E-CCBC-440A-87A6-0FCE314D144A}"/>
              </a:ext>
            </a:extLst>
          </p:cNvPr>
          <p:cNvSpPr>
            <a:spLocks xmlns:a="http://schemas.openxmlformats.org/drawingml/2006/main" noGrp="1"/>
          </p:cNvSpPr>
          <p:nvPr/>
        </p:nvSpPr>
        <p:spPr>
          <a:xfrm xmlns:a="http://schemas.openxmlformats.org/drawingml/2006/main">
            <a:off x="3143250" y="3628159"/>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39" name="">
            <a:extLst xmlns:a="http://schemas.openxmlformats.org/drawingml/2006/main">
              <a:ext uri="{FF2B5EF4-FFF2-40B4-BE49-F238E27FC236}">
                <a16:creationId xmlns:a16="http://schemas.microsoft.com/office/drawing/2014/main" id="{7337B86C-9312-488F-8DCE-B8E6A532CBA4}"/>
              </a:ext>
            </a:extLst>
          </p:cNvPr>
          <p:cNvSpPr>
            <a:spLocks xmlns:a="http://schemas.openxmlformats.org/drawingml/2006/main" noGrp="1"/>
          </p:cNvSpPr>
          <p:nvPr/>
        </p:nvSpPr>
        <p:spPr>
          <a:xfrm xmlns:a="http://schemas.openxmlformats.org/drawingml/2006/main">
            <a:off x="3143250" y="3755881"/>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0" name="">
            <a:extLst xmlns:a="http://schemas.openxmlformats.org/drawingml/2006/main">
              <a:ext uri="{FF2B5EF4-FFF2-40B4-BE49-F238E27FC236}">
                <a16:creationId xmlns:a16="http://schemas.microsoft.com/office/drawing/2014/main" id="{A4CC5225-E334-4005-9918-D6AEA7965CEC}"/>
              </a:ext>
            </a:extLst>
          </p:cNvPr>
          <p:cNvSpPr>
            <a:spLocks xmlns:a="http://schemas.openxmlformats.org/drawingml/2006/main" noGrp="1"/>
          </p:cNvSpPr>
          <p:nvPr/>
        </p:nvSpPr>
        <p:spPr>
          <a:xfrm xmlns:a="http://schemas.openxmlformats.org/drawingml/2006/main">
            <a:off x="3143250" y="3883602"/>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1" name="">
            <a:extLst xmlns:a="http://schemas.openxmlformats.org/drawingml/2006/main">
              <a:ext uri="{FF2B5EF4-FFF2-40B4-BE49-F238E27FC236}">
                <a16:creationId xmlns:a16="http://schemas.microsoft.com/office/drawing/2014/main" id="{EFA9C94C-2C19-4AE0-8076-B3B3E57DEA7A}"/>
              </a:ext>
            </a:extLst>
          </p:cNvPr>
          <p:cNvSpPr>
            <a:spLocks xmlns:a="http://schemas.openxmlformats.org/drawingml/2006/main" noGrp="1"/>
          </p:cNvSpPr>
          <p:nvPr/>
        </p:nvSpPr>
        <p:spPr>
          <a:xfrm xmlns:a="http://schemas.openxmlformats.org/drawingml/2006/main">
            <a:off x="3143250" y="4011324"/>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2" name="">
            <a:extLst xmlns:a="http://schemas.openxmlformats.org/drawingml/2006/main">
              <a:ext uri="{FF2B5EF4-FFF2-40B4-BE49-F238E27FC236}">
                <a16:creationId xmlns:a16="http://schemas.microsoft.com/office/drawing/2014/main" id="{12222202-24AA-45BB-93CE-2FFA32DB5C8E}"/>
              </a:ext>
            </a:extLst>
          </p:cNvPr>
          <p:cNvSpPr>
            <a:spLocks xmlns:a="http://schemas.openxmlformats.org/drawingml/2006/main" noGrp="1"/>
          </p:cNvSpPr>
          <p:nvPr/>
        </p:nvSpPr>
        <p:spPr>
          <a:xfrm xmlns:a="http://schemas.openxmlformats.org/drawingml/2006/main">
            <a:off x="3143250" y="4139045"/>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3" name="">
            <a:extLst xmlns:a="http://schemas.openxmlformats.org/drawingml/2006/main">
              <a:ext uri="{FF2B5EF4-FFF2-40B4-BE49-F238E27FC236}">
                <a16:creationId xmlns:a16="http://schemas.microsoft.com/office/drawing/2014/main" id="{45249467-4535-4651-955A-880FD0426774}"/>
              </a:ext>
            </a:extLst>
          </p:cNvPr>
          <p:cNvSpPr>
            <a:spLocks xmlns:a="http://schemas.openxmlformats.org/drawingml/2006/main" noGrp="1"/>
          </p:cNvSpPr>
          <p:nvPr/>
        </p:nvSpPr>
        <p:spPr>
          <a:xfrm xmlns:a="http://schemas.openxmlformats.org/drawingml/2006/main">
            <a:off x="3143250" y="4266767"/>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4" name="">
            <a:extLst xmlns:a="http://schemas.openxmlformats.org/drawingml/2006/main">
              <a:ext uri="{FF2B5EF4-FFF2-40B4-BE49-F238E27FC236}">
                <a16:creationId xmlns:a16="http://schemas.microsoft.com/office/drawing/2014/main" id="{E324C78D-FEA9-4416-AD9E-DB0145C68556}"/>
              </a:ext>
            </a:extLst>
          </p:cNvPr>
          <p:cNvSpPr>
            <a:spLocks xmlns:a="http://schemas.openxmlformats.org/drawingml/2006/main" noGrp="1"/>
          </p:cNvSpPr>
          <p:nvPr/>
        </p:nvSpPr>
        <p:spPr>
          <a:xfrm xmlns:a="http://schemas.openxmlformats.org/drawingml/2006/main">
            <a:off x="3143250" y="4394489"/>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5" name="">
            <a:extLst xmlns:a="http://schemas.openxmlformats.org/drawingml/2006/main">
              <a:ext uri="{FF2B5EF4-FFF2-40B4-BE49-F238E27FC236}">
                <a16:creationId xmlns:a16="http://schemas.microsoft.com/office/drawing/2014/main" id="{58D96A61-D732-4D92-A42A-702B812D6567}"/>
              </a:ext>
            </a:extLst>
          </p:cNvPr>
          <p:cNvSpPr>
            <a:spLocks xmlns:a="http://schemas.openxmlformats.org/drawingml/2006/main" noGrp="1"/>
          </p:cNvSpPr>
          <p:nvPr/>
        </p:nvSpPr>
        <p:spPr>
          <a:xfrm xmlns:a="http://schemas.openxmlformats.org/drawingml/2006/main">
            <a:off x="3143250" y="4522210"/>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6" name="">
            <a:extLst xmlns:a="http://schemas.openxmlformats.org/drawingml/2006/main">
              <a:ext uri="{FF2B5EF4-FFF2-40B4-BE49-F238E27FC236}">
                <a16:creationId xmlns:a16="http://schemas.microsoft.com/office/drawing/2014/main" id="{5E9D5A62-D1FC-4850-952B-8E7D1123F757}"/>
              </a:ext>
            </a:extLst>
          </p:cNvPr>
          <p:cNvSpPr>
            <a:spLocks xmlns:a="http://schemas.openxmlformats.org/drawingml/2006/main" noGrp="1"/>
          </p:cNvSpPr>
          <p:nvPr/>
        </p:nvSpPr>
        <p:spPr>
          <a:xfrm xmlns:a="http://schemas.openxmlformats.org/drawingml/2006/main">
            <a:off x="3143250" y="4649932"/>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7" name="">
            <a:extLst xmlns:a="http://schemas.openxmlformats.org/drawingml/2006/main">
              <a:ext uri="{FF2B5EF4-FFF2-40B4-BE49-F238E27FC236}">
                <a16:creationId xmlns:a16="http://schemas.microsoft.com/office/drawing/2014/main" id="{AFCD0063-1743-41CB-8DF3-58D52A1A6F05}"/>
              </a:ext>
            </a:extLst>
          </p:cNvPr>
          <p:cNvSpPr>
            <a:spLocks xmlns:a="http://schemas.openxmlformats.org/drawingml/2006/main" noGrp="1"/>
          </p:cNvSpPr>
          <p:nvPr/>
        </p:nvSpPr>
        <p:spPr>
          <a:xfrm xmlns:a="http://schemas.openxmlformats.org/drawingml/2006/main">
            <a:off x="3143250" y="4777653"/>
            <a:ext cx="9525" cy="70247"/>
          </a:xfrm>
          <a:custGeom xmlns:a="http://schemas.openxmlformats.org/drawingml/2006/main">
            <a:pathLst>
              <a:path w="9525" h="70247">
                <a:moveTo>
                  <a:pt x="0" y="0"/>
                </a:moveTo>
                <a:lnTo>
                  <a:pt x="0" y="70247"/>
                </a:lnTo>
              </a:path>
            </a:pathLst>
          </a:custGeom>
          <a:noFill xmlns:a="http://schemas.openxmlformats.org/drawingml/2006/main"/>
          <a:ln xmlns:a="http://schemas.openxmlformats.org/drawingml/2006/main" w="11430">
            <a:solidFill>
              <a:srgbClr val="2876A8"/>
            </a:solidFill>
          </a:ln>
        </p:spPr>
      </p:sp>
      <p:sp>
        <p:nvSpPr>
          <p:cNvPr id="48" name="">
            <a:extLst xmlns:a="http://schemas.openxmlformats.org/drawingml/2006/main">
              <a:ext uri="{FF2B5EF4-FFF2-40B4-BE49-F238E27FC236}">
                <a16:creationId xmlns:a16="http://schemas.microsoft.com/office/drawing/2014/main" id="{E09EF04A-9FD4-4AFC-BB74-08199BFF5460}"/>
              </a:ext>
            </a:extLst>
          </p:cNvPr>
          <p:cNvSpPr>
            <a:spLocks xmlns:a="http://schemas.openxmlformats.org/drawingml/2006/main" noGrp="1"/>
          </p:cNvSpPr>
          <p:nvPr/>
        </p:nvSpPr>
        <p:spPr>
          <a:xfrm xmlns:a="http://schemas.openxmlformats.org/drawingml/2006/main">
            <a:off x="4476750" y="3286125"/>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X-X</a:t>
            </a:r>
          </a:p>
        </p:txBody>
      </p:sp>
      <p:sp>
        <p:nvSpPr>
          <p:cNvPr id="49" name="">
            <a:extLst xmlns:a="http://schemas.openxmlformats.org/drawingml/2006/main">
              <a:ext uri="{FF2B5EF4-FFF2-40B4-BE49-F238E27FC236}">
                <a16:creationId xmlns:a16="http://schemas.microsoft.com/office/drawing/2014/main" id="{D0BF32A9-BB3A-43E3-A6AD-0ED918B66ACF}"/>
              </a:ext>
            </a:extLst>
          </p:cNvPr>
          <p:cNvSpPr>
            <a:spLocks xmlns:a="http://schemas.openxmlformats.org/drawingml/2006/main" noGrp="1"/>
          </p:cNvSpPr>
          <p:nvPr/>
        </p:nvSpPr>
        <p:spPr>
          <a:xfrm xmlns:a="http://schemas.openxmlformats.org/drawingml/2006/main">
            <a:off x="2428875" y="468630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2876A8"/>
                </a:solidFill>
                <a:latin typeface="Yu Gothic"/>
                <a:ea typeface="Yu Gothic"/>
                <a:cs typeface="Yu Gothic"/>
              </a:defRPr>
            </a:defPPr>
            <a:lvl1pPr>
              <a:buNone/>
              <a:defRPr sz="1725" b="1">
                <a:solidFill>
                  <a:srgbClr val="2876A8"/>
                </a:solidFill>
                <a:latin typeface="Yu Gothic"/>
                <a:ea typeface="Yu Gothic"/>
                <a:cs typeface="Yu Gothic"/>
              </a:defRPr>
            </a:lvl1pPr>
            <a:lvl2pPr>
              <a:buNone/>
              <a:defRPr sz="1725" b="1">
                <a:solidFill>
                  <a:srgbClr val="2876A8"/>
                </a:solidFill>
                <a:latin typeface="Yu Gothic"/>
                <a:ea typeface="Yu Gothic"/>
                <a:cs typeface="Yu Gothic"/>
              </a:defRPr>
            </a:lvl2pPr>
            <a:lvl3pPr>
              <a:buNone/>
              <a:defRPr sz="1725" b="1">
                <a:solidFill>
                  <a:srgbClr val="2876A8"/>
                </a:solidFill>
                <a:latin typeface="Yu Gothic"/>
                <a:ea typeface="Yu Gothic"/>
                <a:cs typeface="Yu Gothic"/>
              </a:defRPr>
            </a:lvl3pPr>
            <a:lvl4pPr>
              <a:buNone/>
              <a:defRPr sz="1725" b="1">
                <a:solidFill>
                  <a:srgbClr val="2876A8"/>
                </a:solidFill>
                <a:latin typeface="Yu Gothic"/>
                <a:ea typeface="Yu Gothic"/>
                <a:cs typeface="Yu Gothic"/>
              </a:defRPr>
            </a:lvl4pPr>
            <a:lvl5pPr>
              <a:buNone/>
              <a:defRPr sz="1725" b="1">
                <a:solidFill>
                  <a:srgbClr val="2876A8"/>
                </a:solidFill>
                <a:latin typeface="Yu Gothic"/>
                <a:ea typeface="Yu Gothic"/>
                <a:cs typeface="Yu Gothic"/>
              </a:defRPr>
            </a:lvl5pPr>
            <a:lvl6pPr>
              <a:buNone/>
              <a:defRPr sz="1725" b="1">
                <a:solidFill>
                  <a:srgbClr val="2876A8"/>
                </a:solidFill>
                <a:latin typeface="Yu Gothic"/>
                <a:ea typeface="Yu Gothic"/>
                <a:cs typeface="Yu Gothic"/>
              </a:defRPr>
            </a:lvl6pPr>
            <a:lvl7pPr>
              <a:buNone/>
              <a:defRPr sz="1725" b="1">
                <a:solidFill>
                  <a:srgbClr val="2876A8"/>
                </a:solidFill>
                <a:latin typeface="Yu Gothic"/>
                <a:ea typeface="Yu Gothic"/>
                <a:cs typeface="Yu Gothic"/>
              </a:defRPr>
            </a:lvl7pPr>
            <a:lvl8pPr>
              <a:buNone/>
              <a:defRPr sz="1725" b="1">
                <a:solidFill>
                  <a:srgbClr val="2876A8"/>
                </a:solidFill>
                <a:latin typeface="Yu Gothic"/>
                <a:ea typeface="Yu Gothic"/>
                <a:cs typeface="Yu Gothic"/>
              </a:defRPr>
            </a:lvl8pPr>
            <a:lvl9pPr>
              <a:buNone/>
              <a:defRPr sz="1725" b="1">
                <a:solidFill>
                  <a:srgbClr val="2876A8"/>
                </a:solidFill>
                <a:latin typeface="Yu Gothic"/>
                <a:ea typeface="Yu Gothic"/>
                <a:cs typeface="Yu Gothic"/>
              </a:defRPr>
            </a:lvl9pPr>
          </a:lstStyle>
          <a:p xmlns:a="http://schemas.openxmlformats.org/drawingml/2006/main">
            <a:pPr>
              <a:buNone/>
              <a:defRPr sz="1725" b="1">
                <a:solidFill>
                  <a:srgbClr val="2876A8"/>
                </a:solidFill>
                <a:latin typeface="Yu Gothic"/>
                <a:ea typeface="Yu Gothic"/>
                <a:cs typeface="Yu Gothic"/>
              </a:defRPr>
            </a:pPr>
            <a:r>
              <a:rPr sz="1725" b="1">
                <a:solidFill>
                  <a:srgbClr val="2876A8"/>
                </a:solidFill>
                <a:latin typeface="Yu Gothic"/>
                <a:ea typeface="Yu Gothic"/>
                <a:cs typeface="Yu Gothic"/>
              </a:rPr>
              <a:t>Y-Y</a:t>
            </a:r>
          </a:p>
        </p:txBody>
      </p:sp>
      <p:sp>
        <p:nvSpPr>
          <p:cNvPr id="50" name="">
            <a:extLst xmlns:a="http://schemas.openxmlformats.org/drawingml/2006/main">
              <a:ext uri="{FF2B5EF4-FFF2-40B4-BE49-F238E27FC236}">
                <a16:creationId xmlns:a16="http://schemas.microsoft.com/office/drawing/2014/main" id="{8050AE57-926D-430B-8695-91D3F772800F}"/>
              </a:ext>
            </a:extLst>
          </p:cNvPr>
          <p:cNvSpPr>
            <a:spLocks xmlns:a="http://schemas.openxmlformats.org/drawingml/2006/main" noGrp="1"/>
          </p:cNvSpPr>
          <p:nvPr/>
        </p:nvSpPr>
        <p:spPr>
          <a:xfrm xmlns:a="http://schemas.openxmlformats.org/drawingml/2006/main">
            <a:off x="3114675" y="3448050"/>
            <a:ext cx="57150" cy="57150"/>
          </a:xfrm>
          <a:prstGeom xmlns:a="http://schemas.openxmlformats.org/drawingml/2006/main" prst="ellipse">
            <a:avLst/>
          </a:prstGeom>
          <a:solidFill xmlns:a="http://schemas.openxmlformats.org/drawingml/2006/main">
            <a:srgbClr val="193B59"/>
          </a:solidFill>
          <a:ln xmlns:a="http://schemas.openxmlformats.org/drawingml/2006/main" w="19050">
            <a:solidFill>
              <a:srgbClr val="193B59"/>
            </a:solidFill>
          </a:ln>
        </p:spPr>
      </p:sp>
      <p:sp>
        <p:nvSpPr>
          <p:cNvPr id="51" name="">
            <a:extLst xmlns:a="http://schemas.openxmlformats.org/drawingml/2006/main">
              <a:ext uri="{FF2B5EF4-FFF2-40B4-BE49-F238E27FC236}">
                <a16:creationId xmlns:a16="http://schemas.microsoft.com/office/drawing/2014/main" id="{7A5066D7-18D4-48A3-ACEE-9EF7EB216459}"/>
              </a:ext>
            </a:extLst>
          </p:cNvPr>
          <p:cNvSpPr>
            <a:spLocks xmlns:a="http://schemas.openxmlformats.org/drawingml/2006/main" noGrp="1"/>
          </p:cNvSpPr>
          <p:nvPr/>
        </p:nvSpPr>
        <p:spPr>
          <a:xfrm xmlns:a="http://schemas.openxmlformats.org/drawingml/2006/main">
            <a:off x="2286000" y="2190750"/>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13335">
            <a:solidFill>
              <a:srgbClr val="71818B"/>
            </a:solidFill>
          </a:ln>
        </p:spPr>
      </p:sp>
      <p:sp>
        <p:nvSpPr>
          <p:cNvPr id="52" name="">
            <a:extLst xmlns:a="http://schemas.openxmlformats.org/drawingml/2006/main">
              <a:ext uri="{FF2B5EF4-FFF2-40B4-BE49-F238E27FC236}">
                <a16:creationId xmlns:a16="http://schemas.microsoft.com/office/drawing/2014/main" id="{09E1C3CB-95E2-45BF-A669-304CF9A2EC9A}"/>
              </a:ext>
            </a:extLst>
          </p:cNvPr>
          <p:cNvSpPr>
            <a:spLocks xmlns:a="http://schemas.openxmlformats.org/drawingml/2006/main" noGrp="1"/>
          </p:cNvSpPr>
          <p:nvPr/>
        </p:nvSpPr>
        <p:spPr>
          <a:xfrm xmlns:a="http://schemas.openxmlformats.org/drawingml/2006/main">
            <a:off x="3933825" y="2162747"/>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53" name="">
            <a:extLst xmlns:a="http://schemas.openxmlformats.org/drawingml/2006/main">
              <a:ext uri="{FF2B5EF4-FFF2-40B4-BE49-F238E27FC236}">
                <a16:creationId xmlns:a16="http://schemas.microsoft.com/office/drawing/2014/main" id="{AA86B376-2A38-4FC0-8B6A-6DF53E5A232C}"/>
              </a:ext>
            </a:extLst>
          </p:cNvPr>
          <p:cNvSpPr>
            <a:spLocks xmlns:a="http://schemas.openxmlformats.org/drawingml/2006/main" noGrp="1"/>
          </p:cNvSpPr>
          <p:nvPr/>
        </p:nvSpPr>
        <p:spPr>
          <a:xfrm xmlns:a="http://schemas.openxmlformats.org/drawingml/2006/main">
            <a:off x="2286000" y="2190750"/>
            <a:ext cx="1714500" cy="9525"/>
          </a:xfrm>
          <a:custGeom xmlns:a="http://schemas.openxmlformats.org/drawingml/2006/main">
            <a:pathLst>
              <a:path w="1714500" h="9525">
                <a:moveTo>
                  <a:pt x="1714500" y="0"/>
                </a:moveTo>
                <a:lnTo>
                  <a:pt x="0" y="0"/>
                </a:lnTo>
              </a:path>
            </a:pathLst>
          </a:custGeom>
          <a:noFill xmlns:a="http://schemas.openxmlformats.org/drawingml/2006/main"/>
          <a:ln xmlns:a="http://schemas.openxmlformats.org/drawingml/2006/main" w="13335">
            <a:solidFill>
              <a:srgbClr val="71818B"/>
            </a:solidFill>
          </a:ln>
        </p:spPr>
      </p:sp>
      <p:sp>
        <p:nvSpPr>
          <p:cNvPr id="54" name="">
            <a:extLst xmlns:a="http://schemas.openxmlformats.org/drawingml/2006/main">
              <a:ext uri="{FF2B5EF4-FFF2-40B4-BE49-F238E27FC236}">
                <a16:creationId xmlns:a16="http://schemas.microsoft.com/office/drawing/2014/main" id="{5B90C365-01C8-4470-894F-A30C3C23462B}"/>
              </a:ext>
            </a:extLst>
          </p:cNvPr>
          <p:cNvSpPr>
            <a:spLocks xmlns:a="http://schemas.openxmlformats.org/drawingml/2006/main" noGrp="1"/>
          </p:cNvSpPr>
          <p:nvPr/>
        </p:nvSpPr>
        <p:spPr>
          <a:xfrm xmlns:a="http://schemas.openxmlformats.org/drawingml/2006/main">
            <a:off x="2286000" y="2162747"/>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55" name="">
            <a:extLst xmlns:a="http://schemas.openxmlformats.org/drawingml/2006/main">
              <a:ext uri="{FF2B5EF4-FFF2-40B4-BE49-F238E27FC236}">
                <a16:creationId xmlns:a16="http://schemas.microsoft.com/office/drawing/2014/main" id="{18B3E4E9-20F1-49A0-97B0-9F8CD26CDB35}"/>
              </a:ext>
            </a:extLst>
          </p:cNvPr>
          <p:cNvSpPr>
            <a:spLocks xmlns:a="http://schemas.openxmlformats.org/drawingml/2006/main" noGrp="1"/>
          </p:cNvSpPr>
          <p:nvPr/>
        </p:nvSpPr>
        <p:spPr>
          <a:xfrm xmlns:a="http://schemas.openxmlformats.org/drawingml/2006/main">
            <a:off x="2286000" y="18097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71818B"/>
                </a:solidFill>
                <a:latin typeface="Yu Gothic"/>
                <a:ea typeface="Yu Gothic"/>
                <a:cs typeface="Yu Gothic"/>
              </a:defRPr>
            </a:defPPr>
            <a:lvl1pPr algn="ctr">
              <a:buNone/>
              <a:defRPr sz="1800" b="0">
                <a:solidFill>
                  <a:srgbClr val="71818B"/>
                </a:solidFill>
                <a:latin typeface="Yu Gothic"/>
                <a:ea typeface="Yu Gothic"/>
                <a:cs typeface="Yu Gothic"/>
              </a:defRPr>
            </a:lvl1pPr>
            <a:lvl2pPr algn="ctr">
              <a:buNone/>
              <a:defRPr sz="1800" b="0">
                <a:solidFill>
                  <a:srgbClr val="71818B"/>
                </a:solidFill>
                <a:latin typeface="Yu Gothic"/>
                <a:ea typeface="Yu Gothic"/>
                <a:cs typeface="Yu Gothic"/>
              </a:defRPr>
            </a:lvl2pPr>
            <a:lvl3pPr algn="ctr">
              <a:buNone/>
              <a:defRPr sz="1800" b="0">
                <a:solidFill>
                  <a:srgbClr val="71818B"/>
                </a:solidFill>
                <a:latin typeface="Yu Gothic"/>
                <a:ea typeface="Yu Gothic"/>
                <a:cs typeface="Yu Gothic"/>
              </a:defRPr>
            </a:lvl3pPr>
            <a:lvl4pPr algn="ctr">
              <a:buNone/>
              <a:defRPr sz="1800" b="0">
                <a:solidFill>
                  <a:srgbClr val="71818B"/>
                </a:solidFill>
                <a:latin typeface="Yu Gothic"/>
                <a:ea typeface="Yu Gothic"/>
                <a:cs typeface="Yu Gothic"/>
              </a:defRPr>
            </a:lvl4pPr>
            <a:lvl5pPr algn="ctr">
              <a:buNone/>
              <a:defRPr sz="1800" b="0">
                <a:solidFill>
                  <a:srgbClr val="71818B"/>
                </a:solidFill>
                <a:latin typeface="Yu Gothic"/>
                <a:ea typeface="Yu Gothic"/>
                <a:cs typeface="Yu Gothic"/>
              </a:defRPr>
            </a:lvl5pPr>
            <a:lvl6pPr algn="ctr">
              <a:buNone/>
              <a:defRPr sz="1800" b="0">
                <a:solidFill>
                  <a:srgbClr val="71818B"/>
                </a:solidFill>
                <a:latin typeface="Yu Gothic"/>
                <a:ea typeface="Yu Gothic"/>
                <a:cs typeface="Yu Gothic"/>
              </a:defRPr>
            </a:lvl6pPr>
            <a:lvl7pPr algn="ctr">
              <a:buNone/>
              <a:defRPr sz="1800" b="0">
                <a:solidFill>
                  <a:srgbClr val="71818B"/>
                </a:solidFill>
                <a:latin typeface="Yu Gothic"/>
                <a:ea typeface="Yu Gothic"/>
                <a:cs typeface="Yu Gothic"/>
              </a:defRPr>
            </a:lvl7pPr>
            <a:lvl8pPr algn="ctr">
              <a:buNone/>
              <a:defRPr sz="1800" b="0">
                <a:solidFill>
                  <a:srgbClr val="71818B"/>
                </a:solidFill>
                <a:latin typeface="Yu Gothic"/>
                <a:ea typeface="Yu Gothic"/>
                <a:cs typeface="Yu Gothic"/>
              </a:defRPr>
            </a:lvl8pPr>
            <a:lvl9pPr algn="ctr">
              <a:buNone/>
              <a:defRPr sz="1800" b="0">
                <a:solidFill>
                  <a:srgbClr val="71818B"/>
                </a:solidFill>
                <a:latin typeface="Yu Gothic"/>
                <a:ea typeface="Yu Gothic"/>
                <a:cs typeface="Yu Gothic"/>
              </a:defRPr>
            </a:lvl9pPr>
          </a:lstStyle>
          <a:p xmlns:a="http://schemas.openxmlformats.org/drawingml/2006/main">
            <a:pPr algn="ct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B</a:t>
            </a:r>
          </a:p>
        </p:txBody>
      </p:sp>
      <p:sp>
        <p:nvSpPr>
          <p:cNvPr id="56" name="">
            <a:extLst xmlns:a="http://schemas.openxmlformats.org/drawingml/2006/main">
              <a:ext uri="{FF2B5EF4-FFF2-40B4-BE49-F238E27FC236}">
                <a16:creationId xmlns:a16="http://schemas.microsoft.com/office/drawing/2014/main" id="{953C0C08-FD61-48AD-A6F2-EFDDE8C5A049}"/>
              </a:ext>
            </a:extLst>
          </p:cNvPr>
          <p:cNvSpPr>
            <a:spLocks xmlns:a="http://schemas.openxmlformats.org/drawingml/2006/main" noGrp="1"/>
          </p:cNvSpPr>
          <p:nvPr/>
        </p:nvSpPr>
        <p:spPr>
          <a:xfrm xmlns:a="http://schemas.openxmlformats.org/drawingml/2006/main">
            <a:off x="1428750" y="2333625"/>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4288">
            <a:solidFill>
              <a:srgbClr val="71818B"/>
            </a:solidFill>
          </a:ln>
        </p:spPr>
      </p:sp>
      <p:sp>
        <p:nvSpPr>
          <p:cNvPr id="57" name="">
            <a:extLst xmlns:a="http://schemas.openxmlformats.org/drawingml/2006/main">
              <a:ext uri="{FF2B5EF4-FFF2-40B4-BE49-F238E27FC236}">
                <a16:creationId xmlns:a16="http://schemas.microsoft.com/office/drawing/2014/main" id="{6F32292E-16C7-4870-86CD-C918FE72F5CC}"/>
              </a:ext>
            </a:extLst>
          </p:cNvPr>
          <p:cNvSpPr>
            <a:spLocks xmlns:a="http://schemas.openxmlformats.org/drawingml/2006/main" noGrp="1"/>
          </p:cNvSpPr>
          <p:nvPr/>
        </p:nvSpPr>
        <p:spPr>
          <a:xfrm xmlns:a="http://schemas.openxmlformats.org/drawingml/2006/main">
            <a:off x="1400747" y="455295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58" name="">
            <a:extLst xmlns:a="http://schemas.openxmlformats.org/drawingml/2006/main">
              <a:ext uri="{FF2B5EF4-FFF2-40B4-BE49-F238E27FC236}">
                <a16:creationId xmlns:a16="http://schemas.microsoft.com/office/drawing/2014/main" id="{152E1F3E-912F-4DC3-B7BE-9834498A3C73}"/>
              </a:ext>
            </a:extLst>
          </p:cNvPr>
          <p:cNvSpPr>
            <a:spLocks xmlns:a="http://schemas.openxmlformats.org/drawingml/2006/main" noGrp="1"/>
          </p:cNvSpPr>
          <p:nvPr/>
        </p:nvSpPr>
        <p:spPr>
          <a:xfrm xmlns:a="http://schemas.openxmlformats.org/drawingml/2006/main">
            <a:off x="1428750" y="2333625"/>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14288">
            <a:solidFill>
              <a:srgbClr val="71818B"/>
            </a:solidFill>
          </a:ln>
        </p:spPr>
      </p:sp>
      <p:sp>
        <p:nvSpPr>
          <p:cNvPr id="59" name="">
            <a:extLst xmlns:a="http://schemas.openxmlformats.org/drawingml/2006/main">
              <a:ext uri="{FF2B5EF4-FFF2-40B4-BE49-F238E27FC236}">
                <a16:creationId xmlns:a16="http://schemas.microsoft.com/office/drawing/2014/main" id="{E51DB50B-2A36-4595-B4C5-AB1353F370EC}"/>
              </a:ext>
            </a:extLst>
          </p:cNvPr>
          <p:cNvSpPr>
            <a:spLocks xmlns:a="http://schemas.openxmlformats.org/drawingml/2006/main" noGrp="1"/>
          </p:cNvSpPr>
          <p:nvPr/>
        </p:nvSpPr>
        <p:spPr>
          <a:xfrm xmlns:a="http://schemas.openxmlformats.org/drawingml/2006/main">
            <a:off x="1400747" y="233362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60" name="">
            <a:extLst xmlns:a="http://schemas.openxmlformats.org/drawingml/2006/main">
              <a:ext uri="{FF2B5EF4-FFF2-40B4-BE49-F238E27FC236}">
                <a16:creationId xmlns:a16="http://schemas.microsoft.com/office/drawing/2014/main" id="{EA242A82-70D6-4581-898D-C52168BD0B9C}"/>
              </a:ext>
            </a:extLst>
          </p:cNvPr>
          <p:cNvSpPr>
            <a:spLocks xmlns:a="http://schemas.openxmlformats.org/drawingml/2006/main" noGrp="1"/>
          </p:cNvSpPr>
          <p:nvPr/>
        </p:nvSpPr>
        <p:spPr>
          <a:xfrm xmlns:a="http://schemas.openxmlformats.org/drawingml/2006/main">
            <a:off x="1543050" y="32766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H</a:t>
            </a:r>
          </a:p>
        </p:txBody>
      </p:sp>
      <p:sp>
        <p:nvSpPr>
          <p:cNvPr id="61" name="">
            <a:extLst xmlns:a="http://schemas.openxmlformats.org/drawingml/2006/main">
              <a:ext uri="{FF2B5EF4-FFF2-40B4-BE49-F238E27FC236}">
                <a16:creationId xmlns:a16="http://schemas.microsoft.com/office/drawing/2014/main" id="{07AC4E17-C060-4FDB-B693-3B90209EC6D1}"/>
              </a:ext>
            </a:extLst>
          </p:cNvPr>
          <p:cNvSpPr>
            <a:spLocks xmlns:a="http://schemas.openxmlformats.org/drawingml/2006/main" noGrp="1"/>
          </p:cNvSpPr>
          <p:nvPr/>
        </p:nvSpPr>
        <p:spPr>
          <a:xfrm xmlns:a="http://schemas.openxmlformats.org/drawingml/2006/main">
            <a:off x="4333875" y="23336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4288">
            <a:solidFill>
              <a:srgbClr val="71818B"/>
            </a:solidFill>
          </a:ln>
        </p:spPr>
      </p:sp>
      <p:sp>
        <p:nvSpPr>
          <p:cNvPr id="62" name="">
            <a:extLst xmlns:a="http://schemas.openxmlformats.org/drawingml/2006/main">
              <a:ext uri="{FF2B5EF4-FFF2-40B4-BE49-F238E27FC236}">
                <a16:creationId xmlns:a16="http://schemas.microsoft.com/office/drawing/2014/main" id="{E268EE6E-03CE-420F-9CEF-95CF6B96886A}"/>
              </a:ext>
            </a:extLst>
          </p:cNvPr>
          <p:cNvSpPr>
            <a:spLocks xmlns:a="http://schemas.openxmlformats.org/drawingml/2006/main" noGrp="1"/>
          </p:cNvSpPr>
          <p:nvPr/>
        </p:nvSpPr>
        <p:spPr>
          <a:xfrm xmlns:a="http://schemas.openxmlformats.org/drawingml/2006/main">
            <a:off x="4305872" y="2552700"/>
            <a:ext cx="56007" cy="66675"/>
          </a:xfrm>
          <a:custGeom xmlns:a="http://schemas.openxmlformats.org/drawingml/2006/main">
            <a:pathLst>
              <a:path w="56007" h="66675">
                <a:moveTo>
                  <a:pt x="28003"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63" name="">
            <a:extLst xmlns:a="http://schemas.openxmlformats.org/drawingml/2006/main">
              <a:ext uri="{FF2B5EF4-FFF2-40B4-BE49-F238E27FC236}">
                <a16:creationId xmlns:a16="http://schemas.microsoft.com/office/drawing/2014/main" id="{96C12372-D2D7-490C-A094-9F769C32C41D}"/>
              </a:ext>
            </a:extLst>
          </p:cNvPr>
          <p:cNvSpPr>
            <a:spLocks xmlns:a="http://schemas.openxmlformats.org/drawingml/2006/main" noGrp="1"/>
          </p:cNvSpPr>
          <p:nvPr/>
        </p:nvSpPr>
        <p:spPr>
          <a:xfrm xmlns:a="http://schemas.openxmlformats.org/drawingml/2006/main">
            <a:off x="4333875" y="2333625"/>
            <a:ext cx="9525" cy="285750"/>
          </a:xfrm>
          <a:custGeom xmlns:a="http://schemas.openxmlformats.org/drawingml/2006/main">
            <a:pathLst>
              <a:path w="9525" h="285750">
                <a:moveTo>
                  <a:pt x="0" y="285750"/>
                </a:moveTo>
                <a:lnTo>
                  <a:pt x="0" y="0"/>
                </a:lnTo>
              </a:path>
            </a:pathLst>
          </a:custGeom>
          <a:noFill xmlns:a="http://schemas.openxmlformats.org/drawingml/2006/main"/>
          <a:ln xmlns:a="http://schemas.openxmlformats.org/drawingml/2006/main" w="14288">
            <a:solidFill>
              <a:srgbClr val="71818B"/>
            </a:solidFill>
          </a:ln>
        </p:spPr>
      </p:sp>
      <p:sp>
        <p:nvSpPr>
          <p:cNvPr id="64" name="">
            <a:extLst xmlns:a="http://schemas.openxmlformats.org/drawingml/2006/main">
              <a:ext uri="{FF2B5EF4-FFF2-40B4-BE49-F238E27FC236}">
                <a16:creationId xmlns:a16="http://schemas.microsoft.com/office/drawing/2014/main" id="{36A417C7-CC06-4073-AD25-4804A272F087}"/>
              </a:ext>
            </a:extLst>
          </p:cNvPr>
          <p:cNvSpPr>
            <a:spLocks xmlns:a="http://schemas.openxmlformats.org/drawingml/2006/main" noGrp="1"/>
          </p:cNvSpPr>
          <p:nvPr/>
        </p:nvSpPr>
        <p:spPr>
          <a:xfrm xmlns:a="http://schemas.openxmlformats.org/drawingml/2006/main">
            <a:off x="4305872" y="2333625"/>
            <a:ext cx="56007" cy="66675"/>
          </a:xfrm>
          <a:custGeom xmlns:a="http://schemas.openxmlformats.org/drawingml/2006/main">
            <a:pathLst>
              <a:path w="56007" h="66675">
                <a:moveTo>
                  <a:pt x="28003"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65" name="">
            <a:extLst xmlns:a="http://schemas.openxmlformats.org/drawingml/2006/main">
              <a:ext uri="{FF2B5EF4-FFF2-40B4-BE49-F238E27FC236}">
                <a16:creationId xmlns:a16="http://schemas.microsoft.com/office/drawing/2014/main" id="{221DE953-4AF2-4C20-95E0-A0C0BBAB44B2}"/>
              </a:ext>
            </a:extLst>
          </p:cNvPr>
          <p:cNvSpPr>
            <a:spLocks xmlns:a="http://schemas.openxmlformats.org/drawingml/2006/main" noGrp="1"/>
          </p:cNvSpPr>
          <p:nvPr/>
        </p:nvSpPr>
        <p:spPr>
          <a:xfrm xmlns:a="http://schemas.openxmlformats.org/drawingml/2006/main">
            <a:off x="4448175" y="227647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1818B"/>
                </a:solidFill>
                <a:latin typeface="Yu Gothic"/>
                <a:ea typeface="Yu Gothic"/>
                <a:cs typeface="Yu Gothic"/>
              </a:defRPr>
            </a:defPPr>
            <a:lvl1pPr>
              <a:buNone/>
              <a:defRPr sz="1800" b="0">
                <a:solidFill>
                  <a:srgbClr val="71818B"/>
                </a:solidFill>
                <a:latin typeface="Yu Gothic"/>
                <a:ea typeface="Yu Gothic"/>
                <a:cs typeface="Yu Gothic"/>
              </a:defRPr>
            </a:lvl1pPr>
            <a:lvl2pPr>
              <a:buNone/>
              <a:defRPr sz="1800" b="0">
                <a:solidFill>
                  <a:srgbClr val="71818B"/>
                </a:solidFill>
                <a:latin typeface="Yu Gothic"/>
                <a:ea typeface="Yu Gothic"/>
                <a:cs typeface="Yu Gothic"/>
              </a:defRPr>
            </a:lvl2pPr>
            <a:lvl3pPr>
              <a:buNone/>
              <a:defRPr sz="1800" b="0">
                <a:solidFill>
                  <a:srgbClr val="71818B"/>
                </a:solidFill>
                <a:latin typeface="Yu Gothic"/>
                <a:ea typeface="Yu Gothic"/>
                <a:cs typeface="Yu Gothic"/>
              </a:defRPr>
            </a:lvl3pPr>
            <a:lvl4pPr>
              <a:buNone/>
              <a:defRPr sz="1800" b="0">
                <a:solidFill>
                  <a:srgbClr val="71818B"/>
                </a:solidFill>
                <a:latin typeface="Yu Gothic"/>
                <a:ea typeface="Yu Gothic"/>
                <a:cs typeface="Yu Gothic"/>
              </a:defRPr>
            </a:lvl4pPr>
            <a:lvl5pPr>
              <a:buNone/>
              <a:defRPr sz="1800" b="0">
                <a:solidFill>
                  <a:srgbClr val="71818B"/>
                </a:solidFill>
                <a:latin typeface="Yu Gothic"/>
                <a:ea typeface="Yu Gothic"/>
                <a:cs typeface="Yu Gothic"/>
              </a:defRPr>
            </a:lvl5pPr>
            <a:lvl6pPr>
              <a:buNone/>
              <a:defRPr sz="1800" b="0">
                <a:solidFill>
                  <a:srgbClr val="71818B"/>
                </a:solidFill>
                <a:latin typeface="Yu Gothic"/>
                <a:ea typeface="Yu Gothic"/>
                <a:cs typeface="Yu Gothic"/>
              </a:defRPr>
            </a:lvl6pPr>
            <a:lvl7pPr>
              <a:buNone/>
              <a:defRPr sz="1800" b="0">
                <a:solidFill>
                  <a:srgbClr val="71818B"/>
                </a:solidFill>
                <a:latin typeface="Yu Gothic"/>
                <a:ea typeface="Yu Gothic"/>
                <a:cs typeface="Yu Gothic"/>
              </a:defRPr>
            </a:lvl7pPr>
            <a:lvl8pPr>
              <a:buNone/>
              <a:defRPr sz="1800" b="0">
                <a:solidFill>
                  <a:srgbClr val="71818B"/>
                </a:solidFill>
                <a:latin typeface="Yu Gothic"/>
                <a:ea typeface="Yu Gothic"/>
                <a:cs typeface="Yu Gothic"/>
              </a:defRPr>
            </a:lvl8pPr>
            <a:lvl9pPr>
              <a:buNone/>
              <a:defRPr sz="1800" b="0">
                <a:solidFill>
                  <a:srgbClr val="71818B"/>
                </a:solidFill>
                <a:latin typeface="Yu Gothic"/>
                <a:ea typeface="Yu Gothic"/>
                <a:cs typeface="Yu Gothic"/>
              </a:defRPr>
            </a:lvl9pPr>
          </a:lstStyle>
          <a:p xmlns:a="http://schemas.openxmlformats.org/drawingml/2006/main">
            <a:pPr>
              <a:buNone/>
              <a:defRPr sz="1800" b="0">
                <a:solidFill>
                  <a:srgbClr val="71818B"/>
                </a:solidFill>
                <a:latin typeface="Yu Gothic"/>
                <a:ea typeface="Yu Gothic"/>
                <a:cs typeface="Yu Gothic"/>
              </a:defRPr>
            </a:pPr>
            <a:r>
              <a:rPr sz="1800" b="0">
                <a:solidFill>
                  <a:srgbClr val="71818B"/>
                </a:solidFill>
                <a:latin typeface="Yu Gothic"/>
                <a:ea typeface="Yu Gothic"/>
                <a:cs typeface="Yu Gothic"/>
              </a:rPr>
              <a:t>t_f</a:t>
            </a:r>
          </a:p>
        </p:txBody>
      </p:sp>
      <p:sp>
        <p:nvSpPr>
          <p:cNvPr id="66" name="">
            <a:extLst xmlns:a="http://schemas.openxmlformats.org/drawingml/2006/main">
              <a:ext uri="{FF2B5EF4-FFF2-40B4-BE49-F238E27FC236}">
                <a16:creationId xmlns:a16="http://schemas.microsoft.com/office/drawing/2014/main" id="{C524D576-FAEA-43D3-8CE3-727A1ADB0E8C}"/>
              </a:ext>
            </a:extLst>
          </p:cNvPr>
          <p:cNvSpPr>
            <a:spLocks xmlns:a="http://schemas.openxmlformats.org/drawingml/2006/main" noGrp="1"/>
          </p:cNvSpPr>
          <p:nvPr/>
        </p:nvSpPr>
        <p:spPr>
          <a:xfrm xmlns:a="http://schemas.openxmlformats.org/drawingml/2006/main">
            <a:off x="2571750" y="4048125"/>
            <a:ext cx="428625" cy="9525"/>
          </a:xfrm>
          <a:custGeom xmlns:a="http://schemas.openxmlformats.org/drawingml/2006/main">
            <a:pathLst>
              <a:path w="428625" h="9525">
                <a:moveTo>
                  <a:pt x="0" y="0"/>
                </a:moveTo>
                <a:lnTo>
                  <a:pt x="428625" y="0"/>
                </a:lnTo>
              </a:path>
            </a:pathLst>
          </a:custGeom>
          <a:noFill xmlns:a="http://schemas.openxmlformats.org/drawingml/2006/main"/>
          <a:ln xmlns:a="http://schemas.openxmlformats.org/drawingml/2006/main" w="14288">
            <a:solidFill>
              <a:srgbClr val="71818B"/>
            </a:solidFill>
          </a:ln>
        </p:spPr>
      </p:sp>
      <p:sp>
        <p:nvSpPr>
          <p:cNvPr id="67" name="">
            <a:extLst xmlns:a="http://schemas.openxmlformats.org/drawingml/2006/main">
              <a:ext uri="{FF2B5EF4-FFF2-40B4-BE49-F238E27FC236}">
                <a16:creationId xmlns:a16="http://schemas.microsoft.com/office/drawing/2014/main" id="{D46DE296-FA21-4DF1-A1F0-F4503C04DC90}"/>
              </a:ext>
            </a:extLst>
          </p:cNvPr>
          <p:cNvSpPr>
            <a:spLocks xmlns:a="http://schemas.openxmlformats.org/drawingml/2006/main" noGrp="1"/>
          </p:cNvSpPr>
          <p:nvPr/>
        </p:nvSpPr>
        <p:spPr>
          <a:xfrm xmlns:a="http://schemas.openxmlformats.org/drawingml/2006/main">
            <a:off x="2933700" y="4020122"/>
            <a:ext cx="66675" cy="56007"/>
          </a:xfrm>
          <a:custGeom xmlns:a="http://schemas.openxmlformats.org/drawingml/2006/main">
            <a:pathLst>
              <a:path w="66675" h="56007">
                <a:moveTo>
                  <a:pt x="66675" y="28003"/>
                </a:moveTo>
                <a:lnTo>
                  <a:pt x="0" y="0"/>
                </a:lnTo>
                <a:lnTo>
                  <a:pt x="0" y="56007"/>
                </a:lnTo>
                <a:close/>
              </a:path>
            </a:pathLst>
          </a:custGeom>
          <a:solidFill xmlns:a="http://schemas.openxmlformats.org/drawingml/2006/main">
            <a:srgbClr val="71818B"/>
          </a:solidFill>
          <a:ln xmlns:a="http://schemas.openxmlformats.org/drawingml/2006/main" w="4763">
            <a:solidFill>
              <a:srgbClr val="71818B"/>
            </a:solidFill>
          </a:ln>
        </p:spPr>
      </p:sp>
      <p:sp>
        <p:nvSpPr>
          <p:cNvPr id="68" name="">
            <a:extLst xmlns:a="http://schemas.openxmlformats.org/drawingml/2006/main">
              <a:ext uri="{FF2B5EF4-FFF2-40B4-BE49-F238E27FC236}">
                <a16:creationId xmlns:a16="http://schemas.microsoft.com/office/drawing/2014/main" id="{5DCD8791-1D1C-4B78-8B72-36F6B190D231}"/>
              </a:ext>
            </a:extLst>
          </p:cNvPr>
          <p:cNvSpPr>
            <a:spLocks xmlns:a="http://schemas.openxmlformats.org/drawingml/2006/main" noGrp="1"/>
          </p:cNvSpPr>
          <p:nvPr/>
        </p:nvSpPr>
        <p:spPr>
          <a:xfrm xmlns:a="http://schemas.openxmlformats.org/drawingml/2006/main">
            <a:off x="3286125" y="4048125"/>
            <a:ext cx="428625" cy="9525"/>
          </a:xfrm>
          <a:custGeom xmlns:a="http://schemas.openxmlformats.org/drawingml/2006/main">
            <a:pathLst>
              <a:path w="428625" h="9525">
                <a:moveTo>
                  <a:pt x="428625" y="0"/>
                </a:moveTo>
                <a:lnTo>
                  <a:pt x="0" y="0"/>
                </a:lnTo>
              </a:path>
            </a:pathLst>
          </a:custGeom>
          <a:noFill xmlns:a="http://schemas.openxmlformats.org/drawingml/2006/main"/>
          <a:ln xmlns:a="http://schemas.openxmlformats.org/drawingml/2006/main" w="14288">
            <a:solidFill>
              <a:srgbClr val="71818B"/>
            </a:solidFill>
          </a:ln>
        </p:spPr>
      </p:sp>
      <p:sp>
        <p:nvSpPr>
          <p:cNvPr id="69" name="">
            <a:extLst xmlns:a="http://schemas.openxmlformats.org/drawingml/2006/main">
              <a:ext uri="{FF2B5EF4-FFF2-40B4-BE49-F238E27FC236}">
                <a16:creationId xmlns:a16="http://schemas.microsoft.com/office/drawing/2014/main" id="{9EE217A6-A8E6-4398-AC59-4A2F7235C321}"/>
              </a:ext>
            </a:extLst>
          </p:cNvPr>
          <p:cNvSpPr>
            <a:spLocks xmlns:a="http://schemas.openxmlformats.org/drawingml/2006/main" noGrp="1"/>
          </p:cNvSpPr>
          <p:nvPr/>
        </p:nvSpPr>
        <p:spPr>
          <a:xfrm xmlns:a="http://schemas.openxmlformats.org/drawingml/2006/main">
            <a:off x="3286125" y="4020122"/>
            <a:ext cx="66675" cy="56007"/>
          </a:xfrm>
          <a:custGeom xmlns:a="http://schemas.openxmlformats.org/drawingml/2006/main">
            <a:pathLst>
              <a:path w="66675" h="56007">
                <a:moveTo>
                  <a:pt x="0" y="28003"/>
                </a:moveTo>
                <a:lnTo>
                  <a:pt x="66675" y="56007"/>
                </a:lnTo>
                <a:lnTo>
                  <a:pt x="66675" y="0"/>
                </a:lnTo>
                <a:close/>
              </a:path>
            </a:pathLst>
          </a:custGeom>
          <a:solidFill xmlns:a="http://schemas.openxmlformats.org/drawingml/2006/main">
            <a:srgbClr val="71818B"/>
          </a:solidFill>
          <a:ln xmlns:a="http://schemas.openxmlformats.org/drawingml/2006/main" w="4763">
            <a:solidFill>
              <a:srgbClr val="71818B"/>
            </a:solidFill>
          </a:ln>
        </p:spPr>
      </p:sp>
      <p:sp>
        <p:nvSpPr>
          <p:cNvPr id="70" name="">
            <a:extLst xmlns:a="http://schemas.openxmlformats.org/drawingml/2006/main">
              <a:ext uri="{FF2B5EF4-FFF2-40B4-BE49-F238E27FC236}">
                <a16:creationId xmlns:a16="http://schemas.microsoft.com/office/drawing/2014/main" id="{C165D7AF-09C4-4763-9ADF-BE60C648AF5A}"/>
              </a:ext>
            </a:extLst>
          </p:cNvPr>
          <p:cNvSpPr>
            <a:spLocks xmlns:a="http://schemas.openxmlformats.org/drawingml/2006/main" noGrp="1"/>
          </p:cNvSpPr>
          <p:nvPr/>
        </p:nvSpPr>
        <p:spPr>
          <a:xfrm xmlns:a="http://schemas.openxmlformats.org/drawingml/2006/main">
            <a:off x="3905250" y="385762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t_w</a:t>
            </a:r>
          </a:p>
        </p:txBody>
      </p:sp>
      <p:sp>
        <p:nvSpPr>
          <p:cNvPr id="71" name="">
            <a:extLst xmlns:a="http://schemas.openxmlformats.org/drawingml/2006/main">
              <a:ext uri="{FF2B5EF4-FFF2-40B4-BE49-F238E27FC236}">
                <a16:creationId xmlns:a16="http://schemas.microsoft.com/office/drawing/2014/main" id="{40FFDFF1-0A7B-42C0-8237-04D849417D14}"/>
              </a:ext>
            </a:extLst>
          </p:cNvPr>
          <p:cNvSpPr>
            <a:spLocks xmlns:a="http://schemas.openxmlformats.org/drawingml/2006/main" noGrp="1"/>
          </p:cNvSpPr>
          <p:nvPr/>
        </p:nvSpPr>
        <p:spPr>
          <a:xfrm xmlns:a="http://schemas.openxmlformats.org/drawingml/2006/main">
            <a:off x="1428750" y="519112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フランジ厚：t_f</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ウェブ厚：t_w</a:t>
            </a:r>
          </a:p>
        </p:txBody>
      </p:sp>
      <p:sp>
        <p:nvSpPr>
          <p:cNvPr id="72" name="">
            <a:extLst xmlns:a="http://schemas.openxmlformats.org/drawingml/2006/main">
              <a:ext uri="{FF2B5EF4-FFF2-40B4-BE49-F238E27FC236}">
                <a16:creationId xmlns:a16="http://schemas.microsoft.com/office/drawing/2014/main" id="{C2644D22-DA6D-4297-8839-F6D776734DEA}"/>
              </a:ext>
            </a:extLst>
          </p:cNvPr>
          <p:cNvSpPr>
            <a:spLocks xmlns:a="http://schemas.openxmlformats.org/drawingml/2006/main" noGrp="1"/>
          </p:cNvSpPr>
          <p:nvPr/>
        </p:nvSpPr>
        <p:spPr>
          <a:xfrm xmlns:a="http://schemas.openxmlformats.org/drawingml/2006/main">
            <a:off x="6524625" y="1952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I_X = [BH³</a:t>
            </a:r>
          </a:p>
        </p:txBody>
      </p:sp>
      <p:sp>
        <p:nvSpPr>
          <p:cNvPr id="73" name="">
            <a:extLst xmlns:a="http://schemas.openxmlformats.org/drawingml/2006/main">
              <a:ext uri="{FF2B5EF4-FFF2-40B4-BE49-F238E27FC236}">
                <a16:creationId xmlns:a16="http://schemas.microsoft.com/office/drawing/2014/main" id="{08B002ED-5C43-4102-BE4C-CD58C7782D75}"/>
              </a:ext>
            </a:extLst>
          </p:cNvPr>
          <p:cNvSpPr>
            <a:spLocks xmlns:a="http://schemas.openxmlformats.org/drawingml/2006/main" noGrp="1"/>
          </p:cNvSpPr>
          <p:nvPr/>
        </p:nvSpPr>
        <p:spPr>
          <a:xfrm xmlns:a="http://schemas.openxmlformats.org/drawingml/2006/main">
            <a:off x="7048500" y="23336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 (B−t_w)(H−2t_f)³] / 12</a:t>
            </a:r>
          </a:p>
        </p:txBody>
      </p:sp>
      <p:sp>
        <p:nvSpPr>
          <p:cNvPr id="74" name="">
            <a:extLst xmlns:a="http://schemas.openxmlformats.org/drawingml/2006/main">
              <a:ext uri="{FF2B5EF4-FFF2-40B4-BE49-F238E27FC236}">
                <a16:creationId xmlns:a16="http://schemas.microsoft.com/office/drawing/2014/main" id="{524AF8D1-C8FE-4205-8691-555A1DF6DE45}"/>
              </a:ext>
            </a:extLst>
          </p:cNvPr>
          <p:cNvSpPr>
            <a:spLocks xmlns:a="http://schemas.openxmlformats.org/drawingml/2006/main" noGrp="1"/>
          </p:cNvSpPr>
          <p:nvPr/>
        </p:nvSpPr>
        <p:spPr>
          <a:xfrm xmlns:a="http://schemas.openxmlformats.org/drawingml/2006/main">
            <a:off x="6524625" y="3000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I_Y = [2t_f B³</a:t>
            </a:r>
          </a:p>
        </p:txBody>
      </p:sp>
      <p:sp>
        <p:nvSpPr>
          <p:cNvPr id="75" name="">
            <a:extLst xmlns:a="http://schemas.openxmlformats.org/drawingml/2006/main">
              <a:ext uri="{FF2B5EF4-FFF2-40B4-BE49-F238E27FC236}">
                <a16:creationId xmlns:a16="http://schemas.microsoft.com/office/drawing/2014/main" id="{7A73CB7D-B197-4148-AF61-DCC27AE84BAE}"/>
              </a:ext>
            </a:extLst>
          </p:cNvPr>
          <p:cNvSpPr>
            <a:spLocks xmlns:a="http://schemas.openxmlformats.org/drawingml/2006/main" noGrp="1"/>
          </p:cNvSpPr>
          <p:nvPr/>
        </p:nvSpPr>
        <p:spPr>
          <a:xfrm xmlns:a="http://schemas.openxmlformats.org/drawingml/2006/main">
            <a:off x="7048500" y="33813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 (H−2t_f)t_w³] / 12</a:t>
            </a:r>
          </a:p>
        </p:txBody>
      </p:sp>
      <p:sp>
        <p:nvSpPr>
          <p:cNvPr id="76" name="">
            <a:extLst xmlns:a="http://schemas.openxmlformats.org/drawingml/2006/main">
              <a:ext uri="{FF2B5EF4-FFF2-40B4-BE49-F238E27FC236}">
                <a16:creationId xmlns:a16="http://schemas.microsoft.com/office/drawing/2014/main" id="{CFA74DE3-4AFC-47F4-B44E-5B829FCEF318}"/>
              </a:ext>
            </a:extLst>
          </p:cNvPr>
          <p:cNvSpPr>
            <a:spLocks xmlns:a="http://schemas.openxmlformats.org/drawingml/2006/main" noGrp="1"/>
          </p:cNvSpPr>
          <p:nvPr/>
        </p:nvSpPr>
        <p:spPr>
          <a:xfrm xmlns:a="http://schemas.openxmlformats.org/drawingml/2006/main">
            <a:off x="6524625" y="40957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B = 60、H = 80 mm</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t_f = t_w = 10 mm</a:t>
            </a:r>
          </a:p>
        </p:txBody>
      </p:sp>
      <p:sp>
        <p:nvSpPr>
          <p:cNvPr id="77" name="">
            <a:extLst xmlns:a="http://schemas.openxmlformats.org/drawingml/2006/main">
              <a:ext uri="{FF2B5EF4-FFF2-40B4-BE49-F238E27FC236}">
                <a16:creationId xmlns:a16="http://schemas.microsoft.com/office/drawing/2014/main" id="{16978E0F-BB9A-4A49-A9D2-269E9D5BC9BF}"/>
              </a:ext>
            </a:extLst>
          </p:cNvPr>
          <p:cNvSpPr>
            <a:spLocks xmlns:a="http://schemas.openxmlformats.org/drawingml/2006/main" noGrp="1"/>
          </p:cNvSpPr>
          <p:nvPr/>
        </p:nvSpPr>
        <p:spPr>
          <a:xfrm xmlns:a="http://schemas.openxmlformats.org/drawingml/2006/main">
            <a:off x="6524625" y="4953000"/>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I_X = 1,660,000 mm⁴</a:t>
            </a:r>
          </a:p>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I_Y = 365,000 mm⁴</a:t>
            </a:r>
          </a:p>
        </p:txBody>
      </p:sp>
      <p:sp>
        <p:nvSpPr>
          <p:cNvPr id="78" name="">
            <a:extLst xmlns:a="http://schemas.openxmlformats.org/drawingml/2006/main">
              <a:ext uri="{FF2B5EF4-FFF2-40B4-BE49-F238E27FC236}">
                <a16:creationId xmlns:a16="http://schemas.microsoft.com/office/drawing/2014/main" id="{FDD41852-CF2A-4625-A1AD-BE1B2AF079F3}"/>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00" b="0">
                <a:solidFill>
                  <a:srgbClr val="71818B"/>
                </a:solidFill>
                <a:latin typeface="Yu Gothic"/>
                <a:ea typeface="Yu Gothic"/>
                <a:cs typeface="Yu Gothic"/>
              </a:defRPr>
            </a:defPPr>
            <a:lvl1pPr>
              <a:buNone/>
              <a:defRPr sz="1500" b="0">
                <a:solidFill>
                  <a:srgbClr val="71818B"/>
                </a:solidFill>
                <a:latin typeface="Yu Gothic"/>
                <a:ea typeface="Yu Gothic"/>
                <a:cs typeface="Yu Gothic"/>
              </a:defRPr>
            </a:lvl1pPr>
            <a:lvl2pPr>
              <a:buNone/>
              <a:defRPr sz="1500" b="0">
                <a:solidFill>
                  <a:srgbClr val="71818B"/>
                </a:solidFill>
                <a:latin typeface="Yu Gothic"/>
                <a:ea typeface="Yu Gothic"/>
                <a:cs typeface="Yu Gothic"/>
              </a:defRPr>
            </a:lvl2pPr>
            <a:lvl3pPr>
              <a:buNone/>
              <a:defRPr sz="1500" b="0">
                <a:solidFill>
                  <a:srgbClr val="71818B"/>
                </a:solidFill>
                <a:latin typeface="Yu Gothic"/>
                <a:ea typeface="Yu Gothic"/>
                <a:cs typeface="Yu Gothic"/>
              </a:defRPr>
            </a:lvl3pPr>
            <a:lvl4pPr>
              <a:buNone/>
              <a:defRPr sz="1500" b="0">
                <a:solidFill>
                  <a:srgbClr val="71818B"/>
                </a:solidFill>
                <a:latin typeface="Yu Gothic"/>
                <a:ea typeface="Yu Gothic"/>
                <a:cs typeface="Yu Gothic"/>
              </a:defRPr>
            </a:lvl4pPr>
            <a:lvl5pPr>
              <a:buNone/>
              <a:defRPr sz="1500" b="0">
                <a:solidFill>
                  <a:srgbClr val="71818B"/>
                </a:solidFill>
                <a:latin typeface="Yu Gothic"/>
                <a:ea typeface="Yu Gothic"/>
                <a:cs typeface="Yu Gothic"/>
              </a:defRPr>
            </a:lvl5pPr>
            <a:lvl6pPr>
              <a:buNone/>
              <a:defRPr sz="1500" b="0">
                <a:solidFill>
                  <a:srgbClr val="71818B"/>
                </a:solidFill>
                <a:latin typeface="Yu Gothic"/>
                <a:ea typeface="Yu Gothic"/>
                <a:cs typeface="Yu Gothic"/>
              </a:defRPr>
            </a:lvl6pPr>
            <a:lvl7pPr>
              <a:buNone/>
              <a:defRPr sz="1500" b="0">
                <a:solidFill>
                  <a:srgbClr val="71818B"/>
                </a:solidFill>
                <a:latin typeface="Yu Gothic"/>
                <a:ea typeface="Yu Gothic"/>
                <a:cs typeface="Yu Gothic"/>
              </a:defRPr>
            </a:lvl7pPr>
            <a:lvl8pPr>
              <a:buNone/>
              <a:defRPr sz="1500" b="0">
                <a:solidFill>
                  <a:srgbClr val="71818B"/>
                </a:solidFill>
                <a:latin typeface="Yu Gothic"/>
                <a:ea typeface="Yu Gothic"/>
                <a:cs typeface="Yu Gothic"/>
              </a:defRPr>
            </a:lvl8pPr>
            <a:lvl9pPr>
              <a:buNone/>
              <a:defRPr sz="1500" b="0">
                <a:solidFill>
                  <a:srgbClr val="71818B"/>
                </a:solidFill>
                <a:latin typeface="Yu Gothic"/>
                <a:ea typeface="Yu Gothic"/>
                <a:cs typeface="Yu Gothic"/>
              </a:defRPr>
            </a:lvl9pPr>
          </a:lstStyle>
          <a:p xmlns:a="http://schemas.openxmlformats.org/drawingml/2006/main">
            <a:pPr>
              <a:buNone/>
              <a:defRPr sz="1500" b="0">
                <a:solidFill>
                  <a:srgbClr val="71818B"/>
                </a:solidFill>
                <a:latin typeface="Yu Gothic"/>
                <a:ea typeface="Yu Gothic"/>
                <a:cs typeface="Yu Gothic"/>
              </a:defRPr>
            </a:pPr>
            <a:r>
              <a:rPr sz="1500" b="0">
                <a:solidFill>
                  <a:srgbClr val="71818B"/>
                </a:solidFill>
                <a:latin typeface="Yu Gothic"/>
                <a:ea typeface="Yu Gothic"/>
                <a:cs typeface="Yu Gothic"/>
              </a:rPr>
              <a:t>上下・左右対称の理想形。フィレットを省略。[2]の長方形分割の考え方で導出。</a:t>
            </a:r>
          </a:p>
        </p:txBody>
      </p:sp>
    </p:spTree>
    <p:extLst>
      <p:ext uri="{BB962C8B-B14F-4D97-AF65-F5344CB8AC3E}">
        <p14:creationId xmlns:p14="http://schemas.microsoft.com/office/powerpoint/2010/main" val="16398889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2026-10-29T00:34:07.6710000Z</dcterms:created>
  <dcterms:modified xsi:type="dcterms:W3CDTF">2026-10-29T00:34:07.6710000Z</dcterms:modified>
</coreProperties>
</file>